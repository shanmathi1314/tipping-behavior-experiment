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Fira Sans Extra Condense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14">
          <p15:clr>
            <a:srgbClr val="9AA0A6"/>
          </p15:clr>
        </p15:guide>
        <p15:guide id="2" pos="455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14" orient="horz"/>
        <p:guide pos="455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FiraSansExtraCondensed-bold.fntdata"/><Relationship Id="rId23" Type="http://schemas.openxmlformats.org/officeDocument/2006/relationships/font" Target="fonts/FiraSansExtraCondense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-boldItalic.fntdata"/><Relationship Id="rId25" Type="http://schemas.openxmlformats.org/officeDocument/2006/relationships/font" Target="fonts/FiraSansExtraCondense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b1ad1b9a8_0_2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7b1ad1b9a8_0_2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7b1ad1b9a8_0_3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7b1ad1b9a8_0_3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d2196745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cd2196745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d2196745e_2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cd2196745e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cd1312622e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cd1312622e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Randomization check: </a:t>
            </a:r>
            <a:r>
              <a:rPr b="1" lang="en">
                <a:solidFill>
                  <a:schemeClr val="dk1"/>
                </a:solidFill>
              </a:rPr>
              <a:t>p &gt; 0.05 → no statistically significant difference between groups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Covariates balanced across groups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cd1312622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cd1312622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cd1312622e_3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cd1312622e_3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cd1312622e_3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cd1312622e_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cd1312622e_4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cd1312622e_4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cd1312622e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cd1312622e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7b1ad1b9a8_0_1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7b1ad1b9a8_0_1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7b1ad1b9a8_0_3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7b1ad1b9a8_0_3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34663" y="408050"/>
            <a:ext cx="4114800" cy="17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34663" y="2213339"/>
            <a:ext cx="41148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" name="Google Shape;3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ctrTitle"/>
          </p:nvPr>
        </p:nvSpPr>
        <p:spPr>
          <a:xfrm>
            <a:off x="434675" y="408050"/>
            <a:ext cx="5840700" cy="17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How Tip Options Shape Tipping Decisions: A Randomized Survey Simulation</a:t>
            </a:r>
            <a:endParaRPr sz="3300"/>
          </a:p>
        </p:txBody>
      </p:sp>
      <p:sp>
        <p:nvSpPr>
          <p:cNvPr id="43" name="Google Shape;43;p13"/>
          <p:cNvSpPr txBox="1"/>
          <p:nvPr>
            <p:ph idx="1" type="subTitle"/>
          </p:nvPr>
        </p:nvSpPr>
        <p:spPr>
          <a:xfrm>
            <a:off x="434677" y="2458430"/>
            <a:ext cx="4757400" cy="4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1: </a:t>
            </a:r>
            <a:r>
              <a:rPr lang="en"/>
              <a:t>Linh Le, TzuHsuan Liu, Kang Ni, Shanmathi Sivakumar, Hanchao Tang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" name="Google Shape;44;p13"/>
          <p:cNvGrpSpPr/>
          <p:nvPr/>
        </p:nvGrpSpPr>
        <p:grpSpPr>
          <a:xfrm>
            <a:off x="5501781" y="72"/>
            <a:ext cx="3452406" cy="4986440"/>
            <a:chOff x="4572405" y="-908049"/>
            <a:chExt cx="4114905" cy="5640131"/>
          </a:xfrm>
        </p:grpSpPr>
        <p:sp>
          <p:nvSpPr>
            <p:cNvPr id="45" name="Google Shape;45;p13"/>
            <p:cNvSpPr/>
            <p:nvPr/>
          </p:nvSpPr>
          <p:spPr>
            <a:xfrm>
              <a:off x="4647387" y="4435335"/>
              <a:ext cx="3964941" cy="296747"/>
            </a:xfrm>
            <a:custGeom>
              <a:rect b="b" l="l" r="r" t="t"/>
              <a:pathLst>
                <a:path extrusionOk="0" h="9700" w="129605">
                  <a:moveTo>
                    <a:pt x="61472" y="0"/>
                  </a:moveTo>
                  <a:lnTo>
                    <a:pt x="58173" y="13"/>
                  </a:lnTo>
                  <a:lnTo>
                    <a:pt x="54927" y="52"/>
                  </a:lnTo>
                  <a:lnTo>
                    <a:pt x="51746" y="91"/>
                  </a:lnTo>
                  <a:lnTo>
                    <a:pt x="48604" y="144"/>
                  </a:lnTo>
                  <a:lnTo>
                    <a:pt x="45527" y="209"/>
                  </a:lnTo>
                  <a:lnTo>
                    <a:pt x="42516" y="287"/>
                  </a:lnTo>
                  <a:lnTo>
                    <a:pt x="39582" y="378"/>
                  </a:lnTo>
                  <a:lnTo>
                    <a:pt x="36701" y="470"/>
                  </a:lnTo>
                  <a:lnTo>
                    <a:pt x="33911" y="574"/>
                  </a:lnTo>
                  <a:lnTo>
                    <a:pt x="31199" y="691"/>
                  </a:lnTo>
                  <a:lnTo>
                    <a:pt x="28566" y="822"/>
                  </a:lnTo>
                  <a:lnTo>
                    <a:pt x="26023" y="952"/>
                  </a:lnTo>
                  <a:lnTo>
                    <a:pt x="23585" y="1095"/>
                  </a:lnTo>
                  <a:lnTo>
                    <a:pt x="21226" y="1252"/>
                  </a:lnTo>
                  <a:lnTo>
                    <a:pt x="18983" y="1421"/>
                  </a:lnTo>
                  <a:lnTo>
                    <a:pt x="16832" y="1578"/>
                  </a:lnTo>
                  <a:lnTo>
                    <a:pt x="14798" y="1760"/>
                  </a:lnTo>
                  <a:lnTo>
                    <a:pt x="12869" y="1943"/>
                  </a:lnTo>
                  <a:lnTo>
                    <a:pt x="11069" y="2138"/>
                  </a:lnTo>
                  <a:lnTo>
                    <a:pt x="9375" y="2334"/>
                  </a:lnTo>
                  <a:lnTo>
                    <a:pt x="7823" y="2529"/>
                  </a:lnTo>
                  <a:lnTo>
                    <a:pt x="6389" y="2738"/>
                  </a:lnTo>
                  <a:lnTo>
                    <a:pt x="5085" y="2960"/>
                  </a:lnTo>
                  <a:lnTo>
                    <a:pt x="3925" y="3181"/>
                  </a:lnTo>
                  <a:lnTo>
                    <a:pt x="3404" y="3286"/>
                  </a:lnTo>
                  <a:lnTo>
                    <a:pt x="2908" y="3403"/>
                  </a:lnTo>
                  <a:lnTo>
                    <a:pt x="2452" y="3520"/>
                  </a:lnTo>
                  <a:lnTo>
                    <a:pt x="2035" y="3638"/>
                  </a:lnTo>
                  <a:lnTo>
                    <a:pt x="1657" y="3755"/>
                  </a:lnTo>
                  <a:lnTo>
                    <a:pt x="1318" y="3872"/>
                  </a:lnTo>
                  <a:lnTo>
                    <a:pt x="1005" y="3990"/>
                  </a:lnTo>
                  <a:lnTo>
                    <a:pt x="744" y="4107"/>
                  </a:lnTo>
                  <a:lnTo>
                    <a:pt x="522" y="4224"/>
                  </a:lnTo>
                  <a:lnTo>
                    <a:pt x="327" y="4355"/>
                  </a:lnTo>
                  <a:lnTo>
                    <a:pt x="183" y="4472"/>
                  </a:lnTo>
                  <a:lnTo>
                    <a:pt x="131" y="4537"/>
                  </a:lnTo>
                  <a:lnTo>
                    <a:pt x="79" y="4602"/>
                  </a:lnTo>
                  <a:lnTo>
                    <a:pt x="40" y="4655"/>
                  </a:lnTo>
                  <a:lnTo>
                    <a:pt x="14" y="4720"/>
                  </a:lnTo>
                  <a:lnTo>
                    <a:pt x="1" y="4785"/>
                  </a:lnTo>
                  <a:lnTo>
                    <a:pt x="1" y="4850"/>
                  </a:lnTo>
                  <a:lnTo>
                    <a:pt x="1" y="4902"/>
                  </a:lnTo>
                  <a:lnTo>
                    <a:pt x="14" y="4967"/>
                  </a:lnTo>
                  <a:lnTo>
                    <a:pt x="40" y="5033"/>
                  </a:lnTo>
                  <a:lnTo>
                    <a:pt x="79" y="5098"/>
                  </a:lnTo>
                  <a:lnTo>
                    <a:pt x="131" y="5163"/>
                  </a:lnTo>
                  <a:lnTo>
                    <a:pt x="183" y="5215"/>
                  </a:lnTo>
                  <a:lnTo>
                    <a:pt x="327" y="5346"/>
                  </a:lnTo>
                  <a:lnTo>
                    <a:pt x="522" y="5463"/>
                  </a:lnTo>
                  <a:lnTo>
                    <a:pt x="744" y="5580"/>
                  </a:lnTo>
                  <a:lnTo>
                    <a:pt x="1005" y="5711"/>
                  </a:lnTo>
                  <a:lnTo>
                    <a:pt x="1318" y="5828"/>
                  </a:lnTo>
                  <a:lnTo>
                    <a:pt x="1657" y="5945"/>
                  </a:lnTo>
                  <a:lnTo>
                    <a:pt x="2035" y="6063"/>
                  </a:lnTo>
                  <a:lnTo>
                    <a:pt x="2452" y="6180"/>
                  </a:lnTo>
                  <a:lnTo>
                    <a:pt x="2908" y="6284"/>
                  </a:lnTo>
                  <a:lnTo>
                    <a:pt x="3404" y="6402"/>
                  </a:lnTo>
                  <a:lnTo>
                    <a:pt x="3925" y="6519"/>
                  </a:lnTo>
                  <a:lnTo>
                    <a:pt x="5085" y="6741"/>
                  </a:lnTo>
                  <a:lnTo>
                    <a:pt x="6389" y="6949"/>
                  </a:lnTo>
                  <a:lnTo>
                    <a:pt x="7823" y="7158"/>
                  </a:lnTo>
                  <a:lnTo>
                    <a:pt x="9375" y="7366"/>
                  </a:lnTo>
                  <a:lnTo>
                    <a:pt x="11069" y="7562"/>
                  </a:lnTo>
                  <a:lnTo>
                    <a:pt x="12869" y="7744"/>
                  </a:lnTo>
                  <a:lnTo>
                    <a:pt x="14798" y="7927"/>
                  </a:lnTo>
                  <a:lnTo>
                    <a:pt x="16832" y="8109"/>
                  </a:lnTo>
                  <a:lnTo>
                    <a:pt x="18983" y="8279"/>
                  </a:lnTo>
                  <a:lnTo>
                    <a:pt x="21226" y="8435"/>
                  </a:lnTo>
                  <a:lnTo>
                    <a:pt x="23585" y="8592"/>
                  </a:lnTo>
                  <a:lnTo>
                    <a:pt x="26023" y="8735"/>
                  </a:lnTo>
                  <a:lnTo>
                    <a:pt x="28566" y="8866"/>
                  </a:lnTo>
                  <a:lnTo>
                    <a:pt x="31199" y="8996"/>
                  </a:lnTo>
                  <a:lnTo>
                    <a:pt x="33911" y="9113"/>
                  </a:lnTo>
                  <a:lnTo>
                    <a:pt x="36701" y="9218"/>
                  </a:lnTo>
                  <a:lnTo>
                    <a:pt x="39582" y="9322"/>
                  </a:lnTo>
                  <a:lnTo>
                    <a:pt x="42516" y="9400"/>
                  </a:lnTo>
                  <a:lnTo>
                    <a:pt x="45527" y="9478"/>
                  </a:lnTo>
                  <a:lnTo>
                    <a:pt x="48604" y="9544"/>
                  </a:lnTo>
                  <a:lnTo>
                    <a:pt x="51746" y="9596"/>
                  </a:lnTo>
                  <a:lnTo>
                    <a:pt x="54927" y="9648"/>
                  </a:lnTo>
                  <a:lnTo>
                    <a:pt x="58173" y="9674"/>
                  </a:lnTo>
                  <a:lnTo>
                    <a:pt x="61472" y="9687"/>
                  </a:lnTo>
                  <a:lnTo>
                    <a:pt x="64796" y="9700"/>
                  </a:lnTo>
                  <a:lnTo>
                    <a:pt x="68134" y="9687"/>
                  </a:lnTo>
                  <a:lnTo>
                    <a:pt x="71432" y="9674"/>
                  </a:lnTo>
                  <a:lnTo>
                    <a:pt x="74666" y="9648"/>
                  </a:lnTo>
                  <a:lnTo>
                    <a:pt x="77860" y="9596"/>
                  </a:lnTo>
                  <a:lnTo>
                    <a:pt x="81002" y="9544"/>
                  </a:lnTo>
                  <a:lnTo>
                    <a:pt x="84066" y="9478"/>
                  </a:lnTo>
                  <a:lnTo>
                    <a:pt x="87077" y="9400"/>
                  </a:lnTo>
                  <a:lnTo>
                    <a:pt x="90024" y="9322"/>
                  </a:lnTo>
                  <a:lnTo>
                    <a:pt x="92892" y="9218"/>
                  </a:lnTo>
                  <a:lnTo>
                    <a:pt x="95695" y="9113"/>
                  </a:lnTo>
                  <a:lnTo>
                    <a:pt x="98407" y="8996"/>
                  </a:lnTo>
                  <a:lnTo>
                    <a:pt x="101027" y="8866"/>
                  </a:lnTo>
                  <a:lnTo>
                    <a:pt x="103569" y="8735"/>
                  </a:lnTo>
                  <a:lnTo>
                    <a:pt x="106020" y="8592"/>
                  </a:lnTo>
                  <a:lnTo>
                    <a:pt x="108367" y="8435"/>
                  </a:lnTo>
                  <a:lnTo>
                    <a:pt x="110623" y="8279"/>
                  </a:lnTo>
                  <a:lnTo>
                    <a:pt x="112774" y="8109"/>
                  </a:lnTo>
                  <a:lnTo>
                    <a:pt x="114808" y="7927"/>
                  </a:lnTo>
                  <a:lnTo>
                    <a:pt x="116724" y="7744"/>
                  </a:lnTo>
                  <a:lnTo>
                    <a:pt x="118536" y="7562"/>
                  </a:lnTo>
                  <a:lnTo>
                    <a:pt x="120218" y="7366"/>
                  </a:lnTo>
                  <a:lnTo>
                    <a:pt x="121783" y="7158"/>
                  </a:lnTo>
                  <a:lnTo>
                    <a:pt x="123217" y="6949"/>
                  </a:lnTo>
                  <a:lnTo>
                    <a:pt x="124507" y="6741"/>
                  </a:lnTo>
                  <a:lnTo>
                    <a:pt x="125668" y="6519"/>
                  </a:lnTo>
                  <a:lnTo>
                    <a:pt x="126202" y="6402"/>
                  </a:lnTo>
                  <a:lnTo>
                    <a:pt x="126685" y="6284"/>
                  </a:lnTo>
                  <a:lnTo>
                    <a:pt x="127141" y="6180"/>
                  </a:lnTo>
                  <a:lnTo>
                    <a:pt x="127558" y="6063"/>
                  </a:lnTo>
                  <a:lnTo>
                    <a:pt x="127949" y="5945"/>
                  </a:lnTo>
                  <a:lnTo>
                    <a:pt x="128288" y="5828"/>
                  </a:lnTo>
                  <a:lnTo>
                    <a:pt x="128588" y="5711"/>
                  </a:lnTo>
                  <a:lnTo>
                    <a:pt x="128862" y="5580"/>
                  </a:lnTo>
                  <a:lnTo>
                    <a:pt x="129084" y="5463"/>
                  </a:lnTo>
                  <a:lnTo>
                    <a:pt x="129266" y="5346"/>
                  </a:lnTo>
                  <a:lnTo>
                    <a:pt x="129409" y="5215"/>
                  </a:lnTo>
                  <a:lnTo>
                    <a:pt x="129475" y="5163"/>
                  </a:lnTo>
                  <a:lnTo>
                    <a:pt x="129514" y="5098"/>
                  </a:lnTo>
                  <a:lnTo>
                    <a:pt x="129553" y="5033"/>
                  </a:lnTo>
                  <a:lnTo>
                    <a:pt x="129579" y="4967"/>
                  </a:lnTo>
                  <a:lnTo>
                    <a:pt x="129605" y="4902"/>
                  </a:lnTo>
                  <a:lnTo>
                    <a:pt x="129605" y="4850"/>
                  </a:lnTo>
                  <a:lnTo>
                    <a:pt x="129605" y="4785"/>
                  </a:lnTo>
                  <a:lnTo>
                    <a:pt x="129579" y="4720"/>
                  </a:lnTo>
                  <a:lnTo>
                    <a:pt x="129553" y="4655"/>
                  </a:lnTo>
                  <a:lnTo>
                    <a:pt x="129514" y="4602"/>
                  </a:lnTo>
                  <a:lnTo>
                    <a:pt x="129475" y="4537"/>
                  </a:lnTo>
                  <a:lnTo>
                    <a:pt x="129409" y="4472"/>
                  </a:lnTo>
                  <a:lnTo>
                    <a:pt x="129266" y="4355"/>
                  </a:lnTo>
                  <a:lnTo>
                    <a:pt x="129084" y="4224"/>
                  </a:lnTo>
                  <a:lnTo>
                    <a:pt x="128862" y="4107"/>
                  </a:lnTo>
                  <a:lnTo>
                    <a:pt x="128588" y="3990"/>
                  </a:lnTo>
                  <a:lnTo>
                    <a:pt x="128288" y="3872"/>
                  </a:lnTo>
                  <a:lnTo>
                    <a:pt x="127949" y="3755"/>
                  </a:lnTo>
                  <a:lnTo>
                    <a:pt x="127558" y="3638"/>
                  </a:lnTo>
                  <a:lnTo>
                    <a:pt x="127141" y="3520"/>
                  </a:lnTo>
                  <a:lnTo>
                    <a:pt x="126685" y="3403"/>
                  </a:lnTo>
                  <a:lnTo>
                    <a:pt x="126202" y="3286"/>
                  </a:lnTo>
                  <a:lnTo>
                    <a:pt x="125668" y="3181"/>
                  </a:lnTo>
                  <a:lnTo>
                    <a:pt x="124507" y="2960"/>
                  </a:lnTo>
                  <a:lnTo>
                    <a:pt x="123217" y="2738"/>
                  </a:lnTo>
                  <a:lnTo>
                    <a:pt x="121783" y="2529"/>
                  </a:lnTo>
                  <a:lnTo>
                    <a:pt x="120218" y="2334"/>
                  </a:lnTo>
                  <a:lnTo>
                    <a:pt x="118536" y="2138"/>
                  </a:lnTo>
                  <a:lnTo>
                    <a:pt x="116724" y="1943"/>
                  </a:lnTo>
                  <a:lnTo>
                    <a:pt x="114808" y="1760"/>
                  </a:lnTo>
                  <a:lnTo>
                    <a:pt x="112774" y="1578"/>
                  </a:lnTo>
                  <a:lnTo>
                    <a:pt x="110623" y="1421"/>
                  </a:lnTo>
                  <a:lnTo>
                    <a:pt x="108367" y="1252"/>
                  </a:lnTo>
                  <a:lnTo>
                    <a:pt x="106020" y="1095"/>
                  </a:lnTo>
                  <a:lnTo>
                    <a:pt x="103569" y="952"/>
                  </a:lnTo>
                  <a:lnTo>
                    <a:pt x="101027" y="822"/>
                  </a:lnTo>
                  <a:lnTo>
                    <a:pt x="98407" y="691"/>
                  </a:lnTo>
                  <a:lnTo>
                    <a:pt x="95695" y="574"/>
                  </a:lnTo>
                  <a:lnTo>
                    <a:pt x="92892" y="470"/>
                  </a:lnTo>
                  <a:lnTo>
                    <a:pt x="90024" y="378"/>
                  </a:lnTo>
                  <a:lnTo>
                    <a:pt x="87077" y="287"/>
                  </a:lnTo>
                  <a:lnTo>
                    <a:pt x="84066" y="209"/>
                  </a:lnTo>
                  <a:lnTo>
                    <a:pt x="81002" y="144"/>
                  </a:lnTo>
                  <a:lnTo>
                    <a:pt x="77860" y="91"/>
                  </a:lnTo>
                  <a:lnTo>
                    <a:pt x="74666" y="52"/>
                  </a:lnTo>
                  <a:lnTo>
                    <a:pt x="71432" y="13"/>
                  </a:lnTo>
                  <a:lnTo>
                    <a:pt x="681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13"/>
            <p:cNvSpPr/>
            <p:nvPr/>
          </p:nvSpPr>
          <p:spPr>
            <a:xfrm>
              <a:off x="4647387" y="4435335"/>
              <a:ext cx="3964941" cy="296747"/>
            </a:xfrm>
            <a:custGeom>
              <a:rect b="b" l="l" r="r" t="t"/>
              <a:pathLst>
                <a:path extrusionOk="0" fill="none" h="9700" w="129605">
                  <a:moveTo>
                    <a:pt x="64796" y="0"/>
                  </a:moveTo>
                  <a:lnTo>
                    <a:pt x="64796" y="0"/>
                  </a:lnTo>
                  <a:lnTo>
                    <a:pt x="61472" y="0"/>
                  </a:lnTo>
                  <a:lnTo>
                    <a:pt x="58173" y="13"/>
                  </a:lnTo>
                  <a:lnTo>
                    <a:pt x="54927" y="52"/>
                  </a:lnTo>
                  <a:lnTo>
                    <a:pt x="51746" y="91"/>
                  </a:lnTo>
                  <a:lnTo>
                    <a:pt x="48604" y="144"/>
                  </a:lnTo>
                  <a:lnTo>
                    <a:pt x="45527" y="209"/>
                  </a:lnTo>
                  <a:lnTo>
                    <a:pt x="42516" y="287"/>
                  </a:lnTo>
                  <a:lnTo>
                    <a:pt x="39582" y="378"/>
                  </a:lnTo>
                  <a:lnTo>
                    <a:pt x="36701" y="470"/>
                  </a:lnTo>
                  <a:lnTo>
                    <a:pt x="33911" y="574"/>
                  </a:lnTo>
                  <a:lnTo>
                    <a:pt x="31199" y="691"/>
                  </a:lnTo>
                  <a:lnTo>
                    <a:pt x="28566" y="822"/>
                  </a:lnTo>
                  <a:lnTo>
                    <a:pt x="26023" y="952"/>
                  </a:lnTo>
                  <a:lnTo>
                    <a:pt x="23585" y="1095"/>
                  </a:lnTo>
                  <a:lnTo>
                    <a:pt x="21226" y="1252"/>
                  </a:lnTo>
                  <a:lnTo>
                    <a:pt x="18983" y="1421"/>
                  </a:lnTo>
                  <a:lnTo>
                    <a:pt x="16832" y="1578"/>
                  </a:lnTo>
                  <a:lnTo>
                    <a:pt x="14798" y="1760"/>
                  </a:lnTo>
                  <a:lnTo>
                    <a:pt x="12869" y="1943"/>
                  </a:lnTo>
                  <a:lnTo>
                    <a:pt x="11069" y="2138"/>
                  </a:lnTo>
                  <a:lnTo>
                    <a:pt x="9375" y="2334"/>
                  </a:lnTo>
                  <a:lnTo>
                    <a:pt x="7823" y="2529"/>
                  </a:lnTo>
                  <a:lnTo>
                    <a:pt x="6389" y="2738"/>
                  </a:lnTo>
                  <a:lnTo>
                    <a:pt x="5085" y="2960"/>
                  </a:lnTo>
                  <a:lnTo>
                    <a:pt x="3925" y="3181"/>
                  </a:lnTo>
                  <a:lnTo>
                    <a:pt x="3404" y="3286"/>
                  </a:lnTo>
                  <a:lnTo>
                    <a:pt x="2908" y="3403"/>
                  </a:lnTo>
                  <a:lnTo>
                    <a:pt x="2452" y="3520"/>
                  </a:lnTo>
                  <a:lnTo>
                    <a:pt x="2035" y="3638"/>
                  </a:lnTo>
                  <a:lnTo>
                    <a:pt x="1657" y="3755"/>
                  </a:lnTo>
                  <a:lnTo>
                    <a:pt x="1318" y="3872"/>
                  </a:lnTo>
                  <a:lnTo>
                    <a:pt x="1005" y="3990"/>
                  </a:lnTo>
                  <a:lnTo>
                    <a:pt x="744" y="4107"/>
                  </a:lnTo>
                  <a:lnTo>
                    <a:pt x="522" y="4224"/>
                  </a:lnTo>
                  <a:lnTo>
                    <a:pt x="327" y="4355"/>
                  </a:lnTo>
                  <a:lnTo>
                    <a:pt x="183" y="4472"/>
                  </a:lnTo>
                  <a:lnTo>
                    <a:pt x="131" y="4537"/>
                  </a:lnTo>
                  <a:lnTo>
                    <a:pt x="79" y="4602"/>
                  </a:lnTo>
                  <a:lnTo>
                    <a:pt x="40" y="4655"/>
                  </a:lnTo>
                  <a:lnTo>
                    <a:pt x="14" y="4720"/>
                  </a:lnTo>
                  <a:lnTo>
                    <a:pt x="1" y="4785"/>
                  </a:lnTo>
                  <a:lnTo>
                    <a:pt x="1" y="4850"/>
                  </a:lnTo>
                  <a:lnTo>
                    <a:pt x="1" y="4850"/>
                  </a:lnTo>
                  <a:lnTo>
                    <a:pt x="1" y="4902"/>
                  </a:lnTo>
                  <a:lnTo>
                    <a:pt x="14" y="4967"/>
                  </a:lnTo>
                  <a:lnTo>
                    <a:pt x="40" y="5033"/>
                  </a:lnTo>
                  <a:lnTo>
                    <a:pt x="79" y="5098"/>
                  </a:lnTo>
                  <a:lnTo>
                    <a:pt x="131" y="5163"/>
                  </a:lnTo>
                  <a:lnTo>
                    <a:pt x="183" y="5215"/>
                  </a:lnTo>
                  <a:lnTo>
                    <a:pt x="327" y="5346"/>
                  </a:lnTo>
                  <a:lnTo>
                    <a:pt x="522" y="5463"/>
                  </a:lnTo>
                  <a:lnTo>
                    <a:pt x="744" y="5580"/>
                  </a:lnTo>
                  <a:lnTo>
                    <a:pt x="1005" y="5711"/>
                  </a:lnTo>
                  <a:lnTo>
                    <a:pt x="1318" y="5828"/>
                  </a:lnTo>
                  <a:lnTo>
                    <a:pt x="1657" y="5945"/>
                  </a:lnTo>
                  <a:lnTo>
                    <a:pt x="2035" y="6063"/>
                  </a:lnTo>
                  <a:lnTo>
                    <a:pt x="2452" y="6180"/>
                  </a:lnTo>
                  <a:lnTo>
                    <a:pt x="2908" y="6284"/>
                  </a:lnTo>
                  <a:lnTo>
                    <a:pt x="3404" y="6402"/>
                  </a:lnTo>
                  <a:lnTo>
                    <a:pt x="3925" y="6519"/>
                  </a:lnTo>
                  <a:lnTo>
                    <a:pt x="5085" y="6741"/>
                  </a:lnTo>
                  <a:lnTo>
                    <a:pt x="6389" y="6949"/>
                  </a:lnTo>
                  <a:lnTo>
                    <a:pt x="7823" y="7158"/>
                  </a:lnTo>
                  <a:lnTo>
                    <a:pt x="9375" y="7366"/>
                  </a:lnTo>
                  <a:lnTo>
                    <a:pt x="11069" y="7562"/>
                  </a:lnTo>
                  <a:lnTo>
                    <a:pt x="12869" y="7744"/>
                  </a:lnTo>
                  <a:lnTo>
                    <a:pt x="14798" y="7927"/>
                  </a:lnTo>
                  <a:lnTo>
                    <a:pt x="16832" y="8109"/>
                  </a:lnTo>
                  <a:lnTo>
                    <a:pt x="18983" y="8279"/>
                  </a:lnTo>
                  <a:lnTo>
                    <a:pt x="21226" y="8435"/>
                  </a:lnTo>
                  <a:lnTo>
                    <a:pt x="23585" y="8592"/>
                  </a:lnTo>
                  <a:lnTo>
                    <a:pt x="26023" y="8735"/>
                  </a:lnTo>
                  <a:lnTo>
                    <a:pt x="28566" y="8866"/>
                  </a:lnTo>
                  <a:lnTo>
                    <a:pt x="31199" y="8996"/>
                  </a:lnTo>
                  <a:lnTo>
                    <a:pt x="33911" y="9113"/>
                  </a:lnTo>
                  <a:lnTo>
                    <a:pt x="36701" y="9218"/>
                  </a:lnTo>
                  <a:lnTo>
                    <a:pt x="39582" y="9322"/>
                  </a:lnTo>
                  <a:lnTo>
                    <a:pt x="42516" y="9400"/>
                  </a:lnTo>
                  <a:lnTo>
                    <a:pt x="45527" y="9478"/>
                  </a:lnTo>
                  <a:lnTo>
                    <a:pt x="48604" y="9544"/>
                  </a:lnTo>
                  <a:lnTo>
                    <a:pt x="51746" y="9596"/>
                  </a:lnTo>
                  <a:lnTo>
                    <a:pt x="54927" y="9648"/>
                  </a:lnTo>
                  <a:lnTo>
                    <a:pt x="58173" y="9674"/>
                  </a:lnTo>
                  <a:lnTo>
                    <a:pt x="61472" y="9687"/>
                  </a:lnTo>
                  <a:lnTo>
                    <a:pt x="64796" y="9700"/>
                  </a:lnTo>
                  <a:lnTo>
                    <a:pt x="64796" y="9700"/>
                  </a:lnTo>
                  <a:lnTo>
                    <a:pt x="68134" y="9687"/>
                  </a:lnTo>
                  <a:lnTo>
                    <a:pt x="71432" y="9674"/>
                  </a:lnTo>
                  <a:lnTo>
                    <a:pt x="74666" y="9648"/>
                  </a:lnTo>
                  <a:lnTo>
                    <a:pt x="77860" y="9596"/>
                  </a:lnTo>
                  <a:lnTo>
                    <a:pt x="81002" y="9544"/>
                  </a:lnTo>
                  <a:lnTo>
                    <a:pt x="84066" y="9478"/>
                  </a:lnTo>
                  <a:lnTo>
                    <a:pt x="87077" y="9400"/>
                  </a:lnTo>
                  <a:lnTo>
                    <a:pt x="90024" y="9322"/>
                  </a:lnTo>
                  <a:lnTo>
                    <a:pt x="92892" y="9218"/>
                  </a:lnTo>
                  <a:lnTo>
                    <a:pt x="95695" y="9113"/>
                  </a:lnTo>
                  <a:lnTo>
                    <a:pt x="98407" y="8996"/>
                  </a:lnTo>
                  <a:lnTo>
                    <a:pt x="101027" y="8866"/>
                  </a:lnTo>
                  <a:lnTo>
                    <a:pt x="103569" y="8735"/>
                  </a:lnTo>
                  <a:lnTo>
                    <a:pt x="106020" y="8592"/>
                  </a:lnTo>
                  <a:lnTo>
                    <a:pt x="108367" y="8435"/>
                  </a:lnTo>
                  <a:lnTo>
                    <a:pt x="110623" y="8279"/>
                  </a:lnTo>
                  <a:lnTo>
                    <a:pt x="112774" y="8109"/>
                  </a:lnTo>
                  <a:lnTo>
                    <a:pt x="114808" y="7927"/>
                  </a:lnTo>
                  <a:lnTo>
                    <a:pt x="116724" y="7744"/>
                  </a:lnTo>
                  <a:lnTo>
                    <a:pt x="118536" y="7562"/>
                  </a:lnTo>
                  <a:lnTo>
                    <a:pt x="120218" y="7366"/>
                  </a:lnTo>
                  <a:lnTo>
                    <a:pt x="121783" y="7158"/>
                  </a:lnTo>
                  <a:lnTo>
                    <a:pt x="123217" y="6949"/>
                  </a:lnTo>
                  <a:lnTo>
                    <a:pt x="124507" y="6741"/>
                  </a:lnTo>
                  <a:lnTo>
                    <a:pt x="125668" y="6519"/>
                  </a:lnTo>
                  <a:lnTo>
                    <a:pt x="126202" y="6402"/>
                  </a:lnTo>
                  <a:lnTo>
                    <a:pt x="126685" y="6284"/>
                  </a:lnTo>
                  <a:lnTo>
                    <a:pt x="127141" y="6180"/>
                  </a:lnTo>
                  <a:lnTo>
                    <a:pt x="127558" y="6063"/>
                  </a:lnTo>
                  <a:lnTo>
                    <a:pt x="127949" y="5945"/>
                  </a:lnTo>
                  <a:lnTo>
                    <a:pt x="128288" y="5828"/>
                  </a:lnTo>
                  <a:lnTo>
                    <a:pt x="128588" y="5711"/>
                  </a:lnTo>
                  <a:lnTo>
                    <a:pt x="128862" y="5580"/>
                  </a:lnTo>
                  <a:lnTo>
                    <a:pt x="129084" y="5463"/>
                  </a:lnTo>
                  <a:lnTo>
                    <a:pt x="129266" y="5346"/>
                  </a:lnTo>
                  <a:lnTo>
                    <a:pt x="129409" y="5215"/>
                  </a:lnTo>
                  <a:lnTo>
                    <a:pt x="129475" y="5163"/>
                  </a:lnTo>
                  <a:lnTo>
                    <a:pt x="129514" y="5098"/>
                  </a:lnTo>
                  <a:lnTo>
                    <a:pt x="129553" y="5033"/>
                  </a:lnTo>
                  <a:lnTo>
                    <a:pt x="129579" y="4967"/>
                  </a:lnTo>
                  <a:lnTo>
                    <a:pt x="129605" y="4902"/>
                  </a:lnTo>
                  <a:lnTo>
                    <a:pt x="129605" y="4850"/>
                  </a:lnTo>
                  <a:lnTo>
                    <a:pt x="129605" y="4850"/>
                  </a:lnTo>
                  <a:lnTo>
                    <a:pt x="129605" y="4785"/>
                  </a:lnTo>
                  <a:lnTo>
                    <a:pt x="129579" y="4720"/>
                  </a:lnTo>
                  <a:lnTo>
                    <a:pt x="129553" y="4655"/>
                  </a:lnTo>
                  <a:lnTo>
                    <a:pt x="129514" y="4602"/>
                  </a:lnTo>
                  <a:lnTo>
                    <a:pt x="129475" y="4537"/>
                  </a:lnTo>
                  <a:lnTo>
                    <a:pt x="129409" y="4472"/>
                  </a:lnTo>
                  <a:lnTo>
                    <a:pt x="129266" y="4355"/>
                  </a:lnTo>
                  <a:lnTo>
                    <a:pt x="129084" y="4224"/>
                  </a:lnTo>
                  <a:lnTo>
                    <a:pt x="128862" y="4107"/>
                  </a:lnTo>
                  <a:lnTo>
                    <a:pt x="128588" y="3990"/>
                  </a:lnTo>
                  <a:lnTo>
                    <a:pt x="128288" y="3872"/>
                  </a:lnTo>
                  <a:lnTo>
                    <a:pt x="127949" y="3755"/>
                  </a:lnTo>
                  <a:lnTo>
                    <a:pt x="127558" y="3638"/>
                  </a:lnTo>
                  <a:lnTo>
                    <a:pt x="127141" y="3520"/>
                  </a:lnTo>
                  <a:lnTo>
                    <a:pt x="126685" y="3403"/>
                  </a:lnTo>
                  <a:lnTo>
                    <a:pt x="126202" y="3286"/>
                  </a:lnTo>
                  <a:lnTo>
                    <a:pt x="125668" y="3181"/>
                  </a:lnTo>
                  <a:lnTo>
                    <a:pt x="124507" y="2960"/>
                  </a:lnTo>
                  <a:lnTo>
                    <a:pt x="123217" y="2738"/>
                  </a:lnTo>
                  <a:lnTo>
                    <a:pt x="121783" y="2529"/>
                  </a:lnTo>
                  <a:lnTo>
                    <a:pt x="120218" y="2334"/>
                  </a:lnTo>
                  <a:lnTo>
                    <a:pt x="118536" y="2138"/>
                  </a:lnTo>
                  <a:lnTo>
                    <a:pt x="116724" y="1943"/>
                  </a:lnTo>
                  <a:lnTo>
                    <a:pt x="114808" y="1760"/>
                  </a:lnTo>
                  <a:lnTo>
                    <a:pt x="112774" y="1578"/>
                  </a:lnTo>
                  <a:lnTo>
                    <a:pt x="110623" y="1421"/>
                  </a:lnTo>
                  <a:lnTo>
                    <a:pt x="108367" y="1252"/>
                  </a:lnTo>
                  <a:lnTo>
                    <a:pt x="106020" y="1095"/>
                  </a:lnTo>
                  <a:lnTo>
                    <a:pt x="103569" y="952"/>
                  </a:lnTo>
                  <a:lnTo>
                    <a:pt x="101027" y="822"/>
                  </a:lnTo>
                  <a:lnTo>
                    <a:pt x="98407" y="691"/>
                  </a:lnTo>
                  <a:lnTo>
                    <a:pt x="95695" y="574"/>
                  </a:lnTo>
                  <a:lnTo>
                    <a:pt x="92892" y="470"/>
                  </a:lnTo>
                  <a:lnTo>
                    <a:pt x="90024" y="378"/>
                  </a:lnTo>
                  <a:lnTo>
                    <a:pt x="87077" y="287"/>
                  </a:lnTo>
                  <a:lnTo>
                    <a:pt x="84066" y="209"/>
                  </a:lnTo>
                  <a:lnTo>
                    <a:pt x="81002" y="144"/>
                  </a:lnTo>
                  <a:lnTo>
                    <a:pt x="77860" y="91"/>
                  </a:lnTo>
                  <a:lnTo>
                    <a:pt x="74666" y="52"/>
                  </a:lnTo>
                  <a:lnTo>
                    <a:pt x="71432" y="13"/>
                  </a:lnTo>
                  <a:lnTo>
                    <a:pt x="68134" y="0"/>
                  </a:lnTo>
                  <a:lnTo>
                    <a:pt x="6479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13"/>
            <p:cNvSpPr/>
            <p:nvPr/>
          </p:nvSpPr>
          <p:spPr>
            <a:xfrm>
              <a:off x="4759876" y="2227719"/>
              <a:ext cx="678052" cy="1514849"/>
            </a:xfrm>
            <a:custGeom>
              <a:rect b="b" l="l" r="r" t="t"/>
              <a:pathLst>
                <a:path extrusionOk="0" h="49517" w="22164">
                  <a:moveTo>
                    <a:pt x="15671" y="0"/>
                  </a:moveTo>
                  <a:lnTo>
                    <a:pt x="15476" y="13"/>
                  </a:lnTo>
                  <a:lnTo>
                    <a:pt x="0" y="13"/>
                  </a:lnTo>
                  <a:lnTo>
                    <a:pt x="4954" y="45801"/>
                  </a:lnTo>
                  <a:lnTo>
                    <a:pt x="5698" y="45996"/>
                  </a:lnTo>
                  <a:lnTo>
                    <a:pt x="7666" y="46505"/>
                  </a:lnTo>
                  <a:lnTo>
                    <a:pt x="10430" y="47209"/>
                  </a:lnTo>
                  <a:lnTo>
                    <a:pt x="11982" y="47587"/>
                  </a:lnTo>
                  <a:lnTo>
                    <a:pt x="13598" y="47978"/>
                  </a:lnTo>
                  <a:lnTo>
                    <a:pt x="15202" y="48343"/>
                  </a:lnTo>
                  <a:lnTo>
                    <a:pt x="16766" y="48695"/>
                  </a:lnTo>
                  <a:lnTo>
                    <a:pt x="18213" y="48995"/>
                  </a:lnTo>
                  <a:lnTo>
                    <a:pt x="18891" y="49125"/>
                  </a:lnTo>
                  <a:lnTo>
                    <a:pt x="19517" y="49242"/>
                  </a:lnTo>
                  <a:lnTo>
                    <a:pt x="20091" y="49347"/>
                  </a:lnTo>
                  <a:lnTo>
                    <a:pt x="20612" y="49425"/>
                  </a:lnTo>
                  <a:lnTo>
                    <a:pt x="21069" y="49477"/>
                  </a:lnTo>
                  <a:lnTo>
                    <a:pt x="21447" y="49503"/>
                  </a:lnTo>
                  <a:lnTo>
                    <a:pt x="21760" y="49516"/>
                  </a:lnTo>
                  <a:lnTo>
                    <a:pt x="21877" y="49503"/>
                  </a:lnTo>
                  <a:lnTo>
                    <a:pt x="21981" y="49490"/>
                  </a:lnTo>
                  <a:lnTo>
                    <a:pt x="22059" y="49464"/>
                  </a:lnTo>
                  <a:lnTo>
                    <a:pt x="22125" y="49438"/>
                  </a:lnTo>
                  <a:lnTo>
                    <a:pt x="22151" y="49399"/>
                  </a:lnTo>
                  <a:lnTo>
                    <a:pt x="22164" y="49360"/>
                  </a:lnTo>
                  <a:lnTo>
                    <a:pt x="17575" y="1747"/>
                  </a:lnTo>
                  <a:lnTo>
                    <a:pt x="17549" y="1552"/>
                  </a:lnTo>
                  <a:lnTo>
                    <a:pt x="17496" y="1356"/>
                  </a:lnTo>
                  <a:lnTo>
                    <a:pt x="17431" y="1187"/>
                  </a:lnTo>
                  <a:lnTo>
                    <a:pt x="17353" y="1017"/>
                  </a:lnTo>
                  <a:lnTo>
                    <a:pt x="17249" y="848"/>
                  </a:lnTo>
                  <a:lnTo>
                    <a:pt x="17144" y="704"/>
                  </a:lnTo>
                  <a:lnTo>
                    <a:pt x="17014" y="574"/>
                  </a:lnTo>
                  <a:lnTo>
                    <a:pt x="16884" y="443"/>
                  </a:lnTo>
                  <a:lnTo>
                    <a:pt x="16727" y="339"/>
                  </a:lnTo>
                  <a:lnTo>
                    <a:pt x="16571" y="235"/>
                  </a:lnTo>
                  <a:lnTo>
                    <a:pt x="16401" y="157"/>
                  </a:lnTo>
                  <a:lnTo>
                    <a:pt x="16232" y="91"/>
                  </a:lnTo>
                  <a:lnTo>
                    <a:pt x="16049" y="39"/>
                  </a:lnTo>
                  <a:lnTo>
                    <a:pt x="15867" y="13"/>
                  </a:lnTo>
                  <a:lnTo>
                    <a:pt x="15671" y="0"/>
                  </a:lnTo>
                  <a:close/>
                </a:path>
              </a:pathLst>
            </a:custGeom>
            <a:solidFill>
              <a:srgbClr val="806C91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13"/>
            <p:cNvSpPr/>
            <p:nvPr/>
          </p:nvSpPr>
          <p:spPr>
            <a:xfrm>
              <a:off x="4906261" y="3487671"/>
              <a:ext cx="1317007" cy="300357"/>
            </a:xfrm>
            <a:custGeom>
              <a:rect b="b" l="l" r="r" t="t"/>
              <a:pathLst>
                <a:path extrusionOk="0" h="9818" w="43050">
                  <a:moveTo>
                    <a:pt x="2529" y="0"/>
                  </a:moveTo>
                  <a:lnTo>
                    <a:pt x="2269" y="13"/>
                  </a:lnTo>
                  <a:lnTo>
                    <a:pt x="2021" y="52"/>
                  </a:lnTo>
                  <a:lnTo>
                    <a:pt x="1786" y="118"/>
                  </a:lnTo>
                  <a:lnTo>
                    <a:pt x="1551" y="196"/>
                  </a:lnTo>
                  <a:lnTo>
                    <a:pt x="1330" y="300"/>
                  </a:lnTo>
                  <a:lnTo>
                    <a:pt x="1121" y="431"/>
                  </a:lnTo>
                  <a:lnTo>
                    <a:pt x="926" y="574"/>
                  </a:lnTo>
                  <a:lnTo>
                    <a:pt x="743" y="743"/>
                  </a:lnTo>
                  <a:lnTo>
                    <a:pt x="587" y="926"/>
                  </a:lnTo>
                  <a:lnTo>
                    <a:pt x="430" y="1109"/>
                  </a:lnTo>
                  <a:lnTo>
                    <a:pt x="313" y="1317"/>
                  </a:lnTo>
                  <a:lnTo>
                    <a:pt x="209" y="1539"/>
                  </a:lnTo>
                  <a:lnTo>
                    <a:pt x="117" y="1773"/>
                  </a:lnTo>
                  <a:lnTo>
                    <a:pt x="52" y="2021"/>
                  </a:lnTo>
                  <a:lnTo>
                    <a:pt x="13" y="2269"/>
                  </a:lnTo>
                  <a:lnTo>
                    <a:pt x="0" y="2530"/>
                  </a:lnTo>
                  <a:lnTo>
                    <a:pt x="0" y="6232"/>
                  </a:lnTo>
                  <a:lnTo>
                    <a:pt x="13" y="6415"/>
                  </a:lnTo>
                  <a:lnTo>
                    <a:pt x="26" y="6597"/>
                  </a:lnTo>
                  <a:lnTo>
                    <a:pt x="39" y="6780"/>
                  </a:lnTo>
                  <a:lnTo>
                    <a:pt x="78" y="6949"/>
                  </a:lnTo>
                  <a:lnTo>
                    <a:pt x="117" y="7119"/>
                  </a:lnTo>
                  <a:lnTo>
                    <a:pt x="169" y="7288"/>
                  </a:lnTo>
                  <a:lnTo>
                    <a:pt x="222" y="7458"/>
                  </a:lnTo>
                  <a:lnTo>
                    <a:pt x="287" y="7627"/>
                  </a:lnTo>
                  <a:lnTo>
                    <a:pt x="352" y="7784"/>
                  </a:lnTo>
                  <a:lnTo>
                    <a:pt x="430" y="7940"/>
                  </a:lnTo>
                  <a:lnTo>
                    <a:pt x="522" y="8084"/>
                  </a:lnTo>
                  <a:lnTo>
                    <a:pt x="613" y="8227"/>
                  </a:lnTo>
                  <a:lnTo>
                    <a:pt x="717" y="8370"/>
                  </a:lnTo>
                  <a:lnTo>
                    <a:pt x="821" y="8514"/>
                  </a:lnTo>
                  <a:lnTo>
                    <a:pt x="939" y="8631"/>
                  </a:lnTo>
                  <a:lnTo>
                    <a:pt x="1056" y="8761"/>
                  </a:lnTo>
                  <a:lnTo>
                    <a:pt x="1173" y="8879"/>
                  </a:lnTo>
                  <a:lnTo>
                    <a:pt x="1304" y="8996"/>
                  </a:lnTo>
                  <a:lnTo>
                    <a:pt x="1447" y="9100"/>
                  </a:lnTo>
                  <a:lnTo>
                    <a:pt x="1578" y="9205"/>
                  </a:lnTo>
                  <a:lnTo>
                    <a:pt x="1734" y="9296"/>
                  </a:lnTo>
                  <a:lnTo>
                    <a:pt x="1877" y="9374"/>
                  </a:lnTo>
                  <a:lnTo>
                    <a:pt x="2034" y="9452"/>
                  </a:lnTo>
                  <a:lnTo>
                    <a:pt x="2190" y="9531"/>
                  </a:lnTo>
                  <a:lnTo>
                    <a:pt x="2360" y="9596"/>
                  </a:lnTo>
                  <a:lnTo>
                    <a:pt x="2516" y="9648"/>
                  </a:lnTo>
                  <a:lnTo>
                    <a:pt x="2686" y="9700"/>
                  </a:lnTo>
                  <a:lnTo>
                    <a:pt x="2868" y="9739"/>
                  </a:lnTo>
                  <a:lnTo>
                    <a:pt x="3038" y="9765"/>
                  </a:lnTo>
                  <a:lnTo>
                    <a:pt x="3220" y="9791"/>
                  </a:lnTo>
                  <a:lnTo>
                    <a:pt x="3403" y="9804"/>
                  </a:lnTo>
                  <a:lnTo>
                    <a:pt x="3585" y="9818"/>
                  </a:lnTo>
                  <a:lnTo>
                    <a:pt x="39464" y="9818"/>
                  </a:lnTo>
                  <a:lnTo>
                    <a:pt x="39647" y="9804"/>
                  </a:lnTo>
                  <a:lnTo>
                    <a:pt x="39829" y="9791"/>
                  </a:lnTo>
                  <a:lnTo>
                    <a:pt x="40012" y="9765"/>
                  </a:lnTo>
                  <a:lnTo>
                    <a:pt x="40194" y="9739"/>
                  </a:lnTo>
                  <a:lnTo>
                    <a:pt x="40364" y="9700"/>
                  </a:lnTo>
                  <a:lnTo>
                    <a:pt x="40533" y="9648"/>
                  </a:lnTo>
                  <a:lnTo>
                    <a:pt x="40703" y="9596"/>
                  </a:lnTo>
                  <a:lnTo>
                    <a:pt x="40859" y="9531"/>
                  </a:lnTo>
                  <a:lnTo>
                    <a:pt x="41015" y="9452"/>
                  </a:lnTo>
                  <a:lnTo>
                    <a:pt x="41172" y="9374"/>
                  </a:lnTo>
                  <a:lnTo>
                    <a:pt x="41328" y="9296"/>
                  </a:lnTo>
                  <a:lnTo>
                    <a:pt x="41472" y="9205"/>
                  </a:lnTo>
                  <a:lnTo>
                    <a:pt x="41615" y="9100"/>
                  </a:lnTo>
                  <a:lnTo>
                    <a:pt x="41746" y="8996"/>
                  </a:lnTo>
                  <a:lnTo>
                    <a:pt x="41876" y="8879"/>
                  </a:lnTo>
                  <a:lnTo>
                    <a:pt x="42006" y="8761"/>
                  </a:lnTo>
                  <a:lnTo>
                    <a:pt x="42124" y="8631"/>
                  </a:lnTo>
                  <a:lnTo>
                    <a:pt x="42228" y="8514"/>
                  </a:lnTo>
                  <a:lnTo>
                    <a:pt x="42332" y="8370"/>
                  </a:lnTo>
                  <a:lnTo>
                    <a:pt x="42437" y="8227"/>
                  </a:lnTo>
                  <a:lnTo>
                    <a:pt x="42528" y="8084"/>
                  </a:lnTo>
                  <a:lnTo>
                    <a:pt x="42619" y="7940"/>
                  </a:lnTo>
                  <a:lnTo>
                    <a:pt x="42697" y="7784"/>
                  </a:lnTo>
                  <a:lnTo>
                    <a:pt x="42762" y="7627"/>
                  </a:lnTo>
                  <a:lnTo>
                    <a:pt x="42828" y="7458"/>
                  </a:lnTo>
                  <a:lnTo>
                    <a:pt x="42893" y="7288"/>
                  </a:lnTo>
                  <a:lnTo>
                    <a:pt x="42932" y="7119"/>
                  </a:lnTo>
                  <a:lnTo>
                    <a:pt x="42971" y="6949"/>
                  </a:lnTo>
                  <a:lnTo>
                    <a:pt x="43010" y="6780"/>
                  </a:lnTo>
                  <a:lnTo>
                    <a:pt x="43036" y="6597"/>
                  </a:lnTo>
                  <a:lnTo>
                    <a:pt x="43049" y="6415"/>
                  </a:lnTo>
                  <a:lnTo>
                    <a:pt x="43049" y="6232"/>
                  </a:lnTo>
                  <a:lnTo>
                    <a:pt x="43049" y="2530"/>
                  </a:lnTo>
                  <a:lnTo>
                    <a:pt x="43036" y="2269"/>
                  </a:lnTo>
                  <a:lnTo>
                    <a:pt x="42997" y="2021"/>
                  </a:lnTo>
                  <a:lnTo>
                    <a:pt x="42932" y="1773"/>
                  </a:lnTo>
                  <a:lnTo>
                    <a:pt x="42854" y="1539"/>
                  </a:lnTo>
                  <a:lnTo>
                    <a:pt x="42749" y="1317"/>
                  </a:lnTo>
                  <a:lnTo>
                    <a:pt x="42619" y="1109"/>
                  </a:lnTo>
                  <a:lnTo>
                    <a:pt x="42476" y="926"/>
                  </a:lnTo>
                  <a:lnTo>
                    <a:pt x="42306" y="743"/>
                  </a:lnTo>
                  <a:lnTo>
                    <a:pt x="42124" y="574"/>
                  </a:lnTo>
                  <a:lnTo>
                    <a:pt x="41941" y="431"/>
                  </a:lnTo>
                  <a:lnTo>
                    <a:pt x="41733" y="300"/>
                  </a:lnTo>
                  <a:lnTo>
                    <a:pt x="41511" y="196"/>
                  </a:lnTo>
                  <a:lnTo>
                    <a:pt x="41276" y="118"/>
                  </a:lnTo>
                  <a:lnTo>
                    <a:pt x="41029" y="52"/>
                  </a:lnTo>
                  <a:lnTo>
                    <a:pt x="40781" y="13"/>
                  </a:lnTo>
                  <a:lnTo>
                    <a:pt x="40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13"/>
            <p:cNvSpPr/>
            <p:nvPr/>
          </p:nvSpPr>
          <p:spPr>
            <a:xfrm>
              <a:off x="5232897" y="3510401"/>
              <a:ext cx="990371" cy="299959"/>
            </a:xfrm>
            <a:custGeom>
              <a:rect b="b" l="l" r="r" t="t"/>
              <a:pathLst>
                <a:path extrusionOk="0" h="9805" w="32373">
                  <a:moveTo>
                    <a:pt x="2530" y="0"/>
                  </a:moveTo>
                  <a:lnTo>
                    <a:pt x="2269" y="14"/>
                  </a:lnTo>
                  <a:lnTo>
                    <a:pt x="2021" y="53"/>
                  </a:lnTo>
                  <a:lnTo>
                    <a:pt x="1787" y="118"/>
                  </a:lnTo>
                  <a:lnTo>
                    <a:pt x="1552" y="196"/>
                  </a:lnTo>
                  <a:lnTo>
                    <a:pt x="1330" y="300"/>
                  </a:lnTo>
                  <a:lnTo>
                    <a:pt x="1122" y="431"/>
                  </a:lnTo>
                  <a:lnTo>
                    <a:pt x="926" y="574"/>
                  </a:lnTo>
                  <a:lnTo>
                    <a:pt x="744" y="744"/>
                  </a:lnTo>
                  <a:lnTo>
                    <a:pt x="587" y="913"/>
                  </a:lnTo>
                  <a:lnTo>
                    <a:pt x="431" y="1109"/>
                  </a:lnTo>
                  <a:lnTo>
                    <a:pt x="313" y="1317"/>
                  </a:lnTo>
                  <a:lnTo>
                    <a:pt x="196" y="1539"/>
                  </a:lnTo>
                  <a:lnTo>
                    <a:pt x="118" y="1774"/>
                  </a:lnTo>
                  <a:lnTo>
                    <a:pt x="53" y="2021"/>
                  </a:lnTo>
                  <a:lnTo>
                    <a:pt x="14" y="2269"/>
                  </a:lnTo>
                  <a:lnTo>
                    <a:pt x="1" y="2530"/>
                  </a:lnTo>
                  <a:lnTo>
                    <a:pt x="1" y="7288"/>
                  </a:lnTo>
                  <a:lnTo>
                    <a:pt x="14" y="7536"/>
                  </a:lnTo>
                  <a:lnTo>
                    <a:pt x="53" y="7797"/>
                  </a:lnTo>
                  <a:lnTo>
                    <a:pt x="118" y="8032"/>
                  </a:lnTo>
                  <a:lnTo>
                    <a:pt x="196" y="8266"/>
                  </a:lnTo>
                  <a:lnTo>
                    <a:pt x="313" y="8488"/>
                  </a:lnTo>
                  <a:lnTo>
                    <a:pt x="431" y="8696"/>
                  </a:lnTo>
                  <a:lnTo>
                    <a:pt x="587" y="8892"/>
                  </a:lnTo>
                  <a:lnTo>
                    <a:pt x="744" y="9075"/>
                  </a:lnTo>
                  <a:lnTo>
                    <a:pt x="926" y="9231"/>
                  </a:lnTo>
                  <a:lnTo>
                    <a:pt x="1122" y="9374"/>
                  </a:lnTo>
                  <a:lnTo>
                    <a:pt x="1330" y="9505"/>
                  </a:lnTo>
                  <a:lnTo>
                    <a:pt x="1552" y="9609"/>
                  </a:lnTo>
                  <a:lnTo>
                    <a:pt x="1787" y="9700"/>
                  </a:lnTo>
                  <a:lnTo>
                    <a:pt x="2021" y="9752"/>
                  </a:lnTo>
                  <a:lnTo>
                    <a:pt x="2269" y="9792"/>
                  </a:lnTo>
                  <a:lnTo>
                    <a:pt x="2530" y="9805"/>
                  </a:lnTo>
                  <a:lnTo>
                    <a:pt x="29843" y="9805"/>
                  </a:lnTo>
                  <a:lnTo>
                    <a:pt x="30104" y="9792"/>
                  </a:lnTo>
                  <a:lnTo>
                    <a:pt x="30352" y="9752"/>
                  </a:lnTo>
                  <a:lnTo>
                    <a:pt x="30599" y="9700"/>
                  </a:lnTo>
                  <a:lnTo>
                    <a:pt x="30834" y="9609"/>
                  </a:lnTo>
                  <a:lnTo>
                    <a:pt x="31056" y="9505"/>
                  </a:lnTo>
                  <a:lnTo>
                    <a:pt x="31264" y="9374"/>
                  </a:lnTo>
                  <a:lnTo>
                    <a:pt x="31447" y="9231"/>
                  </a:lnTo>
                  <a:lnTo>
                    <a:pt x="31629" y="9075"/>
                  </a:lnTo>
                  <a:lnTo>
                    <a:pt x="31799" y="8892"/>
                  </a:lnTo>
                  <a:lnTo>
                    <a:pt x="31942" y="8696"/>
                  </a:lnTo>
                  <a:lnTo>
                    <a:pt x="32072" y="8488"/>
                  </a:lnTo>
                  <a:lnTo>
                    <a:pt x="32177" y="8266"/>
                  </a:lnTo>
                  <a:lnTo>
                    <a:pt x="32255" y="8032"/>
                  </a:lnTo>
                  <a:lnTo>
                    <a:pt x="32320" y="7797"/>
                  </a:lnTo>
                  <a:lnTo>
                    <a:pt x="32359" y="7536"/>
                  </a:lnTo>
                  <a:lnTo>
                    <a:pt x="32372" y="7288"/>
                  </a:lnTo>
                  <a:lnTo>
                    <a:pt x="32372" y="2530"/>
                  </a:lnTo>
                  <a:lnTo>
                    <a:pt x="32359" y="2269"/>
                  </a:lnTo>
                  <a:lnTo>
                    <a:pt x="32320" y="2021"/>
                  </a:lnTo>
                  <a:lnTo>
                    <a:pt x="32255" y="1774"/>
                  </a:lnTo>
                  <a:lnTo>
                    <a:pt x="32177" y="1539"/>
                  </a:lnTo>
                  <a:lnTo>
                    <a:pt x="32072" y="1317"/>
                  </a:lnTo>
                  <a:lnTo>
                    <a:pt x="31942" y="1109"/>
                  </a:lnTo>
                  <a:lnTo>
                    <a:pt x="31799" y="913"/>
                  </a:lnTo>
                  <a:lnTo>
                    <a:pt x="31629" y="744"/>
                  </a:lnTo>
                  <a:lnTo>
                    <a:pt x="31447" y="574"/>
                  </a:lnTo>
                  <a:lnTo>
                    <a:pt x="31264" y="431"/>
                  </a:lnTo>
                  <a:lnTo>
                    <a:pt x="31056" y="300"/>
                  </a:lnTo>
                  <a:lnTo>
                    <a:pt x="30834" y="196"/>
                  </a:lnTo>
                  <a:lnTo>
                    <a:pt x="30599" y="118"/>
                  </a:lnTo>
                  <a:lnTo>
                    <a:pt x="30352" y="53"/>
                  </a:lnTo>
                  <a:lnTo>
                    <a:pt x="30104" y="14"/>
                  </a:lnTo>
                  <a:lnTo>
                    <a:pt x="29843" y="0"/>
                  </a:lnTo>
                  <a:close/>
                </a:path>
              </a:pathLst>
            </a:custGeom>
            <a:solidFill>
              <a:srgbClr val="745F8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13"/>
            <p:cNvSpPr/>
            <p:nvPr/>
          </p:nvSpPr>
          <p:spPr>
            <a:xfrm>
              <a:off x="5241677" y="3810330"/>
              <a:ext cx="230545" cy="770992"/>
            </a:xfrm>
            <a:custGeom>
              <a:rect b="b" l="l" r="r" t="t"/>
              <a:pathLst>
                <a:path extrusionOk="0" h="25202" w="7536">
                  <a:moveTo>
                    <a:pt x="3116" y="1"/>
                  </a:moveTo>
                  <a:lnTo>
                    <a:pt x="0" y="25202"/>
                  </a:lnTo>
                  <a:lnTo>
                    <a:pt x="2412" y="25202"/>
                  </a:lnTo>
                  <a:lnTo>
                    <a:pt x="7536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13"/>
            <p:cNvSpPr/>
            <p:nvPr/>
          </p:nvSpPr>
          <p:spPr>
            <a:xfrm>
              <a:off x="5984708" y="3810330"/>
              <a:ext cx="142041" cy="770992"/>
            </a:xfrm>
            <a:custGeom>
              <a:rect b="b" l="l" r="r" t="t"/>
              <a:pathLst>
                <a:path extrusionOk="0" h="25202" w="4643">
                  <a:moveTo>
                    <a:pt x="1" y="1"/>
                  </a:moveTo>
                  <a:lnTo>
                    <a:pt x="2243" y="25202"/>
                  </a:lnTo>
                  <a:lnTo>
                    <a:pt x="4642" y="25202"/>
                  </a:lnTo>
                  <a:lnTo>
                    <a:pt x="4421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13"/>
            <p:cNvSpPr/>
            <p:nvPr/>
          </p:nvSpPr>
          <p:spPr>
            <a:xfrm>
              <a:off x="5332996" y="3810330"/>
              <a:ext cx="796935" cy="61858"/>
            </a:xfrm>
            <a:custGeom>
              <a:rect b="b" l="l" r="r" t="t"/>
              <a:pathLst>
                <a:path extrusionOk="0" h="2022" w="26050">
                  <a:moveTo>
                    <a:pt x="1" y="1"/>
                  </a:moveTo>
                  <a:lnTo>
                    <a:pt x="1" y="2021"/>
                  </a:lnTo>
                  <a:lnTo>
                    <a:pt x="26050" y="2021"/>
                  </a:lnTo>
                  <a:lnTo>
                    <a:pt x="26050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4735555" y="3510401"/>
              <a:ext cx="990340" cy="299959"/>
            </a:xfrm>
            <a:custGeom>
              <a:rect b="b" l="l" r="r" t="t"/>
              <a:pathLst>
                <a:path extrusionOk="0" h="9805" w="32372">
                  <a:moveTo>
                    <a:pt x="2529" y="0"/>
                  </a:moveTo>
                  <a:lnTo>
                    <a:pt x="2269" y="14"/>
                  </a:lnTo>
                  <a:lnTo>
                    <a:pt x="2021" y="53"/>
                  </a:lnTo>
                  <a:lnTo>
                    <a:pt x="1786" y="118"/>
                  </a:lnTo>
                  <a:lnTo>
                    <a:pt x="1551" y="196"/>
                  </a:lnTo>
                  <a:lnTo>
                    <a:pt x="1330" y="300"/>
                  </a:lnTo>
                  <a:lnTo>
                    <a:pt x="1121" y="431"/>
                  </a:lnTo>
                  <a:lnTo>
                    <a:pt x="926" y="574"/>
                  </a:lnTo>
                  <a:lnTo>
                    <a:pt x="743" y="744"/>
                  </a:lnTo>
                  <a:lnTo>
                    <a:pt x="587" y="913"/>
                  </a:lnTo>
                  <a:lnTo>
                    <a:pt x="430" y="1109"/>
                  </a:lnTo>
                  <a:lnTo>
                    <a:pt x="313" y="1317"/>
                  </a:lnTo>
                  <a:lnTo>
                    <a:pt x="209" y="1539"/>
                  </a:lnTo>
                  <a:lnTo>
                    <a:pt x="117" y="1774"/>
                  </a:lnTo>
                  <a:lnTo>
                    <a:pt x="52" y="2021"/>
                  </a:lnTo>
                  <a:lnTo>
                    <a:pt x="13" y="2269"/>
                  </a:lnTo>
                  <a:lnTo>
                    <a:pt x="0" y="2530"/>
                  </a:lnTo>
                  <a:lnTo>
                    <a:pt x="0" y="7288"/>
                  </a:lnTo>
                  <a:lnTo>
                    <a:pt x="13" y="7536"/>
                  </a:lnTo>
                  <a:lnTo>
                    <a:pt x="52" y="7797"/>
                  </a:lnTo>
                  <a:lnTo>
                    <a:pt x="117" y="8032"/>
                  </a:lnTo>
                  <a:lnTo>
                    <a:pt x="209" y="8266"/>
                  </a:lnTo>
                  <a:lnTo>
                    <a:pt x="313" y="8488"/>
                  </a:lnTo>
                  <a:lnTo>
                    <a:pt x="430" y="8696"/>
                  </a:lnTo>
                  <a:lnTo>
                    <a:pt x="587" y="8892"/>
                  </a:lnTo>
                  <a:lnTo>
                    <a:pt x="743" y="9075"/>
                  </a:lnTo>
                  <a:lnTo>
                    <a:pt x="926" y="9231"/>
                  </a:lnTo>
                  <a:lnTo>
                    <a:pt x="1121" y="9374"/>
                  </a:lnTo>
                  <a:lnTo>
                    <a:pt x="1330" y="9505"/>
                  </a:lnTo>
                  <a:lnTo>
                    <a:pt x="1551" y="9609"/>
                  </a:lnTo>
                  <a:lnTo>
                    <a:pt x="1786" y="9700"/>
                  </a:lnTo>
                  <a:lnTo>
                    <a:pt x="2021" y="9752"/>
                  </a:lnTo>
                  <a:lnTo>
                    <a:pt x="2269" y="9792"/>
                  </a:lnTo>
                  <a:lnTo>
                    <a:pt x="2529" y="9805"/>
                  </a:lnTo>
                  <a:lnTo>
                    <a:pt x="29843" y="9805"/>
                  </a:lnTo>
                  <a:lnTo>
                    <a:pt x="30103" y="9792"/>
                  </a:lnTo>
                  <a:lnTo>
                    <a:pt x="30351" y="9752"/>
                  </a:lnTo>
                  <a:lnTo>
                    <a:pt x="30599" y="9700"/>
                  </a:lnTo>
                  <a:lnTo>
                    <a:pt x="30833" y="9609"/>
                  </a:lnTo>
                  <a:lnTo>
                    <a:pt x="31055" y="9505"/>
                  </a:lnTo>
                  <a:lnTo>
                    <a:pt x="31264" y="9374"/>
                  </a:lnTo>
                  <a:lnTo>
                    <a:pt x="31459" y="9231"/>
                  </a:lnTo>
                  <a:lnTo>
                    <a:pt x="31629" y="9075"/>
                  </a:lnTo>
                  <a:lnTo>
                    <a:pt x="31798" y="8892"/>
                  </a:lnTo>
                  <a:lnTo>
                    <a:pt x="31942" y="8696"/>
                  </a:lnTo>
                  <a:lnTo>
                    <a:pt x="32072" y="8488"/>
                  </a:lnTo>
                  <a:lnTo>
                    <a:pt x="32176" y="8266"/>
                  </a:lnTo>
                  <a:lnTo>
                    <a:pt x="32254" y="8032"/>
                  </a:lnTo>
                  <a:lnTo>
                    <a:pt x="32320" y="7797"/>
                  </a:lnTo>
                  <a:lnTo>
                    <a:pt x="32359" y="7536"/>
                  </a:lnTo>
                  <a:lnTo>
                    <a:pt x="32372" y="7288"/>
                  </a:lnTo>
                  <a:lnTo>
                    <a:pt x="32372" y="2530"/>
                  </a:lnTo>
                  <a:lnTo>
                    <a:pt x="32359" y="2269"/>
                  </a:lnTo>
                  <a:lnTo>
                    <a:pt x="32320" y="2021"/>
                  </a:lnTo>
                  <a:lnTo>
                    <a:pt x="32254" y="1774"/>
                  </a:lnTo>
                  <a:lnTo>
                    <a:pt x="32176" y="1539"/>
                  </a:lnTo>
                  <a:lnTo>
                    <a:pt x="32072" y="1317"/>
                  </a:lnTo>
                  <a:lnTo>
                    <a:pt x="31942" y="1109"/>
                  </a:lnTo>
                  <a:lnTo>
                    <a:pt x="31798" y="913"/>
                  </a:lnTo>
                  <a:lnTo>
                    <a:pt x="31629" y="744"/>
                  </a:lnTo>
                  <a:lnTo>
                    <a:pt x="31459" y="574"/>
                  </a:lnTo>
                  <a:lnTo>
                    <a:pt x="31264" y="431"/>
                  </a:lnTo>
                  <a:lnTo>
                    <a:pt x="31055" y="300"/>
                  </a:lnTo>
                  <a:lnTo>
                    <a:pt x="30833" y="196"/>
                  </a:lnTo>
                  <a:lnTo>
                    <a:pt x="30599" y="118"/>
                  </a:lnTo>
                  <a:lnTo>
                    <a:pt x="30351" y="53"/>
                  </a:lnTo>
                  <a:lnTo>
                    <a:pt x="30103" y="14"/>
                  </a:lnTo>
                  <a:lnTo>
                    <a:pt x="29843" y="0"/>
                  </a:lnTo>
                  <a:close/>
                </a:path>
              </a:pathLst>
            </a:custGeom>
            <a:solidFill>
              <a:srgbClr val="806C91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4572405" y="2227321"/>
              <a:ext cx="380938" cy="1587017"/>
            </a:xfrm>
            <a:custGeom>
              <a:rect b="b" l="l" r="r" t="t"/>
              <a:pathLst>
                <a:path extrusionOk="0" h="51876" w="12452">
                  <a:moveTo>
                    <a:pt x="5972" y="0"/>
                  </a:moveTo>
                  <a:lnTo>
                    <a:pt x="1526" y="430"/>
                  </a:lnTo>
                  <a:lnTo>
                    <a:pt x="1357" y="456"/>
                  </a:lnTo>
                  <a:lnTo>
                    <a:pt x="1187" y="496"/>
                  </a:lnTo>
                  <a:lnTo>
                    <a:pt x="1031" y="561"/>
                  </a:lnTo>
                  <a:lnTo>
                    <a:pt x="887" y="626"/>
                  </a:lnTo>
                  <a:lnTo>
                    <a:pt x="744" y="717"/>
                  </a:lnTo>
                  <a:lnTo>
                    <a:pt x="614" y="809"/>
                  </a:lnTo>
                  <a:lnTo>
                    <a:pt x="496" y="913"/>
                  </a:lnTo>
                  <a:lnTo>
                    <a:pt x="379" y="1043"/>
                  </a:lnTo>
                  <a:lnTo>
                    <a:pt x="288" y="1161"/>
                  </a:lnTo>
                  <a:lnTo>
                    <a:pt x="209" y="1304"/>
                  </a:lnTo>
                  <a:lnTo>
                    <a:pt x="131" y="1447"/>
                  </a:lnTo>
                  <a:lnTo>
                    <a:pt x="79" y="1604"/>
                  </a:lnTo>
                  <a:lnTo>
                    <a:pt x="40" y="1760"/>
                  </a:lnTo>
                  <a:lnTo>
                    <a:pt x="14" y="1930"/>
                  </a:lnTo>
                  <a:lnTo>
                    <a:pt x="1" y="2099"/>
                  </a:lnTo>
                  <a:lnTo>
                    <a:pt x="14" y="2269"/>
                  </a:lnTo>
                  <a:lnTo>
                    <a:pt x="4642" y="50364"/>
                  </a:lnTo>
                  <a:lnTo>
                    <a:pt x="4668" y="50533"/>
                  </a:lnTo>
                  <a:lnTo>
                    <a:pt x="4707" y="50690"/>
                  </a:lnTo>
                  <a:lnTo>
                    <a:pt x="4759" y="50846"/>
                  </a:lnTo>
                  <a:lnTo>
                    <a:pt x="4838" y="51002"/>
                  </a:lnTo>
                  <a:lnTo>
                    <a:pt x="4916" y="51133"/>
                  </a:lnTo>
                  <a:lnTo>
                    <a:pt x="5020" y="51263"/>
                  </a:lnTo>
                  <a:lnTo>
                    <a:pt x="5124" y="51394"/>
                  </a:lnTo>
                  <a:lnTo>
                    <a:pt x="5242" y="51498"/>
                  </a:lnTo>
                  <a:lnTo>
                    <a:pt x="5372" y="51589"/>
                  </a:lnTo>
                  <a:lnTo>
                    <a:pt x="5516" y="51680"/>
                  </a:lnTo>
                  <a:lnTo>
                    <a:pt x="5659" y="51746"/>
                  </a:lnTo>
                  <a:lnTo>
                    <a:pt x="5815" y="51811"/>
                  </a:lnTo>
                  <a:lnTo>
                    <a:pt x="5972" y="51850"/>
                  </a:lnTo>
                  <a:lnTo>
                    <a:pt x="6141" y="51876"/>
                  </a:lnTo>
                  <a:lnTo>
                    <a:pt x="6480" y="51876"/>
                  </a:lnTo>
                  <a:lnTo>
                    <a:pt x="10926" y="51446"/>
                  </a:lnTo>
                  <a:lnTo>
                    <a:pt x="11096" y="51420"/>
                  </a:lnTo>
                  <a:lnTo>
                    <a:pt x="11265" y="51381"/>
                  </a:lnTo>
                  <a:lnTo>
                    <a:pt x="11421" y="51328"/>
                  </a:lnTo>
                  <a:lnTo>
                    <a:pt x="11565" y="51250"/>
                  </a:lnTo>
                  <a:lnTo>
                    <a:pt x="11708" y="51172"/>
                  </a:lnTo>
                  <a:lnTo>
                    <a:pt x="11839" y="51068"/>
                  </a:lnTo>
                  <a:lnTo>
                    <a:pt x="11956" y="50963"/>
                  </a:lnTo>
                  <a:lnTo>
                    <a:pt x="12060" y="50846"/>
                  </a:lnTo>
                  <a:lnTo>
                    <a:pt x="12165" y="50716"/>
                  </a:lnTo>
                  <a:lnTo>
                    <a:pt x="12243" y="50572"/>
                  </a:lnTo>
                  <a:lnTo>
                    <a:pt x="12321" y="50429"/>
                  </a:lnTo>
                  <a:lnTo>
                    <a:pt x="12373" y="50272"/>
                  </a:lnTo>
                  <a:lnTo>
                    <a:pt x="12412" y="50116"/>
                  </a:lnTo>
                  <a:lnTo>
                    <a:pt x="12438" y="49946"/>
                  </a:lnTo>
                  <a:lnTo>
                    <a:pt x="12451" y="49777"/>
                  </a:lnTo>
                  <a:lnTo>
                    <a:pt x="12438" y="49607"/>
                  </a:lnTo>
                  <a:lnTo>
                    <a:pt x="7810" y="1513"/>
                  </a:lnTo>
                  <a:lnTo>
                    <a:pt x="7784" y="1343"/>
                  </a:lnTo>
                  <a:lnTo>
                    <a:pt x="7745" y="1187"/>
                  </a:lnTo>
                  <a:lnTo>
                    <a:pt x="7680" y="1030"/>
                  </a:lnTo>
                  <a:lnTo>
                    <a:pt x="7615" y="874"/>
                  </a:lnTo>
                  <a:lnTo>
                    <a:pt x="7536" y="743"/>
                  </a:lnTo>
                  <a:lnTo>
                    <a:pt x="7432" y="613"/>
                  </a:lnTo>
                  <a:lnTo>
                    <a:pt x="7328" y="483"/>
                  </a:lnTo>
                  <a:lnTo>
                    <a:pt x="7197" y="378"/>
                  </a:lnTo>
                  <a:lnTo>
                    <a:pt x="7080" y="287"/>
                  </a:lnTo>
                  <a:lnTo>
                    <a:pt x="6937" y="196"/>
                  </a:lnTo>
                  <a:lnTo>
                    <a:pt x="6793" y="131"/>
                  </a:lnTo>
                  <a:lnTo>
                    <a:pt x="6637" y="65"/>
                  </a:lnTo>
                  <a:lnTo>
                    <a:pt x="6480" y="26"/>
                  </a:lnTo>
                  <a:lnTo>
                    <a:pt x="6311" y="0"/>
                  </a:lnTo>
                  <a:close/>
                </a:path>
              </a:pathLst>
            </a:custGeom>
            <a:solidFill>
              <a:srgbClr val="745F8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4744702" y="3810330"/>
              <a:ext cx="230178" cy="770992"/>
            </a:xfrm>
            <a:custGeom>
              <a:rect b="b" l="l" r="r" t="t"/>
              <a:pathLst>
                <a:path extrusionOk="0" h="25202" w="7524">
                  <a:moveTo>
                    <a:pt x="3104" y="1"/>
                  </a:moveTo>
                  <a:lnTo>
                    <a:pt x="1" y="25202"/>
                  </a:lnTo>
                  <a:lnTo>
                    <a:pt x="2400" y="25202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487366" y="3810330"/>
              <a:ext cx="135249" cy="770992"/>
            </a:xfrm>
            <a:custGeom>
              <a:rect b="b" l="l" r="r" t="t"/>
              <a:pathLst>
                <a:path extrusionOk="0" h="25202" w="4421">
                  <a:moveTo>
                    <a:pt x="0" y="1"/>
                  </a:moveTo>
                  <a:lnTo>
                    <a:pt x="1995" y="25202"/>
                  </a:lnTo>
                  <a:lnTo>
                    <a:pt x="4394" y="25202"/>
                  </a:lnTo>
                  <a:lnTo>
                    <a:pt x="44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835654" y="3810330"/>
              <a:ext cx="793722" cy="61858"/>
            </a:xfrm>
            <a:custGeom>
              <a:rect b="b" l="l" r="r" t="t"/>
              <a:pathLst>
                <a:path extrusionOk="0" h="2022" w="25945">
                  <a:moveTo>
                    <a:pt x="0" y="1"/>
                  </a:moveTo>
                  <a:lnTo>
                    <a:pt x="0" y="2021"/>
                  </a:lnTo>
                  <a:lnTo>
                    <a:pt x="25945" y="2021"/>
                  </a:lnTo>
                  <a:lnTo>
                    <a:pt x="259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4741123" y="3510799"/>
              <a:ext cx="189490" cy="288793"/>
            </a:xfrm>
            <a:custGeom>
              <a:rect b="b" l="l" r="r" t="t"/>
              <a:pathLst>
                <a:path extrusionOk="0" fill="none" h="9440" w="6194">
                  <a:moveTo>
                    <a:pt x="6193" y="1"/>
                  </a:moveTo>
                  <a:lnTo>
                    <a:pt x="1" y="9440"/>
                  </a:lnTo>
                </a:path>
              </a:pathLst>
            </a:custGeom>
            <a:noFill/>
            <a:ln cap="rnd" cmpd="sng" w="17775">
              <a:solidFill>
                <a:srgbClr val="6651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7821787" y="2227719"/>
              <a:ext cx="677685" cy="1514849"/>
            </a:xfrm>
            <a:custGeom>
              <a:rect b="b" l="l" r="r" t="t"/>
              <a:pathLst>
                <a:path extrusionOk="0" h="49517" w="22152">
                  <a:moveTo>
                    <a:pt x="6494" y="0"/>
                  </a:moveTo>
                  <a:lnTo>
                    <a:pt x="6298" y="13"/>
                  </a:lnTo>
                  <a:lnTo>
                    <a:pt x="6102" y="39"/>
                  </a:lnTo>
                  <a:lnTo>
                    <a:pt x="5920" y="91"/>
                  </a:lnTo>
                  <a:lnTo>
                    <a:pt x="5750" y="157"/>
                  </a:lnTo>
                  <a:lnTo>
                    <a:pt x="5581" y="235"/>
                  </a:lnTo>
                  <a:lnTo>
                    <a:pt x="5425" y="339"/>
                  </a:lnTo>
                  <a:lnTo>
                    <a:pt x="5281" y="443"/>
                  </a:lnTo>
                  <a:lnTo>
                    <a:pt x="5138" y="574"/>
                  </a:lnTo>
                  <a:lnTo>
                    <a:pt x="5020" y="704"/>
                  </a:lnTo>
                  <a:lnTo>
                    <a:pt x="4903" y="848"/>
                  </a:lnTo>
                  <a:lnTo>
                    <a:pt x="4812" y="1017"/>
                  </a:lnTo>
                  <a:lnTo>
                    <a:pt x="4720" y="1187"/>
                  </a:lnTo>
                  <a:lnTo>
                    <a:pt x="4655" y="1356"/>
                  </a:lnTo>
                  <a:lnTo>
                    <a:pt x="4616" y="1552"/>
                  </a:lnTo>
                  <a:lnTo>
                    <a:pt x="4590" y="1747"/>
                  </a:lnTo>
                  <a:lnTo>
                    <a:pt x="1" y="49360"/>
                  </a:lnTo>
                  <a:lnTo>
                    <a:pt x="1" y="49399"/>
                  </a:lnTo>
                  <a:lnTo>
                    <a:pt x="40" y="49438"/>
                  </a:lnTo>
                  <a:lnTo>
                    <a:pt x="92" y="49464"/>
                  </a:lnTo>
                  <a:lnTo>
                    <a:pt x="170" y="49490"/>
                  </a:lnTo>
                  <a:lnTo>
                    <a:pt x="275" y="49503"/>
                  </a:lnTo>
                  <a:lnTo>
                    <a:pt x="405" y="49516"/>
                  </a:lnTo>
                  <a:lnTo>
                    <a:pt x="705" y="49503"/>
                  </a:lnTo>
                  <a:lnTo>
                    <a:pt x="1096" y="49477"/>
                  </a:lnTo>
                  <a:lnTo>
                    <a:pt x="1552" y="49425"/>
                  </a:lnTo>
                  <a:lnTo>
                    <a:pt x="2061" y="49347"/>
                  </a:lnTo>
                  <a:lnTo>
                    <a:pt x="2648" y="49242"/>
                  </a:lnTo>
                  <a:lnTo>
                    <a:pt x="3273" y="49125"/>
                  </a:lnTo>
                  <a:lnTo>
                    <a:pt x="3938" y="48995"/>
                  </a:lnTo>
                  <a:lnTo>
                    <a:pt x="5398" y="48695"/>
                  </a:lnTo>
                  <a:lnTo>
                    <a:pt x="6950" y="48343"/>
                  </a:lnTo>
                  <a:lnTo>
                    <a:pt x="8553" y="47978"/>
                  </a:lnTo>
                  <a:lnTo>
                    <a:pt x="10170" y="47587"/>
                  </a:lnTo>
                  <a:lnTo>
                    <a:pt x="11735" y="47209"/>
                  </a:lnTo>
                  <a:lnTo>
                    <a:pt x="14499" y="46505"/>
                  </a:lnTo>
                  <a:lnTo>
                    <a:pt x="16454" y="45996"/>
                  </a:lnTo>
                  <a:lnTo>
                    <a:pt x="17197" y="45801"/>
                  </a:lnTo>
                  <a:lnTo>
                    <a:pt x="22151" y="13"/>
                  </a:lnTo>
                  <a:lnTo>
                    <a:pt x="6689" y="13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rgbClr val="806C91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7036080" y="3487671"/>
              <a:ext cx="1317007" cy="300357"/>
            </a:xfrm>
            <a:custGeom>
              <a:rect b="b" l="l" r="r" t="t"/>
              <a:pathLst>
                <a:path extrusionOk="0" h="9818" w="43050">
                  <a:moveTo>
                    <a:pt x="2530" y="0"/>
                  </a:moveTo>
                  <a:lnTo>
                    <a:pt x="2269" y="13"/>
                  </a:lnTo>
                  <a:lnTo>
                    <a:pt x="2021" y="52"/>
                  </a:lnTo>
                  <a:lnTo>
                    <a:pt x="1787" y="118"/>
                  </a:lnTo>
                  <a:lnTo>
                    <a:pt x="1552" y="196"/>
                  </a:lnTo>
                  <a:lnTo>
                    <a:pt x="1330" y="300"/>
                  </a:lnTo>
                  <a:lnTo>
                    <a:pt x="1122" y="431"/>
                  </a:lnTo>
                  <a:lnTo>
                    <a:pt x="926" y="574"/>
                  </a:lnTo>
                  <a:lnTo>
                    <a:pt x="744" y="743"/>
                  </a:lnTo>
                  <a:lnTo>
                    <a:pt x="587" y="926"/>
                  </a:lnTo>
                  <a:lnTo>
                    <a:pt x="431" y="1109"/>
                  </a:lnTo>
                  <a:lnTo>
                    <a:pt x="313" y="1317"/>
                  </a:lnTo>
                  <a:lnTo>
                    <a:pt x="209" y="1539"/>
                  </a:lnTo>
                  <a:lnTo>
                    <a:pt x="118" y="1773"/>
                  </a:lnTo>
                  <a:lnTo>
                    <a:pt x="53" y="2021"/>
                  </a:lnTo>
                  <a:lnTo>
                    <a:pt x="13" y="2269"/>
                  </a:lnTo>
                  <a:lnTo>
                    <a:pt x="0" y="2530"/>
                  </a:lnTo>
                  <a:lnTo>
                    <a:pt x="0" y="6232"/>
                  </a:lnTo>
                  <a:lnTo>
                    <a:pt x="13" y="6415"/>
                  </a:lnTo>
                  <a:lnTo>
                    <a:pt x="26" y="6597"/>
                  </a:lnTo>
                  <a:lnTo>
                    <a:pt x="53" y="6780"/>
                  </a:lnTo>
                  <a:lnTo>
                    <a:pt x="79" y="6949"/>
                  </a:lnTo>
                  <a:lnTo>
                    <a:pt x="118" y="7119"/>
                  </a:lnTo>
                  <a:lnTo>
                    <a:pt x="170" y="7288"/>
                  </a:lnTo>
                  <a:lnTo>
                    <a:pt x="222" y="7458"/>
                  </a:lnTo>
                  <a:lnTo>
                    <a:pt x="287" y="7627"/>
                  </a:lnTo>
                  <a:lnTo>
                    <a:pt x="352" y="7784"/>
                  </a:lnTo>
                  <a:lnTo>
                    <a:pt x="444" y="7940"/>
                  </a:lnTo>
                  <a:lnTo>
                    <a:pt x="522" y="8084"/>
                  </a:lnTo>
                  <a:lnTo>
                    <a:pt x="613" y="8227"/>
                  </a:lnTo>
                  <a:lnTo>
                    <a:pt x="717" y="8370"/>
                  </a:lnTo>
                  <a:lnTo>
                    <a:pt x="822" y="8514"/>
                  </a:lnTo>
                  <a:lnTo>
                    <a:pt x="939" y="8631"/>
                  </a:lnTo>
                  <a:lnTo>
                    <a:pt x="1056" y="8761"/>
                  </a:lnTo>
                  <a:lnTo>
                    <a:pt x="1174" y="8879"/>
                  </a:lnTo>
                  <a:lnTo>
                    <a:pt x="1304" y="8996"/>
                  </a:lnTo>
                  <a:lnTo>
                    <a:pt x="1448" y="9100"/>
                  </a:lnTo>
                  <a:lnTo>
                    <a:pt x="1591" y="9205"/>
                  </a:lnTo>
                  <a:lnTo>
                    <a:pt x="1734" y="9296"/>
                  </a:lnTo>
                  <a:lnTo>
                    <a:pt x="1878" y="9374"/>
                  </a:lnTo>
                  <a:lnTo>
                    <a:pt x="2034" y="9452"/>
                  </a:lnTo>
                  <a:lnTo>
                    <a:pt x="2191" y="9531"/>
                  </a:lnTo>
                  <a:lnTo>
                    <a:pt x="2360" y="9596"/>
                  </a:lnTo>
                  <a:lnTo>
                    <a:pt x="2530" y="9648"/>
                  </a:lnTo>
                  <a:lnTo>
                    <a:pt x="2699" y="9700"/>
                  </a:lnTo>
                  <a:lnTo>
                    <a:pt x="2869" y="9739"/>
                  </a:lnTo>
                  <a:lnTo>
                    <a:pt x="3038" y="9765"/>
                  </a:lnTo>
                  <a:lnTo>
                    <a:pt x="3221" y="9791"/>
                  </a:lnTo>
                  <a:lnTo>
                    <a:pt x="3403" y="9804"/>
                  </a:lnTo>
                  <a:lnTo>
                    <a:pt x="3586" y="9818"/>
                  </a:lnTo>
                  <a:lnTo>
                    <a:pt x="39464" y="9818"/>
                  </a:lnTo>
                  <a:lnTo>
                    <a:pt x="39647" y="9804"/>
                  </a:lnTo>
                  <a:lnTo>
                    <a:pt x="39829" y="9791"/>
                  </a:lnTo>
                  <a:lnTo>
                    <a:pt x="40012" y="9765"/>
                  </a:lnTo>
                  <a:lnTo>
                    <a:pt x="40195" y="9739"/>
                  </a:lnTo>
                  <a:lnTo>
                    <a:pt x="40364" y="9700"/>
                  </a:lnTo>
                  <a:lnTo>
                    <a:pt x="40534" y="9648"/>
                  </a:lnTo>
                  <a:lnTo>
                    <a:pt x="40703" y="9596"/>
                  </a:lnTo>
                  <a:lnTo>
                    <a:pt x="40859" y="9531"/>
                  </a:lnTo>
                  <a:lnTo>
                    <a:pt x="41016" y="9452"/>
                  </a:lnTo>
                  <a:lnTo>
                    <a:pt x="41172" y="9374"/>
                  </a:lnTo>
                  <a:lnTo>
                    <a:pt x="41329" y="9296"/>
                  </a:lnTo>
                  <a:lnTo>
                    <a:pt x="41472" y="9205"/>
                  </a:lnTo>
                  <a:lnTo>
                    <a:pt x="41616" y="9100"/>
                  </a:lnTo>
                  <a:lnTo>
                    <a:pt x="41746" y="8996"/>
                  </a:lnTo>
                  <a:lnTo>
                    <a:pt x="41876" y="8879"/>
                  </a:lnTo>
                  <a:lnTo>
                    <a:pt x="42007" y="8761"/>
                  </a:lnTo>
                  <a:lnTo>
                    <a:pt x="42124" y="8631"/>
                  </a:lnTo>
                  <a:lnTo>
                    <a:pt x="42228" y="8514"/>
                  </a:lnTo>
                  <a:lnTo>
                    <a:pt x="42346" y="8370"/>
                  </a:lnTo>
                  <a:lnTo>
                    <a:pt x="42437" y="8227"/>
                  </a:lnTo>
                  <a:lnTo>
                    <a:pt x="42528" y="8084"/>
                  </a:lnTo>
                  <a:lnTo>
                    <a:pt x="42619" y="7940"/>
                  </a:lnTo>
                  <a:lnTo>
                    <a:pt x="42698" y="7784"/>
                  </a:lnTo>
                  <a:lnTo>
                    <a:pt x="42776" y="7627"/>
                  </a:lnTo>
                  <a:lnTo>
                    <a:pt x="42828" y="7458"/>
                  </a:lnTo>
                  <a:lnTo>
                    <a:pt x="42893" y="7288"/>
                  </a:lnTo>
                  <a:lnTo>
                    <a:pt x="42932" y="7119"/>
                  </a:lnTo>
                  <a:lnTo>
                    <a:pt x="42985" y="6949"/>
                  </a:lnTo>
                  <a:lnTo>
                    <a:pt x="43011" y="6780"/>
                  </a:lnTo>
                  <a:lnTo>
                    <a:pt x="43037" y="6597"/>
                  </a:lnTo>
                  <a:lnTo>
                    <a:pt x="43050" y="6415"/>
                  </a:lnTo>
                  <a:lnTo>
                    <a:pt x="43050" y="6232"/>
                  </a:lnTo>
                  <a:lnTo>
                    <a:pt x="43050" y="2530"/>
                  </a:lnTo>
                  <a:lnTo>
                    <a:pt x="43037" y="2269"/>
                  </a:lnTo>
                  <a:lnTo>
                    <a:pt x="42998" y="2021"/>
                  </a:lnTo>
                  <a:lnTo>
                    <a:pt x="42932" y="1773"/>
                  </a:lnTo>
                  <a:lnTo>
                    <a:pt x="42854" y="1539"/>
                  </a:lnTo>
                  <a:lnTo>
                    <a:pt x="42750" y="1317"/>
                  </a:lnTo>
                  <a:lnTo>
                    <a:pt x="42619" y="1109"/>
                  </a:lnTo>
                  <a:lnTo>
                    <a:pt x="42476" y="926"/>
                  </a:lnTo>
                  <a:lnTo>
                    <a:pt x="42307" y="743"/>
                  </a:lnTo>
                  <a:lnTo>
                    <a:pt x="42137" y="574"/>
                  </a:lnTo>
                  <a:lnTo>
                    <a:pt x="41942" y="431"/>
                  </a:lnTo>
                  <a:lnTo>
                    <a:pt x="41733" y="300"/>
                  </a:lnTo>
                  <a:lnTo>
                    <a:pt x="41511" y="196"/>
                  </a:lnTo>
                  <a:lnTo>
                    <a:pt x="41277" y="118"/>
                  </a:lnTo>
                  <a:lnTo>
                    <a:pt x="41029" y="52"/>
                  </a:lnTo>
                  <a:lnTo>
                    <a:pt x="40781" y="13"/>
                  </a:lnTo>
                  <a:lnTo>
                    <a:pt x="40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7036080" y="3510401"/>
              <a:ext cx="990371" cy="299959"/>
            </a:xfrm>
            <a:custGeom>
              <a:rect b="b" l="l" r="r" t="t"/>
              <a:pathLst>
                <a:path extrusionOk="0" h="9805" w="32373">
                  <a:moveTo>
                    <a:pt x="2530" y="0"/>
                  </a:moveTo>
                  <a:lnTo>
                    <a:pt x="2269" y="14"/>
                  </a:lnTo>
                  <a:lnTo>
                    <a:pt x="2021" y="53"/>
                  </a:lnTo>
                  <a:lnTo>
                    <a:pt x="1787" y="118"/>
                  </a:lnTo>
                  <a:lnTo>
                    <a:pt x="1552" y="196"/>
                  </a:lnTo>
                  <a:lnTo>
                    <a:pt x="1330" y="300"/>
                  </a:lnTo>
                  <a:lnTo>
                    <a:pt x="1122" y="431"/>
                  </a:lnTo>
                  <a:lnTo>
                    <a:pt x="926" y="574"/>
                  </a:lnTo>
                  <a:lnTo>
                    <a:pt x="744" y="744"/>
                  </a:lnTo>
                  <a:lnTo>
                    <a:pt x="587" y="913"/>
                  </a:lnTo>
                  <a:lnTo>
                    <a:pt x="431" y="1109"/>
                  </a:lnTo>
                  <a:lnTo>
                    <a:pt x="313" y="1317"/>
                  </a:lnTo>
                  <a:lnTo>
                    <a:pt x="209" y="1539"/>
                  </a:lnTo>
                  <a:lnTo>
                    <a:pt x="118" y="1774"/>
                  </a:lnTo>
                  <a:lnTo>
                    <a:pt x="53" y="2021"/>
                  </a:lnTo>
                  <a:lnTo>
                    <a:pt x="13" y="2269"/>
                  </a:lnTo>
                  <a:lnTo>
                    <a:pt x="0" y="2530"/>
                  </a:lnTo>
                  <a:lnTo>
                    <a:pt x="0" y="7288"/>
                  </a:lnTo>
                  <a:lnTo>
                    <a:pt x="13" y="7536"/>
                  </a:lnTo>
                  <a:lnTo>
                    <a:pt x="53" y="7797"/>
                  </a:lnTo>
                  <a:lnTo>
                    <a:pt x="118" y="8032"/>
                  </a:lnTo>
                  <a:lnTo>
                    <a:pt x="209" y="8266"/>
                  </a:lnTo>
                  <a:lnTo>
                    <a:pt x="313" y="8488"/>
                  </a:lnTo>
                  <a:lnTo>
                    <a:pt x="431" y="8696"/>
                  </a:lnTo>
                  <a:lnTo>
                    <a:pt x="587" y="8892"/>
                  </a:lnTo>
                  <a:lnTo>
                    <a:pt x="744" y="9075"/>
                  </a:lnTo>
                  <a:lnTo>
                    <a:pt x="926" y="9231"/>
                  </a:lnTo>
                  <a:lnTo>
                    <a:pt x="1122" y="9374"/>
                  </a:lnTo>
                  <a:lnTo>
                    <a:pt x="1330" y="9505"/>
                  </a:lnTo>
                  <a:lnTo>
                    <a:pt x="1552" y="9609"/>
                  </a:lnTo>
                  <a:lnTo>
                    <a:pt x="1787" y="9700"/>
                  </a:lnTo>
                  <a:lnTo>
                    <a:pt x="2021" y="9752"/>
                  </a:lnTo>
                  <a:lnTo>
                    <a:pt x="2269" y="9792"/>
                  </a:lnTo>
                  <a:lnTo>
                    <a:pt x="2530" y="9805"/>
                  </a:lnTo>
                  <a:lnTo>
                    <a:pt x="29843" y="9805"/>
                  </a:lnTo>
                  <a:lnTo>
                    <a:pt x="30104" y="9792"/>
                  </a:lnTo>
                  <a:lnTo>
                    <a:pt x="30351" y="9752"/>
                  </a:lnTo>
                  <a:lnTo>
                    <a:pt x="30599" y="9700"/>
                  </a:lnTo>
                  <a:lnTo>
                    <a:pt x="30834" y="9609"/>
                  </a:lnTo>
                  <a:lnTo>
                    <a:pt x="31055" y="9505"/>
                  </a:lnTo>
                  <a:lnTo>
                    <a:pt x="31264" y="9374"/>
                  </a:lnTo>
                  <a:lnTo>
                    <a:pt x="31460" y="9231"/>
                  </a:lnTo>
                  <a:lnTo>
                    <a:pt x="31629" y="9075"/>
                  </a:lnTo>
                  <a:lnTo>
                    <a:pt x="31798" y="8892"/>
                  </a:lnTo>
                  <a:lnTo>
                    <a:pt x="31942" y="8696"/>
                  </a:lnTo>
                  <a:lnTo>
                    <a:pt x="32072" y="8488"/>
                  </a:lnTo>
                  <a:lnTo>
                    <a:pt x="32177" y="8266"/>
                  </a:lnTo>
                  <a:lnTo>
                    <a:pt x="32255" y="8032"/>
                  </a:lnTo>
                  <a:lnTo>
                    <a:pt x="32320" y="7797"/>
                  </a:lnTo>
                  <a:lnTo>
                    <a:pt x="32359" y="7536"/>
                  </a:lnTo>
                  <a:lnTo>
                    <a:pt x="32372" y="7288"/>
                  </a:lnTo>
                  <a:lnTo>
                    <a:pt x="32372" y="2530"/>
                  </a:lnTo>
                  <a:lnTo>
                    <a:pt x="32359" y="2269"/>
                  </a:lnTo>
                  <a:lnTo>
                    <a:pt x="32320" y="2021"/>
                  </a:lnTo>
                  <a:lnTo>
                    <a:pt x="32255" y="1774"/>
                  </a:lnTo>
                  <a:lnTo>
                    <a:pt x="32177" y="1539"/>
                  </a:lnTo>
                  <a:lnTo>
                    <a:pt x="32072" y="1317"/>
                  </a:lnTo>
                  <a:lnTo>
                    <a:pt x="31942" y="1109"/>
                  </a:lnTo>
                  <a:lnTo>
                    <a:pt x="31798" y="913"/>
                  </a:lnTo>
                  <a:lnTo>
                    <a:pt x="31629" y="744"/>
                  </a:lnTo>
                  <a:lnTo>
                    <a:pt x="31460" y="574"/>
                  </a:lnTo>
                  <a:lnTo>
                    <a:pt x="31264" y="431"/>
                  </a:lnTo>
                  <a:lnTo>
                    <a:pt x="31055" y="300"/>
                  </a:lnTo>
                  <a:lnTo>
                    <a:pt x="30834" y="196"/>
                  </a:lnTo>
                  <a:lnTo>
                    <a:pt x="30599" y="118"/>
                  </a:lnTo>
                  <a:lnTo>
                    <a:pt x="30351" y="53"/>
                  </a:lnTo>
                  <a:lnTo>
                    <a:pt x="30104" y="14"/>
                  </a:lnTo>
                  <a:lnTo>
                    <a:pt x="29843" y="0"/>
                  </a:lnTo>
                  <a:close/>
                </a:path>
              </a:pathLst>
            </a:custGeom>
            <a:solidFill>
              <a:srgbClr val="745F8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7787493" y="3810330"/>
              <a:ext cx="230178" cy="770992"/>
            </a:xfrm>
            <a:custGeom>
              <a:rect b="b" l="l" r="r" t="t"/>
              <a:pathLst>
                <a:path extrusionOk="0" h="25202" w="7524">
                  <a:moveTo>
                    <a:pt x="1" y="1"/>
                  </a:moveTo>
                  <a:lnTo>
                    <a:pt x="5111" y="25202"/>
                  </a:lnTo>
                  <a:lnTo>
                    <a:pt x="7523" y="25202"/>
                  </a:lnTo>
                  <a:lnTo>
                    <a:pt x="4420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7132600" y="3810330"/>
              <a:ext cx="142010" cy="770992"/>
            </a:xfrm>
            <a:custGeom>
              <a:rect b="b" l="l" r="r" t="t"/>
              <a:pathLst>
                <a:path extrusionOk="0" h="25202" w="4642">
                  <a:moveTo>
                    <a:pt x="235" y="1"/>
                  </a:moveTo>
                  <a:lnTo>
                    <a:pt x="0" y="25202"/>
                  </a:lnTo>
                  <a:lnTo>
                    <a:pt x="2412" y="25202"/>
                  </a:lnTo>
                  <a:lnTo>
                    <a:pt x="4642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7129418" y="3810330"/>
              <a:ext cx="796904" cy="61858"/>
            </a:xfrm>
            <a:custGeom>
              <a:rect b="b" l="l" r="r" t="t"/>
              <a:pathLst>
                <a:path extrusionOk="0" h="2022" w="26049">
                  <a:moveTo>
                    <a:pt x="0" y="1"/>
                  </a:moveTo>
                  <a:lnTo>
                    <a:pt x="0" y="2021"/>
                  </a:lnTo>
                  <a:lnTo>
                    <a:pt x="26049" y="2021"/>
                  </a:lnTo>
                  <a:lnTo>
                    <a:pt x="26049" y="1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7533423" y="3510401"/>
              <a:ext cx="990371" cy="299959"/>
            </a:xfrm>
            <a:custGeom>
              <a:rect b="b" l="l" r="r" t="t"/>
              <a:pathLst>
                <a:path extrusionOk="0" h="9805" w="32373">
                  <a:moveTo>
                    <a:pt x="2530" y="0"/>
                  </a:moveTo>
                  <a:lnTo>
                    <a:pt x="2269" y="14"/>
                  </a:lnTo>
                  <a:lnTo>
                    <a:pt x="2022" y="53"/>
                  </a:lnTo>
                  <a:lnTo>
                    <a:pt x="1787" y="118"/>
                  </a:lnTo>
                  <a:lnTo>
                    <a:pt x="1552" y="196"/>
                  </a:lnTo>
                  <a:lnTo>
                    <a:pt x="1331" y="300"/>
                  </a:lnTo>
                  <a:lnTo>
                    <a:pt x="1122" y="431"/>
                  </a:lnTo>
                  <a:lnTo>
                    <a:pt x="927" y="574"/>
                  </a:lnTo>
                  <a:lnTo>
                    <a:pt x="744" y="744"/>
                  </a:lnTo>
                  <a:lnTo>
                    <a:pt x="588" y="913"/>
                  </a:lnTo>
                  <a:lnTo>
                    <a:pt x="431" y="1109"/>
                  </a:lnTo>
                  <a:lnTo>
                    <a:pt x="314" y="1317"/>
                  </a:lnTo>
                  <a:lnTo>
                    <a:pt x="210" y="1539"/>
                  </a:lnTo>
                  <a:lnTo>
                    <a:pt x="118" y="1774"/>
                  </a:lnTo>
                  <a:lnTo>
                    <a:pt x="53" y="2021"/>
                  </a:lnTo>
                  <a:lnTo>
                    <a:pt x="14" y="2269"/>
                  </a:lnTo>
                  <a:lnTo>
                    <a:pt x="1" y="2530"/>
                  </a:lnTo>
                  <a:lnTo>
                    <a:pt x="1" y="7288"/>
                  </a:lnTo>
                  <a:lnTo>
                    <a:pt x="14" y="7536"/>
                  </a:lnTo>
                  <a:lnTo>
                    <a:pt x="53" y="7797"/>
                  </a:lnTo>
                  <a:lnTo>
                    <a:pt x="118" y="8032"/>
                  </a:lnTo>
                  <a:lnTo>
                    <a:pt x="210" y="8266"/>
                  </a:lnTo>
                  <a:lnTo>
                    <a:pt x="314" y="8488"/>
                  </a:lnTo>
                  <a:lnTo>
                    <a:pt x="431" y="8696"/>
                  </a:lnTo>
                  <a:lnTo>
                    <a:pt x="588" y="8892"/>
                  </a:lnTo>
                  <a:lnTo>
                    <a:pt x="744" y="9075"/>
                  </a:lnTo>
                  <a:lnTo>
                    <a:pt x="927" y="9231"/>
                  </a:lnTo>
                  <a:lnTo>
                    <a:pt x="1122" y="9374"/>
                  </a:lnTo>
                  <a:lnTo>
                    <a:pt x="1331" y="9505"/>
                  </a:lnTo>
                  <a:lnTo>
                    <a:pt x="1552" y="9609"/>
                  </a:lnTo>
                  <a:lnTo>
                    <a:pt x="1787" y="9700"/>
                  </a:lnTo>
                  <a:lnTo>
                    <a:pt x="2022" y="9752"/>
                  </a:lnTo>
                  <a:lnTo>
                    <a:pt x="2269" y="9792"/>
                  </a:lnTo>
                  <a:lnTo>
                    <a:pt x="2530" y="9805"/>
                  </a:lnTo>
                  <a:lnTo>
                    <a:pt x="29843" y="9805"/>
                  </a:lnTo>
                  <a:lnTo>
                    <a:pt x="30104" y="9792"/>
                  </a:lnTo>
                  <a:lnTo>
                    <a:pt x="30352" y="9752"/>
                  </a:lnTo>
                  <a:lnTo>
                    <a:pt x="30600" y="9700"/>
                  </a:lnTo>
                  <a:lnTo>
                    <a:pt x="30834" y="9609"/>
                  </a:lnTo>
                  <a:lnTo>
                    <a:pt x="31056" y="9505"/>
                  </a:lnTo>
                  <a:lnTo>
                    <a:pt x="31265" y="9374"/>
                  </a:lnTo>
                  <a:lnTo>
                    <a:pt x="31460" y="9231"/>
                  </a:lnTo>
                  <a:lnTo>
                    <a:pt x="31630" y="9075"/>
                  </a:lnTo>
                  <a:lnTo>
                    <a:pt x="31799" y="8892"/>
                  </a:lnTo>
                  <a:lnTo>
                    <a:pt x="31942" y="8696"/>
                  </a:lnTo>
                  <a:lnTo>
                    <a:pt x="32073" y="8488"/>
                  </a:lnTo>
                  <a:lnTo>
                    <a:pt x="32177" y="8266"/>
                  </a:lnTo>
                  <a:lnTo>
                    <a:pt x="32255" y="8032"/>
                  </a:lnTo>
                  <a:lnTo>
                    <a:pt x="32321" y="7797"/>
                  </a:lnTo>
                  <a:lnTo>
                    <a:pt x="32360" y="7536"/>
                  </a:lnTo>
                  <a:lnTo>
                    <a:pt x="32373" y="7288"/>
                  </a:lnTo>
                  <a:lnTo>
                    <a:pt x="32373" y="2530"/>
                  </a:lnTo>
                  <a:lnTo>
                    <a:pt x="32360" y="2269"/>
                  </a:lnTo>
                  <a:lnTo>
                    <a:pt x="32321" y="2021"/>
                  </a:lnTo>
                  <a:lnTo>
                    <a:pt x="32255" y="1774"/>
                  </a:lnTo>
                  <a:lnTo>
                    <a:pt x="32177" y="1539"/>
                  </a:lnTo>
                  <a:lnTo>
                    <a:pt x="32073" y="1317"/>
                  </a:lnTo>
                  <a:lnTo>
                    <a:pt x="31942" y="1109"/>
                  </a:lnTo>
                  <a:lnTo>
                    <a:pt x="31799" y="913"/>
                  </a:lnTo>
                  <a:lnTo>
                    <a:pt x="31630" y="744"/>
                  </a:lnTo>
                  <a:lnTo>
                    <a:pt x="31460" y="574"/>
                  </a:lnTo>
                  <a:lnTo>
                    <a:pt x="31265" y="431"/>
                  </a:lnTo>
                  <a:lnTo>
                    <a:pt x="31056" y="300"/>
                  </a:lnTo>
                  <a:lnTo>
                    <a:pt x="30834" y="196"/>
                  </a:lnTo>
                  <a:lnTo>
                    <a:pt x="30600" y="118"/>
                  </a:lnTo>
                  <a:lnTo>
                    <a:pt x="30352" y="53"/>
                  </a:lnTo>
                  <a:lnTo>
                    <a:pt x="30104" y="14"/>
                  </a:lnTo>
                  <a:lnTo>
                    <a:pt x="29843" y="0"/>
                  </a:lnTo>
                  <a:close/>
                </a:path>
              </a:pathLst>
            </a:custGeom>
            <a:solidFill>
              <a:srgbClr val="806C91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8306006" y="2227321"/>
              <a:ext cx="381305" cy="1587017"/>
            </a:xfrm>
            <a:custGeom>
              <a:rect b="b" l="l" r="r" t="t"/>
              <a:pathLst>
                <a:path extrusionOk="0" h="51876" w="12464">
                  <a:moveTo>
                    <a:pt x="6141" y="0"/>
                  </a:moveTo>
                  <a:lnTo>
                    <a:pt x="5984" y="26"/>
                  </a:lnTo>
                  <a:lnTo>
                    <a:pt x="5828" y="65"/>
                  </a:lnTo>
                  <a:lnTo>
                    <a:pt x="5672" y="131"/>
                  </a:lnTo>
                  <a:lnTo>
                    <a:pt x="5528" y="196"/>
                  </a:lnTo>
                  <a:lnTo>
                    <a:pt x="5385" y="287"/>
                  </a:lnTo>
                  <a:lnTo>
                    <a:pt x="5254" y="378"/>
                  </a:lnTo>
                  <a:lnTo>
                    <a:pt x="5137" y="483"/>
                  </a:lnTo>
                  <a:lnTo>
                    <a:pt x="5020" y="613"/>
                  </a:lnTo>
                  <a:lnTo>
                    <a:pt x="4928" y="743"/>
                  </a:lnTo>
                  <a:lnTo>
                    <a:pt x="4837" y="874"/>
                  </a:lnTo>
                  <a:lnTo>
                    <a:pt x="4772" y="1030"/>
                  </a:lnTo>
                  <a:lnTo>
                    <a:pt x="4720" y="1187"/>
                  </a:lnTo>
                  <a:lnTo>
                    <a:pt x="4668" y="1343"/>
                  </a:lnTo>
                  <a:lnTo>
                    <a:pt x="4642" y="1513"/>
                  </a:lnTo>
                  <a:lnTo>
                    <a:pt x="13" y="49607"/>
                  </a:lnTo>
                  <a:lnTo>
                    <a:pt x="0" y="49777"/>
                  </a:lnTo>
                  <a:lnTo>
                    <a:pt x="13" y="49946"/>
                  </a:lnTo>
                  <a:lnTo>
                    <a:pt x="39" y="50116"/>
                  </a:lnTo>
                  <a:lnTo>
                    <a:pt x="79" y="50272"/>
                  </a:lnTo>
                  <a:lnTo>
                    <a:pt x="144" y="50429"/>
                  </a:lnTo>
                  <a:lnTo>
                    <a:pt x="209" y="50572"/>
                  </a:lnTo>
                  <a:lnTo>
                    <a:pt x="300" y="50716"/>
                  </a:lnTo>
                  <a:lnTo>
                    <a:pt x="391" y="50846"/>
                  </a:lnTo>
                  <a:lnTo>
                    <a:pt x="496" y="50963"/>
                  </a:lnTo>
                  <a:lnTo>
                    <a:pt x="626" y="51068"/>
                  </a:lnTo>
                  <a:lnTo>
                    <a:pt x="743" y="51172"/>
                  </a:lnTo>
                  <a:lnTo>
                    <a:pt x="887" y="51250"/>
                  </a:lnTo>
                  <a:lnTo>
                    <a:pt x="1043" y="51328"/>
                  </a:lnTo>
                  <a:lnTo>
                    <a:pt x="1200" y="51381"/>
                  </a:lnTo>
                  <a:lnTo>
                    <a:pt x="1356" y="51420"/>
                  </a:lnTo>
                  <a:lnTo>
                    <a:pt x="1526" y="51446"/>
                  </a:lnTo>
                  <a:lnTo>
                    <a:pt x="5971" y="51876"/>
                  </a:lnTo>
                  <a:lnTo>
                    <a:pt x="6323" y="51876"/>
                  </a:lnTo>
                  <a:lnTo>
                    <a:pt x="6480" y="51850"/>
                  </a:lnTo>
                  <a:lnTo>
                    <a:pt x="6636" y="51811"/>
                  </a:lnTo>
                  <a:lnTo>
                    <a:pt x="6793" y="51746"/>
                  </a:lnTo>
                  <a:lnTo>
                    <a:pt x="6936" y="51680"/>
                  </a:lnTo>
                  <a:lnTo>
                    <a:pt x="7080" y="51589"/>
                  </a:lnTo>
                  <a:lnTo>
                    <a:pt x="7210" y="51498"/>
                  </a:lnTo>
                  <a:lnTo>
                    <a:pt x="7327" y="51394"/>
                  </a:lnTo>
                  <a:lnTo>
                    <a:pt x="7445" y="51263"/>
                  </a:lnTo>
                  <a:lnTo>
                    <a:pt x="7536" y="51133"/>
                  </a:lnTo>
                  <a:lnTo>
                    <a:pt x="7627" y="51002"/>
                  </a:lnTo>
                  <a:lnTo>
                    <a:pt x="7692" y="50846"/>
                  </a:lnTo>
                  <a:lnTo>
                    <a:pt x="7744" y="50690"/>
                  </a:lnTo>
                  <a:lnTo>
                    <a:pt x="7797" y="50533"/>
                  </a:lnTo>
                  <a:lnTo>
                    <a:pt x="7810" y="50364"/>
                  </a:lnTo>
                  <a:lnTo>
                    <a:pt x="12451" y="2269"/>
                  </a:lnTo>
                  <a:lnTo>
                    <a:pt x="12464" y="2099"/>
                  </a:lnTo>
                  <a:lnTo>
                    <a:pt x="12451" y="1930"/>
                  </a:lnTo>
                  <a:lnTo>
                    <a:pt x="12425" y="1760"/>
                  </a:lnTo>
                  <a:lnTo>
                    <a:pt x="12386" y="1604"/>
                  </a:lnTo>
                  <a:lnTo>
                    <a:pt x="12321" y="1447"/>
                  </a:lnTo>
                  <a:lnTo>
                    <a:pt x="12255" y="1304"/>
                  </a:lnTo>
                  <a:lnTo>
                    <a:pt x="12164" y="1161"/>
                  </a:lnTo>
                  <a:lnTo>
                    <a:pt x="12073" y="1043"/>
                  </a:lnTo>
                  <a:lnTo>
                    <a:pt x="11969" y="913"/>
                  </a:lnTo>
                  <a:lnTo>
                    <a:pt x="11838" y="809"/>
                  </a:lnTo>
                  <a:lnTo>
                    <a:pt x="11708" y="717"/>
                  </a:lnTo>
                  <a:lnTo>
                    <a:pt x="11577" y="626"/>
                  </a:lnTo>
                  <a:lnTo>
                    <a:pt x="11421" y="561"/>
                  </a:lnTo>
                  <a:lnTo>
                    <a:pt x="11265" y="496"/>
                  </a:lnTo>
                  <a:lnTo>
                    <a:pt x="11108" y="456"/>
                  </a:lnTo>
                  <a:lnTo>
                    <a:pt x="10939" y="430"/>
                  </a:lnTo>
                  <a:lnTo>
                    <a:pt x="6493" y="0"/>
                  </a:lnTo>
                  <a:close/>
                </a:path>
              </a:pathLst>
            </a:custGeom>
            <a:solidFill>
              <a:srgbClr val="745F8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8284866" y="3810330"/>
              <a:ext cx="230147" cy="770992"/>
            </a:xfrm>
            <a:custGeom>
              <a:rect b="b" l="l" r="r" t="t"/>
              <a:pathLst>
                <a:path extrusionOk="0" h="25202" w="7523">
                  <a:moveTo>
                    <a:pt x="0" y="1"/>
                  </a:moveTo>
                  <a:lnTo>
                    <a:pt x="5111" y="25202"/>
                  </a:lnTo>
                  <a:lnTo>
                    <a:pt x="7523" y="25202"/>
                  </a:lnTo>
                  <a:lnTo>
                    <a:pt x="44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7637131" y="3810330"/>
              <a:ext cx="134852" cy="770992"/>
            </a:xfrm>
            <a:custGeom>
              <a:rect b="b" l="l" r="r" t="t"/>
              <a:pathLst>
                <a:path extrusionOk="0" h="25202" w="4408">
                  <a:moveTo>
                    <a:pt x="1" y="1"/>
                  </a:moveTo>
                  <a:lnTo>
                    <a:pt x="14" y="25202"/>
                  </a:lnTo>
                  <a:lnTo>
                    <a:pt x="2426" y="25202"/>
                  </a:lnTo>
                  <a:lnTo>
                    <a:pt x="440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7629973" y="3810330"/>
              <a:ext cx="793722" cy="61858"/>
            </a:xfrm>
            <a:custGeom>
              <a:rect b="b" l="l" r="r" t="t"/>
              <a:pathLst>
                <a:path extrusionOk="0" h="2022" w="25945">
                  <a:moveTo>
                    <a:pt x="0" y="1"/>
                  </a:moveTo>
                  <a:lnTo>
                    <a:pt x="0" y="2021"/>
                  </a:lnTo>
                  <a:lnTo>
                    <a:pt x="25944" y="2021"/>
                  </a:lnTo>
                  <a:lnTo>
                    <a:pt x="259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8329133" y="3510799"/>
              <a:ext cx="189092" cy="288793"/>
            </a:xfrm>
            <a:custGeom>
              <a:rect b="b" l="l" r="r" t="t"/>
              <a:pathLst>
                <a:path extrusionOk="0" fill="none" h="9440" w="6181">
                  <a:moveTo>
                    <a:pt x="0" y="1"/>
                  </a:moveTo>
                  <a:lnTo>
                    <a:pt x="6180" y="9440"/>
                  </a:lnTo>
                </a:path>
              </a:pathLst>
            </a:custGeom>
            <a:noFill/>
            <a:ln cap="rnd" cmpd="sng" w="17775">
              <a:solidFill>
                <a:srgbClr val="6651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6577805" y="2909351"/>
              <a:ext cx="104137" cy="1637678"/>
            </a:xfrm>
            <a:custGeom>
              <a:rect b="b" l="l" r="r" t="t"/>
              <a:pathLst>
                <a:path extrusionOk="0" h="53532" w="3404">
                  <a:moveTo>
                    <a:pt x="1" y="0"/>
                  </a:moveTo>
                  <a:lnTo>
                    <a:pt x="1" y="53532"/>
                  </a:lnTo>
                  <a:lnTo>
                    <a:pt x="3403" y="53532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5524046" y="2733841"/>
              <a:ext cx="2212419" cy="977216"/>
            </a:xfrm>
            <a:custGeom>
              <a:rect b="b" l="l" r="r" t="t"/>
              <a:pathLst>
                <a:path extrusionOk="0" h="31943" w="72319">
                  <a:moveTo>
                    <a:pt x="5203" y="1"/>
                  </a:moveTo>
                  <a:lnTo>
                    <a:pt x="1" y="27040"/>
                  </a:lnTo>
                  <a:lnTo>
                    <a:pt x="653" y="27249"/>
                  </a:lnTo>
                  <a:lnTo>
                    <a:pt x="1448" y="27497"/>
                  </a:lnTo>
                  <a:lnTo>
                    <a:pt x="2543" y="27809"/>
                  </a:lnTo>
                  <a:lnTo>
                    <a:pt x="3925" y="28174"/>
                  </a:lnTo>
                  <a:lnTo>
                    <a:pt x="4733" y="28383"/>
                  </a:lnTo>
                  <a:lnTo>
                    <a:pt x="5607" y="28592"/>
                  </a:lnTo>
                  <a:lnTo>
                    <a:pt x="6546" y="28813"/>
                  </a:lnTo>
                  <a:lnTo>
                    <a:pt x="7549" y="29035"/>
                  </a:lnTo>
                  <a:lnTo>
                    <a:pt x="8632" y="29270"/>
                  </a:lnTo>
                  <a:lnTo>
                    <a:pt x="9779" y="29491"/>
                  </a:lnTo>
                  <a:lnTo>
                    <a:pt x="10978" y="29726"/>
                  </a:lnTo>
                  <a:lnTo>
                    <a:pt x="12256" y="29948"/>
                  </a:lnTo>
                  <a:lnTo>
                    <a:pt x="13586" y="30182"/>
                  </a:lnTo>
                  <a:lnTo>
                    <a:pt x="14981" y="30391"/>
                  </a:lnTo>
                  <a:lnTo>
                    <a:pt x="16441" y="30599"/>
                  </a:lnTo>
                  <a:lnTo>
                    <a:pt x="17953" y="30808"/>
                  </a:lnTo>
                  <a:lnTo>
                    <a:pt x="19531" y="31004"/>
                  </a:lnTo>
                  <a:lnTo>
                    <a:pt x="21160" y="31173"/>
                  </a:lnTo>
                  <a:lnTo>
                    <a:pt x="22855" y="31343"/>
                  </a:lnTo>
                  <a:lnTo>
                    <a:pt x="24602" y="31499"/>
                  </a:lnTo>
                  <a:lnTo>
                    <a:pt x="26401" y="31629"/>
                  </a:lnTo>
                  <a:lnTo>
                    <a:pt x="28253" y="31734"/>
                  </a:lnTo>
                  <a:lnTo>
                    <a:pt x="30156" y="31825"/>
                  </a:lnTo>
                  <a:lnTo>
                    <a:pt x="32112" y="31890"/>
                  </a:lnTo>
                  <a:lnTo>
                    <a:pt x="34107" y="31929"/>
                  </a:lnTo>
                  <a:lnTo>
                    <a:pt x="36166" y="31942"/>
                  </a:lnTo>
                  <a:lnTo>
                    <a:pt x="38213" y="31929"/>
                  </a:lnTo>
                  <a:lnTo>
                    <a:pt x="40221" y="31890"/>
                  </a:lnTo>
                  <a:lnTo>
                    <a:pt x="42177" y="31825"/>
                  </a:lnTo>
                  <a:lnTo>
                    <a:pt x="44080" y="31734"/>
                  </a:lnTo>
                  <a:lnTo>
                    <a:pt x="45931" y="31629"/>
                  </a:lnTo>
                  <a:lnTo>
                    <a:pt x="47731" y="31499"/>
                  </a:lnTo>
                  <a:lnTo>
                    <a:pt x="49478" y="31343"/>
                  </a:lnTo>
                  <a:lnTo>
                    <a:pt x="51159" y="31173"/>
                  </a:lnTo>
                  <a:lnTo>
                    <a:pt x="52789" y="31004"/>
                  </a:lnTo>
                  <a:lnTo>
                    <a:pt x="54367" y="30808"/>
                  </a:lnTo>
                  <a:lnTo>
                    <a:pt x="55892" y="30599"/>
                  </a:lnTo>
                  <a:lnTo>
                    <a:pt x="57339" y="30391"/>
                  </a:lnTo>
                  <a:lnTo>
                    <a:pt x="58734" y="30182"/>
                  </a:lnTo>
                  <a:lnTo>
                    <a:pt x="60077" y="29948"/>
                  </a:lnTo>
                  <a:lnTo>
                    <a:pt x="61342" y="29726"/>
                  </a:lnTo>
                  <a:lnTo>
                    <a:pt x="62554" y="29491"/>
                  </a:lnTo>
                  <a:lnTo>
                    <a:pt x="63701" y="29270"/>
                  </a:lnTo>
                  <a:lnTo>
                    <a:pt x="64770" y="29035"/>
                  </a:lnTo>
                  <a:lnTo>
                    <a:pt x="65787" y="28813"/>
                  </a:lnTo>
                  <a:lnTo>
                    <a:pt x="66726" y="28592"/>
                  </a:lnTo>
                  <a:lnTo>
                    <a:pt x="67599" y="28383"/>
                  </a:lnTo>
                  <a:lnTo>
                    <a:pt x="68395" y="28174"/>
                  </a:lnTo>
                  <a:lnTo>
                    <a:pt x="69790" y="27809"/>
                  </a:lnTo>
                  <a:lnTo>
                    <a:pt x="70885" y="27497"/>
                  </a:lnTo>
                  <a:lnTo>
                    <a:pt x="71680" y="27249"/>
                  </a:lnTo>
                  <a:lnTo>
                    <a:pt x="72319" y="27040"/>
                  </a:lnTo>
                  <a:lnTo>
                    <a:pt x="67117" y="1"/>
                  </a:lnTo>
                  <a:close/>
                </a:path>
              </a:pathLst>
            </a:custGeom>
            <a:solidFill>
              <a:srgbClr val="EDEFEF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5524046" y="2733841"/>
              <a:ext cx="2212419" cy="977216"/>
            </a:xfrm>
            <a:custGeom>
              <a:rect b="b" l="l" r="r" t="t"/>
              <a:pathLst>
                <a:path extrusionOk="0" fill="none" h="31943" w="72319">
                  <a:moveTo>
                    <a:pt x="72319" y="27040"/>
                  </a:moveTo>
                  <a:lnTo>
                    <a:pt x="72319" y="27040"/>
                  </a:lnTo>
                  <a:lnTo>
                    <a:pt x="71680" y="27249"/>
                  </a:lnTo>
                  <a:lnTo>
                    <a:pt x="70885" y="27497"/>
                  </a:lnTo>
                  <a:lnTo>
                    <a:pt x="69790" y="27809"/>
                  </a:lnTo>
                  <a:lnTo>
                    <a:pt x="68395" y="28174"/>
                  </a:lnTo>
                  <a:lnTo>
                    <a:pt x="67599" y="28383"/>
                  </a:lnTo>
                  <a:lnTo>
                    <a:pt x="66726" y="28592"/>
                  </a:lnTo>
                  <a:lnTo>
                    <a:pt x="65787" y="28813"/>
                  </a:lnTo>
                  <a:lnTo>
                    <a:pt x="64770" y="29035"/>
                  </a:lnTo>
                  <a:lnTo>
                    <a:pt x="63701" y="29270"/>
                  </a:lnTo>
                  <a:lnTo>
                    <a:pt x="62554" y="29491"/>
                  </a:lnTo>
                  <a:lnTo>
                    <a:pt x="61342" y="29726"/>
                  </a:lnTo>
                  <a:lnTo>
                    <a:pt x="60077" y="29948"/>
                  </a:lnTo>
                  <a:lnTo>
                    <a:pt x="58734" y="30182"/>
                  </a:lnTo>
                  <a:lnTo>
                    <a:pt x="57339" y="30391"/>
                  </a:lnTo>
                  <a:lnTo>
                    <a:pt x="55892" y="30599"/>
                  </a:lnTo>
                  <a:lnTo>
                    <a:pt x="54367" y="30808"/>
                  </a:lnTo>
                  <a:lnTo>
                    <a:pt x="52789" y="31004"/>
                  </a:lnTo>
                  <a:lnTo>
                    <a:pt x="51159" y="31173"/>
                  </a:lnTo>
                  <a:lnTo>
                    <a:pt x="49478" y="31343"/>
                  </a:lnTo>
                  <a:lnTo>
                    <a:pt x="47731" y="31499"/>
                  </a:lnTo>
                  <a:lnTo>
                    <a:pt x="45931" y="31629"/>
                  </a:lnTo>
                  <a:lnTo>
                    <a:pt x="44080" y="31734"/>
                  </a:lnTo>
                  <a:lnTo>
                    <a:pt x="42177" y="31825"/>
                  </a:lnTo>
                  <a:lnTo>
                    <a:pt x="40221" y="31890"/>
                  </a:lnTo>
                  <a:lnTo>
                    <a:pt x="38213" y="31929"/>
                  </a:lnTo>
                  <a:lnTo>
                    <a:pt x="36166" y="31942"/>
                  </a:lnTo>
                  <a:lnTo>
                    <a:pt x="36166" y="31942"/>
                  </a:lnTo>
                  <a:lnTo>
                    <a:pt x="34107" y="31929"/>
                  </a:lnTo>
                  <a:lnTo>
                    <a:pt x="32112" y="31890"/>
                  </a:lnTo>
                  <a:lnTo>
                    <a:pt x="30156" y="31825"/>
                  </a:lnTo>
                  <a:lnTo>
                    <a:pt x="28253" y="31734"/>
                  </a:lnTo>
                  <a:lnTo>
                    <a:pt x="26401" y="31629"/>
                  </a:lnTo>
                  <a:lnTo>
                    <a:pt x="24602" y="31499"/>
                  </a:lnTo>
                  <a:lnTo>
                    <a:pt x="22855" y="31343"/>
                  </a:lnTo>
                  <a:lnTo>
                    <a:pt x="21160" y="31173"/>
                  </a:lnTo>
                  <a:lnTo>
                    <a:pt x="19531" y="31004"/>
                  </a:lnTo>
                  <a:lnTo>
                    <a:pt x="17953" y="30808"/>
                  </a:lnTo>
                  <a:lnTo>
                    <a:pt x="16441" y="30599"/>
                  </a:lnTo>
                  <a:lnTo>
                    <a:pt x="14981" y="30391"/>
                  </a:lnTo>
                  <a:lnTo>
                    <a:pt x="13586" y="30182"/>
                  </a:lnTo>
                  <a:lnTo>
                    <a:pt x="12256" y="29948"/>
                  </a:lnTo>
                  <a:lnTo>
                    <a:pt x="10978" y="29726"/>
                  </a:lnTo>
                  <a:lnTo>
                    <a:pt x="9779" y="29491"/>
                  </a:lnTo>
                  <a:lnTo>
                    <a:pt x="8632" y="29270"/>
                  </a:lnTo>
                  <a:lnTo>
                    <a:pt x="7549" y="29035"/>
                  </a:lnTo>
                  <a:lnTo>
                    <a:pt x="6546" y="28813"/>
                  </a:lnTo>
                  <a:lnTo>
                    <a:pt x="5607" y="28592"/>
                  </a:lnTo>
                  <a:lnTo>
                    <a:pt x="4733" y="28383"/>
                  </a:lnTo>
                  <a:lnTo>
                    <a:pt x="3925" y="28174"/>
                  </a:lnTo>
                  <a:lnTo>
                    <a:pt x="2543" y="27809"/>
                  </a:lnTo>
                  <a:lnTo>
                    <a:pt x="1448" y="27497"/>
                  </a:lnTo>
                  <a:lnTo>
                    <a:pt x="653" y="27249"/>
                  </a:lnTo>
                  <a:lnTo>
                    <a:pt x="1" y="27040"/>
                  </a:lnTo>
                  <a:lnTo>
                    <a:pt x="5203" y="1"/>
                  </a:lnTo>
                  <a:lnTo>
                    <a:pt x="67117" y="1"/>
                  </a:lnTo>
                  <a:lnTo>
                    <a:pt x="72319" y="2704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5941634" y="3078864"/>
              <a:ext cx="170737" cy="603070"/>
            </a:xfrm>
            <a:custGeom>
              <a:rect b="b" l="l" r="r" t="t"/>
              <a:pathLst>
                <a:path extrusionOk="0" h="19713" w="5581">
                  <a:moveTo>
                    <a:pt x="5581" y="0"/>
                  </a:moveTo>
                  <a:lnTo>
                    <a:pt x="1" y="18995"/>
                  </a:lnTo>
                  <a:lnTo>
                    <a:pt x="5294" y="19713"/>
                  </a:lnTo>
                  <a:lnTo>
                    <a:pt x="5581" y="0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7115835" y="3078864"/>
              <a:ext cx="170339" cy="603070"/>
            </a:xfrm>
            <a:custGeom>
              <a:rect b="b" l="l" r="r" t="t"/>
              <a:pathLst>
                <a:path extrusionOk="0" h="19713" w="5568">
                  <a:moveTo>
                    <a:pt x="1" y="0"/>
                  </a:moveTo>
                  <a:lnTo>
                    <a:pt x="275" y="19713"/>
                  </a:lnTo>
                  <a:lnTo>
                    <a:pt x="5568" y="189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666056" y="2733841"/>
              <a:ext cx="1927236" cy="98141"/>
            </a:xfrm>
            <a:custGeom>
              <a:rect b="b" l="l" r="r" t="t"/>
              <a:pathLst>
                <a:path extrusionOk="0" h="3208" w="62997">
                  <a:moveTo>
                    <a:pt x="548" y="1"/>
                  </a:moveTo>
                  <a:lnTo>
                    <a:pt x="0" y="3208"/>
                  </a:lnTo>
                  <a:lnTo>
                    <a:pt x="62997" y="3208"/>
                  </a:lnTo>
                  <a:lnTo>
                    <a:pt x="62462" y="1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666056" y="2733841"/>
              <a:ext cx="1927236" cy="98141"/>
            </a:xfrm>
            <a:custGeom>
              <a:rect b="b" l="l" r="r" t="t"/>
              <a:pathLst>
                <a:path extrusionOk="0" fill="none" h="3208" w="62997">
                  <a:moveTo>
                    <a:pt x="62997" y="3208"/>
                  </a:moveTo>
                  <a:lnTo>
                    <a:pt x="0" y="3208"/>
                  </a:lnTo>
                  <a:lnTo>
                    <a:pt x="548" y="1"/>
                  </a:lnTo>
                  <a:lnTo>
                    <a:pt x="62462" y="1"/>
                  </a:lnTo>
                  <a:lnTo>
                    <a:pt x="62997" y="320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524046" y="2733841"/>
              <a:ext cx="331867" cy="852368"/>
            </a:xfrm>
            <a:custGeom>
              <a:rect b="b" l="l" r="r" t="t"/>
              <a:pathLst>
                <a:path extrusionOk="0" h="27862" w="10848">
                  <a:moveTo>
                    <a:pt x="5203" y="1"/>
                  </a:moveTo>
                  <a:lnTo>
                    <a:pt x="1" y="27040"/>
                  </a:lnTo>
                  <a:lnTo>
                    <a:pt x="2726" y="27862"/>
                  </a:lnTo>
                  <a:lnTo>
                    <a:pt x="10848" y="2791"/>
                  </a:lnTo>
                  <a:lnTo>
                    <a:pt x="5203" y="1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6839462" y="1681704"/>
              <a:ext cx="69414" cy="103311"/>
            </a:xfrm>
            <a:custGeom>
              <a:rect b="b" l="l" r="r" t="t"/>
              <a:pathLst>
                <a:path extrusionOk="0" h="3377" w="2269">
                  <a:moveTo>
                    <a:pt x="0" y="0"/>
                  </a:moveTo>
                  <a:lnTo>
                    <a:pt x="0" y="3377"/>
                  </a:lnTo>
                  <a:lnTo>
                    <a:pt x="2269" y="337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7404598" y="2733841"/>
              <a:ext cx="331867" cy="852368"/>
            </a:xfrm>
            <a:custGeom>
              <a:rect b="b" l="l" r="r" t="t"/>
              <a:pathLst>
                <a:path extrusionOk="0" h="27862" w="10848">
                  <a:moveTo>
                    <a:pt x="5646" y="1"/>
                  </a:moveTo>
                  <a:lnTo>
                    <a:pt x="1" y="2791"/>
                  </a:lnTo>
                  <a:lnTo>
                    <a:pt x="8123" y="27862"/>
                  </a:lnTo>
                  <a:lnTo>
                    <a:pt x="10848" y="27040"/>
                  </a:lnTo>
                  <a:lnTo>
                    <a:pt x="5646" y="1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6214060" y="4468039"/>
              <a:ext cx="831627" cy="113284"/>
            </a:xfrm>
            <a:custGeom>
              <a:rect b="b" l="l" r="r" t="t"/>
              <a:pathLst>
                <a:path extrusionOk="0" h="3703" w="27184">
                  <a:moveTo>
                    <a:pt x="0" y="0"/>
                  </a:moveTo>
                  <a:lnTo>
                    <a:pt x="0" y="3703"/>
                  </a:lnTo>
                  <a:lnTo>
                    <a:pt x="27183" y="3703"/>
                  </a:lnTo>
                  <a:lnTo>
                    <a:pt x="27183" y="0"/>
                  </a:lnTo>
                  <a:close/>
                </a:path>
              </a:pathLst>
            </a:custGeom>
            <a:solidFill>
              <a:srgbClr val="7A6544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6760472" y="1996379"/>
              <a:ext cx="230178" cy="737493"/>
            </a:xfrm>
            <a:custGeom>
              <a:rect b="b" l="l" r="r" t="t"/>
              <a:pathLst>
                <a:path extrusionOk="0" h="24107" w="7524">
                  <a:moveTo>
                    <a:pt x="3573" y="1"/>
                  </a:moveTo>
                  <a:lnTo>
                    <a:pt x="3377" y="14"/>
                  </a:lnTo>
                  <a:lnTo>
                    <a:pt x="3195" y="40"/>
                  </a:lnTo>
                  <a:lnTo>
                    <a:pt x="2999" y="79"/>
                  </a:lnTo>
                  <a:lnTo>
                    <a:pt x="2830" y="118"/>
                  </a:lnTo>
                  <a:lnTo>
                    <a:pt x="2647" y="170"/>
                  </a:lnTo>
                  <a:lnTo>
                    <a:pt x="2465" y="222"/>
                  </a:lnTo>
                  <a:lnTo>
                    <a:pt x="2295" y="287"/>
                  </a:lnTo>
                  <a:lnTo>
                    <a:pt x="2139" y="366"/>
                  </a:lnTo>
                  <a:lnTo>
                    <a:pt x="1969" y="457"/>
                  </a:lnTo>
                  <a:lnTo>
                    <a:pt x="1813" y="548"/>
                  </a:lnTo>
                  <a:lnTo>
                    <a:pt x="1656" y="639"/>
                  </a:lnTo>
                  <a:lnTo>
                    <a:pt x="1513" y="744"/>
                  </a:lnTo>
                  <a:lnTo>
                    <a:pt x="1370" y="861"/>
                  </a:lnTo>
                  <a:lnTo>
                    <a:pt x="1239" y="978"/>
                  </a:lnTo>
                  <a:lnTo>
                    <a:pt x="1109" y="1096"/>
                  </a:lnTo>
                  <a:lnTo>
                    <a:pt x="978" y="1226"/>
                  </a:lnTo>
                  <a:lnTo>
                    <a:pt x="861" y="1369"/>
                  </a:lnTo>
                  <a:lnTo>
                    <a:pt x="744" y="1513"/>
                  </a:lnTo>
                  <a:lnTo>
                    <a:pt x="639" y="1656"/>
                  </a:lnTo>
                  <a:lnTo>
                    <a:pt x="548" y="1813"/>
                  </a:lnTo>
                  <a:lnTo>
                    <a:pt x="457" y="1969"/>
                  </a:lnTo>
                  <a:lnTo>
                    <a:pt x="379" y="2126"/>
                  </a:lnTo>
                  <a:lnTo>
                    <a:pt x="300" y="2295"/>
                  </a:lnTo>
                  <a:lnTo>
                    <a:pt x="235" y="2465"/>
                  </a:lnTo>
                  <a:lnTo>
                    <a:pt x="170" y="2634"/>
                  </a:lnTo>
                  <a:lnTo>
                    <a:pt x="118" y="2817"/>
                  </a:lnTo>
                  <a:lnTo>
                    <a:pt x="79" y="2999"/>
                  </a:lnTo>
                  <a:lnTo>
                    <a:pt x="40" y="3182"/>
                  </a:lnTo>
                  <a:lnTo>
                    <a:pt x="27" y="3377"/>
                  </a:lnTo>
                  <a:lnTo>
                    <a:pt x="1" y="3560"/>
                  </a:lnTo>
                  <a:lnTo>
                    <a:pt x="1" y="3755"/>
                  </a:lnTo>
                  <a:lnTo>
                    <a:pt x="1" y="24107"/>
                  </a:lnTo>
                  <a:lnTo>
                    <a:pt x="7523" y="24107"/>
                  </a:lnTo>
                  <a:lnTo>
                    <a:pt x="7523" y="3755"/>
                  </a:lnTo>
                  <a:lnTo>
                    <a:pt x="7523" y="3560"/>
                  </a:lnTo>
                  <a:lnTo>
                    <a:pt x="7510" y="3377"/>
                  </a:lnTo>
                  <a:lnTo>
                    <a:pt x="7484" y="3182"/>
                  </a:lnTo>
                  <a:lnTo>
                    <a:pt x="7445" y="2999"/>
                  </a:lnTo>
                  <a:lnTo>
                    <a:pt x="7406" y="2817"/>
                  </a:lnTo>
                  <a:lnTo>
                    <a:pt x="7354" y="2634"/>
                  </a:lnTo>
                  <a:lnTo>
                    <a:pt x="7302" y="2465"/>
                  </a:lnTo>
                  <a:lnTo>
                    <a:pt x="7236" y="2295"/>
                  </a:lnTo>
                  <a:lnTo>
                    <a:pt x="7158" y="2126"/>
                  </a:lnTo>
                  <a:lnTo>
                    <a:pt x="7067" y="1969"/>
                  </a:lnTo>
                  <a:lnTo>
                    <a:pt x="6976" y="1813"/>
                  </a:lnTo>
                  <a:lnTo>
                    <a:pt x="6884" y="1656"/>
                  </a:lnTo>
                  <a:lnTo>
                    <a:pt x="6780" y="1513"/>
                  </a:lnTo>
                  <a:lnTo>
                    <a:pt x="6663" y="1369"/>
                  </a:lnTo>
                  <a:lnTo>
                    <a:pt x="6545" y="1226"/>
                  </a:lnTo>
                  <a:lnTo>
                    <a:pt x="6428" y="1096"/>
                  </a:lnTo>
                  <a:lnTo>
                    <a:pt x="6298" y="978"/>
                  </a:lnTo>
                  <a:lnTo>
                    <a:pt x="6154" y="861"/>
                  </a:lnTo>
                  <a:lnTo>
                    <a:pt x="6011" y="744"/>
                  </a:lnTo>
                  <a:lnTo>
                    <a:pt x="5867" y="639"/>
                  </a:lnTo>
                  <a:lnTo>
                    <a:pt x="5711" y="548"/>
                  </a:lnTo>
                  <a:lnTo>
                    <a:pt x="5555" y="457"/>
                  </a:lnTo>
                  <a:lnTo>
                    <a:pt x="5398" y="366"/>
                  </a:lnTo>
                  <a:lnTo>
                    <a:pt x="5229" y="287"/>
                  </a:lnTo>
                  <a:lnTo>
                    <a:pt x="5059" y="222"/>
                  </a:lnTo>
                  <a:lnTo>
                    <a:pt x="4877" y="170"/>
                  </a:lnTo>
                  <a:lnTo>
                    <a:pt x="4707" y="118"/>
                  </a:lnTo>
                  <a:lnTo>
                    <a:pt x="4525" y="79"/>
                  </a:lnTo>
                  <a:lnTo>
                    <a:pt x="4342" y="40"/>
                  </a:lnTo>
                  <a:lnTo>
                    <a:pt x="4146" y="14"/>
                  </a:lnTo>
                  <a:lnTo>
                    <a:pt x="39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827470" y="1748304"/>
              <a:ext cx="96152" cy="262851"/>
            </a:xfrm>
            <a:custGeom>
              <a:rect b="b" l="l" r="r" t="t"/>
              <a:pathLst>
                <a:path extrusionOk="0" h="8592" w="3143">
                  <a:moveTo>
                    <a:pt x="1" y="0"/>
                  </a:moveTo>
                  <a:lnTo>
                    <a:pt x="1" y="8592"/>
                  </a:lnTo>
                  <a:lnTo>
                    <a:pt x="3143" y="8592"/>
                  </a:lnTo>
                  <a:lnTo>
                    <a:pt x="31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779623" y="2232492"/>
              <a:ext cx="211027" cy="277229"/>
            </a:xfrm>
            <a:custGeom>
              <a:rect b="b" l="l" r="r" t="t"/>
              <a:pathLst>
                <a:path extrusionOk="0" h="9062" w="6898">
                  <a:moveTo>
                    <a:pt x="0" y="1"/>
                  </a:moveTo>
                  <a:lnTo>
                    <a:pt x="0" y="9062"/>
                  </a:lnTo>
                  <a:lnTo>
                    <a:pt x="6897" y="9062"/>
                  </a:lnTo>
                  <a:lnTo>
                    <a:pt x="6897" y="1"/>
                  </a:lnTo>
                  <a:close/>
                </a:path>
              </a:pathLst>
            </a:custGeom>
            <a:solidFill>
              <a:srgbClr val="EADACA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817099" y="1747509"/>
              <a:ext cx="114110" cy="29522"/>
            </a:xfrm>
            <a:custGeom>
              <a:rect b="b" l="l" r="r" t="t"/>
              <a:pathLst>
                <a:path extrusionOk="0" h="965" w="3730">
                  <a:moveTo>
                    <a:pt x="1" y="0"/>
                  </a:moveTo>
                  <a:lnTo>
                    <a:pt x="1" y="965"/>
                  </a:lnTo>
                  <a:lnTo>
                    <a:pt x="3730" y="965"/>
                  </a:lnTo>
                  <a:lnTo>
                    <a:pt x="37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6811929" y="2273577"/>
              <a:ext cx="175907" cy="16398"/>
            </a:xfrm>
            <a:custGeom>
              <a:rect b="b" l="l" r="r" t="t"/>
              <a:pathLst>
                <a:path extrusionOk="0" h="536" w="5750">
                  <a:moveTo>
                    <a:pt x="0" y="1"/>
                  </a:moveTo>
                  <a:lnTo>
                    <a:pt x="0" y="535"/>
                  </a:lnTo>
                  <a:lnTo>
                    <a:pt x="5750" y="535"/>
                  </a:lnTo>
                  <a:lnTo>
                    <a:pt x="57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6844632" y="2444681"/>
              <a:ext cx="110898" cy="13185"/>
            </a:xfrm>
            <a:custGeom>
              <a:rect b="b" l="l" r="r" t="t"/>
              <a:pathLst>
                <a:path extrusionOk="0" h="431" w="3625">
                  <a:moveTo>
                    <a:pt x="0" y="1"/>
                  </a:moveTo>
                  <a:lnTo>
                    <a:pt x="0" y="431"/>
                  </a:lnTo>
                  <a:lnTo>
                    <a:pt x="3625" y="431"/>
                  </a:lnTo>
                  <a:lnTo>
                    <a:pt x="36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6844632" y="2473010"/>
              <a:ext cx="110898" cy="13185"/>
            </a:xfrm>
            <a:custGeom>
              <a:rect b="b" l="l" r="r" t="t"/>
              <a:pathLst>
                <a:path extrusionOk="0" h="431" w="3625">
                  <a:moveTo>
                    <a:pt x="0" y="0"/>
                  </a:moveTo>
                  <a:lnTo>
                    <a:pt x="0" y="430"/>
                  </a:lnTo>
                  <a:lnTo>
                    <a:pt x="3625" y="430"/>
                  </a:lnTo>
                  <a:lnTo>
                    <a:pt x="36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6825084" y="2328216"/>
              <a:ext cx="149597" cy="80611"/>
            </a:xfrm>
            <a:custGeom>
              <a:rect b="b" l="l" r="r" t="t"/>
              <a:pathLst>
                <a:path extrusionOk="0" h="2635" w="4890">
                  <a:moveTo>
                    <a:pt x="2204" y="1"/>
                  </a:moveTo>
                  <a:lnTo>
                    <a:pt x="1956" y="27"/>
                  </a:lnTo>
                  <a:lnTo>
                    <a:pt x="1722" y="53"/>
                  </a:lnTo>
                  <a:lnTo>
                    <a:pt x="1500" y="105"/>
                  </a:lnTo>
                  <a:lnTo>
                    <a:pt x="1278" y="157"/>
                  </a:lnTo>
                  <a:lnTo>
                    <a:pt x="1083" y="222"/>
                  </a:lnTo>
                  <a:lnTo>
                    <a:pt x="900" y="301"/>
                  </a:lnTo>
                  <a:lnTo>
                    <a:pt x="718" y="379"/>
                  </a:lnTo>
                  <a:lnTo>
                    <a:pt x="561" y="483"/>
                  </a:lnTo>
                  <a:lnTo>
                    <a:pt x="418" y="574"/>
                  </a:lnTo>
                  <a:lnTo>
                    <a:pt x="301" y="692"/>
                  </a:lnTo>
                  <a:lnTo>
                    <a:pt x="196" y="796"/>
                  </a:lnTo>
                  <a:lnTo>
                    <a:pt x="118" y="926"/>
                  </a:lnTo>
                  <a:lnTo>
                    <a:pt x="53" y="1044"/>
                  </a:lnTo>
                  <a:lnTo>
                    <a:pt x="14" y="1174"/>
                  </a:lnTo>
                  <a:lnTo>
                    <a:pt x="1" y="1317"/>
                  </a:lnTo>
                  <a:lnTo>
                    <a:pt x="14" y="1448"/>
                  </a:lnTo>
                  <a:lnTo>
                    <a:pt x="53" y="1578"/>
                  </a:lnTo>
                  <a:lnTo>
                    <a:pt x="118" y="1709"/>
                  </a:lnTo>
                  <a:lnTo>
                    <a:pt x="196" y="1826"/>
                  </a:lnTo>
                  <a:lnTo>
                    <a:pt x="301" y="1943"/>
                  </a:lnTo>
                  <a:lnTo>
                    <a:pt x="418" y="2048"/>
                  </a:lnTo>
                  <a:lnTo>
                    <a:pt x="561" y="2152"/>
                  </a:lnTo>
                  <a:lnTo>
                    <a:pt x="718" y="2243"/>
                  </a:lnTo>
                  <a:lnTo>
                    <a:pt x="900" y="2321"/>
                  </a:lnTo>
                  <a:lnTo>
                    <a:pt x="1083" y="2400"/>
                  </a:lnTo>
                  <a:lnTo>
                    <a:pt x="1278" y="2465"/>
                  </a:lnTo>
                  <a:lnTo>
                    <a:pt x="1500" y="2530"/>
                  </a:lnTo>
                  <a:lnTo>
                    <a:pt x="1722" y="2569"/>
                  </a:lnTo>
                  <a:lnTo>
                    <a:pt x="1956" y="2595"/>
                  </a:lnTo>
                  <a:lnTo>
                    <a:pt x="2204" y="2621"/>
                  </a:lnTo>
                  <a:lnTo>
                    <a:pt x="2452" y="2634"/>
                  </a:lnTo>
                  <a:lnTo>
                    <a:pt x="2699" y="2621"/>
                  </a:lnTo>
                  <a:lnTo>
                    <a:pt x="2947" y="2595"/>
                  </a:lnTo>
                  <a:lnTo>
                    <a:pt x="3182" y="2569"/>
                  </a:lnTo>
                  <a:lnTo>
                    <a:pt x="3403" y="2530"/>
                  </a:lnTo>
                  <a:lnTo>
                    <a:pt x="3612" y="2465"/>
                  </a:lnTo>
                  <a:lnTo>
                    <a:pt x="3821" y="2400"/>
                  </a:lnTo>
                  <a:lnTo>
                    <a:pt x="4003" y="2321"/>
                  </a:lnTo>
                  <a:lnTo>
                    <a:pt x="4173" y="2243"/>
                  </a:lnTo>
                  <a:lnTo>
                    <a:pt x="4342" y="2152"/>
                  </a:lnTo>
                  <a:lnTo>
                    <a:pt x="4472" y="2048"/>
                  </a:lnTo>
                  <a:lnTo>
                    <a:pt x="4603" y="1943"/>
                  </a:lnTo>
                  <a:lnTo>
                    <a:pt x="4707" y="1826"/>
                  </a:lnTo>
                  <a:lnTo>
                    <a:pt x="4785" y="1709"/>
                  </a:lnTo>
                  <a:lnTo>
                    <a:pt x="4851" y="1578"/>
                  </a:lnTo>
                  <a:lnTo>
                    <a:pt x="4877" y="1448"/>
                  </a:lnTo>
                  <a:lnTo>
                    <a:pt x="4890" y="1317"/>
                  </a:lnTo>
                  <a:lnTo>
                    <a:pt x="4877" y="1174"/>
                  </a:lnTo>
                  <a:lnTo>
                    <a:pt x="4851" y="1044"/>
                  </a:lnTo>
                  <a:lnTo>
                    <a:pt x="4785" y="926"/>
                  </a:lnTo>
                  <a:lnTo>
                    <a:pt x="4707" y="796"/>
                  </a:lnTo>
                  <a:lnTo>
                    <a:pt x="4603" y="692"/>
                  </a:lnTo>
                  <a:lnTo>
                    <a:pt x="4472" y="574"/>
                  </a:lnTo>
                  <a:lnTo>
                    <a:pt x="4342" y="483"/>
                  </a:lnTo>
                  <a:lnTo>
                    <a:pt x="4173" y="379"/>
                  </a:lnTo>
                  <a:lnTo>
                    <a:pt x="4003" y="301"/>
                  </a:lnTo>
                  <a:lnTo>
                    <a:pt x="3821" y="222"/>
                  </a:lnTo>
                  <a:lnTo>
                    <a:pt x="3612" y="157"/>
                  </a:lnTo>
                  <a:lnTo>
                    <a:pt x="3403" y="105"/>
                  </a:lnTo>
                  <a:lnTo>
                    <a:pt x="3182" y="53"/>
                  </a:lnTo>
                  <a:lnTo>
                    <a:pt x="2947" y="27"/>
                  </a:lnTo>
                  <a:lnTo>
                    <a:pt x="26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6551097" y="1676952"/>
              <a:ext cx="86974" cy="1047395"/>
            </a:xfrm>
            <a:custGeom>
              <a:rect b="b" l="l" r="r" t="t"/>
              <a:pathLst>
                <a:path extrusionOk="0" fill="none" h="34237" w="2843">
                  <a:moveTo>
                    <a:pt x="2842" y="0"/>
                  </a:moveTo>
                  <a:lnTo>
                    <a:pt x="0" y="34237"/>
                  </a:lnTo>
                </a:path>
              </a:pathLst>
            </a:custGeom>
            <a:solidFill>
              <a:schemeClr val="accent2"/>
            </a:solidFill>
            <a:ln cap="rnd" cmpd="sng" w="177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567831" y="1455932"/>
              <a:ext cx="151984" cy="232166"/>
            </a:xfrm>
            <a:custGeom>
              <a:rect b="b" l="l" r="r" t="t"/>
              <a:pathLst>
                <a:path extrusionOk="0" h="7589" w="4968">
                  <a:moveTo>
                    <a:pt x="3873" y="1"/>
                  </a:moveTo>
                  <a:lnTo>
                    <a:pt x="3521" y="223"/>
                  </a:lnTo>
                  <a:lnTo>
                    <a:pt x="3169" y="470"/>
                  </a:lnTo>
                  <a:lnTo>
                    <a:pt x="2830" y="731"/>
                  </a:lnTo>
                  <a:lnTo>
                    <a:pt x="2504" y="1005"/>
                  </a:lnTo>
                  <a:lnTo>
                    <a:pt x="2204" y="1292"/>
                  </a:lnTo>
                  <a:lnTo>
                    <a:pt x="1904" y="1591"/>
                  </a:lnTo>
                  <a:lnTo>
                    <a:pt x="1617" y="1904"/>
                  </a:lnTo>
                  <a:lnTo>
                    <a:pt x="1343" y="2243"/>
                  </a:lnTo>
                  <a:lnTo>
                    <a:pt x="1122" y="2517"/>
                  </a:lnTo>
                  <a:lnTo>
                    <a:pt x="913" y="2817"/>
                  </a:lnTo>
                  <a:lnTo>
                    <a:pt x="705" y="3130"/>
                  </a:lnTo>
                  <a:lnTo>
                    <a:pt x="509" y="3456"/>
                  </a:lnTo>
                  <a:lnTo>
                    <a:pt x="327" y="3795"/>
                  </a:lnTo>
                  <a:lnTo>
                    <a:pt x="248" y="3964"/>
                  </a:lnTo>
                  <a:lnTo>
                    <a:pt x="183" y="4134"/>
                  </a:lnTo>
                  <a:lnTo>
                    <a:pt x="131" y="4316"/>
                  </a:lnTo>
                  <a:lnTo>
                    <a:pt x="79" y="4486"/>
                  </a:lnTo>
                  <a:lnTo>
                    <a:pt x="40" y="4668"/>
                  </a:lnTo>
                  <a:lnTo>
                    <a:pt x="14" y="4851"/>
                  </a:lnTo>
                  <a:lnTo>
                    <a:pt x="1" y="5098"/>
                  </a:lnTo>
                  <a:lnTo>
                    <a:pt x="14" y="5346"/>
                  </a:lnTo>
                  <a:lnTo>
                    <a:pt x="53" y="5594"/>
                  </a:lnTo>
                  <a:lnTo>
                    <a:pt x="105" y="5829"/>
                  </a:lnTo>
                  <a:lnTo>
                    <a:pt x="183" y="6050"/>
                  </a:lnTo>
                  <a:lnTo>
                    <a:pt x="287" y="6272"/>
                  </a:lnTo>
                  <a:lnTo>
                    <a:pt x="418" y="6480"/>
                  </a:lnTo>
                  <a:lnTo>
                    <a:pt x="548" y="6676"/>
                  </a:lnTo>
                  <a:lnTo>
                    <a:pt x="718" y="6845"/>
                  </a:lnTo>
                  <a:lnTo>
                    <a:pt x="887" y="7015"/>
                  </a:lnTo>
                  <a:lnTo>
                    <a:pt x="1083" y="7158"/>
                  </a:lnTo>
                  <a:lnTo>
                    <a:pt x="1278" y="7276"/>
                  </a:lnTo>
                  <a:lnTo>
                    <a:pt x="1500" y="7393"/>
                  </a:lnTo>
                  <a:lnTo>
                    <a:pt x="1735" y="7471"/>
                  </a:lnTo>
                  <a:lnTo>
                    <a:pt x="1969" y="7536"/>
                  </a:lnTo>
                  <a:lnTo>
                    <a:pt x="2217" y="7576"/>
                  </a:lnTo>
                  <a:lnTo>
                    <a:pt x="2478" y="7589"/>
                  </a:lnTo>
                  <a:lnTo>
                    <a:pt x="2725" y="7576"/>
                  </a:lnTo>
                  <a:lnTo>
                    <a:pt x="2973" y="7550"/>
                  </a:lnTo>
                  <a:lnTo>
                    <a:pt x="3208" y="7484"/>
                  </a:lnTo>
                  <a:lnTo>
                    <a:pt x="3429" y="7406"/>
                  </a:lnTo>
                  <a:lnTo>
                    <a:pt x="3651" y="7302"/>
                  </a:lnTo>
                  <a:lnTo>
                    <a:pt x="3847" y="7184"/>
                  </a:lnTo>
                  <a:lnTo>
                    <a:pt x="4042" y="7041"/>
                  </a:lnTo>
                  <a:lnTo>
                    <a:pt x="4225" y="6885"/>
                  </a:lnTo>
                  <a:lnTo>
                    <a:pt x="4381" y="6702"/>
                  </a:lnTo>
                  <a:lnTo>
                    <a:pt x="4525" y="6520"/>
                  </a:lnTo>
                  <a:lnTo>
                    <a:pt x="4655" y="6311"/>
                  </a:lnTo>
                  <a:lnTo>
                    <a:pt x="4759" y="6089"/>
                  </a:lnTo>
                  <a:lnTo>
                    <a:pt x="4850" y="5868"/>
                  </a:lnTo>
                  <a:lnTo>
                    <a:pt x="4916" y="5620"/>
                  </a:lnTo>
                  <a:lnTo>
                    <a:pt x="4955" y="5372"/>
                  </a:lnTo>
                  <a:lnTo>
                    <a:pt x="4968" y="5229"/>
                  </a:lnTo>
                  <a:lnTo>
                    <a:pt x="4955" y="5072"/>
                  </a:lnTo>
                  <a:lnTo>
                    <a:pt x="4955" y="4929"/>
                  </a:lnTo>
                  <a:lnTo>
                    <a:pt x="4929" y="4773"/>
                  </a:lnTo>
                  <a:lnTo>
                    <a:pt x="4877" y="4473"/>
                  </a:lnTo>
                  <a:lnTo>
                    <a:pt x="4811" y="4186"/>
                  </a:lnTo>
                  <a:lnTo>
                    <a:pt x="4733" y="3834"/>
                  </a:lnTo>
                  <a:lnTo>
                    <a:pt x="4655" y="3495"/>
                  </a:lnTo>
                  <a:lnTo>
                    <a:pt x="4603" y="3143"/>
                  </a:lnTo>
                  <a:lnTo>
                    <a:pt x="4551" y="2791"/>
                  </a:lnTo>
                  <a:lnTo>
                    <a:pt x="4498" y="2387"/>
                  </a:lnTo>
                  <a:lnTo>
                    <a:pt x="4433" y="1983"/>
                  </a:lnTo>
                  <a:lnTo>
                    <a:pt x="4355" y="1578"/>
                  </a:lnTo>
                  <a:lnTo>
                    <a:pt x="4264" y="1174"/>
                  </a:lnTo>
                  <a:lnTo>
                    <a:pt x="4055" y="548"/>
                  </a:lnTo>
                  <a:lnTo>
                    <a:pt x="3925" y="170"/>
                  </a:lnTo>
                  <a:lnTo>
                    <a:pt x="3873" y="1"/>
                  </a:lnTo>
                  <a:close/>
                </a:path>
              </a:pathLst>
            </a:custGeom>
            <a:solidFill>
              <a:srgbClr val="F2563A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569025" y="1451159"/>
              <a:ext cx="151984" cy="237337"/>
            </a:xfrm>
            <a:custGeom>
              <a:rect b="b" l="l" r="r" t="t"/>
              <a:pathLst>
                <a:path extrusionOk="0" h="7758" w="4968">
                  <a:moveTo>
                    <a:pt x="1956" y="0"/>
                  </a:moveTo>
                  <a:lnTo>
                    <a:pt x="1878" y="170"/>
                  </a:lnTo>
                  <a:lnTo>
                    <a:pt x="1683" y="522"/>
                  </a:lnTo>
                  <a:lnTo>
                    <a:pt x="1383" y="1096"/>
                  </a:lnTo>
                  <a:lnTo>
                    <a:pt x="1213" y="1474"/>
                  </a:lnTo>
                  <a:lnTo>
                    <a:pt x="1070" y="1865"/>
                  </a:lnTo>
                  <a:lnTo>
                    <a:pt x="952" y="2243"/>
                  </a:lnTo>
                  <a:lnTo>
                    <a:pt x="822" y="2634"/>
                  </a:lnTo>
                  <a:lnTo>
                    <a:pt x="718" y="2986"/>
                  </a:lnTo>
                  <a:lnTo>
                    <a:pt x="600" y="3312"/>
                  </a:lnTo>
                  <a:lnTo>
                    <a:pt x="483" y="3651"/>
                  </a:lnTo>
                  <a:lnTo>
                    <a:pt x="340" y="3977"/>
                  </a:lnTo>
                  <a:lnTo>
                    <a:pt x="222" y="4251"/>
                  </a:lnTo>
                  <a:lnTo>
                    <a:pt x="118" y="4537"/>
                  </a:lnTo>
                  <a:lnTo>
                    <a:pt x="79" y="4681"/>
                  </a:lnTo>
                  <a:lnTo>
                    <a:pt x="40" y="4824"/>
                  </a:lnTo>
                  <a:lnTo>
                    <a:pt x="14" y="4981"/>
                  </a:lnTo>
                  <a:lnTo>
                    <a:pt x="1" y="5124"/>
                  </a:lnTo>
                  <a:lnTo>
                    <a:pt x="1" y="5372"/>
                  </a:lnTo>
                  <a:lnTo>
                    <a:pt x="27" y="5620"/>
                  </a:lnTo>
                  <a:lnTo>
                    <a:pt x="66" y="5867"/>
                  </a:lnTo>
                  <a:lnTo>
                    <a:pt x="144" y="6102"/>
                  </a:lnTo>
                  <a:lnTo>
                    <a:pt x="235" y="6324"/>
                  </a:lnTo>
                  <a:lnTo>
                    <a:pt x="340" y="6532"/>
                  </a:lnTo>
                  <a:lnTo>
                    <a:pt x="470" y="6728"/>
                  </a:lnTo>
                  <a:lnTo>
                    <a:pt x="626" y="6923"/>
                  </a:lnTo>
                  <a:lnTo>
                    <a:pt x="783" y="7093"/>
                  </a:lnTo>
                  <a:lnTo>
                    <a:pt x="965" y="7249"/>
                  </a:lnTo>
                  <a:lnTo>
                    <a:pt x="1161" y="7380"/>
                  </a:lnTo>
                  <a:lnTo>
                    <a:pt x="1383" y="7497"/>
                  </a:lnTo>
                  <a:lnTo>
                    <a:pt x="1604" y="7588"/>
                  </a:lnTo>
                  <a:lnTo>
                    <a:pt x="1839" y="7666"/>
                  </a:lnTo>
                  <a:lnTo>
                    <a:pt x="2074" y="7719"/>
                  </a:lnTo>
                  <a:lnTo>
                    <a:pt x="2334" y="7745"/>
                  </a:lnTo>
                  <a:lnTo>
                    <a:pt x="2582" y="7758"/>
                  </a:lnTo>
                  <a:lnTo>
                    <a:pt x="2830" y="7732"/>
                  </a:lnTo>
                  <a:lnTo>
                    <a:pt x="3078" y="7679"/>
                  </a:lnTo>
                  <a:lnTo>
                    <a:pt x="3312" y="7614"/>
                  </a:lnTo>
                  <a:lnTo>
                    <a:pt x="3534" y="7523"/>
                  </a:lnTo>
                  <a:lnTo>
                    <a:pt x="3742" y="7406"/>
                  </a:lnTo>
                  <a:lnTo>
                    <a:pt x="3938" y="7275"/>
                  </a:lnTo>
                  <a:lnTo>
                    <a:pt x="4120" y="7132"/>
                  </a:lnTo>
                  <a:lnTo>
                    <a:pt x="4303" y="6962"/>
                  </a:lnTo>
                  <a:lnTo>
                    <a:pt x="4446" y="6780"/>
                  </a:lnTo>
                  <a:lnTo>
                    <a:pt x="4590" y="6584"/>
                  </a:lnTo>
                  <a:lnTo>
                    <a:pt x="4707" y="6376"/>
                  </a:lnTo>
                  <a:lnTo>
                    <a:pt x="4798" y="6154"/>
                  </a:lnTo>
                  <a:lnTo>
                    <a:pt x="4877" y="5919"/>
                  </a:lnTo>
                  <a:lnTo>
                    <a:pt x="4929" y="5672"/>
                  </a:lnTo>
                  <a:lnTo>
                    <a:pt x="4955" y="5424"/>
                  </a:lnTo>
                  <a:lnTo>
                    <a:pt x="4968" y="5241"/>
                  </a:lnTo>
                  <a:lnTo>
                    <a:pt x="4955" y="5059"/>
                  </a:lnTo>
                  <a:lnTo>
                    <a:pt x="4942" y="4876"/>
                  </a:lnTo>
                  <a:lnTo>
                    <a:pt x="4903" y="4694"/>
                  </a:lnTo>
                  <a:lnTo>
                    <a:pt x="4864" y="4511"/>
                  </a:lnTo>
                  <a:lnTo>
                    <a:pt x="4825" y="4329"/>
                  </a:lnTo>
                  <a:lnTo>
                    <a:pt x="4707" y="3964"/>
                  </a:lnTo>
                  <a:lnTo>
                    <a:pt x="4564" y="3612"/>
                  </a:lnTo>
                  <a:lnTo>
                    <a:pt x="4407" y="3273"/>
                  </a:lnTo>
                  <a:lnTo>
                    <a:pt x="4251" y="2934"/>
                  </a:lnTo>
                  <a:lnTo>
                    <a:pt x="4081" y="2621"/>
                  </a:lnTo>
                  <a:lnTo>
                    <a:pt x="3873" y="2256"/>
                  </a:lnTo>
                  <a:lnTo>
                    <a:pt x="3638" y="1904"/>
                  </a:lnTo>
                  <a:lnTo>
                    <a:pt x="3390" y="1552"/>
                  </a:lnTo>
                  <a:lnTo>
                    <a:pt x="3130" y="1226"/>
                  </a:lnTo>
                  <a:lnTo>
                    <a:pt x="2856" y="900"/>
                  </a:lnTo>
                  <a:lnTo>
                    <a:pt x="2569" y="587"/>
                  </a:lnTo>
                  <a:lnTo>
                    <a:pt x="2269" y="287"/>
                  </a:lnTo>
                  <a:lnTo>
                    <a:pt x="1956" y="0"/>
                  </a:lnTo>
                  <a:close/>
                </a:path>
              </a:pathLst>
            </a:custGeom>
            <a:solidFill>
              <a:srgbClr val="F2563A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567831" y="1496620"/>
              <a:ext cx="214606" cy="191478"/>
            </a:xfrm>
            <a:custGeom>
              <a:rect b="b" l="l" r="r" t="t"/>
              <a:pathLst>
                <a:path extrusionOk="0" h="6259" w="7015">
                  <a:moveTo>
                    <a:pt x="5137" y="1"/>
                  </a:moveTo>
                  <a:lnTo>
                    <a:pt x="4824" y="27"/>
                  </a:lnTo>
                  <a:lnTo>
                    <a:pt x="4511" y="53"/>
                  </a:lnTo>
                  <a:lnTo>
                    <a:pt x="4186" y="118"/>
                  </a:lnTo>
                  <a:lnTo>
                    <a:pt x="3873" y="183"/>
                  </a:lnTo>
                  <a:lnTo>
                    <a:pt x="3547" y="274"/>
                  </a:lnTo>
                  <a:lnTo>
                    <a:pt x="3234" y="392"/>
                  </a:lnTo>
                  <a:lnTo>
                    <a:pt x="2921" y="509"/>
                  </a:lnTo>
                  <a:lnTo>
                    <a:pt x="2621" y="653"/>
                  </a:lnTo>
                  <a:lnTo>
                    <a:pt x="2334" y="809"/>
                  </a:lnTo>
                  <a:lnTo>
                    <a:pt x="2060" y="992"/>
                  </a:lnTo>
                  <a:lnTo>
                    <a:pt x="1604" y="1304"/>
                  </a:lnTo>
                  <a:lnTo>
                    <a:pt x="1369" y="1474"/>
                  </a:lnTo>
                  <a:lnTo>
                    <a:pt x="1135" y="1656"/>
                  </a:lnTo>
                  <a:lnTo>
                    <a:pt x="913" y="1852"/>
                  </a:lnTo>
                  <a:lnTo>
                    <a:pt x="705" y="2048"/>
                  </a:lnTo>
                  <a:lnTo>
                    <a:pt x="522" y="2256"/>
                  </a:lnTo>
                  <a:lnTo>
                    <a:pt x="444" y="2373"/>
                  </a:lnTo>
                  <a:lnTo>
                    <a:pt x="366" y="2491"/>
                  </a:lnTo>
                  <a:lnTo>
                    <a:pt x="248" y="2712"/>
                  </a:lnTo>
                  <a:lnTo>
                    <a:pt x="144" y="2947"/>
                  </a:lnTo>
                  <a:lnTo>
                    <a:pt x="79" y="3182"/>
                  </a:lnTo>
                  <a:lnTo>
                    <a:pt x="27" y="3416"/>
                  </a:lnTo>
                  <a:lnTo>
                    <a:pt x="1" y="3651"/>
                  </a:lnTo>
                  <a:lnTo>
                    <a:pt x="1" y="3899"/>
                  </a:lnTo>
                  <a:lnTo>
                    <a:pt x="27" y="4134"/>
                  </a:lnTo>
                  <a:lnTo>
                    <a:pt x="79" y="4368"/>
                  </a:lnTo>
                  <a:lnTo>
                    <a:pt x="144" y="4590"/>
                  </a:lnTo>
                  <a:lnTo>
                    <a:pt x="222" y="4811"/>
                  </a:lnTo>
                  <a:lnTo>
                    <a:pt x="340" y="5033"/>
                  </a:lnTo>
                  <a:lnTo>
                    <a:pt x="470" y="5229"/>
                  </a:lnTo>
                  <a:lnTo>
                    <a:pt x="626" y="5424"/>
                  </a:lnTo>
                  <a:lnTo>
                    <a:pt x="796" y="5594"/>
                  </a:lnTo>
                  <a:lnTo>
                    <a:pt x="978" y="5750"/>
                  </a:lnTo>
                  <a:lnTo>
                    <a:pt x="1187" y="5894"/>
                  </a:lnTo>
                  <a:lnTo>
                    <a:pt x="1422" y="6024"/>
                  </a:lnTo>
                  <a:lnTo>
                    <a:pt x="1643" y="6115"/>
                  </a:lnTo>
                  <a:lnTo>
                    <a:pt x="1878" y="6193"/>
                  </a:lnTo>
                  <a:lnTo>
                    <a:pt x="2126" y="6233"/>
                  </a:lnTo>
                  <a:lnTo>
                    <a:pt x="2360" y="6259"/>
                  </a:lnTo>
                  <a:lnTo>
                    <a:pt x="2595" y="6259"/>
                  </a:lnTo>
                  <a:lnTo>
                    <a:pt x="2843" y="6233"/>
                  </a:lnTo>
                  <a:lnTo>
                    <a:pt x="3064" y="6193"/>
                  </a:lnTo>
                  <a:lnTo>
                    <a:pt x="3299" y="6128"/>
                  </a:lnTo>
                  <a:lnTo>
                    <a:pt x="3521" y="6037"/>
                  </a:lnTo>
                  <a:lnTo>
                    <a:pt x="3729" y="5920"/>
                  </a:lnTo>
                  <a:lnTo>
                    <a:pt x="3938" y="5789"/>
                  </a:lnTo>
                  <a:lnTo>
                    <a:pt x="4120" y="5646"/>
                  </a:lnTo>
                  <a:lnTo>
                    <a:pt x="4303" y="5476"/>
                  </a:lnTo>
                  <a:lnTo>
                    <a:pt x="4459" y="5281"/>
                  </a:lnTo>
                  <a:lnTo>
                    <a:pt x="4603" y="5072"/>
                  </a:lnTo>
                  <a:lnTo>
                    <a:pt x="4681" y="4929"/>
                  </a:lnTo>
                  <a:lnTo>
                    <a:pt x="4759" y="4772"/>
                  </a:lnTo>
                  <a:lnTo>
                    <a:pt x="4824" y="4616"/>
                  </a:lnTo>
                  <a:lnTo>
                    <a:pt x="4890" y="4459"/>
                  </a:lnTo>
                  <a:lnTo>
                    <a:pt x="4994" y="4134"/>
                  </a:lnTo>
                  <a:lnTo>
                    <a:pt x="5085" y="3795"/>
                  </a:lnTo>
                  <a:lnTo>
                    <a:pt x="5229" y="3104"/>
                  </a:lnTo>
                  <a:lnTo>
                    <a:pt x="5307" y="2752"/>
                  </a:lnTo>
                  <a:lnTo>
                    <a:pt x="5385" y="2413"/>
                  </a:lnTo>
                  <a:lnTo>
                    <a:pt x="5476" y="2074"/>
                  </a:lnTo>
                  <a:lnTo>
                    <a:pt x="5594" y="1761"/>
                  </a:lnTo>
                  <a:lnTo>
                    <a:pt x="5659" y="1604"/>
                  </a:lnTo>
                  <a:lnTo>
                    <a:pt x="5724" y="1461"/>
                  </a:lnTo>
                  <a:lnTo>
                    <a:pt x="5815" y="1317"/>
                  </a:lnTo>
                  <a:lnTo>
                    <a:pt x="5893" y="1174"/>
                  </a:lnTo>
                  <a:lnTo>
                    <a:pt x="5998" y="1044"/>
                  </a:lnTo>
                  <a:lnTo>
                    <a:pt x="6102" y="926"/>
                  </a:lnTo>
                  <a:lnTo>
                    <a:pt x="6219" y="809"/>
                  </a:lnTo>
                  <a:lnTo>
                    <a:pt x="6363" y="705"/>
                  </a:lnTo>
                  <a:lnTo>
                    <a:pt x="6506" y="600"/>
                  </a:lnTo>
                  <a:lnTo>
                    <a:pt x="6663" y="509"/>
                  </a:lnTo>
                  <a:lnTo>
                    <a:pt x="6832" y="431"/>
                  </a:lnTo>
                  <a:lnTo>
                    <a:pt x="7015" y="353"/>
                  </a:lnTo>
                  <a:lnTo>
                    <a:pt x="6715" y="235"/>
                  </a:lnTo>
                  <a:lnTo>
                    <a:pt x="6415" y="144"/>
                  </a:lnTo>
                  <a:lnTo>
                    <a:pt x="6102" y="79"/>
                  </a:lnTo>
                  <a:lnTo>
                    <a:pt x="5776" y="27"/>
                  </a:lnTo>
                  <a:lnTo>
                    <a:pt x="5463" y="1"/>
                  </a:lnTo>
                  <a:close/>
                </a:path>
              </a:pathLst>
            </a:custGeom>
            <a:solidFill>
              <a:srgbClr val="FF8771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527143" y="1477866"/>
              <a:ext cx="188695" cy="210232"/>
            </a:xfrm>
            <a:custGeom>
              <a:rect b="b" l="l" r="r" t="t"/>
              <a:pathLst>
                <a:path extrusionOk="0" h="6872" w="6168">
                  <a:moveTo>
                    <a:pt x="627" y="1"/>
                  </a:moveTo>
                  <a:lnTo>
                    <a:pt x="314" y="27"/>
                  </a:lnTo>
                  <a:lnTo>
                    <a:pt x="1" y="79"/>
                  </a:lnTo>
                  <a:lnTo>
                    <a:pt x="170" y="183"/>
                  </a:lnTo>
                  <a:lnTo>
                    <a:pt x="314" y="301"/>
                  </a:lnTo>
                  <a:lnTo>
                    <a:pt x="444" y="418"/>
                  </a:lnTo>
                  <a:lnTo>
                    <a:pt x="561" y="548"/>
                  </a:lnTo>
                  <a:lnTo>
                    <a:pt x="666" y="692"/>
                  </a:lnTo>
                  <a:lnTo>
                    <a:pt x="757" y="822"/>
                  </a:lnTo>
                  <a:lnTo>
                    <a:pt x="848" y="966"/>
                  </a:lnTo>
                  <a:lnTo>
                    <a:pt x="913" y="1122"/>
                  </a:lnTo>
                  <a:lnTo>
                    <a:pt x="966" y="1279"/>
                  </a:lnTo>
                  <a:lnTo>
                    <a:pt x="1018" y="1435"/>
                  </a:lnTo>
                  <a:lnTo>
                    <a:pt x="1057" y="1591"/>
                  </a:lnTo>
                  <a:lnTo>
                    <a:pt x="1083" y="1748"/>
                  </a:lnTo>
                  <a:lnTo>
                    <a:pt x="1135" y="2087"/>
                  </a:lnTo>
                  <a:lnTo>
                    <a:pt x="1148" y="2439"/>
                  </a:lnTo>
                  <a:lnTo>
                    <a:pt x="1148" y="2778"/>
                  </a:lnTo>
                  <a:lnTo>
                    <a:pt x="1148" y="3143"/>
                  </a:lnTo>
                  <a:lnTo>
                    <a:pt x="1148" y="3847"/>
                  </a:lnTo>
                  <a:lnTo>
                    <a:pt x="1161" y="4199"/>
                  </a:lnTo>
                  <a:lnTo>
                    <a:pt x="1187" y="4538"/>
                  </a:lnTo>
                  <a:lnTo>
                    <a:pt x="1213" y="4707"/>
                  </a:lnTo>
                  <a:lnTo>
                    <a:pt x="1252" y="4877"/>
                  </a:lnTo>
                  <a:lnTo>
                    <a:pt x="1291" y="5033"/>
                  </a:lnTo>
                  <a:lnTo>
                    <a:pt x="1344" y="5203"/>
                  </a:lnTo>
                  <a:lnTo>
                    <a:pt x="1435" y="5438"/>
                  </a:lnTo>
                  <a:lnTo>
                    <a:pt x="1552" y="5659"/>
                  </a:lnTo>
                  <a:lnTo>
                    <a:pt x="1683" y="5855"/>
                  </a:lnTo>
                  <a:lnTo>
                    <a:pt x="1839" y="6050"/>
                  </a:lnTo>
                  <a:lnTo>
                    <a:pt x="2009" y="6220"/>
                  </a:lnTo>
                  <a:lnTo>
                    <a:pt x="2191" y="6376"/>
                  </a:lnTo>
                  <a:lnTo>
                    <a:pt x="2387" y="6507"/>
                  </a:lnTo>
                  <a:lnTo>
                    <a:pt x="2595" y="6624"/>
                  </a:lnTo>
                  <a:lnTo>
                    <a:pt x="2817" y="6715"/>
                  </a:lnTo>
                  <a:lnTo>
                    <a:pt x="3038" y="6793"/>
                  </a:lnTo>
                  <a:lnTo>
                    <a:pt x="3273" y="6846"/>
                  </a:lnTo>
                  <a:lnTo>
                    <a:pt x="3521" y="6872"/>
                  </a:lnTo>
                  <a:lnTo>
                    <a:pt x="3756" y="6872"/>
                  </a:lnTo>
                  <a:lnTo>
                    <a:pt x="4003" y="6859"/>
                  </a:lnTo>
                  <a:lnTo>
                    <a:pt x="4251" y="6806"/>
                  </a:lnTo>
                  <a:lnTo>
                    <a:pt x="4499" y="6741"/>
                  </a:lnTo>
                  <a:lnTo>
                    <a:pt x="4733" y="6650"/>
                  </a:lnTo>
                  <a:lnTo>
                    <a:pt x="4955" y="6533"/>
                  </a:lnTo>
                  <a:lnTo>
                    <a:pt x="5151" y="6389"/>
                  </a:lnTo>
                  <a:lnTo>
                    <a:pt x="5346" y="6246"/>
                  </a:lnTo>
                  <a:lnTo>
                    <a:pt x="5516" y="6076"/>
                  </a:lnTo>
                  <a:lnTo>
                    <a:pt x="5672" y="5894"/>
                  </a:lnTo>
                  <a:lnTo>
                    <a:pt x="5802" y="5685"/>
                  </a:lnTo>
                  <a:lnTo>
                    <a:pt x="5920" y="5477"/>
                  </a:lnTo>
                  <a:lnTo>
                    <a:pt x="6011" y="5268"/>
                  </a:lnTo>
                  <a:lnTo>
                    <a:pt x="6089" y="5033"/>
                  </a:lnTo>
                  <a:lnTo>
                    <a:pt x="6141" y="4799"/>
                  </a:lnTo>
                  <a:lnTo>
                    <a:pt x="6167" y="4564"/>
                  </a:lnTo>
                  <a:lnTo>
                    <a:pt x="6167" y="4316"/>
                  </a:lnTo>
                  <a:lnTo>
                    <a:pt x="6154" y="4082"/>
                  </a:lnTo>
                  <a:lnTo>
                    <a:pt x="6102" y="3834"/>
                  </a:lnTo>
                  <a:lnTo>
                    <a:pt x="6037" y="3586"/>
                  </a:lnTo>
                  <a:lnTo>
                    <a:pt x="5985" y="3456"/>
                  </a:lnTo>
                  <a:lnTo>
                    <a:pt x="5933" y="3325"/>
                  </a:lnTo>
                  <a:lnTo>
                    <a:pt x="5789" y="3078"/>
                  </a:lnTo>
                  <a:lnTo>
                    <a:pt x="5633" y="2843"/>
                  </a:lnTo>
                  <a:lnTo>
                    <a:pt x="5463" y="2608"/>
                  </a:lnTo>
                  <a:lnTo>
                    <a:pt x="5268" y="2387"/>
                  </a:lnTo>
                  <a:lnTo>
                    <a:pt x="5085" y="2165"/>
                  </a:lnTo>
                  <a:lnTo>
                    <a:pt x="4707" y="1761"/>
                  </a:lnTo>
                  <a:lnTo>
                    <a:pt x="4473" y="1526"/>
                  </a:lnTo>
                  <a:lnTo>
                    <a:pt x="4225" y="1318"/>
                  </a:lnTo>
                  <a:lnTo>
                    <a:pt x="3964" y="1109"/>
                  </a:lnTo>
                  <a:lnTo>
                    <a:pt x="3690" y="927"/>
                  </a:lnTo>
                  <a:lnTo>
                    <a:pt x="3404" y="744"/>
                  </a:lnTo>
                  <a:lnTo>
                    <a:pt x="3104" y="588"/>
                  </a:lnTo>
                  <a:lnTo>
                    <a:pt x="2817" y="444"/>
                  </a:lnTo>
                  <a:lnTo>
                    <a:pt x="2517" y="327"/>
                  </a:lnTo>
                  <a:lnTo>
                    <a:pt x="2217" y="223"/>
                  </a:lnTo>
                  <a:lnTo>
                    <a:pt x="1904" y="131"/>
                  </a:lnTo>
                  <a:lnTo>
                    <a:pt x="1591" y="66"/>
                  </a:lnTo>
                  <a:lnTo>
                    <a:pt x="1278" y="27"/>
                  </a:lnTo>
                  <a:lnTo>
                    <a:pt x="9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381982" y="1903041"/>
              <a:ext cx="213413" cy="339057"/>
            </a:xfrm>
            <a:custGeom>
              <a:rect b="b" l="l" r="r" t="t"/>
              <a:pathLst>
                <a:path extrusionOk="0" h="11083" w="6976">
                  <a:moveTo>
                    <a:pt x="4407" y="1"/>
                  </a:moveTo>
                  <a:lnTo>
                    <a:pt x="4302" y="14"/>
                  </a:lnTo>
                  <a:lnTo>
                    <a:pt x="4185" y="40"/>
                  </a:lnTo>
                  <a:lnTo>
                    <a:pt x="4068" y="92"/>
                  </a:lnTo>
                  <a:lnTo>
                    <a:pt x="3950" y="144"/>
                  </a:lnTo>
                  <a:lnTo>
                    <a:pt x="3833" y="222"/>
                  </a:lnTo>
                  <a:lnTo>
                    <a:pt x="2738" y="992"/>
                  </a:lnTo>
                  <a:lnTo>
                    <a:pt x="1982" y="1539"/>
                  </a:lnTo>
                  <a:lnTo>
                    <a:pt x="1617" y="1826"/>
                  </a:lnTo>
                  <a:lnTo>
                    <a:pt x="1252" y="2126"/>
                  </a:lnTo>
                  <a:lnTo>
                    <a:pt x="900" y="2426"/>
                  </a:lnTo>
                  <a:lnTo>
                    <a:pt x="574" y="2765"/>
                  </a:lnTo>
                  <a:lnTo>
                    <a:pt x="430" y="2934"/>
                  </a:lnTo>
                  <a:lnTo>
                    <a:pt x="274" y="3104"/>
                  </a:lnTo>
                  <a:lnTo>
                    <a:pt x="131" y="3286"/>
                  </a:lnTo>
                  <a:lnTo>
                    <a:pt x="0" y="3482"/>
                  </a:lnTo>
                  <a:lnTo>
                    <a:pt x="326" y="3417"/>
                  </a:lnTo>
                  <a:lnTo>
                    <a:pt x="639" y="3351"/>
                  </a:lnTo>
                  <a:lnTo>
                    <a:pt x="952" y="3273"/>
                  </a:lnTo>
                  <a:lnTo>
                    <a:pt x="1265" y="3182"/>
                  </a:lnTo>
                  <a:lnTo>
                    <a:pt x="1578" y="3078"/>
                  </a:lnTo>
                  <a:lnTo>
                    <a:pt x="1891" y="2960"/>
                  </a:lnTo>
                  <a:lnTo>
                    <a:pt x="2190" y="2843"/>
                  </a:lnTo>
                  <a:lnTo>
                    <a:pt x="2490" y="2713"/>
                  </a:lnTo>
                  <a:lnTo>
                    <a:pt x="2777" y="2569"/>
                  </a:lnTo>
                  <a:lnTo>
                    <a:pt x="3064" y="2426"/>
                  </a:lnTo>
                  <a:lnTo>
                    <a:pt x="3351" y="2269"/>
                  </a:lnTo>
                  <a:lnTo>
                    <a:pt x="3638" y="2100"/>
                  </a:lnTo>
                  <a:lnTo>
                    <a:pt x="3911" y="1917"/>
                  </a:lnTo>
                  <a:lnTo>
                    <a:pt x="4172" y="1735"/>
                  </a:lnTo>
                  <a:lnTo>
                    <a:pt x="4446" y="1539"/>
                  </a:lnTo>
                  <a:lnTo>
                    <a:pt x="4694" y="1344"/>
                  </a:lnTo>
                  <a:lnTo>
                    <a:pt x="4798" y="1826"/>
                  </a:lnTo>
                  <a:lnTo>
                    <a:pt x="4889" y="2308"/>
                  </a:lnTo>
                  <a:lnTo>
                    <a:pt x="4967" y="2791"/>
                  </a:lnTo>
                  <a:lnTo>
                    <a:pt x="5020" y="3273"/>
                  </a:lnTo>
                  <a:lnTo>
                    <a:pt x="5059" y="3769"/>
                  </a:lnTo>
                  <a:lnTo>
                    <a:pt x="5098" y="4251"/>
                  </a:lnTo>
                  <a:lnTo>
                    <a:pt x="5111" y="4746"/>
                  </a:lnTo>
                  <a:lnTo>
                    <a:pt x="5124" y="5229"/>
                  </a:lnTo>
                  <a:lnTo>
                    <a:pt x="5137" y="5737"/>
                  </a:lnTo>
                  <a:lnTo>
                    <a:pt x="5176" y="6246"/>
                  </a:lnTo>
                  <a:lnTo>
                    <a:pt x="5241" y="6741"/>
                  </a:lnTo>
                  <a:lnTo>
                    <a:pt x="5332" y="7250"/>
                  </a:lnTo>
                  <a:lnTo>
                    <a:pt x="5437" y="7745"/>
                  </a:lnTo>
                  <a:lnTo>
                    <a:pt x="5554" y="8240"/>
                  </a:lnTo>
                  <a:lnTo>
                    <a:pt x="5697" y="8736"/>
                  </a:lnTo>
                  <a:lnTo>
                    <a:pt x="5854" y="9218"/>
                  </a:lnTo>
                  <a:lnTo>
                    <a:pt x="6050" y="9701"/>
                  </a:lnTo>
                  <a:lnTo>
                    <a:pt x="6141" y="9948"/>
                  </a:lnTo>
                  <a:lnTo>
                    <a:pt x="6258" y="10183"/>
                  </a:lnTo>
                  <a:lnTo>
                    <a:pt x="6375" y="10418"/>
                  </a:lnTo>
                  <a:lnTo>
                    <a:pt x="6506" y="10639"/>
                  </a:lnTo>
                  <a:lnTo>
                    <a:pt x="6636" y="10874"/>
                  </a:lnTo>
                  <a:lnTo>
                    <a:pt x="6793" y="11083"/>
                  </a:lnTo>
                  <a:lnTo>
                    <a:pt x="6936" y="11043"/>
                  </a:lnTo>
                  <a:lnTo>
                    <a:pt x="6962" y="10014"/>
                  </a:lnTo>
                  <a:lnTo>
                    <a:pt x="6975" y="9023"/>
                  </a:lnTo>
                  <a:lnTo>
                    <a:pt x="6949" y="8032"/>
                  </a:lnTo>
                  <a:lnTo>
                    <a:pt x="6910" y="7054"/>
                  </a:lnTo>
                  <a:lnTo>
                    <a:pt x="6884" y="6298"/>
                  </a:lnTo>
                  <a:lnTo>
                    <a:pt x="6858" y="5529"/>
                  </a:lnTo>
                  <a:lnTo>
                    <a:pt x="6832" y="4746"/>
                  </a:lnTo>
                  <a:lnTo>
                    <a:pt x="6780" y="3964"/>
                  </a:lnTo>
                  <a:lnTo>
                    <a:pt x="6754" y="3573"/>
                  </a:lnTo>
                  <a:lnTo>
                    <a:pt x="6714" y="3195"/>
                  </a:lnTo>
                  <a:lnTo>
                    <a:pt x="6662" y="2804"/>
                  </a:lnTo>
                  <a:lnTo>
                    <a:pt x="6610" y="2426"/>
                  </a:lnTo>
                  <a:lnTo>
                    <a:pt x="6545" y="2048"/>
                  </a:lnTo>
                  <a:lnTo>
                    <a:pt x="6454" y="1683"/>
                  </a:lnTo>
                  <a:lnTo>
                    <a:pt x="6362" y="1318"/>
                  </a:lnTo>
                  <a:lnTo>
                    <a:pt x="6258" y="966"/>
                  </a:lnTo>
                  <a:lnTo>
                    <a:pt x="6219" y="861"/>
                  </a:lnTo>
                  <a:lnTo>
                    <a:pt x="6180" y="770"/>
                  </a:lnTo>
                  <a:lnTo>
                    <a:pt x="6128" y="679"/>
                  </a:lnTo>
                  <a:lnTo>
                    <a:pt x="6063" y="601"/>
                  </a:lnTo>
                  <a:lnTo>
                    <a:pt x="5984" y="522"/>
                  </a:lnTo>
                  <a:lnTo>
                    <a:pt x="5880" y="470"/>
                  </a:lnTo>
                  <a:lnTo>
                    <a:pt x="5789" y="431"/>
                  </a:lnTo>
                  <a:lnTo>
                    <a:pt x="5684" y="392"/>
                  </a:lnTo>
                  <a:lnTo>
                    <a:pt x="5437" y="288"/>
                  </a:lnTo>
                  <a:lnTo>
                    <a:pt x="5202" y="196"/>
                  </a:lnTo>
                  <a:lnTo>
                    <a:pt x="4967" y="105"/>
                  </a:lnTo>
                  <a:lnTo>
                    <a:pt x="4746" y="40"/>
                  </a:lnTo>
                  <a:lnTo>
                    <a:pt x="4628" y="14"/>
                  </a:lnTo>
                  <a:lnTo>
                    <a:pt x="4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529530" y="2039055"/>
              <a:ext cx="128060" cy="694817"/>
            </a:xfrm>
            <a:custGeom>
              <a:rect b="b" l="l" r="r" t="t"/>
              <a:pathLst>
                <a:path extrusionOk="0" h="22712" w="4186">
                  <a:moveTo>
                    <a:pt x="1" y="1"/>
                  </a:moveTo>
                  <a:lnTo>
                    <a:pt x="1" y="22712"/>
                  </a:lnTo>
                  <a:lnTo>
                    <a:pt x="4186" y="22712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611303" y="1784189"/>
              <a:ext cx="92573" cy="228189"/>
            </a:xfrm>
            <a:custGeom>
              <a:rect b="b" l="l" r="r" t="t"/>
              <a:pathLst>
                <a:path extrusionOk="0" h="7459" w="3026">
                  <a:moveTo>
                    <a:pt x="2908" y="1"/>
                  </a:moveTo>
                  <a:lnTo>
                    <a:pt x="2660" y="444"/>
                  </a:lnTo>
                  <a:lnTo>
                    <a:pt x="2439" y="900"/>
                  </a:lnTo>
                  <a:lnTo>
                    <a:pt x="2008" y="1800"/>
                  </a:lnTo>
                  <a:lnTo>
                    <a:pt x="1578" y="2699"/>
                  </a:lnTo>
                  <a:lnTo>
                    <a:pt x="1161" y="3599"/>
                  </a:lnTo>
                  <a:lnTo>
                    <a:pt x="1057" y="3821"/>
                  </a:lnTo>
                  <a:lnTo>
                    <a:pt x="939" y="4042"/>
                  </a:lnTo>
                  <a:lnTo>
                    <a:pt x="705" y="4486"/>
                  </a:lnTo>
                  <a:lnTo>
                    <a:pt x="587" y="4694"/>
                  </a:lnTo>
                  <a:lnTo>
                    <a:pt x="496" y="4916"/>
                  </a:lnTo>
                  <a:lnTo>
                    <a:pt x="405" y="5150"/>
                  </a:lnTo>
                  <a:lnTo>
                    <a:pt x="327" y="5385"/>
                  </a:lnTo>
                  <a:lnTo>
                    <a:pt x="209" y="5854"/>
                  </a:lnTo>
                  <a:lnTo>
                    <a:pt x="118" y="6337"/>
                  </a:lnTo>
                  <a:lnTo>
                    <a:pt x="79" y="6585"/>
                  </a:lnTo>
                  <a:lnTo>
                    <a:pt x="40" y="6845"/>
                  </a:lnTo>
                  <a:lnTo>
                    <a:pt x="14" y="7106"/>
                  </a:lnTo>
                  <a:lnTo>
                    <a:pt x="1" y="7380"/>
                  </a:lnTo>
                  <a:lnTo>
                    <a:pt x="105" y="7458"/>
                  </a:lnTo>
                  <a:lnTo>
                    <a:pt x="235" y="7380"/>
                  </a:lnTo>
                  <a:lnTo>
                    <a:pt x="353" y="7302"/>
                  </a:lnTo>
                  <a:lnTo>
                    <a:pt x="574" y="7132"/>
                  </a:lnTo>
                  <a:lnTo>
                    <a:pt x="770" y="6950"/>
                  </a:lnTo>
                  <a:lnTo>
                    <a:pt x="952" y="6754"/>
                  </a:lnTo>
                  <a:lnTo>
                    <a:pt x="1122" y="6545"/>
                  </a:lnTo>
                  <a:lnTo>
                    <a:pt x="1278" y="6337"/>
                  </a:lnTo>
                  <a:lnTo>
                    <a:pt x="1422" y="6115"/>
                  </a:lnTo>
                  <a:lnTo>
                    <a:pt x="1552" y="5894"/>
                  </a:lnTo>
                  <a:lnTo>
                    <a:pt x="1669" y="5672"/>
                  </a:lnTo>
                  <a:lnTo>
                    <a:pt x="1774" y="5437"/>
                  </a:lnTo>
                  <a:lnTo>
                    <a:pt x="1865" y="5203"/>
                  </a:lnTo>
                  <a:lnTo>
                    <a:pt x="1930" y="4955"/>
                  </a:lnTo>
                  <a:lnTo>
                    <a:pt x="2048" y="4459"/>
                  </a:lnTo>
                  <a:lnTo>
                    <a:pt x="2165" y="3964"/>
                  </a:lnTo>
                  <a:lnTo>
                    <a:pt x="2413" y="2999"/>
                  </a:lnTo>
                  <a:lnTo>
                    <a:pt x="2634" y="2008"/>
                  </a:lnTo>
                  <a:lnTo>
                    <a:pt x="2830" y="1031"/>
                  </a:lnTo>
                  <a:lnTo>
                    <a:pt x="3025" y="53"/>
                  </a:lnTo>
                  <a:lnTo>
                    <a:pt x="2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5933282" y="2696366"/>
              <a:ext cx="360563" cy="37506"/>
            </a:xfrm>
            <a:custGeom>
              <a:rect b="b" l="l" r="r" t="t"/>
              <a:pathLst>
                <a:path extrusionOk="0" h="1226" w="11786">
                  <a:moveTo>
                    <a:pt x="0" y="0"/>
                  </a:moveTo>
                  <a:lnTo>
                    <a:pt x="2855" y="913"/>
                  </a:lnTo>
                  <a:lnTo>
                    <a:pt x="2855" y="1226"/>
                  </a:lnTo>
                  <a:lnTo>
                    <a:pt x="8931" y="1226"/>
                  </a:lnTo>
                  <a:lnTo>
                    <a:pt x="8931" y="913"/>
                  </a:lnTo>
                  <a:lnTo>
                    <a:pt x="11786" y="0"/>
                  </a:lnTo>
                  <a:close/>
                </a:path>
              </a:pathLst>
            </a:custGeom>
            <a:solidFill>
              <a:srgbClr val="EDEFEF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936463" y="2562738"/>
              <a:ext cx="298369" cy="133659"/>
            </a:xfrm>
            <a:custGeom>
              <a:rect b="b" l="l" r="r" t="t"/>
              <a:pathLst>
                <a:path extrusionOk="0" h="4369" w="9753">
                  <a:moveTo>
                    <a:pt x="1669" y="1187"/>
                  </a:moveTo>
                  <a:lnTo>
                    <a:pt x="1747" y="1200"/>
                  </a:lnTo>
                  <a:lnTo>
                    <a:pt x="1826" y="1213"/>
                  </a:lnTo>
                  <a:lnTo>
                    <a:pt x="1982" y="1252"/>
                  </a:lnTo>
                  <a:lnTo>
                    <a:pt x="2047" y="1487"/>
                  </a:lnTo>
                  <a:lnTo>
                    <a:pt x="2113" y="1709"/>
                  </a:lnTo>
                  <a:lnTo>
                    <a:pt x="2204" y="1930"/>
                  </a:lnTo>
                  <a:lnTo>
                    <a:pt x="2295" y="2139"/>
                  </a:lnTo>
                  <a:lnTo>
                    <a:pt x="2386" y="2334"/>
                  </a:lnTo>
                  <a:lnTo>
                    <a:pt x="2491" y="2530"/>
                  </a:lnTo>
                  <a:lnTo>
                    <a:pt x="2595" y="2699"/>
                  </a:lnTo>
                  <a:lnTo>
                    <a:pt x="2712" y="2869"/>
                  </a:lnTo>
                  <a:lnTo>
                    <a:pt x="2712" y="2869"/>
                  </a:lnTo>
                  <a:lnTo>
                    <a:pt x="2269" y="2856"/>
                  </a:lnTo>
                  <a:lnTo>
                    <a:pt x="1669" y="2856"/>
                  </a:lnTo>
                  <a:lnTo>
                    <a:pt x="1578" y="2843"/>
                  </a:lnTo>
                  <a:lnTo>
                    <a:pt x="1500" y="2830"/>
                  </a:lnTo>
                  <a:lnTo>
                    <a:pt x="1422" y="2817"/>
                  </a:lnTo>
                  <a:lnTo>
                    <a:pt x="1343" y="2791"/>
                  </a:lnTo>
                  <a:lnTo>
                    <a:pt x="1278" y="2752"/>
                  </a:lnTo>
                  <a:lnTo>
                    <a:pt x="1200" y="2712"/>
                  </a:lnTo>
                  <a:lnTo>
                    <a:pt x="1083" y="2608"/>
                  </a:lnTo>
                  <a:lnTo>
                    <a:pt x="978" y="2491"/>
                  </a:lnTo>
                  <a:lnTo>
                    <a:pt x="939" y="2413"/>
                  </a:lnTo>
                  <a:lnTo>
                    <a:pt x="900" y="2347"/>
                  </a:lnTo>
                  <a:lnTo>
                    <a:pt x="874" y="2269"/>
                  </a:lnTo>
                  <a:lnTo>
                    <a:pt x="861" y="2191"/>
                  </a:lnTo>
                  <a:lnTo>
                    <a:pt x="848" y="2113"/>
                  </a:lnTo>
                  <a:lnTo>
                    <a:pt x="835" y="2021"/>
                  </a:lnTo>
                  <a:lnTo>
                    <a:pt x="848" y="1943"/>
                  </a:lnTo>
                  <a:lnTo>
                    <a:pt x="861" y="1852"/>
                  </a:lnTo>
                  <a:lnTo>
                    <a:pt x="874" y="1774"/>
                  </a:lnTo>
                  <a:lnTo>
                    <a:pt x="900" y="1695"/>
                  </a:lnTo>
                  <a:lnTo>
                    <a:pt x="939" y="1630"/>
                  </a:lnTo>
                  <a:lnTo>
                    <a:pt x="978" y="1565"/>
                  </a:lnTo>
                  <a:lnTo>
                    <a:pt x="1083" y="1435"/>
                  </a:lnTo>
                  <a:lnTo>
                    <a:pt x="1200" y="1330"/>
                  </a:lnTo>
                  <a:lnTo>
                    <a:pt x="1278" y="1291"/>
                  </a:lnTo>
                  <a:lnTo>
                    <a:pt x="1343" y="1265"/>
                  </a:lnTo>
                  <a:lnTo>
                    <a:pt x="1422" y="1226"/>
                  </a:lnTo>
                  <a:lnTo>
                    <a:pt x="1500" y="1213"/>
                  </a:lnTo>
                  <a:lnTo>
                    <a:pt x="1578" y="1200"/>
                  </a:lnTo>
                  <a:lnTo>
                    <a:pt x="1669" y="1187"/>
                  </a:lnTo>
                  <a:close/>
                  <a:moveTo>
                    <a:pt x="1826" y="1"/>
                  </a:moveTo>
                  <a:lnTo>
                    <a:pt x="1839" y="366"/>
                  </a:lnTo>
                  <a:lnTo>
                    <a:pt x="1669" y="353"/>
                  </a:lnTo>
                  <a:lnTo>
                    <a:pt x="1500" y="366"/>
                  </a:lnTo>
                  <a:lnTo>
                    <a:pt x="1330" y="379"/>
                  </a:lnTo>
                  <a:lnTo>
                    <a:pt x="1174" y="431"/>
                  </a:lnTo>
                  <a:lnTo>
                    <a:pt x="1017" y="483"/>
                  </a:lnTo>
                  <a:lnTo>
                    <a:pt x="874" y="548"/>
                  </a:lnTo>
                  <a:lnTo>
                    <a:pt x="731" y="639"/>
                  </a:lnTo>
                  <a:lnTo>
                    <a:pt x="600" y="731"/>
                  </a:lnTo>
                  <a:lnTo>
                    <a:pt x="483" y="835"/>
                  </a:lnTo>
                  <a:lnTo>
                    <a:pt x="379" y="965"/>
                  </a:lnTo>
                  <a:lnTo>
                    <a:pt x="287" y="1083"/>
                  </a:lnTo>
                  <a:lnTo>
                    <a:pt x="196" y="1226"/>
                  </a:lnTo>
                  <a:lnTo>
                    <a:pt x="131" y="1370"/>
                  </a:lnTo>
                  <a:lnTo>
                    <a:pt x="66" y="1526"/>
                  </a:lnTo>
                  <a:lnTo>
                    <a:pt x="27" y="1682"/>
                  </a:lnTo>
                  <a:lnTo>
                    <a:pt x="0" y="1852"/>
                  </a:lnTo>
                  <a:lnTo>
                    <a:pt x="0" y="2021"/>
                  </a:lnTo>
                  <a:lnTo>
                    <a:pt x="0" y="2191"/>
                  </a:lnTo>
                  <a:lnTo>
                    <a:pt x="27" y="2360"/>
                  </a:lnTo>
                  <a:lnTo>
                    <a:pt x="66" y="2517"/>
                  </a:lnTo>
                  <a:lnTo>
                    <a:pt x="131" y="2673"/>
                  </a:lnTo>
                  <a:lnTo>
                    <a:pt x="196" y="2817"/>
                  </a:lnTo>
                  <a:lnTo>
                    <a:pt x="287" y="2960"/>
                  </a:lnTo>
                  <a:lnTo>
                    <a:pt x="379" y="3090"/>
                  </a:lnTo>
                  <a:lnTo>
                    <a:pt x="483" y="3208"/>
                  </a:lnTo>
                  <a:lnTo>
                    <a:pt x="600" y="3312"/>
                  </a:lnTo>
                  <a:lnTo>
                    <a:pt x="731" y="3403"/>
                  </a:lnTo>
                  <a:lnTo>
                    <a:pt x="874" y="3495"/>
                  </a:lnTo>
                  <a:lnTo>
                    <a:pt x="1017" y="3560"/>
                  </a:lnTo>
                  <a:lnTo>
                    <a:pt x="1174" y="3625"/>
                  </a:lnTo>
                  <a:lnTo>
                    <a:pt x="1330" y="3664"/>
                  </a:lnTo>
                  <a:lnTo>
                    <a:pt x="1500" y="3690"/>
                  </a:lnTo>
                  <a:lnTo>
                    <a:pt x="2256" y="3690"/>
                  </a:lnTo>
                  <a:lnTo>
                    <a:pt x="2673" y="3716"/>
                  </a:lnTo>
                  <a:lnTo>
                    <a:pt x="2869" y="3729"/>
                  </a:lnTo>
                  <a:lnTo>
                    <a:pt x="3064" y="3768"/>
                  </a:lnTo>
                  <a:lnTo>
                    <a:pt x="3260" y="3808"/>
                  </a:lnTo>
                  <a:lnTo>
                    <a:pt x="3468" y="3873"/>
                  </a:lnTo>
                  <a:lnTo>
                    <a:pt x="3494" y="3795"/>
                  </a:lnTo>
                  <a:lnTo>
                    <a:pt x="3768" y="4055"/>
                  </a:lnTo>
                  <a:lnTo>
                    <a:pt x="4003" y="4225"/>
                  </a:lnTo>
                  <a:lnTo>
                    <a:pt x="4159" y="4342"/>
                  </a:lnTo>
                  <a:lnTo>
                    <a:pt x="4212" y="4368"/>
                  </a:lnTo>
                  <a:lnTo>
                    <a:pt x="7380" y="4368"/>
                  </a:lnTo>
                  <a:lnTo>
                    <a:pt x="7471" y="4303"/>
                  </a:lnTo>
                  <a:lnTo>
                    <a:pt x="7745" y="4094"/>
                  </a:lnTo>
                  <a:lnTo>
                    <a:pt x="7927" y="3938"/>
                  </a:lnTo>
                  <a:lnTo>
                    <a:pt x="8123" y="3755"/>
                  </a:lnTo>
                  <a:lnTo>
                    <a:pt x="8344" y="3534"/>
                  </a:lnTo>
                  <a:lnTo>
                    <a:pt x="8566" y="3273"/>
                  </a:lnTo>
                  <a:lnTo>
                    <a:pt x="8788" y="2986"/>
                  </a:lnTo>
                  <a:lnTo>
                    <a:pt x="9009" y="2660"/>
                  </a:lnTo>
                  <a:lnTo>
                    <a:pt x="9114" y="2478"/>
                  </a:lnTo>
                  <a:lnTo>
                    <a:pt x="9205" y="2295"/>
                  </a:lnTo>
                  <a:lnTo>
                    <a:pt x="9296" y="2100"/>
                  </a:lnTo>
                  <a:lnTo>
                    <a:pt x="9387" y="1904"/>
                  </a:lnTo>
                  <a:lnTo>
                    <a:pt x="9466" y="1695"/>
                  </a:lnTo>
                  <a:lnTo>
                    <a:pt x="9544" y="1474"/>
                  </a:lnTo>
                  <a:lnTo>
                    <a:pt x="9596" y="1252"/>
                  </a:lnTo>
                  <a:lnTo>
                    <a:pt x="9661" y="1018"/>
                  </a:lnTo>
                  <a:lnTo>
                    <a:pt x="9700" y="783"/>
                  </a:lnTo>
                  <a:lnTo>
                    <a:pt x="9726" y="535"/>
                  </a:lnTo>
                  <a:lnTo>
                    <a:pt x="9752" y="274"/>
                  </a:lnTo>
                  <a:lnTo>
                    <a:pt x="9752" y="1"/>
                  </a:lnTo>
                  <a:close/>
                </a:path>
              </a:pathLst>
            </a:custGeom>
            <a:solidFill>
              <a:srgbClr val="C8D5D6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6039377" y="2266786"/>
              <a:ext cx="78194" cy="268480"/>
            </a:xfrm>
            <a:custGeom>
              <a:rect b="b" l="l" r="r" t="t"/>
              <a:pathLst>
                <a:path extrusionOk="0" h="8776" w="2556">
                  <a:moveTo>
                    <a:pt x="1512" y="1"/>
                  </a:moveTo>
                  <a:lnTo>
                    <a:pt x="1669" y="288"/>
                  </a:lnTo>
                  <a:lnTo>
                    <a:pt x="1799" y="575"/>
                  </a:lnTo>
                  <a:lnTo>
                    <a:pt x="1864" y="718"/>
                  </a:lnTo>
                  <a:lnTo>
                    <a:pt x="1917" y="861"/>
                  </a:lnTo>
                  <a:lnTo>
                    <a:pt x="1956" y="1018"/>
                  </a:lnTo>
                  <a:lnTo>
                    <a:pt x="1982" y="1161"/>
                  </a:lnTo>
                  <a:lnTo>
                    <a:pt x="2008" y="1305"/>
                  </a:lnTo>
                  <a:lnTo>
                    <a:pt x="2021" y="1448"/>
                  </a:lnTo>
                  <a:lnTo>
                    <a:pt x="2021" y="1578"/>
                  </a:lnTo>
                  <a:lnTo>
                    <a:pt x="2008" y="1722"/>
                  </a:lnTo>
                  <a:lnTo>
                    <a:pt x="1995" y="1787"/>
                  </a:lnTo>
                  <a:lnTo>
                    <a:pt x="1982" y="1852"/>
                  </a:lnTo>
                  <a:lnTo>
                    <a:pt x="1956" y="1917"/>
                  </a:lnTo>
                  <a:lnTo>
                    <a:pt x="1943" y="1983"/>
                  </a:lnTo>
                  <a:lnTo>
                    <a:pt x="1917" y="2048"/>
                  </a:lnTo>
                  <a:lnTo>
                    <a:pt x="1891" y="2100"/>
                  </a:lnTo>
                  <a:lnTo>
                    <a:pt x="1838" y="2217"/>
                  </a:lnTo>
                  <a:lnTo>
                    <a:pt x="1773" y="2335"/>
                  </a:lnTo>
                  <a:lnTo>
                    <a:pt x="1734" y="2400"/>
                  </a:lnTo>
                  <a:lnTo>
                    <a:pt x="1695" y="2452"/>
                  </a:lnTo>
                  <a:lnTo>
                    <a:pt x="1656" y="2504"/>
                  </a:lnTo>
                  <a:lnTo>
                    <a:pt x="1617" y="2556"/>
                  </a:lnTo>
                  <a:lnTo>
                    <a:pt x="1525" y="2647"/>
                  </a:lnTo>
                  <a:lnTo>
                    <a:pt x="1317" y="2830"/>
                  </a:lnTo>
                  <a:lnTo>
                    <a:pt x="1069" y="3013"/>
                  </a:lnTo>
                  <a:lnTo>
                    <a:pt x="808" y="3221"/>
                  </a:lnTo>
                  <a:lnTo>
                    <a:pt x="665" y="3338"/>
                  </a:lnTo>
                  <a:lnTo>
                    <a:pt x="535" y="3469"/>
                  </a:lnTo>
                  <a:lnTo>
                    <a:pt x="404" y="3625"/>
                  </a:lnTo>
                  <a:lnTo>
                    <a:pt x="287" y="3795"/>
                  </a:lnTo>
                  <a:lnTo>
                    <a:pt x="183" y="3964"/>
                  </a:lnTo>
                  <a:lnTo>
                    <a:pt x="104" y="4160"/>
                  </a:lnTo>
                  <a:lnTo>
                    <a:pt x="52" y="4355"/>
                  </a:lnTo>
                  <a:lnTo>
                    <a:pt x="13" y="4564"/>
                  </a:lnTo>
                  <a:lnTo>
                    <a:pt x="0" y="4773"/>
                  </a:lnTo>
                  <a:lnTo>
                    <a:pt x="26" y="4994"/>
                  </a:lnTo>
                  <a:lnTo>
                    <a:pt x="39" y="5099"/>
                  </a:lnTo>
                  <a:lnTo>
                    <a:pt x="78" y="5203"/>
                  </a:lnTo>
                  <a:lnTo>
                    <a:pt x="104" y="5307"/>
                  </a:lnTo>
                  <a:lnTo>
                    <a:pt x="157" y="5411"/>
                  </a:lnTo>
                  <a:lnTo>
                    <a:pt x="196" y="5503"/>
                  </a:lnTo>
                  <a:lnTo>
                    <a:pt x="248" y="5594"/>
                  </a:lnTo>
                  <a:lnTo>
                    <a:pt x="313" y="5672"/>
                  </a:lnTo>
                  <a:lnTo>
                    <a:pt x="365" y="5750"/>
                  </a:lnTo>
                  <a:lnTo>
                    <a:pt x="496" y="5894"/>
                  </a:lnTo>
                  <a:lnTo>
                    <a:pt x="626" y="6024"/>
                  </a:lnTo>
                  <a:lnTo>
                    <a:pt x="756" y="6155"/>
                  </a:lnTo>
                  <a:lnTo>
                    <a:pt x="887" y="6259"/>
                  </a:lnTo>
                  <a:lnTo>
                    <a:pt x="1147" y="6467"/>
                  </a:lnTo>
                  <a:lnTo>
                    <a:pt x="1382" y="6650"/>
                  </a:lnTo>
                  <a:lnTo>
                    <a:pt x="1499" y="6754"/>
                  </a:lnTo>
                  <a:lnTo>
                    <a:pt x="1604" y="6846"/>
                  </a:lnTo>
                  <a:lnTo>
                    <a:pt x="1708" y="6937"/>
                  </a:lnTo>
                  <a:lnTo>
                    <a:pt x="1799" y="7054"/>
                  </a:lnTo>
                  <a:lnTo>
                    <a:pt x="1877" y="7158"/>
                  </a:lnTo>
                  <a:lnTo>
                    <a:pt x="1956" y="7276"/>
                  </a:lnTo>
                  <a:lnTo>
                    <a:pt x="2021" y="7406"/>
                  </a:lnTo>
                  <a:lnTo>
                    <a:pt x="2086" y="7550"/>
                  </a:lnTo>
                  <a:lnTo>
                    <a:pt x="2138" y="7680"/>
                  </a:lnTo>
                  <a:lnTo>
                    <a:pt x="2177" y="7823"/>
                  </a:lnTo>
                  <a:lnTo>
                    <a:pt x="2256" y="8136"/>
                  </a:lnTo>
                  <a:lnTo>
                    <a:pt x="2295" y="8449"/>
                  </a:lnTo>
                  <a:lnTo>
                    <a:pt x="2347" y="8775"/>
                  </a:lnTo>
                  <a:lnTo>
                    <a:pt x="2425" y="8449"/>
                  </a:lnTo>
                  <a:lnTo>
                    <a:pt x="2464" y="8293"/>
                  </a:lnTo>
                  <a:lnTo>
                    <a:pt x="2477" y="8123"/>
                  </a:lnTo>
                  <a:lnTo>
                    <a:pt x="2503" y="7954"/>
                  </a:lnTo>
                  <a:lnTo>
                    <a:pt x="2503" y="7784"/>
                  </a:lnTo>
                  <a:lnTo>
                    <a:pt x="2503" y="7615"/>
                  </a:lnTo>
                  <a:lnTo>
                    <a:pt x="2477" y="7445"/>
                  </a:lnTo>
                  <a:lnTo>
                    <a:pt x="2451" y="7263"/>
                  </a:lnTo>
                  <a:lnTo>
                    <a:pt x="2399" y="7093"/>
                  </a:lnTo>
                  <a:lnTo>
                    <a:pt x="2347" y="6924"/>
                  </a:lnTo>
                  <a:lnTo>
                    <a:pt x="2269" y="6754"/>
                  </a:lnTo>
                  <a:lnTo>
                    <a:pt x="2177" y="6598"/>
                  </a:lnTo>
                  <a:lnTo>
                    <a:pt x="2073" y="6441"/>
                  </a:lnTo>
                  <a:lnTo>
                    <a:pt x="1956" y="6298"/>
                  </a:lnTo>
                  <a:lnTo>
                    <a:pt x="1838" y="6168"/>
                  </a:lnTo>
                  <a:lnTo>
                    <a:pt x="1604" y="5933"/>
                  </a:lnTo>
                  <a:lnTo>
                    <a:pt x="1382" y="5711"/>
                  </a:lnTo>
                  <a:lnTo>
                    <a:pt x="1173" y="5490"/>
                  </a:lnTo>
                  <a:lnTo>
                    <a:pt x="1082" y="5385"/>
                  </a:lnTo>
                  <a:lnTo>
                    <a:pt x="1004" y="5281"/>
                  </a:lnTo>
                  <a:lnTo>
                    <a:pt x="952" y="5177"/>
                  </a:lnTo>
                  <a:lnTo>
                    <a:pt x="900" y="5072"/>
                  </a:lnTo>
                  <a:lnTo>
                    <a:pt x="861" y="4981"/>
                  </a:lnTo>
                  <a:lnTo>
                    <a:pt x="848" y="4877"/>
                  </a:lnTo>
                  <a:lnTo>
                    <a:pt x="848" y="4773"/>
                  </a:lnTo>
                  <a:lnTo>
                    <a:pt x="848" y="4655"/>
                  </a:lnTo>
                  <a:lnTo>
                    <a:pt x="874" y="4551"/>
                  </a:lnTo>
                  <a:lnTo>
                    <a:pt x="900" y="4434"/>
                  </a:lnTo>
                  <a:lnTo>
                    <a:pt x="952" y="4329"/>
                  </a:lnTo>
                  <a:lnTo>
                    <a:pt x="1004" y="4225"/>
                  </a:lnTo>
                  <a:lnTo>
                    <a:pt x="1069" y="4134"/>
                  </a:lnTo>
                  <a:lnTo>
                    <a:pt x="1147" y="4029"/>
                  </a:lnTo>
                  <a:lnTo>
                    <a:pt x="1239" y="3938"/>
                  </a:lnTo>
                  <a:lnTo>
                    <a:pt x="1343" y="3834"/>
                  </a:lnTo>
                  <a:lnTo>
                    <a:pt x="1565" y="3638"/>
                  </a:lnTo>
                  <a:lnTo>
                    <a:pt x="1825" y="3417"/>
                  </a:lnTo>
                  <a:lnTo>
                    <a:pt x="1956" y="3286"/>
                  </a:lnTo>
                  <a:lnTo>
                    <a:pt x="2073" y="3143"/>
                  </a:lnTo>
                  <a:lnTo>
                    <a:pt x="2190" y="2986"/>
                  </a:lnTo>
                  <a:lnTo>
                    <a:pt x="2243" y="2908"/>
                  </a:lnTo>
                  <a:lnTo>
                    <a:pt x="2295" y="2830"/>
                  </a:lnTo>
                  <a:lnTo>
                    <a:pt x="2334" y="2739"/>
                  </a:lnTo>
                  <a:lnTo>
                    <a:pt x="2373" y="2661"/>
                  </a:lnTo>
                  <a:lnTo>
                    <a:pt x="2451" y="2478"/>
                  </a:lnTo>
                  <a:lnTo>
                    <a:pt x="2503" y="2295"/>
                  </a:lnTo>
                  <a:lnTo>
                    <a:pt x="2542" y="2113"/>
                  </a:lnTo>
                  <a:lnTo>
                    <a:pt x="2555" y="1917"/>
                  </a:lnTo>
                  <a:lnTo>
                    <a:pt x="2555" y="1735"/>
                  </a:lnTo>
                  <a:lnTo>
                    <a:pt x="2542" y="1552"/>
                  </a:lnTo>
                  <a:lnTo>
                    <a:pt x="2503" y="1370"/>
                  </a:lnTo>
                  <a:lnTo>
                    <a:pt x="2451" y="1200"/>
                  </a:lnTo>
                  <a:lnTo>
                    <a:pt x="2386" y="1031"/>
                  </a:lnTo>
                  <a:lnTo>
                    <a:pt x="2295" y="874"/>
                  </a:lnTo>
                  <a:lnTo>
                    <a:pt x="2216" y="718"/>
                  </a:lnTo>
                  <a:lnTo>
                    <a:pt x="2112" y="588"/>
                  </a:lnTo>
                  <a:lnTo>
                    <a:pt x="2008" y="457"/>
                  </a:lnTo>
                  <a:lnTo>
                    <a:pt x="1891" y="327"/>
                  </a:lnTo>
                  <a:lnTo>
                    <a:pt x="1773" y="209"/>
                  </a:lnTo>
                  <a:lnTo>
                    <a:pt x="1643" y="105"/>
                  </a:lnTo>
                  <a:lnTo>
                    <a:pt x="1512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6113166" y="2163505"/>
              <a:ext cx="59839" cy="237337"/>
            </a:xfrm>
            <a:custGeom>
              <a:rect b="b" l="l" r="r" t="t"/>
              <a:pathLst>
                <a:path extrusionOk="0" h="7758" w="1956">
                  <a:moveTo>
                    <a:pt x="508" y="0"/>
                  </a:moveTo>
                  <a:lnTo>
                    <a:pt x="430" y="118"/>
                  </a:lnTo>
                  <a:lnTo>
                    <a:pt x="365" y="235"/>
                  </a:lnTo>
                  <a:lnTo>
                    <a:pt x="300" y="352"/>
                  </a:lnTo>
                  <a:lnTo>
                    <a:pt x="235" y="470"/>
                  </a:lnTo>
                  <a:lnTo>
                    <a:pt x="183" y="600"/>
                  </a:lnTo>
                  <a:lnTo>
                    <a:pt x="143" y="730"/>
                  </a:lnTo>
                  <a:lnTo>
                    <a:pt x="104" y="874"/>
                  </a:lnTo>
                  <a:lnTo>
                    <a:pt x="65" y="1004"/>
                  </a:lnTo>
                  <a:lnTo>
                    <a:pt x="26" y="1278"/>
                  </a:lnTo>
                  <a:lnTo>
                    <a:pt x="0" y="1565"/>
                  </a:lnTo>
                  <a:lnTo>
                    <a:pt x="13" y="1852"/>
                  </a:lnTo>
                  <a:lnTo>
                    <a:pt x="39" y="2125"/>
                  </a:lnTo>
                  <a:lnTo>
                    <a:pt x="104" y="2412"/>
                  </a:lnTo>
                  <a:lnTo>
                    <a:pt x="130" y="2556"/>
                  </a:lnTo>
                  <a:lnTo>
                    <a:pt x="183" y="2686"/>
                  </a:lnTo>
                  <a:lnTo>
                    <a:pt x="235" y="2829"/>
                  </a:lnTo>
                  <a:lnTo>
                    <a:pt x="287" y="2960"/>
                  </a:lnTo>
                  <a:lnTo>
                    <a:pt x="417" y="3220"/>
                  </a:lnTo>
                  <a:lnTo>
                    <a:pt x="561" y="3468"/>
                  </a:lnTo>
                  <a:lnTo>
                    <a:pt x="704" y="3690"/>
                  </a:lnTo>
                  <a:lnTo>
                    <a:pt x="834" y="3885"/>
                  </a:lnTo>
                  <a:lnTo>
                    <a:pt x="939" y="4081"/>
                  </a:lnTo>
                  <a:lnTo>
                    <a:pt x="1030" y="4276"/>
                  </a:lnTo>
                  <a:lnTo>
                    <a:pt x="1095" y="4485"/>
                  </a:lnTo>
                  <a:lnTo>
                    <a:pt x="1134" y="4694"/>
                  </a:lnTo>
                  <a:lnTo>
                    <a:pt x="1160" y="4915"/>
                  </a:lnTo>
                  <a:lnTo>
                    <a:pt x="1160" y="5124"/>
                  </a:lnTo>
                  <a:lnTo>
                    <a:pt x="1147" y="5346"/>
                  </a:lnTo>
                  <a:lnTo>
                    <a:pt x="1108" y="5567"/>
                  </a:lnTo>
                  <a:lnTo>
                    <a:pt x="1043" y="5776"/>
                  </a:lnTo>
                  <a:lnTo>
                    <a:pt x="1004" y="5893"/>
                  </a:lnTo>
                  <a:lnTo>
                    <a:pt x="965" y="5997"/>
                  </a:lnTo>
                  <a:lnTo>
                    <a:pt x="913" y="6102"/>
                  </a:lnTo>
                  <a:lnTo>
                    <a:pt x="860" y="6206"/>
                  </a:lnTo>
                  <a:lnTo>
                    <a:pt x="730" y="6441"/>
                  </a:lnTo>
                  <a:lnTo>
                    <a:pt x="600" y="6675"/>
                  </a:lnTo>
                  <a:lnTo>
                    <a:pt x="495" y="6936"/>
                  </a:lnTo>
                  <a:lnTo>
                    <a:pt x="443" y="7066"/>
                  </a:lnTo>
                  <a:lnTo>
                    <a:pt x="417" y="7210"/>
                  </a:lnTo>
                  <a:lnTo>
                    <a:pt x="391" y="7353"/>
                  </a:lnTo>
                  <a:lnTo>
                    <a:pt x="404" y="7497"/>
                  </a:lnTo>
                  <a:lnTo>
                    <a:pt x="430" y="7627"/>
                  </a:lnTo>
                  <a:lnTo>
                    <a:pt x="469" y="7757"/>
                  </a:lnTo>
                  <a:lnTo>
                    <a:pt x="495" y="7627"/>
                  </a:lnTo>
                  <a:lnTo>
                    <a:pt x="522" y="7510"/>
                  </a:lnTo>
                  <a:lnTo>
                    <a:pt x="574" y="7392"/>
                  </a:lnTo>
                  <a:lnTo>
                    <a:pt x="626" y="7288"/>
                  </a:lnTo>
                  <a:lnTo>
                    <a:pt x="704" y="7184"/>
                  </a:lnTo>
                  <a:lnTo>
                    <a:pt x="782" y="7093"/>
                  </a:lnTo>
                  <a:lnTo>
                    <a:pt x="939" y="6910"/>
                  </a:lnTo>
                  <a:lnTo>
                    <a:pt x="1121" y="6727"/>
                  </a:lnTo>
                  <a:lnTo>
                    <a:pt x="1304" y="6532"/>
                  </a:lnTo>
                  <a:lnTo>
                    <a:pt x="1395" y="6428"/>
                  </a:lnTo>
                  <a:lnTo>
                    <a:pt x="1486" y="6310"/>
                  </a:lnTo>
                  <a:lnTo>
                    <a:pt x="1564" y="6193"/>
                  </a:lnTo>
                  <a:lnTo>
                    <a:pt x="1643" y="6063"/>
                  </a:lnTo>
                  <a:lnTo>
                    <a:pt x="1721" y="5919"/>
                  </a:lnTo>
                  <a:lnTo>
                    <a:pt x="1773" y="5789"/>
                  </a:lnTo>
                  <a:lnTo>
                    <a:pt x="1825" y="5645"/>
                  </a:lnTo>
                  <a:lnTo>
                    <a:pt x="1877" y="5502"/>
                  </a:lnTo>
                  <a:lnTo>
                    <a:pt x="1903" y="5359"/>
                  </a:lnTo>
                  <a:lnTo>
                    <a:pt x="1930" y="5202"/>
                  </a:lnTo>
                  <a:lnTo>
                    <a:pt x="1956" y="5059"/>
                  </a:lnTo>
                  <a:lnTo>
                    <a:pt x="1956" y="4902"/>
                  </a:lnTo>
                  <a:lnTo>
                    <a:pt x="1956" y="4746"/>
                  </a:lnTo>
                  <a:lnTo>
                    <a:pt x="1943" y="4602"/>
                  </a:lnTo>
                  <a:lnTo>
                    <a:pt x="1930" y="4446"/>
                  </a:lnTo>
                  <a:lnTo>
                    <a:pt x="1903" y="4290"/>
                  </a:lnTo>
                  <a:lnTo>
                    <a:pt x="1864" y="4146"/>
                  </a:lnTo>
                  <a:lnTo>
                    <a:pt x="1812" y="3990"/>
                  </a:lnTo>
                  <a:lnTo>
                    <a:pt x="1760" y="3846"/>
                  </a:lnTo>
                  <a:lnTo>
                    <a:pt x="1695" y="3703"/>
                  </a:lnTo>
                  <a:lnTo>
                    <a:pt x="1551" y="3455"/>
                  </a:lnTo>
                  <a:lnTo>
                    <a:pt x="1395" y="3220"/>
                  </a:lnTo>
                  <a:lnTo>
                    <a:pt x="1095" y="2803"/>
                  </a:lnTo>
                  <a:lnTo>
                    <a:pt x="978" y="2608"/>
                  </a:lnTo>
                  <a:lnTo>
                    <a:pt x="874" y="2412"/>
                  </a:lnTo>
                  <a:lnTo>
                    <a:pt x="769" y="2190"/>
                  </a:lnTo>
                  <a:lnTo>
                    <a:pt x="691" y="1982"/>
                  </a:lnTo>
                  <a:lnTo>
                    <a:pt x="613" y="1747"/>
                  </a:lnTo>
                  <a:lnTo>
                    <a:pt x="561" y="1513"/>
                  </a:lnTo>
                  <a:lnTo>
                    <a:pt x="508" y="1278"/>
                  </a:lnTo>
                  <a:lnTo>
                    <a:pt x="482" y="1030"/>
                  </a:lnTo>
                  <a:lnTo>
                    <a:pt x="469" y="782"/>
                  </a:lnTo>
                  <a:lnTo>
                    <a:pt x="469" y="522"/>
                  </a:lnTo>
                  <a:lnTo>
                    <a:pt x="482" y="261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7073954" y="2211750"/>
              <a:ext cx="222193" cy="522122"/>
            </a:xfrm>
            <a:custGeom>
              <a:rect b="b" l="l" r="r" t="t"/>
              <a:pathLst>
                <a:path extrusionOk="0" h="17067" w="7263">
                  <a:moveTo>
                    <a:pt x="3638" y="1"/>
                  </a:moveTo>
                  <a:lnTo>
                    <a:pt x="131" y="14"/>
                  </a:lnTo>
                  <a:lnTo>
                    <a:pt x="105" y="1370"/>
                  </a:lnTo>
                  <a:lnTo>
                    <a:pt x="66" y="3104"/>
                  </a:lnTo>
                  <a:lnTo>
                    <a:pt x="14" y="4851"/>
                  </a:lnTo>
                  <a:lnTo>
                    <a:pt x="1" y="5607"/>
                  </a:lnTo>
                  <a:lnTo>
                    <a:pt x="1" y="6207"/>
                  </a:lnTo>
                  <a:lnTo>
                    <a:pt x="14" y="6493"/>
                  </a:lnTo>
                  <a:lnTo>
                    <a:pt x="27" y="6780"/>
                  </a:lnTo>
                  <a:lnTo>
                    <a:pt x="53" y="7054"/>
                  </a:lnTo>
                  <a:lnTo>
                    <a:pt x="118" y="7328"/>
                  </a:lnTo>
                  <a:lnTo>
                    <a:pt x="144" y="7471"/>
                  </a:lnTo>
                  <a:lnTo>
                    <a:pt x="197" y="7602"/>
                  </a:lnTo>
                  <a:lnTo>
                    <a:pt x="249" y="7719"/>
                  </a:lnTo>
                  <a:lnTo>
                    <a:pt x="301" y="7849"/>
                  </a:lnTo>
                  <a:lnTo>
                    <a:pt x="366" y="7954"/>
                  </a:lnTo>
                  <a:lnTo>
                    <a:pt x="444" y="8071"/>
                  </a:lnTo>
                  <a:lnTo>
                    <a:pt x="535" y="8175"/>
                  </a:lnTo>
                  <a:lnTo>
                    <a:pt x="627" y="8266"/>
                  </a:lnTo>
                  <a:lnTo>
                    <a:pt x="718" y="8345"/>
                  </a:lnTo>
                  <a:lnTo>
                    <a:pt x="822" y="8410"/>
                  </a:lnTo>
                  <a:lnTo>
                    <a:pt x="1018" y="8527"/>
                  </a:lnTo>
                  <a:lnTo>
                    <a:pt x="1226" y="8618"/>
                  </a:lnTo>
                  <a:lnTo>
                    <a:pt x="1448" y="8710"/>
                  </a:lnTo>
                  <a:lnTo>
                    <a:pt x="1670" y="8801"/>
                  </a:lnTo>
                  <a:lnTo>
                    <a:pt x="1878" y="8905"/>
                  </a:lnTo>
                  <a:lnTo>
                    <a:pt x="2087" y="9010"/>
                  </a:lnTo>
                  <a:lnTo>
                    <a:pt x="2178" y="9075"/>
                  </a:lnTo>
                  <a:lnTo>
                    <a:pt x="2269" y="9153"/>
                  </a:lnTo>
                  <a:lnTo>
                    <a:pt x="2400" y="9270"/>
                  </a:lnTo>
                  <a:lnTo>
                    <a:pt x="2517" y="9414"/>
                  </a:lnTo>
                  <a:lnTo>
                    <a:pt x="2621" y="9570"/>
                  </a:lnTo>
                  <a:lnTo>
                    <a:pt x="2713" y="9727"/>
                  </a:lnTo>
                  <a:lnTo>
                    <a:pt x="2804" y="9909"/>
                  </a:lnTo>
                  <a:lnTo>
                    <a:pt x="2869" y="10092"/>
                  </a:lnTo>
                  <a:lnTo>
                    <a:pt x="2934" y="10287"/>
                  </a:lnTo>
                  <a:lnTo>
                    <a:pt x="3000" y="10483"/>
                  </a:lnTo>
                  <a:lnTo>
                    <a:pt x="3039" y="10691"/>
                  </a:lnTo>
                  <a:lnTo>
                    <a:pt x="3078" y="10887"/>
                  </a:lnTo>
                  <a:lnTo>
                    <a:pt x="3143" y="11291"/>
                  </a:lnTo>
                  <a:lnTo>
                    <a:pt x="3169" y="11682"/>
                  </a:lnTo>
                  <a:lnTo>
                    <a:pt x="3182" y="12034"/>
                  </a:lnTo>
                  <a:lnTo>
                    <a:pt x="3143" y="15176"/>
                  </a:lnTo>
                  <a:lnTo>
                    <a:pt x="3143" y="15333"/>
                  </a:lnTo>
                  <a:lnTo>
                    <a:pt x="3130" y="15502"/>
                  </a:lnTo>
                  <a:lnTo>
                    <a:pt x="3091" y="15646"/>
                  </a:lnTo>
                  <a:lnTo>
                    <a:pt x="3065" y="15711"/>
                  </a:lnTo>
                  <a:lnTo>
                    <a:pt x="3026" y="15789"/>
                  </a:lnTo>
                  <a:lnTo>
                    <a:pt x="2973" y="15841"/>
                  </a:lnTo>
                  <a:lnTo>
                    <a:pt x="2934" y="15880"/>
                  </a:lnTo>
                  <a:lnTo>
                    <a:pt x="2817" y="15972"/>
                  </a:lnTo>
                  <a:lnTo>
                    <a:pt x="2700" y="16037"/>
                  </a:lnTo>
                  <a:lnTo>
                    <a:pt x="2569" y="16089"/>
                  </a:lnTo>
                  <a:lnTo>
                    <a:pt x="2256" y="16232"/>
                  </a:lnTo>
                  <a:lnTo>
                    <a:pt x="1970" y="16376"/>
                  </a:lnTo>
                  <a:lnTo>
                    <a:pt x="1435" y="16636"/>
                  </a:lnTo>
                  <a:lnTo>
                    <a:pt x="1161" y="16754"/>
                  </a:lnTo>
                  <a:lnTo>
                    <a:pt x="888" y="16858"/>
                  </a:lnTo>
                  <a:lnTo>
                    <a:pt x="588" y="16962"/>
                  </a:lnTo>
                  <a:lnTo>
                    <a:pt x="249" y="17041"/>
                  </a:lnTo>
                  <a:lnTo>
                    <a:pt x="249" y="17041"/>
                  </a:lnTo>
                  <a:lnTo>
                    <a:pt x="1109" y="17028"/>
                  </a:lnTo>
                  <a:lnTo>
                    <a:pt x="1774" y="17041"/>
                  </a:lnTo>
                  <a:lnTo>
                    <a:pt x="2465" y="17041"/>
                  </a:lnTo>
                  <a:lnTo>
                    <a:pt x="3430" y="17028"/>
                  </a:lnTo>
                  <a:lnTo>
                    <a:pt x="4316" y="17041"/>
                  </a:lnTo>
                  <a:lnTo>
                    <a:pt x="5190" y="17054"/>
                  </a:lnTo>
                  <a:lnTo>
                    <a:pt x="7002" y="17067"/>
                  </a:lnTo>
                  <a:lnTo>
                    <a:pt x="6663" y="16988"/>
                  </a:lnTo>
                  <a:lnTo>
                    <a:pt x="6363" y="16884"/>
                  </a:lnTo>
                  <a:lnTo>
                    <a:pt x="6089" y="16780"/>
                  </a:lnTo>
                  <a:lnTo>
                    <a:pt x="5829" y="16649"/>
                  </a:lnTo>
                  <a:lnTo>
                    <a:pt x="5294" y="16376"/>
                  </a:lnTo>
                  <a:lnTo>
                    <a:pt x="5007" y="16232"/>
                  </a:lnTo>
                  <a:lnTo>
                    <a:pt x="4694" y="16089"/>
                  </a:lnTo>
                  <a:lnTo>
                    <a:pt x="4564" y="16037"/>
                  </a:lnTo>
                  <a:lnTo>
                    <a:pt x="4447" y="15972"/>
                  </a:lnTo>
                  <a:lnTo>
                    <a:pt x="4329" y="15880"/>
                  </a:lnTo>
                  <a:lnTo>
                    <a:pt x="4290" y="15841"/>
                  </a:lnTo>
                  <a:lnTo>
                    <a:pt x="4238" y="15789"/>
                  </a:lnTo>
                  <a:lnTo>
                    <a:pt x="4199" y="15711"/>
                  </a:lnTo>
                  <a:lnTo>
                    <a:pt x="4173" y="15646"/>
                  </a:lnTo>
                  <a:lnTo>
                    <a:pt x="4134" y="15502"/>
                  </a:lnTo>
                  <a:lnTo>
                    <a:pt x="4121" y="15333"/>
                  </a:lnTo>
                  <a:lnTo>
                    <a:pt x="4121" y="15176"/>
                  </a:lnTo>
                  <a:lnTo>
                    <a:pt x="4082" y="12034"/>
                  </a:lnTo>
                  <a:lnTo>
                    <a:pt x="4095" y="11682"/>
                  </a:lnTo>
                  <a:lnTo>
                    <a:pt x="4121" y="11291"/>
                  </a:lnTo>
                  <a:lnTo>
                    <a:pt x="4186" y="10887"/>
                  </a:lnTo>
                  <a:lnTo>
                    <a:pt x="4225" y="10691"/>
                  </a:lnTo>
                  <a:lnTo>
                    <a:pt x="4264" y="10483"/>
                  </a:lnTo>
                  <a:lnTo>
                    <a:pt x="4329" y="10287"/>
                  </a:lnTo>
                  <a:lnTo>
                    <a:pt x="4395" y="10092"/>
                  </a:lnTo>
                  <a:lnTo>
                    <a:pt x="4460" y="9909"/>
                  </a:lnTo>
                  <a:lnTo>
                    <a:pt x="4551" y="9727"/>
                  </a:lnTo>
                  <a:lnTo>
                    <a:pt x="4642" y="9570"/>
                  </a:lnTo>
                  <a:lnTo>
                    <a:pt x="4747" y="9414"/>
                  </a:lnTo>
                  <a:lnTo>
                    <a:pt x="4864" y="9270"/>
                  </a:lnTo>
                  <a:lnTo>
                    <a:pt x="4994" y="9153"/>
                  </a:lnTo>
                  <a:lnTo>
                    <a:pt x="5086" y="9075"/>
                  </a:lnTo>
                  <a:lnTo>
                    <a:pt x="5177" y="9010"/>
                  </a:lnTo>
                  <a:lnTo>
                    <a:pt x="5385" y="8905"/>
                  </a:lnTo>
                  <a:lnTo>
                    <a:pt x="5594" y="8801"/>
                  </a:lnTo>
                  <a:lnTo>
                    <a:pt x="5816" y="8710"/>
                  </a:lnTo>
                  <a:lnTo>
                    <a:pt x="6037" y="8618"/>
                  </a:lnTo>
                  <a:lnTo>
                    <a:pt x="6246" y="8527"/>
                  </a:lnTo>
                  <a:lnTo>
                    <a:pt x="6454" y="8410"/>
                  </a:lnTo>
                  <a:lnTo>
                    <a:pt x="6546" y="8345"/>
                  </a:lnTo>
                  <a:lnTo>
                    <a:pt x="6637" y="8266"/>
                  </a:lnTo>
                  <a:lnTo>
                    <a:pt x="6728" y="8175"/>
                  </a:lnTo>
                  <a:lnTo>
                    <a:pt x="6819" y="8071"/>
                  </a:lnTo>
                  <a:lnTo>
                    <a:pt x="6898" y="7954"/>
                  </a:lnTo>
                  <a:lnTo>
                    <a:pt x="6963" y="7849"/>
                  </a:lnTo>
                  <a:lnTo>
                    <a:pt x="7028" y="7719"/>
                  </a:lnTo>
                  <a:lnTo>
                    <a:pt x="7067" y="7602"/>
                  </a:lnTo>
                  <a:lnTo>
                    <a:pt x="7119" y="7471"/>
                  </a:lnTo>
                  <a:lnTo>
                    <a:pt x="7158" y="7328"/>
                  </a:lnTo>
                  <a:lnTo>
                    <a:pt x="7211" y="7054"/>
                  </a:lnTo>
                  <a:lnTo>
                    <a:pt x="7237" y="6780"/>
                  </a:lnTo>
                  <a:lnTo>
                    <a:pt x="7250" y="6493"/>
                  </a:lnTo>
                  <a:lnTo>
                    <a:pt x="7263" y="6207"/>
                  </a:lnTo>
                  <a:lnTo>
                    <a:pt x="7263" y="5607"/>
                  </a:lnTo>
                  <a:lnTo>
                    <a:pt x="7250" y="4851"/>
                  </a:lnTo>
                  <a:lnTo>
                    <a:pt x="7198" y="3104"/>
                  </a:lnTo>
                  <a:lnTo>
                    <a:pt x="7158" y="1370"/>
                  </a:lnTo>
                  <a:lnTo>
                    <a:pt x="7132" y="14"/>
                  </a:lnTo>
                  <a:lnTo>
                    <a:pt x="3638" y="1"/>
                  </a:lnTo>
                  <a:close/>
                </a:path>
              </a:pathLst>
            </a:custGeom>
            <a:solidFill>
              <a:srgbClr val="F6F2EF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7073954" y="2211750"/>
              <a:ext cx="222193" cy="522122"/>
            </a:xfrm>
            <a:custGeom>
              <a:rect b="b" l="l" r="r" t="t"/>
              <a:pathLst>
                <a:path extrusionOk="0" fill="none" h="17067" w="7263">
                  <a:moveTo>
                    <a:pt x="3638" y="1"/>
                  </a:moveTo>
                  <a:lnTo>
                    <a:pt x="3638" y="1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05" y="1370"/>
                  </a:lnTo>
                  <a:lnTo>
                    <a:pt x="66" y="3104"/>
                  </a:lnTo>
                  <a:lnTo>
                    <a:pt x="14" y="4851"/>
                  </a:lnTo>
                  <a:lnTo>
                    <a:pt x="1" y="5607"/>
                  </a:lnTo>
                  <a:lnTo>
                    <a:pt x="1" y="6207"/>
                  </a:lnTo>
                  <a:lnTo>
                    <a:pt x="1" y="6207"/>
                  </a:lnTo>
                  <a:lnTo>
                    <a:pt x="14" y="6493"/>
                  </a:lnTo>
                  <a:lnTo>
                    <a:pt x="27" y="6780"/>
                  </a:lnTo>
                  <a:lnTo>
                    <a:pt x="53" y="7054"/>
                  </a:lnTo>
                  <a:lnTo>
                    <a:pt x="118" y="7328"/>
                  </a:lnTo>
                  <a:lnTo>
                    <a:pt x="144" y="7471"/>
                  </a:lnTo>
                  <a:lnTo>
                    <a:pt x="197" y="7602"/>
                  </a:lnTo>
                  <a:lnTo>
                    <a:pt x="249" y="7719"/>
                  </a:lnTo>
                  <a:lnTo>
                    <a:pt x="301" y="7849"/>
                  </a:lnTo>
                  <a:lnTo>
                    <a:pt x="366" y="7954"/>
                  </a:lnTo>
                  <a:lnTo>
                    <a:pt x="444" y="8071"/>
                  </a:lnTo>
                  <a:lnTo>
                    <a:pt x="535" y="8175"/>
                  </a:lnTo>
                  <a:lnTo>
                    <a:pt x="627" y="8266"/>
                  </a:lnTo>
                  <a:lnTo>
                    <a:pt x="627" y="8266"/>
                  </a:lnTo>
                  <a:lnTo>
                    <a:pt x="718" y="8345"/>
                  </a:lnTo>
                  <a:lnTo>
                    <a:pt x="822" y="8410"/>
                  </a:lnTo>
                  <a:lnTo>
                    <a:pt x="1018" y="8527"/>
                  </a:lnTo>
                  <a:lnTo>
                    <a:pt x="1226" y="8618"/>
                  </a:lnTo>
                  <a:lnTo>
                    <a:pt x="1448" y="8710"/>
                  </a:lnTo>
                  <a:lnTo>
                    <a:pt x="1670" y="8801"/>
                  </a:lnTo>
                  <a:lnTo>
                    <a:pt x="1878" y="8905"/>
                  </a:lnTo>
                  <a:lnTo>
                    <a:pt x="2087" y="9010"/>
                  </a:lnTo>
                  <a:lnTo>
                    <a:pt x="2178" y="9075"/>
                  </a:lnTo>
                  <a:lnTo>
                    <a:pt x="2269" y="9153"/>
                  </a:lnTo>
                  <a:lnTo>
                    <a:pt x="2269" y="9153"/>
                  </a:lnTo>
                  <a:lnTo>
                    <a:pt x="2400" y="9270"/>
                  </a:lnTo>
                  <a:lnTo>
                    <a:pt x="2517" y="9414"/>
                  </a:lnTo>
                  <a:lnTo>
                    <a:pt x="2621" y="9570"/>
                  </a:lnTo>
                  <a:lnTo>
                    <a:pt x="2713" y="9727"/>
                  </a:lnTo>
                  <a:lnTo>
                    <a:pt x="2804" y="9909"/>
                  </a:lnTo>
                  <a:lnTo>
                    <a:pt x="2869" y="10092"/>
                  </a:lnTo>
                  <a:lnTo>
                    <a:pt x="2934" y="10287"/>
                  </a:lnTo>
                  <a:lnTo>
                    <a:pt x="3000" y="10483"/>
                  </a:lnTo>
                  <a:lnTo>
                    <a:pt x="3039" y="10691"/>
                  </a:lnTo>
                  <a:lnTo>
                    <a:pt x="3078" y="10887"/>
                  </a:lnTo>
                  <a:lnTo>
                    <a:pt x="3143" y="11291"/>
                  </a:lnTo>
                  <a:lnTo>
                    <a:pt x="3169" y="11682"/>
                  </a:lnTo>
                  <a:lnTo>
                    <a:pt x="3182" y="12034"/>
                  </a:lnTo>
                  <a:lnTo>
                    <a:pt x="3182" y="12034"/>
                  </a:lnTo>
                  <a:lnTo>
                    <a:pt x="3143" y="15176"/>
                  </a:lnTo>
                  <a:lnTo>
                    <a:pt x="3143" y="15176"/>
                  </a:lnTo>
                  <a:lnTo>
                    <a:pt x="3143" y="15333"/>
                  </a:lnTo>
                  <a:lnTo>
                    <a:pt x="3130" y="15502"/>
                  </a:lnTo>
                  <a:lnTo>
                    <a:pt x="3091" y="15646"/>
                  </a:lnTo>
                  <a:lnTo>
                    <a:pt x="3065" y="15711"/>
                  </a:lnTo>
                  <a:lnTo>
                    <a:pt x="3026" y="15789"/>
                  </a:lnTo>
                  <a:lnTo>
                    <a:pt x="3026" y="15789"/>
                  </a:lnTo>
                  <a:lnTo>
                    <a:pt x="2973" y="15841"/>
                  </a:lnTo>
                  <a:lnTo>
                    <a:pt x="2934" y="15880"/>
                  </a:lnTo>
                  <a:lnTo>
                    <a:pt x="2817" y="15972"/>
                  </a:lnTo>
                  <a:lnTo>
                    <a:pt x="2700" y="16037"/>
                  </a:lnTo>
                  <a:lnTo>
                    <a:pt x="2569" y="16089"/>
                  </a:lnTo>
                  <a:lnTo>
                    <a:pt x="2569" y="16089"/>
                  </a:lnTo>
                  <a:lnTo>
                    <a:pt x="2256" y="16232"/>
                  </a:lnTo>
                  <a:lnTo>
                    <a:pt x="1970" y="16376"/>
                  </a:lnTo>
                  <a:lnTo>
                    <a:pt x="1435" y="16636"/>
                  </a:lnTo>
                  <a:lnTo>
                    <a:pt x="1161" y="16754"/>
                  </a:lnTo>
                  <a:lnTo>
                    <a:pt x="888" y="16858"/>
                  </a:lnTo>
                  <a:lnTo>
                    <a:pt x="588" y="16962"/>
                  </a:lnTo>
                  <a:lnTo>
                    <a:pt x="249" y="17041"/>
                  </a:lnTo>
                  <a:lnTo>
                    <a:pt x="249" y="17041"/>
                  </a:lnTo>
                  <a:lnTo>
                    <a:pt x="1109" y="17028"/>
                  </a:lnTo>
                  <a:lnTo>
                    <a:pt x="1109" y="17028"/>
                  </a:lnTo>
                  <a:lnTo>
                    <a:pt x="1774" y="17041"/>
                  </a:lnTo>
                  <a:lnTo>
                    <a:pt x="1774" y="17041"/>
                  </a:lnTo>
                  <a:lnTo>
                    <a:pt x="2465" y="17041"/>
                  </a:lnTo>
                  <a:lnTo>
                    <a:pt x="2465" y="17041"/>
                  </a:lnTo>
                  <a:lnTo>
                    <a:pt x="3430" y="17028"/>
                  </a:lnTo>
                  <a:lnTo>
                    <a:pt x="3430" y="17028"/>
                  </a:lnTo>
                  <a:lnTo>
                    <a:pt x="4316" y="17041"/>
                  </a:lnTo>
                  <a:lnTo>
                    <a:pt x="5190" y="17054"/>
                  </a:lnTo>
                  <a:lnTo>
                    <a:pt x="7002" y="17067"/>
                  </a:lnTo>
                  <a:lnTo>
                    <a:pt x="7002" y="17067"/>
                  </a:lnTo>
                  <a:lnTo>
                    <a:pt x="6663" y="16988"/>
                  </a:lnTo>
                  <a:lnTo>
                    <a:pt x="6363" y="16884"/>
                  </a:lnTo>
                  <a:lnTo>
                    <a:pt x="6089" y="16780"/>
                  </a:lnTo>
                  <a:lnTo>
                    <a:pt x="5829" y="16649"/>
                  </a:lnTo>
                  <a:lnTo>
                    <a:pt x="5294" y="16376"/>
                  </a:lnTo>
                  <a:lnTo>
                    <a:pt x="5007" y="16232"/>
                  </a:lnTo>
                  <a:lnTo>
                    <a:pt x="4694" y="16089"/>
                  </a:lnTo>
                  <a:lnTo>
                    <a:pt x="4694" y="16089"/>
                  </a:lnTo>
                  <a:lnTo>
                    <a:pt x="4564" y="16037"/>
                  </a:lnTo>
                  <a:lnTo>
                    <a:pt x="4447" y="15972"/>
                  </a:lnTo>
                  <a:lnTo>
                    <a:pt x="4329" y="15880"/>
                  </a:lnTo>
                  <a:lnTo>
                    <a:pt x="4290" y="15841"/>
                  </a:lnTo>
                  <a:lnTo>
                    <a:pt x="4238" y="15789"/>
                  </a:lnTo>
                  <a:lnTo>
                    <a:pt x="4238" y="15789"/>
                  </a:lnTo>
                  <a:lnTo>
                    <a:pt x="4199" y="15711"/>
                  </a:lnTo>
                  <a:lnTo>
                    <a:pt x="4173" y="15646"/>
                  </a:lnTo>
                  <a:lnTo>
                    <a:pt x="4134" y="15502"/>
                  </a:lnTo>
                  <a:lnTo>
                    <a:pt x="4121" y="15333"/>
                  </a:lnTo>
                  <a:lnTo>
                    <a:pt x="4121" y="15176"/>
                  </a:lnTo>
                  <a:lnTo>
                    <a:pt x="4121" y="15176"/>
                  </a:lnTo>
                  <a:lnTo>
                    <a:pt x="4082" y="12034"/>
                  </a:lnTo>
                  <a:lnTo>
                    <a:pt x="4082" y="12034"/>
                  </a:lnTo>
                  <a:lnTo>
                    <a:pt x="4095" y="11682"/>
                  </a:lnTo>
                  <a:lnTo>
                    <a:pt x="4121" y="11291"/>
                  </a:lnTo>
                  <a:lnTo>
                    <a:pt x="4186" y="10887"/>
                  </a:lnTo>
                  <a:lnTo>
                    <a:pt x="4225" y="10691"/>
                  </a:lnTo>
                  <a:lnTo>
                    <a:pt x="4264" y="10483"/>
                  </a:lnTo>
                  <a:lnTo>
                    <a:pt x="4329" y="10287"/>
                  </a:lnTo>
                  <a:lnTo>
                    <a:pt x="4395" y="10092"/>
                  </a:lnTo>
                  <a:lnTo>
                    <a:pt x="4460" y="9909"/>
                  </a:lnTo>
                  <a:lnTo>
                    <a:pt x="4551" y="9727"/>
                  </a:lnTo>
                  <a:lnTo>
                    <a:pt x="4642" y="9570"/>
                  </a:lnTo>
                  <a:lnTo>
                    <a:pt x="4747" y="9414"/>
                  </a:lnTo>
                  <a:lnTo>
                    <a:pt x="4864" y="9270"/>
                  </a:lnTo>
                  <a:lnTo>
                    <a:pt x="4994" y="9153"/>
                  </a:lnTo>
                  <a:lnTo>
                    <a:pt x="4994" y="9153"/>
                  </a:lnTo>
                  <a:lnTo>
                    <a:pt x="5086" y="9075"/>
                  </a:lnTo>
                  <a:lnTo>
                    <a:pt x="5177" y="9010"/>
                  </a:lnTo>
                  <a:lnTo>
                    <a:pt x="5385" y="8905"/>
                  </a:lnTo>
                  <a:lnTo>
                    <a:pt x="5594" y="8801"/>
                  </a:lnTo>
                  <a:lnTo>
                    <a:pt x="5816" y="8710"/>
                  </a:lnTo>
                  <a:lnTo>
                    <a:pt x="6037" y="8618"/>
                  </a:lnTo>
                  <a:lnTo>
                    <a:pt x="6246" y="8527"/>
                  </a:lnTo>
                  <a:lnTo>
                    <a:pt x="6454" y="8410"/>
                  </a:lnTo>
                  <a:lnTo>
                    <a:pt x="6546" y="8345"/>
                  </a:lnTo>
                  <a:lnTo>
                    <a:pt x="6637" y="8266"/>
                  </a:lnTo>
                  <a:lnTo>
                    <a:pt x="6637" y="8266"/>
                  </a:lnTo>
                  <a:lnTo>
                    <a:pt x="6728" y="8175"/>
                  </a:lnTo>
                  <a:lnTo>
                    <a:pt x="6819" y="8071"/>
                  </a:lnTo>
                  <a:lnTo>
                    <a:pt x="6898" y="7954"/>
                  </a:lnTo>
                  <a:lnTo>
                    <a:pt x="6963" y="7849"/>
                  </a:lnTo>
                  <a:lnTo>
                    <a:pt x="7028" y="7719"/>
                  </a:lnTo>
                  <a:lnTo>
                    <a:pt x="7067" y="7602"/>
                  </a:lnTo>
                  <a:lnTo>
                    <a:pt x="7119" y="7471"/>
                  </a:lnTo>
                  <a:lnTo>
                    <a:pt x="7158" y="7328"/>
                  </a:lnTo>
                  <a:lnTo>
                    <a:pt x="7211" y="7054"/>
                  </a:lnTo>
                  <a:lnTo>
                    <a:pt x="7237" y="6780"/>
                  </a:lnTo>
                  <a:lnTo>
                    <a:pt x="7250" y="6493"/>
                  </a:lnTo>
                  <a:lnTo>
                    <a:pt x="7263" y="6207"/>
                  </a:lnTo>
                  <a:lnTo>
                    <a:pt x="7263" y="6207"/>
                  </a:lnTo>
                  <a:lnTo>
                    <a:pt x="7263" y="5607"/>
                  </a:lnTo>
                  <a:lnTo>
                    <a:pt x="7250" y="4851"/>
                  </a:lnTo>
                  <a:lnTo>
                    <a:pt x="7198" y="3104"/>
                  </a:lnTo>
                  <a:lnTo>
                    <a:pt x="7158" y="1370"/>
                  </a:lnTo>
                  <a:lnTo>
                    <a:pt x="7132" y="14"/>
                  </a:lnTo>
                  <a:lnTo>
                    <a:pt x="7132" y="14"/>
                  </a:lnTo>
                  <a:lnTo>
                    <a:pt x="363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7089128" y="2333814"/>
              <a:ext cx="193865" cy="136014"/>
            </a:xfrm>
            <a:custGeom>
              <a:rect b="b" l="l" r="r" t="t"/>
              <a:pathLst>
                <a:path extrusionOk="0" h="4446" w="6337">
                  <a:moveTo>
                    <a:pt x="0" y="0"/>
                  </a:moveTo>
                  <a:lnTo>
                    <a:pt x="0" y="2060"/>
                  </a:lnTo>
                  <a:lnTo>
                    <a:pt x="13" y="2295"/>
                  </a:lnTo>
                  <a:lnTo>
                    <a:pt x="39" y="2542"/>
                  </a:lnTo>
                  <a:lnTo>
                    <a:pt x="105" y="2764"/>
                  </a:lnTo>
                  <a:lnTo>
                    <a:pt x="183" y="2986"/>
                  </a:lnTo>
                  <a:lnTo>
                    <a:pt x="287" y="3194"/>
                  </a:lnTo>
                  <a:lnTo>
                    <a:pt x="405" y="3390"/>
                  </a:lnTo>
                  <a:lnTo>
                    <a:pt x="548" y="3572"/>
                  </a:lnTo>
                  <a:lnTo>
                    <a:pt x="691" y="3742"/>
                  </a:lnTo>
                  <a:lnTo>
                    <a:pt x="861" y="3898"/>
                  </a:lnTo>
                  <a:lnTo>
                    <a:pt x="1056" y="4042"/>
                  </a:lnTo>
                  <a:lnTo>
                    <a:pt x="1252" y="4159"/>
                  </a:lnTo>
                  <a:lnTo>
                    <a:pt x="1461" y="4250"/>
                  </a:lnTo>
                  <a:lnTo>
                    <a:pt x="1669" y="4342"/>
                  </a:lnTo>
                  <a:lnTo>
                    <a:pt x="1904" y="4394"/>
                  </a:lnTo>
                  <a:lnTo>
                    <a:pt x="2139" y="4433"/>
                  </a:lnTo>
                  <a:lnTo>
                    <a:pt x="2386" y="4446"/>
                  </a:lnTo>
                  <a:lnTo>
                    <a:pt x="3938" y="4446"/>
                  </a:lnTo>
                  <a:lnTo>
                    <a:pt x="4185" y="4433"/>
                  </a:lnTo>
                  <a:lnTo>
                    <a:pt x="4420" y="4394"/>
                  </a:lnTo>
                  <a:lnTo>
                    <a:pt x="4655" y="4342"/>
                  </a:lnTo>
                  <a:lnTo>
                    <a:pt x="4876" y="4250"/>
                  </a:lnTo>
                  <a:lnTo>
                    <a:pt x="5085" y="4159"/>
                  </a:lnTo>
                  <a:lnTo>
                    <a:pt x="5281" y="4042"/>
                  </a:lnTo>
                  <a:lnTo>
                    <a:pt x="5463" y="3898"/>
                  </a:lnTo>
                  <a:lnTo>
                    <a:pt x="5633" y="3742"/>
                  </a:lnTo>
                  <a:lnTo>
                    <a:pt x="5789" y="3572"/>
                  </a:lnTo>
                  <a:lnTo>
                    <a:pt x="5919" y="3390"/>
                  </a:lnTo>
                  <a:lnTo>
                    <a:pt x="6050" y="3194"/>
                  </a:lnTo>
                  <a:lnTo>
                    <a:pt x="6141" y="2986"/>
                  </a:lnTo>
                  <a:lnTo>
                    <a:pt x="6219" y="2764"/>
                  </a:lnTo>
                  <a:lnTo>
                    <a:pt x="6284" y="2542"/>
                  </a:lnTo>
                  <a:lnTo>
                    <a:pt x="6323" y="2295"/>
                  </a:lnTo>
                  <a:lnTo>
                    <a:pt x="6337" y="2060"/>
                  </a:lnTo>
                  <a:lnTo>
                    <a:pt x="63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7106259" y="2367710"/>
              <a:ext cx="23189" cy="68221"/>
            </a:xfrm>
            <a:custGeom>
              <a:rect b="b" l="l" r="r" t="t"/>
              <a:pathLst>
                <a:path extrusionOk="0" h="2230" w="758">
                  <a:moveTo>
                    <a:pt x="379" y="0"/>
                  </a:moveTo>
                  <a:lnTo>
                    <a:pt x="301" y="13"/>
                  </a:lnTo>
                  <a:lnTo>
                    <a:pt x="236" y="26"/>
                  </a:lnTo>
                  <a:lnTo>
                    <a:pt x="170" y="66"/>
                  </a:lnTo>
                  <a:lnTo>
                    <a:pt x="105" y="105"/>
                  </a:lnTo>
                  <a:lnTo>
                    <a:pt x="66" y="170"/>
                  </a:lnTo>
                  <a:lnTo>
                    <a:pt x="27" y="235"/>
                  </a:lnTo>
                  <a:lnTo>
                    <a:pt x="14" y="300"/>
                  </a:lnTo>
                  <a:lnTo>
                    <a:pt x="1" y="378"/>
                  </a:lnTo>
                  <a:lnTo>
                    <a:pt x="1" y="1852"/>
                  </a:lnTo>
                  <a:lnTo>
                    <a:pt x="14" y="1930"/>
                  </a:lnTo>
                  <a:lnTo>
                    <a:pt x="27" y="1995"/>
                  </a:lnTo>
                  <a:lnTo>
                    <a:pt x="66" y="2060"/>
                  </a:lnTo>
                  <a:lnTo>
                    <a:pt x="105" y="2112"/>
                  </a:lnTo>
                  <a:lnTo>
                    <a:pt x="170" y="2165"/>
                  </a:lnTo>
                  <a:lnTo>
                    <a:pt x="236" y="2191"/>
                  </a:lnTo>
                  <a:lnTo>
                    <a:pt x="301" y="2217"/>
                  </a:lnTo>
                  <a:lnTo>
                    <a:pt x="379" y="2230"/>
                  </a:lnTo>
                  <a:lnTo>
                    <a:pt x="457" y="2217"/>
                  </a:lnTo>
                  <a:lnTo>
                    <a:pt x="522" y="2191"/>
                  </a:lnTo>
                  <a:lnTo>
                    <a:pt x="588" y="2165"/>
                  </a:lnTo>
                  <a:lnTo>
                    <a:pt x="640" y="2112"/>
                  </a:lnTo>
                  <a:lnTo>
                    <a:pt x="692" y="2060"/>
                  </a:lnTo>
                  <a:lnTo>
                    <a:pt x="718" y="1995"/>
                  </a:lnTo>
                  <a:lnTo>
                    <a:pt x="744" y="1930"/>
                  </a:lnTo>
                  <a:lnTo>
                    <a:pt x="757" y="1852"/>
                  </a:lnTo>
                  <a:lnTo>
                    <a:pt x="757" y="378"/>
                  </a:lnTo>
                  <a:lnTo>
                    <a:pt x="744" y="300"/>
                  </a:lnTo>
                  <a:lnTo>
                    <a:pt x="718" y="235"/>
                  </a:lnTo>
                  <a:lnTo>
                    <a:pt x="692" y="170"/>
                  </a:lnTo>
                  <a:lnTo>
                    <a:pt x="640" y="105"/>
                  </a:lnTo>
                  <a:lnTo>
                    <a:pt x="588" y="66"/>
                  </a:lnTo>
                  <a:lnTo>
                    <a:pt x="522" y="26"/>
                  </a:lnTo>
                  <a:lnTo>
                    <a:pt x="457" y="13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99665" y="-908049"/>
              <a:ext cx="1052475" cy="1795275"/>
            </a:xfrm>
            <a:custGeom>
              <a:rect b="b" l="l" r="r" t="t"/>
              <a:pathLst>
                <a:path extrusionOk="0" h="71811" w="42099">
                  <a:moveTo>
                    <a:pt x="20039" y="0"/>
                  </a:moveTo>
                  <a:lnTo>
                    <a:pt x="20039" y="53036"/>
                  </a:lnTo>
                  <a:lnTo>
                    <a:pt x="18005" y="53036"/>
                  </a:lnTo>
                  <a:lnTo>
                    <a:pt x="17588" y="53049"/>
                  </a:lnTo>
                  <a:lnTo>
                    <a:pt x="17171" y="53062"/>
                  </a:lnTo>
                  <a:lnTo>
                    <a:pt x="16767" y="53088"/>
                  </a:lnTo>
                  <a:lnTo>
                    <a:pt x="16350" y="53128"/>
                  </a:lnTo>
                  <a:lnTo>
                    <a:pt x="15945" y="53167"/>
                  </a:lnTo>
                  <a:lnTo>
                    <a:pt x="15554" y="53232"/>
                  </a:lnTo>
                  <a:lnTo>
                    <a:pt x="15150" y="53297"/>
                  </a:lnTo>
                  <a:lnTo>
                    <a:pt x="14759" y="53362"/>
                  </a:lnTo>
                  <a:lnTo>
                    <a:pt x="14368" y="53454"/>
                  </a:lnTo>
                  <a:lnTo>
                    <a:pt x="13977" y="53545"/>
                  </a:lnTo>
                  <a:lnTo>
                    <a:pt x="13599" y="53649"/>
                  </a:lnTo>
                  <a:lnTo>
                    <a:pt x="13208" y="53753"/>
                  </a:lnTo>
                  <a:lnTo>
                    <a:pt x="12843" y="53884"/>
                  </a:lnTo>
                  <a:lnTo>
                    <a:pt x="12464" y="54014"/>
                  </a:lnTo>
                  <a:lnTo>
                    <a:pt x="12099" y="54145"/>
                  </a:lnTo>
                  <a:lnTo>
                    <a:pt x="11734" y="54301"/>
                  </a:lnTo>
                  <a:lnTo>
                    <a:pt x="11369" y="54457"/>
                  </a:lnTo>
                  <a:lnTo>
                    <a:pt x="11017" y="54614"/>
                  </a:lnTo>
                  <a:lnTo>
                    <a:pt x="10665" y="54783"/>
                  </a:lnTo>
                  <a:lnTo>
                    <a:pt x="10326" y="54966"/>
                  </a:lnTo>
                  <a:lnTo>
                    <a:pt x="9987" y="55161"/>
                  </a:lnTo>
                  <a:lnTo>
                    <a:pt x="9648" y="55357"/>
                  </a:lnTo>
                  <a:lnTo>
                    <a:pt x="9322" y="55553"/>
                  </a:lnTo>
                  <a:lnTo>
                    <a:pt x="8996" y="55774"/>
                  </a:lnTo>
                  <a:lnTo>
                    <a:pt x="8671" y="55983"/>
                  </a:lnTo>
                  <a:lnTo>
                    <a:pt x="8358" y="56217"/>
                  </a:lnTo>
                  <a:lnTo>
                    <a:pt x="8058" y="56452"/>
                  </a:lnTo>
                  <a:lnTo>
                    <a:pt x="7745" y="56687"/>
                  </a:lnTo>
                  <a:lnTo>
                    <a:pt x="7458" y="56935"/>
                  </a:lnTo>
                  <a:lnTo>
                    <a:pt x="7158" y="57195"/>
                  </a:lnTo>
                  <a:lnTo>
                    <a:pt x="6884" y="57456"/>
                  </a:lnTo>
                  <a:lnTo>
                    <a:pt x="6598" y="57717"/>
                  </a:lnTo>
                  <a:lnTo>
                    <a:pt x="6337" y="57991"/>
                  </a:lnTo>
                  <a:lnTo>
                    <a:pt x="6063" y="58277"/>
                  </a:lnTo>
                  <a:lnTo>
                    <a:pt x="5802" y="58564"/>
                  </a:lnTo>
                  <a:lnTo>
                    <a:pt x="5555" y="58851"/>
                  </a:lnTo>
                  <a:lnTo>
                    <a:pt x="5307" y="59151"/>
                  </a:lnTo>
                  <a:lnTo>
                    <a:pt x="5072" y="59464"/>
                  </a:lnTo>
                  <a:lnTo>
                    <a:pt x="4838" y="59777"/>
                  </a:lnTo>
                  <a:lnTo>
                    <a:pt x="4616" y="60090"/>
                  </a:lnTo>
                  <a:lnTo>
                    <a:pt x="4407" y="60402"/>
                  </a:lnTo>
                  <a:lnTo>
                    <a:pt x="4199" y="60741"/>
                  </a:lnTo>
                  <a:lnTo>
                    <a:pt x="4003" y="61067"/>
                  </a:lnTo>
                  <a:lnTo>
                    <a:pt x="3808" y="61406"/>
                  </a:lnTo>
                  <a:lnTo>
                    <a:pt x="3625" y="61745"/>
                  </a:lnTo>
                  <a:lnTo>
                    <a:pt x="3443" y="62097"/>
                  </a:lnTo>
                  <a:lnTo>
                    <a:pt x="3273" y="62449"/>
                  </a:lnTo>
                  <a:lnTo>
                    <a:pt x="3117" y="62801"/>
                  </a:lnTo>
                  <a:lnTo>
                    <a:pt x="2960" y="63166"/>
                  </a:lnTo>
                  <a:lnTo>
                    <a:pt x="2817" y="63531"/>
                  </a:lnTo>
                  <a:lnTo>
                    <a:pt x="2686" y="63896"/>
                  </a:lnTo>
                  <a:lnTo>
                    <a:pt x="2556" y="64275"/>
                  </a:lnTo>
                  <a:lnTo>
                    <a:pt x="2439" y="64653"/>
                  </a:lnTo>
                  <a:lnTo>
                    <a:pt x="2334" y="65031"/>
                  </a:lnTo>
                  <a:lnTo>
                    <a:pt x="2230" y="65422"/>
                  </a:lnTo>
                  <a:lnTo>
                    <a:pt x="2139" y="65813"/>
                  </a:lnTo>
                  <a:lnTo>
                    <a:pt x="2061" y="66204"/>
                  </a:lnTo>
                  <a:lnTo>
                    <a:pt x="1995" y="66595"/>
                  </a:lnTo>
                  <a:lnTo>
                    <a:pt x="1930" y="66999"/>
                  </a:lnTo>
                  <a:lnTo>
                    <a:pt x="1878" y="67404"/>
                  </a:lnTo>
                  <a:lnTo>
                    <a:pt x="1839" y="67808"/>
                  </a:lnTo>
                  <a:lnTo>
                    <a:pt x="1813" y="68212"/>
                  </a:lnTo>
                  <a:lnTo>
                    <a:pt x="1787" y="68629"/>
                  </a:lnTo>
                  <a:lnTo>
                    <a:pt x="1774" y="69046"/>
                  </a:lnTo>
                  <a:lnTo>
                    <a:pt x="1252" y="69046"/>
                  </a:lnTo>
                  <a:lnTo>
                    <a:pt x="1109" y="69072"/>
                  </a:lnTo>
                  <a:lnTo>
                    <a:pt x="979" y="69098"/>
                  </a:lnTo>
                  <a:lnTo>
                    <a:pt x="848" y="69151"/>
                  </a:lnTo>
                  <a:lnTo>
                    <a:pt x="731" y="69203"/>
                  </a:lnTo>
                  <a:lnTo>
                    <a:pt x="613" y="69281"/>
                  </a:lnTo>
                  <a:lnTo>
                    <a:pt x="509" y="69359"/>
                  </a:lnTo>
                  <a:lnTo>
                    <a:pt x="405" y="69450"/>
                  </a:lnTo>
                  <a:lnTo>
                    <a:pt x="327" y="69542"/>
                  </a:lnTo>
                  <a:lnTo>
                    <a:pt x="235" y="69646"/>
                  </a:lnTo>
                  <a:lnTo>
                    <a:pt x="170" y="69763"/>
                  </a:lnTo>
                  <a:lnTo>
                    <a:pt x="118" y="69881"/>
                  </a:lnTo>
                  <a:lnTo>
                    <a:pt x="66" y="70011"/>
                  </a:lnTo>
                  <a:lnTo>
                    <a:pt x="40" y="70141"/>
                  </a:lnTo>
                  <a:lnTo>
                    <a:pt x="14" y="70285"/>
                  </a:lnTo>
                  <a:lnTo>
                    <a:pt x="1" y="70428"/>
                  </a:lnTo>
                  <a:lnTo>
                    <a:pt x="14" y="70559"/>
                  </a:lnTo>
                  <a:lnTo>
                    <a:pt x="40" y="70702"/>
                  </a:lnTo>
                  <a:lnTo>
                    <a:pt x="66" y="70832"/>
                  </a:lnTo>
                  <a:lnTo>
                    <a:pt x="118" y="70963"/>
                  </a:lnTo>
                  <a:lnTo>
                    <a:pt x="170" y="71080"/>
                  </a:lnTo>
                  <a:lnTo>
                    <a:pt x="235" y="71197"/>
                  </a:lnTo>
                  <a:lnTo>
                    <a:pt x="327" y="71302"/>
                  </a:lnTo>
                  <a:lnTo>
                    <a:pt x="405" y="71406"/>
                  </a:lnTo>
                  <a:lnTo>
                    <a:pt x="509" y="71484"/>
                  </a:lnTo>
                  <a:lnTo>
                    <a:pt x="613" y="71576"/>
                  </a:lnTo>
                  <a:lnTo>
                    <a:pt x="731" y="71641"/>
                  </a:lnTo>
                  <a:lnTo>
                    <a:pt x="848" y="71693"/>
                  </a:lnTo>
                  <a:lnTo>
                    <a:pt x="979" y="71745"/>
                  </a:lnTo>
                  <a:lnTo>
                    <a:pt x="1109" y="71784"/>
                  </a:lnTo>
                  <a:lnTo>
                    <a:pt x="1252" y="71797"/>
                  </a:lnTo>
                  <a:lnTo>
                    <a:pt x="1383" y="71810"/>
                  </a:lnTo>
                  <a:lnTo>
                    <a:pt x="40716" y="71810"/>
                  </a:lnTo>
                  <a:lnTo>
                    <a:pt x="40860" y="71797"/>
                  </a:lnTo>
                  <a:lnTo>
                    <a:pt x="40990" y="71784"/>
                  </a:lnTo>
                  <a:lnTo>
                    <a:pt x="41120" y="71745"/>
                  </a:lnTo>
                  <a:lnTo>
                    <a:pt x="41251" y="71693"/>
                  </a:lnTo>
                  <a:lnTo>
                    <a:pt x="41368" y="71641"/>
                  </a:lnTo>
                  <a:lnTo>
                    <a:pt x="41486" y="71576"/>
                  </a:lnTo>
                  <a:lnTo>
                    <a:pt x="41590" y="71484"/>
                  </a:lnTo>
                  <a:lnTo>
                    <a:pt x="41694" y="71406"/>
                  </a:lnTo>
                  <a:lnTo>
                    <a:pt x="41785" y="71302"/>
                  </a:lnTo>
                  <a:lnTo>
                    <a:pt x="41864" y="71197"/>
                  </a:lnTo>
                  <a:lnTo>
                    <a:pt x="41929" y="71080"/>
                  </a:lnTo>
                  <a:lnTo>
                    <a:pt x="41994" y="70963"/>
                  </a:lnTo>
                  <a:lnTo>
                    <a:pt x="42033" y="70832"/>
                  </a:lnTo>
                  <a:lnTo>
                    <a:pt x="42072" y="70702"/>
                  </a:lnTo>
                  <a:lnTo>
                    <a:pt x="42085" y="70559"/>
                  </a:lnTo>
                  <a:lnTo>
                    <a:pt x="42098" y="70428"/>
                  </a:lnTo>
                  <a:lnTo>
                    <a:pt x="42085" y="70285"/>
                  </a:lnTo>
                  <a:lnTo>
                    <a:pt x="42072" y="70141"/>
                  </a:lnTo>
                  <a:lnTo>
                    <a:pt x="42033" y="70011"/>
                  </a:lnTo>
                  <a:lnTo>
                    <a:pt x="41994" y="69881"/>
                  </a:lnTo>
                  <a:lnTo>
                    <a:pt x="41929" y="69763"/>
                  </a:lnTo>
                  <a:lnTo>
                    <a:pt x="41864" y="69646"/>
                  </a:lnTo>
                  <a:lnTo>
                    <a:pt x="41785" y="69542"/>
                  </a:lnTo>
                  <a:lnTo>
                    <a:pt x="41694" y="69450"/>
                  </a:lnTo>
                  <a:lnTo>
                    <a:pt x="41590" y="69359"/>
                  </a:lnTo>
                  <a:lnTo>
                    <a:pt x="41486" y="69281"/>
                  </a:lnTo>
                  <a:lnTo>
                    <a:pt x="41368" y="69203"/>
                  </a:lnTo>
                  <a:lnTo>
                    <a:pt x="41251" y="69151"/>
                  </a:lnTo>
                  <a:lnTo>
                    <a:pt x="41120" y="69098"/>
                  </a:lnTo>
                  <a:lnTo>
                    <a:pt x="40990" y="69072"/>
                  </a:lnTo>
                  <a:lnTo>
                    <a:pt x="40860" y="69046"/>
                  </a:lnTo>
                  <a:lnTo>
                    <a:pt x="40416" y="69046"/>
                  </a:lnTo>
                  <a:lnTo>
                    <a:pt x="40403" y="68629"/>
                  </a:lnTo>
                  <a:lnTo>
                    <a:pt x="40377" y="68212"/>
                  </a:lnTo>
                  <a:lnTo>
                    <a:pt x="40351" y="67808"/>
                  </a:lnTo>
                  <a:lnTo>
                    <a:pt x="40312" y="67404"/>
                  </a:lnTo>
                  <a:lnTo>
                    <a:pt x="40260" y="66999"/>
                  </a:lnTo>
                  <a:lnTo>
                    <a:pt x="40195" y="66595"/>
                  </a:lnTo>
                  <a:lnTo>
                    <a:pt x="40130" y="66204"/>
                  </a:lnTo>
                  <a:lnTo>
                    <a:pt x="40051" y="65813"/>
                  </a:lnTo>
                  <a:lnTo>
                    <a:pt x="39960" y="65422"/>
                  </a:lnTo>
                  <a:lnTo>
                    <a:pt x="39856" y="65031"/>
                  </a:lnTo>
                  <a:lnTo>
                    <a:pt x="39752" y="64653"/>
                  </a:lnTo>
                  <a:lnTo>
                    <a:pt x="39634" y="64275"/>
                  </a:lnTo>
                  <a:lnTo>
                    <a:pt x="39504" y="63896"/>
                  </a:lnTo>
                  <a:lnTo>
                    <a:pt x="39373" y="63531"/>
                  </a:lnTo>
                  <a:lnTo>
                    <a:pt x="39230" y="63166"/>
                  </a:lnTo>
                  <a:lnTo>
                    <a:pt x="39074" y="62801"/>
                  </a:lnTo>
                  <a:lnTo>
                    <a:pt x="38917" y="62449"/>
                  </a:lnTo>
                  <a:lnTo>
                    <a:pt x="38748" y="62097"/>
                  </a:lnTo>
                  <a:lnTo>
                    <a:pt x="38578" y="61745"/>
                  </a:lnTo>
                  <a:lnTo>
                    <a:pt x="38383" y="61406"/>
                  </a:lnTo>
                  <a:lnTo>
                    <a:pt x="38200" y="61067"/>
                  </a:lnTo>
                  <a:lnTo>
                    <a:pt x="37992" y="60741"/>
                  </a:lnTo>
                  <a:lnTo>
                    <a:pt x="37783" y="60402"/>
                  </a:lnTo>
                  <a:lnTo>
                    <a:pt x="37574" y="60090"/>
                  </a:lnTo>
                  <a:lnTo>
                    <a:pt x="37353" y="59777"/>
                  </a:lnTo>
                  <a:lnTo>
                    <a:pt x="37118" y="59464"/>
                  </a:lnTo>
                  <a:lnTo>
                    <a:pt x="36883" y="59151"/>
                  </a:lnTo>
                  <a:lnTo>
                    <a:pt x="36636" y="58851"/>
                  </a:lnTo>
                  <a:lnTo>
                    <a:pt x="36388" y="58564"/>
                  </a:lnTo>
                  <a:lnTo>
                    <a:pt x="36127" y="58277"/>
                  </a:lnTo>
                  <a:lnTo>
                    <a:pt x="35866" y="57991"/>
                  </a:lnTo>
                  <a:lnTo>
                    <a:pt x="35593" y="57717"/>
                  </a:lnTo>
                  <a:lnTo>
                    <a:pt x="35306" y="57456"/>
                  </a:lnTo>
                  <a:lnTo>
                    <a:pt x="35032" y="57195"/>
                  </a:lnTo>
                  <a:lnTo>
                    <a:pt x="34732" y="56935"/>
                  </a:lnTo>
                  <a:lnTo>
                    <a:pt x="34445" y="56687"/>
                  </a:lnTo>
                  <a:lnTo>
                    <a:pt x="34146" y="56452"/>
                  </a:lnTo>
                  <a:lnTo>
                    <a:pt x="33833" y="56217"/>
                  </a:lnTo>
                  <a:lnTo>
                    <a:pt x="33520" y="55983"/>
                  </a:lnTo>
                  <a:lnTo>
                    <a:pt x="33194" y="55774"/>
                  </a:lnTo>
                  <a:lnTo>
                    <a:pt x="32868" y="55553"/>
                  </a:lnTo>
                  <a:lnTo>
                    <a:pt x="32542" y="55357"/>
                  </a:lnTo>
                  <a:lnTo>
                    <a:pt x="32203" y="55161"/>
                  </a:lnTo>
                  <a:lnTo>
                    <a:pt x="31864" y="54966"/>
                  </a:lnTo>
                  <a:lnTo>
                    <a:pt x="31525" y="54783"/>
                  </a:lnTo>
                  <a:lnTo>
                    <a:pt x="31173" y="54614"/>
                  </a:lnTo>
                  <a:lnTo>
                    <a:pt x="30821" y="54457"/>
                  </a:lnTo>
                  <a:lnTo>
                    <a:pt x="30456" y="54301"/>
                  </a:lnTo>
                  <a:lnTo>
                    <a:pt x="30091" y="54145"/>
                  </a:lnTo>
                  <a:lnTo>
                    <a:pt x="29726" y="54014"/>
                  </a:lnTo>
                  <a:lnTo>
                    <a:pt x="29361" y="53884"/>
                  </a:lnTo>
                  <a:lnTo>
                    <a:pt x="28983" y="53753"/>
                  </a:lnTo>
                  <a:lnTo>
                    <a:pt x="28605" y="53649"/>
                  </a:lnTo>
                  <a:lnTo>
                    <a:pt x="28214" y="53545"/>
                  </a:lnTo>
                  <a:lnTo>
                    <a:pt x="27822" y="53454"/>
                  </a:lnTo>
                  <a:lnTo>
                    <a:pt x="27431" y="53362"/>
                  </a:lnTo>
                  <a:lnTo>
                    <a:pt x="27040" y="53297"/>
                  </a:lnTo>
                  <a:lnTo>
                    <a:pt x="26649" y="53232"/>
                  </a:lnTo>
                  <a:lnTo>
                    <a:pt x="26245" y="53167"/>
                  </a:lnTo>
                  <a:lnTo>
                    <a:pt x="25841" y="53128"/>
                  </a:lnTo>
                  <a:lnTo>
                    <a:pt x="25437" y="53088"/>
                  </a:lnTo>
                  <a:lnTo>
                    <a:pt x="25019" y="53062"/>
                  </a:lnTo>
                  <a:lnTo>
                    <a:pt x="24602" y="53049"/>
                  </a:lnTo>
                  <a:lnTo>
                    <a:pt x="24198" y="53036"/>
                  </a:lnTo>
                  <a:lnTo>
                    <a:pt x="22151" y="53036"/>
                  </a:lnTo>
                  <a:lnTo>
                    <a:pt x="221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6700" lIns="76700" spcFirstLastPara="1" rIns="76700" wrap="square" tIns="7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grpSp>
        <p:nvGrpSpPr>
          <p:cNvPr id="112" name="Google Shape;112;p14"/>
          <p:cNvGrpSpPr/>
          <p:nvPr/>
        </p:nvGrpSpPr>
        <p:grpSpPr>
          <a:xfrm>
            <a:off x="3053146" y="935620"/>
            <a:ext cx="3037720" cy="3948970"/>
            <a:chOff x="1795050" y="238125"/>
            <a:chExt cx="4029875" cy="5238750"/>
          </a:xfrm>
        </p:grpSpPr>
        <p:sp>
          <p:nvSpPr>
            <p:cNvPr id="113" name="Google Shape;113;p14"/>
            <p:cNvSpPr/>
            <p:nvPr/>
          </p:nvSpPr>
          <p:spPr>
            <a:xfrm>
              <a:off x="2120000" y="658450"/>
              <a:ext cx="3379975" cy="3751900"/>
            </a:xfrm>
            <a:custGeom>
              <a:rect b="b" l="l" r="r" t="t"/>
              <a:pathLst>
                <a:path extrusionOk="0" h="150076" w="135199">
                  <a:moveTo>
                    <a:pt x="0" y="0"/>
                  </a:moveTo>
                  <a:lnTo>
                    <a:pt x="0" y="150076"/>
                  </a:lnTo>
                  <a:lnTo>
                    <a:pt x="135199" y="150076"/>
                  </a:lnTo>
                  <a:lnTo>
                    <a:pt x="135199" y="0"/>
                  </a:lnTo>
                  <a:close/>
                </a:path>
              </a:pathLst>
            </a:custGeom>
            <a:solidFill>
              <a:srgbClr val="574566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2120000" y="658450"/>
              <a:ext cx="3379975" cy="3751900"/>
            </a:xfrm>
            <a:custGeom>
              <a:rect b="b" l="l" r="r" t="t"/>
              <a:pathLst>
                <a:path extrusionOk="0" fill="none" h="150076" w="135199">
                  <a:moveTo>
                    <a:pt x="135199" y="150076"/>
                  </a:moveTo>
                  <a:lnTo>
                    <a:pt x="0" y="150076"/>
                  </a:lnTo>
                  <a:lnTo>
                    <a:pt x="0" y="0"/>
                  </a:lnTo>
                  <a:lnTo>
                    <a:pt x="135199" y="0"/>
                  </a:lnTo>
                  <a:lnTo>
                    <a:pt x="135199" y="15007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2272450" y="710600"/>
              <a:ext cx="3099525" cy="3475125"/>
            </a:xfrm>
            <a:custGeom>
              <a:rect b="b" l="l" r="r" t="t"/>
              <a:pathLst>
                <a:path extrusionOk="0" h="139005" w="123981">
                  <a:moveTo>
                    <a:pt x="1" y="0"/>
                  </a:moveTo>
                  <a:lnTo>
                    <a:pt x="1" y="139005"/>
                  </a:lnTo>
                  <a:lnTo>
                    <a:pt x="123981" y="139005"/>
                  </a:lnTo>
                  <a:lnTo>
                    <a:pt x="1239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2272450" y="710600"/>
              <a:ext cx="3099525" cy="3475125"/>
            </a:xfrm>
            <a:custGeom>
              <a:rect b="b" l="l" r="r" t="t"/>
              <a:pathLst>
                <a:path extrusionOk="0" fill="none" h="139005" w="123981">
                  <a:moveTo>
                    <a:pt x="123981" y="139005"/>
                  </a:moveTo>
                  <a:lnTo>
                    <a:pt x="1" y="139005"/>
                  </a:lnTo>
                  <a:lnTo>
                    <a:pt x="1" y="0"/>
                  </a:lnTo>
                  <a:lnTo>
                    <a:pt x="123981" y="0"/>
                  </a:lnTo>
                  <a:lnTo>
                    <a:pt x="123981" y="13900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1795050" y="501275"/>
              <a:ext cx="4029875" cy="209350"/>
            </a:xfrm>
            <a:custGeom>
              <a:rect b="b" l="l" r="r" t="t"/>
              <a:pathLst>
                <a:path extrusionOk="0" h="8374" w="161195">
                  <a:moveTo>
                    <a:pt x="0" y="1"/>
                  </a:moveTo>
                  <a:lnTo>
                    <a:pt x="0" y="8373"/>
                  </a:lnTo>
                  <a:lnTo>
                    <a:pt x="161195" y="8373"/>
                  </a:lnTo>
                  <a:lnTo>
                    <a:pt x="161195" y="1"/>
                  </a:lnTo>
                  <a:close/>
                </a:path>
              </a:pathLst>
            </a:custGeom>
            <a:solidFill>
              <a:srgbClr val="FF7E6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1795050" y="238125"/>
              <a:ext cx="4029875" cy="263175"/>
            </a:xfrm>
            <a:custGeom>
              <a:rect b="b" l="l" r="r" t="t"/>
              <a:pathLst>
                <a:path extrusionOk="0" h="10527" w="161195">
                  <a:moveTo>
                    <a:pt x="25077" y="0"/>
                  </a:moveTo>
                  <a:lnTo>
                    <a:pt x="0" y="10527"/>
                  </a:lnTo>
                  <a:lnTo>
                    <a:pt x="161195" y="10527"/>
                  </a:lnTo>
                  <a:lnTo>
                    <a:pt x="1357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1866950" y="4138275"/>
              <a:ext cx="3886075" cy="588375"/>
            </a:xfrm>
            <a:custGeom>
              <a:rect b="b" l="l" r="r" t="t"/>
              <a:pathLst>
                <a:path extrusionOk="0" h="23535" w="155443">
                  <a:moveTo>
                    <a:pt x="0" y="0"/>
                  </a:moveTo>
                  <a:lnTo>
                    <a:pt x="0" y="23535"/>
                  </a:lnTo>
                  <a:lnTo>
                    <a:pt x="155443" y="23535"/>
                  </a:lnTo>
                  <a:lnTo>
                    <a:pt x="155443" y="0"/>
                  </a:lnTo>
                  <a:close/>
                </a:path>
              </a:pathLst>
            </a:custGeom>
            <a:solidFill>
              <a:srgbClr val="574566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3572500" y="1817900"/>
              <a:ext cx="610875" cy="672150"/>
            </a:xfrm>
            <a:custGeom>
              <a:rect b="b" l="l" r="r" t="t"/>
              <a:pathLst>
                <a:path extrusionOk="0" h="26886" w="24435">
                  <a:moveTo>
                    <a:pt x="12979" y="0"/>
                  </a:moveTo>
                  <a:lnTo>
                    <a:pt x="1" y="13008"/>
                  </a:lnTo>
                  <a:lnTo>
                    <a:pt x="30" y="13324"/>
                  </a:lnTo>
                  <a:lnTo>
                    <a:pt x="99" y="13878"/>
                  </a:lnTo>
                  <a:lnTo>
                    <a:pt x="347" y="15578"/>
                  </a:lnTo>
                  <a:lnTo>
                    <a:pt x="683" y="17822"/>
                  </a:lnTo>
                  <a:lnTo>
                    <a:pt x="1068" y="20303"/>
                  </a:lnTo>
                  <a:lnTo>
                    <a:pt x="1780" y="24860"/>
                  </a:lnTo>
                  <a:lnTo>
                    <a:pt x="2106" y="26886"/>
                  </a:lnTo>
                  <a:lnTo>
                    <a:pt x="12139" y="26886"/>
                  </a:lnTo>
                  <a:lnTo>
                    <a:pt x="12692" y="26431"/>
                  </a:lnTo>
                  <a:lnTo>
                    <a:pt x="14155" y="25215"/>
                  </a:lnTo>
                  <a:lnTo>
                    <a:pt x="16201" y="23486"/>
                  </a:lnTo>
                  <a:lnTo>
                    <a:pt x="17358" y="22507"/>
                  </a:lnTo>
                  <a:lnTo>
                    <a:pt x="18534" y="21499"/>
                  </a:lnTo>
                  <a:lnTo>
                    <a:pt x="19710" y="20471"/>
                  </a:lnTo>
                  <a:lnTo>
                    <a:pt x="20827" y="19473"/>
                  </a:lnTo>
                  <a:lnTo>
                    <a:pt x="21875" y="18534"/>
                  </a:lnTo>
                  <a:lnTo>
                    <a:pt x="22349" y="18089"/>
                  </a:lnTo>
                  <a:lnTo>
                    <a:pt x="22784" y="17674"/>
                  </a:lnTo>
                  <a:lnTo>
                    <a:pt x="23180" y="17288"/>
                  </a:lnTo>
                  <a:lnTo>
                    <a:pt x="23535" y="16932"/>
                  </a:lnTo>
                  <a:lnTo>
                    <a:pt x="23832" y="16616"/>
                  </a:lnTo>
                  <a:lnTo>
                    <a:pt x="24079" y="16339"/>
                  </a:lnTo>
                  <a:lnTo>
                    <a:pt x="24267" y="16112"/>
                  </a:lnTo>
                  <a:lnTo>
                    <a:pt x="24336" y="16013"/>
                  </a:lnTo>
                  <a:lnTo>
                    <a:pt x="24385" y="15924"/>
                  </a:lnTo>
                  <a:lnTo>
                    <a:pt x="24425" y="15845"/>
                  </a:lnTo>
                  <a:lnTo>
                    <a:pt x="24435" y="15786"/>
                  </a:lnTo>
                  <a:lnTo>
                    <a:pt x="24435" y="15746"/>
                  </a:lnTo>
                  <a:lnTo>
                    <a:pt x="24425" y="15726"/>
                  </a:lnTo>
                  <a:lnTo>
                    <a:pt x="24415" y="15707"/>
                  </a:lnTo>
                  <a:lnTo>
                    <a:pt x="24316" y="15618"/>
                  </a:lnTo>
                  <a:lnTo>
                    <a:pt x="24168" y="15450"/>
                  </a:lnTo>
                  <a:lnTo>
                    <a:pt x="23970" y="15202"/>
                  </a:lnTo>
                  <a:lnTo>
                    <a:pt x="23723" y="14886"/>
                  </a:lnTo>
                  <a:lnTo>
                    <a:pt x="23100" y="14066"/>
                  </a:lnTo>
                  <a:lnTo>
                    <a:pt x="22339" y="13038"/>
                  </a:lnTo>
                  <a:lnTo>
                    <a:pt x="21460" y="11842"/>
                  </a:lnTo>
                  <a:lnTo>
                    <a:pt x="20491" y="10517"/>
                  </a:lnTo>
                  <a:lnTo>
                    <a:pt x="18435" y="7661"/>
                  </a:lnTo>
                  <a:lnTo>
                    <a:pt x="16419" y="4834"/>
                  </a:lnTo>
                  <a:lnTo>
                    <a:pt x="14669" y="2382"/>
                  </a:lnTo>
                  <a:lnTo>
                    <a:pt x="12979" y="0"/>
                  </a:lnTo>
                  <a:close/>
                </a:path>
              </a:pathLst>
            </a:custGeom>
            <a:solidFill>
              <a:srgbClr val="D3896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3633300" y="861325"/>
              <a:ext cx="105275" cy="79100"/>
            </a:xfrm>
            <a:custGeom>
              <a:rect b="b" l="l" r="r" t="t"/>
              <a:pathLst>
                <a:path extrusionOk="0" h="3164" w="4211">
                  <a:moveTo>
                    <a:pt x="1681" y="1"/>
                  </a:moveTo>
                  <a:lnTo>
                    <a:pt x="1542" y="20"/>
                  </a:lnTo>
                  <a:lnTo>
                    <a:pt x="1414" y="40"/>
                  </a:lnTo>
                  <a:lnTo>
                    <a:pt x="1295" y="70"/>
                  </a:lnTo>
                  <a:lnTo>
                    <a:pt x="1176" y="109"/>
                  </a:lnTo>
                  <a:lnTo>
                    <a:pt x="1068" y="149"/>
                  </a:lnTo>
                  <a:lnTo>
                    <a:pt x="969" y="208"/>
                  </a:lnTo>
                  <a:lnTo>
                    <a:pt x="870" y="267"/>
                  </a:lnTo>
                  <a:lnTo>
                    <a:pt x="781" y="327"/>
                  </a:lnTo>
                  <a:lnTo>
                    <a:pt x="702" y="396"/>
                  </a:lnTo>
                  <a:lnTo>
                    <a:pt x="623" y="475"/>
                  </a:lnTo>
                  <a:lnTo>
                    <a:pt x="554" y="554"/>
                  </a:lnTo>
                  <a:lnTo>
                    <a:pt x="494" y="633"/>
                  </a:lnTo>
                  <a:lnTo>
                    <a:pt x="425" y="722"/>
                  </a:lnTo>
                  <a:lnTo>
                    <a:pt x="326" y="900"/>
                  </a:lnTo>
                  <a:lnTo>
                    <a:pt x="237" y="1078"/>
                  </a:lnTo>
                  <a:lnTo>
                    <a:pt x="168" y="1246"/>
                  </a:lnTo>
                  <a:lnTo>
                    <a:pt x="109" y="1414"/>
                  </a:lnTo>
                  <a:lnTo>
                    <a:pt x="69" y="1572"/>
                  </a:lnTo>
                  <a:lnTo>
                    <a:pt x="40" y="1711"/>
                  </a:lnTo>
                  <a:lnTo>
                    <a:pt x="0" y="1918"/>
                  </a:lnTo>
                  <a:lnTo>
                    <a:pt x="0" y="1997"/>
                  </a:lnTo>
                  <a:lnTo>
                    <a:pt x="366" y="2057"/>
                  </a:lnTo>
                  <a:lnTo>
                    <a:pt x="741" y="2126"/>
                  </a:lnTo>
                  <a:lnTo>
                    <a:pt x="1107" y="2215"/>
                  </a:lnTo>
                  <a:lnTo>
                    <a:pt x="1473" y="2304"/>
                  </a:lnTo>
                  <a:lnTo>
                    <a:pt x="1829" y="2393"/>
                  </a:lnTo>
                  <a:lnTo>
                    <a:pt x="2175" y="2491"/>
                  </a:lnTo>
                  <a:lnTo>
                    <a:pt x="2807" y="2689"/>
                  </a:lnTo>
                  <a:lnTo>
                    <a:pt x="3351" y="2867"/>
                  </a:lnTo>
                  <a:lnTo>
                    <a:pt x="3776" y="3025"/>
                  </a:lnTo>
                  <a:lnTo>
                    <a:pt x="4142" y="3164"/>
                  </a:lnTo>
                  <a:lnTo>
                    <a:pt x="4181" y="2946"/>
                  </a:lnTo>
                  <a:lnTo>
                    <a:pt x="4201" y="2739"/>
                  </a:lnTo>
                  <a:lnTo>
                    <a:pt x="4211" y="2531"/>
                  </a:lnTo>
                  <a:lnTo>
                    <a:pt x="4211" y="2343"/>
                  </a:lnTo>
                  <a:lnTo>
                    <a:pt x="4201" y="2155"/>
                  </a:lnTo>
                  <a:lnTo>
                    <a:pt x="4171" y="1977"/>
                  </a:lnTo>
                  <a:lnTo>
                    <a:pt x="4142" y="1809"/>
                  </a:lnTo>
                  <a:lnTo>
                    <a:pt x="4112" y="1651"/>
                  </a:lnTo>
                  <a:lnTo>
                    <a:pt x="4063" y="1493"/>
                  </a:lnTo>
                  <a:lnTo>
                    <a:pt x="4003" y="1345"/>
                  </a:lnTo>
                  <a:lnTo>
                    <a:pt x="3944" y="1206"/>
                  </a:lnTo>
                  <a:lnTo>
                    <a:pt x="3875" y="1078"/>
                  </a:lnTo>
                  <a:lnTo>
                    <a:pt x="3796" y="959"/>
                  </a:lnTo>
                  <a:lnTo>
                    <a:pt x="3717" y="841"/>
                  </a:lnTo>
                  <a:lnTo>
                    <a:pt x="3628" y="732"/>
                  </a:lnTo>
                  <a:lnTo>
                    <a:pt x="3529" y="633"/>
                  </a:lnTo>
                  <a:lnTo>
                    <a:pt x="3430" y="544"/>
                  </a:lnTo>
                  <a:lnTo>
                    <a:pt x="3321" y="455"/>
                  </a:lnTo>
                  <a:lnTo>
                    <a:pt x="3213" y="386"/>
                  </a:lnTo>
                  <a:lnTo>
                    <a:pt x="3104" y="307"/>
                  </a:lnTo>
                  <a:lnTo>
                    <a:pt x="2985" y="248"/>
                  </a:lnTo>
                  <a:lnTo>
                    <a:pt x="2857" y="188"/>
                  </a:lnTo>
                  <a:lnTo>
                    <a:pt x="2738" y="149"/>
                  </a:lnTo>
                  <a:lnTo>
                    <a:pt x="2610" y="99"/>
                  </a:lnTo>
                  <a:lnTo>
                    <a:pt x="2481" y="70"/>
                  </a:lnTo>
                  <a:lnTo>
                    <a:pt x="2353" y="40"/>
                  </a:lnTo>
                  <a:lnTo>
                    <a:pt x="2214" y="20"/>
                  </a:lnTo>
                  <a:lnTo>
                    <a:pt x="2086" y="10"/>
                  </a:lnTo>
                  <a:lnTo>
                    <a:pt x="19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3205300" y="1912050"/>
              <a:ext cx="220200" cy="219950"/>
            </a:xfrm>
            <a:custGeom>
              <a:rect b="b" l="l" r="r" t="t"/>
              <a:pathLst>
                <a:path extrusionOk="0" h="8798" w="8808">
                  <a:moveTo>
                    <a:pt x="2946" y="0"/>
                  </a:moveTo>
                  <a:lnTo>
                    <a:pt x="178" y="1117"/>
                  </a:lnTo>
                  <a:lnTo>
                    <a:pt x="178" y="1167"/>
                  </a:lnTo>
                  <a:lnTo>
                    <a:pt x="178" y="1236"/>
                  </a:lnTo>
                  <a:lnTo>
                    <a:pt x="149" y="1453"/>
                  </a:lnTo>
                  <a:lnTo>
                    <a:pt x="109" y="1769"/>
                  </a:lnTo>
                  <a:lnTo>
                    <a:pt x="70" y="2165"/>
                  </a:lnTo>
                  <a:lnTo>
                    <a:pt x="30" y="2620"/>
                  </a:lnTo>
                  <a:lnTo>
                    <a:pt x="0" y="3124"/>
                  </a:lnTo>
                  <a:lnTo>
                    <a:pt x="0" y="3391"/>
                  </a:lnTo>
                  <a:lnTo>
                    <a:pt x="0" y="3657"/>
                  </a:lnTo>
                  <a:lnTo>
                    <a:pt x="10" y="3934"/>
                  </a:lnTo>
                  <a:lnTo>
                    <a:pt x="20" y="4201"/>
                  </a:lnTo>
                  <a:lnTo>
                    <a:pt x="50" y="4478"/>
                  </a:lnTo>
                  <a:lnTo>
                    <a:pt x="79" y="4755"/>
                  </a:lnTo>
                  <a:lnTo>
                    <a:pt x="129" y="5012"/>
                  </a:lnTo>
                  <a:lnTo>
                    <a:pt x="188" y="5278"/>
                  </a:lnTo>
                  <a:lnTo>
                    <a:pt x="267" y="5526"/>
                  </a:lnTo>
                  <a:lnTo>
                    <a:pt x="356" y="5763"/>
                  </a:lnTo>
                  <a:lnTo>
                    <a:pt x="455" y="5990"/>
                  </a:lnTo>
                  <a:lnTo>
                    <a:pt x="584" y="6208"/>
                  </a:lnTo>
                  <a:lnTo>
                    <a:pt x="653" y="6306"/>
                  </a:lnTo>
                  <a:lnTo>
                    <a:pt x="722" y="6405"/>
                  </a:lnTo>
                  <a:lnTo>
                    <a:pt x="801" y="6494"/>
                  </a:lnTo>
                  <a:lnTo>
                    <a:pt x="880" y="6583"/>
                  </a:lnTo>
                  <a:lnTo>
                    <a:pt x="969" y="6662"/>
                  </a:lnTo>
                  <a:lnTo>
                    <a:pt x="1058" y="6741"/>
                  </a:lnTo>
                  <a:lnTo>
                    <a:pt x="1157" y="6811"/>
                  </a:lnTo>
                  <a:lnTo>
                    <a:pt x="1256" y="6870"/>
                  </a:lnTo>
                  <a:lnTo>
                    <a:pt x="1364" y="6929"/>
                  </a:lnTo>
                  <a:lnTo>
                    <a:pt x="1483" y="6979"/>
                  </a:lnTo>
                  <a:lnTo>
                    <a:pt x="1602" y="7028"/>
                  </a:lnTo>
                  <a:lnTo>
                    <a:pt x="1730" y="7058"/>
                  </a:lnTo>
                  <a:lnTo>
                    <a:pt x="1859" y="7087"/>
                  </a:lnTo>
                  <a:lnTo>
                    <a:pt x="1997" y="7117"/>
                  </a:lnTo>
                  <a:lnTo>
                    <a:pt x="2145" y="7127"/>
                  </a:lnTo>
                  <a:lnTo>
                    <a:pt x="2294" y="7137"/>
                  </a:lnTo>
                  <a:lnTo>
                    <a:pt x="2600" y="7156"/>
                  </a:lnTo>
                  <a:lnTo>
                    <a:pt x="2887" y="7186"/>
                  </a:lnTo>
                  <a:lnTo>
                    <a:pt x="3163" y="7236"/>
                  </a:lnTo>
                  <a:lnTo>
                    <a:pt x="3430" y="7295"/>
                  </a:lnTo>
                  <a:lnTo>
                    <a:pt x="3687" y="7374"/>
                  </a:lnTo>
                  <a:lnTo>
                    <a:pt x="3924" y="7463"/>
                  </a:lnTo>
                  <a:lnTo>
                    <a:pt x="4162" y="7552"/>
                  </a:lnTo>
                  <a:lnTo>
                    <a:pt x="4389" y="7651"/>
                  </a:lnTo>
                  <a:lnTo>
                    <a:pt x="4597" y="7759"/>
                  </a:lnTo>
                  <a:lnTo>
                    <a:pt x="4804" y="7868"/>
                  </a:lnTo>
                  <a:lnTo>
                    <a:pt x="5200" y="8096"/>
                  </a:lnTo>
                  <a:lnTo>
                    <a:pt x="5565" y="8303"/>
                  </a:lnTo>
                  <a:lnTo>
                    <a:pt x="5911" y="8501"/>
                  </a:lnTo>
                  <a:lnTo>
                    <a:pt x="6079" y="8580"/>
                  </a:lnTo>
                  <a:lnTo>
                    <a:pt x="6247" y="8659"/>
                  </a:lnTo>
                  <a:lnTo>
                    <a:pt x="6405" y="8718"/>
                  </a:lnTo>
                  <a:lnTo>
                    <a:pt x="6564" y="8758"/>
                  </a:lnTo>
                  <a:lnTo>
                    <a:pt x="6722" y="8787"/>
                  </a:lnTo>
                  <a:lnTo>
                    <a:pt x="6870" y="8797"/>
                  </a:lnTo>
                  <a:lnTo>
                    <a:pt x="7028" y="8787"/>
                  </a:lnTo>
                  <a:lnTo>
                    <a:pt x="7186" y="8758"/>
                  </a:lnTo>
                  <a:lnTo>
                    <a:pt x="7335" y="8708"/>
                  </a:lnTo>
                  <a:lnTo>
                    <a:pt x="7493" y="8629"/>
                  </a:lnTo>
                  <a:lnTo>
                    <a:pt x="7651" y="8521"/>
                  </a:lnTo>
                  <a:lnTo>
                    <a:pt x="7819" y="8392"/>
                  </a:lnTo>
                  <a:lnTo>
                    <a:pt x="7977" y="8224"/>
                  </a:lnTo>
                  <a:lnTo>
                    <a:pt x="8145" y="8026"/>
                  </a:lnTo>
                  <a:lnTo>
                    <a:pt x="8323" y="7799"/>
                  </a:lnTo>
                  <a:lnTo>
                    <a:pt x="8501" y="7532"/>
                  </a:lnTo>
                  <a:lnTo>
                    <a:pt x="8580" y="7394"/>
                  </a:lnTo>
                  <a:lnTo>
                    <a:pt x="8649" y="7245"/>
                  </a:lnTo>
                  <a:lnTo>
                    <a:pt x="8709" y="7097"/>
                  </a:lnTo>
                  <a:lnTo>
                    <a:pt x="8748" y="6949"/>
                  </a:lnTo>
                  <a:lnTo>
                    <a:pt x="8778" y="6801"/>
                  </a:lnTo>
                  <a:lnTo>
                    <a:pt x="8797" y="6642"/>
                  </a:lnTo>
                  <a:lnTo>
                    <a:pt x="8807" y="6494"/>
                  </a:lnTo>
                  <a:lnTo>
                    <a:pt x="8807" y="6336"/>
                  </a:lnTo>
                  <a:lnTo>
                    <a:pt x="8797" y="6178"/>
                  </a:lnTo>
                  <a:lnTo>
                    <a:pt x="8768" y="6030"/>
                  </a:lnTo>
                  <a:lnTo>
                    <a:pt x="8738" y="5872"/>
                  </a:lnTo>
                  <a:lnTo>
                    <a:pt x="8699" y="5713"/>
                  </a:lnTo>
                  <a:lnTo>
                    <a:pt x="8639" y="5555"/>
                  </a:lnTo>
                  <a:lnTo>
                    <a:pt x="8580" y="5397"/>
                  </a:lnTo>
                  <a:lnTo>
                    <a:pt x="8511" y="5239"/>
                  </a:lnTo>
                  <a:lnTo>
                    <a:pt x="8442" y="5071"/>
                  </a:lnTo>
                  <a:lnTo>
                    <a:pt x="8353" y="4913"/>
                  </a:lnTo>
                  <a:lnTo>
                    <a:pt x="8264" y="4755"/>
                  </a:lnTo>
                  <a:lnTo>
                    <a:pt x="8056" y="4438"/>
                  </a:lnTo>
                  <a:lnTo>
                    <a:pt x="7829" y="4122"/>
                  </a:lnTo>
                  <a:lnTo>
                    <a:pt x="7582" y="3816"/>
                  </a:lnTo>
                  <a:lnTo>
                    <a:pt x="7315" y="3509"/>
                  </a:lnTo>
                  <a:lnTo>
                    <a:pt x="7038" y="3213"/>
                  </a:lnTo>
                  <a:lnTo>
                    <a:pt x="6742" y="2916"/>
                  </a:lnTo>
                  <a:lnTo>
                    <a:pt x="6445" y="2629"/>
                  </a:lnTo>
                  <a:lnTo>
                    <a:pt x="6129" y="2353"/>
                  </a:lnTo>
                  <a:lnTo>
                    <a:pt x="5822" y="2086"/>
                  </a:lnTo>
                  <a:lnTo>
                    <a:pt x="5516" y="1829"/>
                  </a:lnTo>
                  <a:lnTo>
                    <a:pt x="5209" y="1582"/>
                  </a:lnTo>
                  <a:lnTo>
                    <a:pt x="4616" y="1137"/>
                  </a:lnTo>
                  <a:lnTo>
                    <a:pt x="4083" y="751"/>
                  </a:lnTo>
                  <a:lnTo>
                    <a:pt x="3628" y="435"/>
                  </a:lnTo>
                  <a:lnTo>
                    <a:pt x="3262" y="208"/>
                  </a:lnTo>
                  <a:lnTo>
                    <a:pt x="2946" y="0"/>
                  </a:lnTo>
                  <a:close/>
                </a:path>
              </a:pathLst>
            </a:custGeom>
            <a:solidFill>
              <a:srgbClr val="895C4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3960225" y="1675800"/>
              <a:ext cx="188325" cy="197975"/>
            </a:xfrm>
            <a:custGeom>
              <a:rect b="b" l="l" r="r" t="t"/>
              <a:pathLst>
                <a:path extrusionOk="0" h="7919" w="7533">
                  <a:moveTo>
                    <a:pt x="6168" y="1"/>
                  </a:moveTo>
                  <a:lnTo>
                    <a:pt x="3400" y="1266"/>
                  </a:lnTo>
                  <a:lnTo>
                    <a:pt x="3124" y="1473"/>
                  </a:lnTo>
                  <a:lnTo>
                    <a:pt x="2817" y="1711"/>
                  </a:lnTo>
                  <a:lnTo>
                    <a:pt x="2442" y="2037"/>
                  </a:lnTo>
                  <a:lnTo>
                    <a:pt x="2027" y="2412"/>
                  </a:lnTo>
                  <a:lnTo>
                    <a:pt x="1799" y="2630"/>
                  </a:lnTo>
                  <a:lnTo>
                    <a:pt x="1582" y="2857"/>
                  </a:lnTo>
                  <a:lnTo>
                    <a:pt x="1364" y="3085"/>
                  </a:lnTo>
                  <a:lnTo>
                    <a:pt x="1147" y="3332"/>
                  </a:lnTo>
                  <a:lnTo>
                    <a:pt x="939" y="3589"/>
                  </a:lnTo>
                  <a:lnTo>
                    <a:pt x="742" y="3846"/>
                  </a:lnTo>
                  <a:lnTo>
                    <a:pt x="564" y="4103"/>
                  </a:lnTo>
                  <a:lnTo>
                    <a:pt x="405" y="4370"/>
                  </a:lnTo>
                  <a:lnTo>
                    <a:pt x="267" y="4636"/>
                  </a:lnTo>
                  <a:lnTo>
                    <a:pt x="208" y="4775"/>
                  </a:lnTo>
                  <a:lnTo>
                    <a:pt x="158" y="4903"/>
                  </a:lnTo>
                  <a:lnTo>
                    <a:pt x="109" y="5042"/>
                  </a:lnTo>
                  <a:lnTo>
                    <a:pt x="69" y="5170"/>
                  </a:lnTo>
                  <a:lnTo>
                    <a:pt x="40" y="5299"/>
                  </a:lnTo>
                  <a:lnTo>
                    <a:pt x="20" y="5437"/>
                  </a:lnTo>
                  <a:lnTo>
                    <a:pt x="10" y="5566"/>
                  </a:lnTo>
                  <a:lnTo>
                    <a:pt x="0" y="5694"/>
                  </a:lnTo>
                  <a:lnTo>
                    <a:pt x="10" y="5823"/>
                  </a:lnTo>
                  <a:lnTo>
                    <a:pt x="30" y="5951"/>
                  </a:lnTo>
                  <a:lnTo>
                    <a:pt x="50" y="6070"/>
                  </a:lnTo>
                  <a:lnTo>
                    <a:pt x="89" y="6198"/>
                  </a:lnTo>
                  <a:lnTo>
                    <a:pt x="139" y="6317"/>
                  </a:lnTo>
                  <a:lnTo>
                    <a:pt x="198" y="6435"/>
                  </a:lnTo>
                  <a:lnTo>
                    <a:pt x="277" y="6554"/>
                  </a:lnTo>
                  <a:lnTo>
                    <a:pt x="356" y="6663"/>
                  </a:lnTo>
                  <a:lnTo>
                    <a:pt x="455" y="6771"/>
                  </a:lnTo>
                  <a:lnTo>
                    <a:pt x="574" y="6880"/>
                  </a:lnTo>
                  <a:lnTo>
                    <a:pt x="702" y="6989"/>
                  </a:lnTo>
                  <a:lnTo>
                    <a:pt x="840" y="7088"/>
                  </a:lnTo>
                  <a:lnTo>
                    <a:pt x="999" y="7187"/>
                  </a:lnTo>
                  <a:lnTo>
                    <a:pt x="1167" y="7276"/>
                  </a:lnTo>
                  <a:lnTo>
                    <a:pt x="1354" y="7365"/>
                  </a:lnTo>
                  <a:lnTo>
                    <a:pt x="1552" y="7454"/>
                  </a:lnTo>
                  <a:lnTo>
                    <a:pt x="1779" y="7533"/>
                  </a:lnTo>
                  <a:lnTo>
                    <a:pt x="2007" y="7612"/>
                  </a:lnTo>
                  <a:lnTo>
                    <a:pt x="2254" y="7681"/>
                  </a:lnTo>
                  <a:lnTo>
                    <a:pt x="2481" y="7740"/>
                  </a:lnTo>
                  <a:lnTo>
                    <a:pt x="2699" y="7790"/>
                  </a:lnTo>
                  <a:lnTo>
                    <a:pt x="2906" y="7839"/>
                  </a:lnTo>
                  <a:lnTo>
                    <a:pt x="3114" y="7869"/>
                  </a:lnTo>
                  <a:lnTo>
                    <a:pt x="3302" y="7888"/>
                  </a:lnTo>
                  <a:lnTo>
                    <a:pt x="3480" y="7908"/>
                  </a:lnTo>
                  <a:lnTo>
                    <a:pt x="3657" y="7918"/>
                  </a:lnTo>
                  <a:lnTo>
                    <a:pt x="3816" y="7918"/>
                  </a:lnTo>
                  <a:lnTo>
                    <a:pt x="3974" y="7908"/>
                  </a:lnTo>
                  <a:lnTo>
                    <a:pt x="4122" y="7888"/>
                  </a:lnTo>
                  <a:lnTo>
                    <a:pt x="4270" y="7869"/>
                  </a:lnTo>
                  <a:lnTo>
                    <a:pt x="4399" y="7839"/>
                  </a:lnTo>
                  <a:lnTo>
                    <a:pt x="4527" y="7809"/>
                  </a:lnTo>
                  <a:lnTo>
                    <a:pt x="4646" y="7770"/>
                  </a:lnTo>
                  <a:lnTo>
                    <a:pt x="4755" y="7720"/>
                  </a:lnTo>
                  <a:lnTo>
                    <a:pt x="4863" y="7671"/>
                  </a:lnTo>
                  <a:lnTo>
                    <a:pt x="4962" y="7612"/>
                  </a:lnTo>
                  <a:lnTo>
                    <a:pt x="5051" y="7542"/>
                  </a:lnTo>
                  <a:lnTo>
                    <a:pt x="5140" y="7473"/>
                  </a:lnTo>
                  <a:lnTo>
                    <a:pt x="5219" y="7404"/>
                  </a:lnTo>
                  <a:lnTo>
                    <a:pt x="5298" y="7325"/>
                  </a:lnTo>
                  <a:lnTo>
                    <a:pt x="5367" y="7246"/>
                  </a:lnTo>
                  <a:lnTo>
                    <a:pt x="5437" y="7157"/>
                  </a:lnTo>
                  <a:lnTo>
                    <a:pt x="5555" y="6979"/>
                  </a:lnTo>
                  <a:lnTo>
                    <a:pt x="5664" y="6781"/>
                  </a:lnTo>
                  <a:lnTo>
                    <a:pt x="5753" y="6574"/>
                  </a:lnTo>
                  <a:lnTo>
                    <a:pt x="5822" y="6366"/>
                  </a:lnTo>
                  <a:lnTo>
                    <a:pt x="5891" y="6149"/>
                  </a:lnTo>
                  <a:lnTo>
                    <a:pt x="5951" y="5921"/>
                  </a:lnTo>
                  <a:lnTo>
                    <a:pt x="6049" y="5477"/>
                  </a:lnTo>
                  <a:lnTo>
                    <a:pt x="6138" y="5042"/>
                  </a:lnTo>
                  <a:lnTo>
                    <a:pt x="6227" y="4627"/>
                  </a:lnTo>
                  <a:lnTo>
                    <a:pt x="6277" y="4439"/>
                  </a:lnTo>
                  <a:lnTo>
                    <a:pt x="6336" y="4261"/>
                  </a:lnTo>
                  <a:lnTo>
                    <a:pt x="6405" y="4093"/>
                  </a:lnTo>
                  <a:lnTo>
                    <a:pt x="6494" y="3945"/>
                  </a:lnTo>
                  <a:lnTo>
                    <a:pt x="6534" y="3885"/>
                  </a:lnTo>
                  <a:lnTo>
                    <a:pt x="6583" y="3826"/>
                  </a:lnTo>
                  <a:lnTo>
                    <a:pt x="6633" y="3767"/>
                  </a:lnTo>
                  <a:lnTo>
                    <a:pt x="6692" y="3717"/>
                  </a:lnTo>
                  <a:lnTo>
                    <a:pt x="6751" y="3668"/>
                  </a:lnTo>
                  <a:lnTo>
                    <a:pt x="6820" y="3628"/>
                  </a:lnTo>
                  <a:lnTo>
                    <a:pt x="6890" y="3599"/>
                  </a:lnTo>
                  <a:lnTo>
                    <a:pt x="6959" y="3579"/>
                  </a:lnTo>
                  <a:lnTo>
                    <a:pt x="7107" y="3529"/>
                  </a:lnTo>
                  <a:lnTo>
                    <a:pt x="7226" y="3460"/>
                  </a:lnTo>
                  <a:lnTo>
                    <a:pt x="7325" y="3381"/>
                  </a:lnTo>
                  <a:lnTo>
                    <a:pt x="7404" y="3292"/>
                  </a:lnTo>
                  <a:lnTo>
                    <a:pt x="7463" y="3183"/>
                  </a:lnTo>
                  <a:lnTo>
                    <a:pt x="7502" y="3075"/>
                  </a:lnTo>
                  <a:lnTo>
                    <a:pt x="7522" y="2956"/>
                  </a:lnTo>
                  <a:lnTo>
                    <a:pt x="7532" y="2818"/>
                  </a:lnTo>
                  <a:lnTo>
                    <a:pt x="7532" y="2689"/>
                  </a:lnTo>
                  <a:lnTo>
                    <a:pt x="7512" y="2541"/>
                  </a:lnTo>
                  <a:lnTo>
                    <a:pt x="7483" y="2393"/>
                  </a:lnTo>
                  <a:lnTo>
                    <a:pt x="7433" y="2244"/>
                  </a:lnTo>
                  <a:lnTo>
                    <a:pt x="7384" y="2086"/>
                  </a:lnTo>
                  <a:lnTo>
                    <a:pt x="7325" y="1928"/>
                  </a:lnTo>
                  <a:lnTo>
                    <a:pt x="7186" y="1612"/>
                  </a:lnTo>
                  <a:lnTo>
                    <a:pt x="7028" y="1305"/>
                  </a:lnTo>
                  <a:lnTo>
                    <a:pt x="6860" y="1009"/>
                  </a:lnTo>
                  <a:lnTo>
                    <a:pt x="6682" y="732"/>
                  </a:lnTo>
                  <a:lnTo>
                    <a:pt x="6524" y="495"/>
                  </a:lnTo>
                  <a:lnTo>
                    <a:pt x="6267" y="139"/>
                  </a:lnTo>
                  <a:lnTo>
                    <a:pt x="6168" y="1"/>
                  </a:lnTo>
                  <a:close/>
                </a:path>
              </a:pathLst>
            </a:custGeom>
            <a:solidFill>
              <a:srgbClr val="895C4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2934950" y="1666425"/>
              <a:ext cx="528350" cy="289625"/>
            </a:xfrm>
            <a:custGeom>
              <a:rect b="b" l="l" r="r" t="t"/>
              <a:pathLst>
                <a:path extrusionOk="0" h="11585" w="21134">
                  <a:moveTo>
                    <a:pt x="6623" y="0"/>
                  </a:moveTo>
                  <a:lnTo>
                    <a:pt x="6119" y="10"/>
                  </a:lnTo>
                  <a:lnTo>
                    <a:pt x="5625" y="40"/>
                  </a:lnTo>
                  <a:lnTo>
                    <a:pt x="5141" y="79"/>
                  </a:lnTo>
                  <a:lnTo>
                    <a:pt x="4656" y="148"/>
                  </a:lnTo>
                  <a:lnTo>
                    <a:pt x="4419" y="188"/>
                  </a:lnTo>
                  <a:lnTo>
                    <a:pt x="4192" y="237"/>
                  </a:lnTo>
                  <a:lnTo>
                    <a:pt x="3964" y="287"/>
                  </a:lnTo>
                  <a:lnTo>
                    <a:pt x="3737" y="346"/>
                  </a:lnTo>
                  <a:lnTo>
                    <a:pt x="3510" y="415"/>
                  </a:lnTo>
                  <a:lnTo>
                    <a:pt x="3292" y="484"/>
                  </a:lnTo>
                  <a:lnTo>
                    <a:pt x="3085" y="563"/>
                  </a:lnTo>
                  <a:lnTo>
                    <a:pt x="2877" y="652"/>
                  </a:lnTo>
                  <a:lnTo>
                    <a:pt x="2679" y="741"/>
                  </a:lnTo>
                  <a:lnTo>
                    <a:pt x="2482" y="840"/>
                  </a:lnTo>
                  <a:lnTo>
                    <a:pt x="2284" y="949"/>
                  </a:lnTo>
                  <a:lnTo>
                    <a:pt x="2106" y="1068"/>
                  </a:lnTo>
                  <a:lnTo>
                    <a:pt x="1928" y="1186"/>
                  </a:lnTo>
                  <a:lnTo>
                    <a:pt x="1750" y="1325"/>
                  </a:lnTo>
                  <a:lnTo>
                    <a:pt x="1592" y="1463"/>
                  </a:lnTo>
                  <a:lnTo>
                    <a:pt x="1434" y="1611"/>
                  </a:lnTo>
                  <a:lnTo>
                    <a:pt x="1276" y="1759"/>
                  </a:lnTo>
                  <a:lnTo>
                    <a:pt x="1138" y="1927"/>
                  </a:lnTo>
                  <a:lnTo>
                    <a:pt x="999" y="2096"/>
                  </a:lnTo>
                  <a:lnTo>
                    <a:pt x="871" y="2273"/>
                  </a:lnTo>
                  <a:lnTo>
                    <a:pt x="752" y="2461"/>
                  </a:lnTo>
                  <a:lnTo>
                    <a:pt x="633" y="2649"/>
                  </a:lnTo>
                  <a:lnTo>
                    <a:pt x="535" y="2837"/>
                  </a:lnTo>
                  <a:lnTo>
                    <a:pt x="436" y="3044"/>
                  </a:lnTo>
                  <a:lnTo>
                    <a:pt x="347" y="3252"/>
                  </a:lnTo>
                  <a:lnTo>
                    <a:pt x="268" y="3460"/>
                  </a:lnTo>
                  <a:lnTo>
                    <a:pt x="198" y="3667"/>
                  </a:lnTo>
                  <a:lnTo>
                    <a:pt x="139" y="3885"/>
                  </a:lnTo>
                  <a:lnTo>
                    <a:pt x="90" y="4112"/>
                  </a:lnTo>
                  <a:lnTo>
                    <a:pt x="50" y="4339"/>
                  </a:lnTo>
                  <a:lnTo>
                    <a:pt x="21" y="4567"/>
                  </a:lnTo>
                  <a:lnTo>
                    <a:pt x="11" y="4794"/>
                  </a:lnTo>
                  <a:lnTo>
                    <a:pt x="1" y="5021"/>
                  </a:lnTo>
                  <a:lnTo>
                    <a:pt x="1" y="5259"/>
                  </a:lnTo>
                  <a:lnTo>
                    <a:pt x="11" y="5496"/>
                  </a:lnTo>
                  <a:lnTo>
                    <a:pt x="40" y="5723"/>
                  </a:lnTo>
                  <a:lnTo>
                    <a:pt x="80" y="5960"/>
                  </a:lnTo>
                  <a:lnTo>
                    <a:pt x="129" y="6198"/>
                  </a:lnTo>
                  <a:lnTo>
                    <a:pt x="189" y="6435"/>
                  </a:lnTo>
                  <a:lnTo>
                    <a:pt x="258" y="6672"/>
                  </a:lnTo>
                  <a:lnTo>
                    <a:pt x="347" y="6899"/>
                  </a:lnTo>
                  <a:lnTo>
                    <a:pt x="446" y="7137"/>
                  </a:lnTo>
                  <a:lnTo>
                    <a:pt x="554" y="7364"/>
                  </a:lnTo>
                  <a:lnTo>
                    <a:pt x="683" y="7591"/>
                  </a:lnTo>
                  <a:lnTo>
                    <a:pt x="811" y="7819"/>
                  </a:lnTo>
                  <a:lnTo>
                    <a:pt x="969" y="8046"/>
                  </a:lnTo>
                  <a:lnTo>
                    <a:pt x="1128" y="8263"/>
                  </a:lnTo>
                  <a:lnTo>
                    <a:pt x="1315" y="8481"/>
                  </a:lnTo>
                  <a:lnTo>
                    <a:pt x="1503" y="8688"/>
                  </a:lnTo>
                  <a:lnTo>
                    <a:pt x="1711" y="8896"/>
                  </a:lnTo>
                  <a:lnTo>
                    <a:pt x="1938" y="9094"/>
                  </a:lnTo>
                  <a:lnTo>
                    <a:pt x="2175" y="9291"/>
                  </a:lnTo>
                  <a:lnTo>
                    <a:pt x="2422" y="9489"/>
                  </a:lnTo>
                  <a:lnTo>
                    <a:pt x="2689" y="9677"/>
                  </a:lnTo>
                  <a:lnTo>
                    <a:pt x="2976" y="9855"/>
                  </a:lnTo>
                  <a:lnTo>
                    <a:pt x="3273" y="10023"/>
                  </a:lnTo>
                  <a:lnTo>
                    <a:pt x="3589" y="10191"/>
                  </a:lnTo>
                  <a:lnTo>
                    <a:pt x="3925" y="10349"/>
                  </a:lnTo>
                  <a:lnTo>
                    <a:pt x="4271" y="10497"/>
                  </a:lnTo>
                  <a:lnTo>
                    <a:pt x="4637" y="10646"/>
                  </a:lnTo>
                  <a:lnTo>
                    <a:pt x="5022" y="10774"/>
                  </a:lnTo>
                  <a:lnTo>
                    <a:pt x="5417" y="10903"/>
                  </a:lnTo>
                  <a:lnTo>
                    <a:pt x="5833" y="11021"/>
                  </a:lnTo>
                  <a:lnTo>
                    <a:pt x="6268" y="11130"/>
                  </a:lnTo>
                  <a:lnTo>
                    <a:pt x="6722" y="11219"/>
                  </a:lnTo>
                  <a:lnTo>
                    <a:pt x="7197" y="11308"/>
                  </a:lnTo>
                  <a:lnTo>
                    <a:pt x="7681" y="11387"/>
                  </a:lnTo>
                  <a:lnTo>
                    <a:pt x="8195" y="11446"/>
                  </a:lnTo>
                  <a:lnTo>
                    <a:pt x="8719" y="11496"/>
                  </a:lnTo>
                  <a:lnTo>
                    <a:pt x="9262" y="11535"/>
                  </a:lnTo>
                  <a:lnTo>
                    <a:pt x="9826" y="11565"/>
                  </a:lnTo>
                  <a:lnTo>
                    <a:pt x="10409" y="11585"/>
                  </a:lnTo>
                  <a:lnTo>
                    <a:pt x="11012" y="11585"/>
                  </a:lnTo>
                  <a:lnTo>
                    <a:pt x="11645" y="11575"/>
                  </a:lnTo>
                  <a:lnTo>
                    <a:pt x="12287" y="11555"/>
                  </a:lnTo>
                  <a:lnTo>
                    <a:pt x="12949" y="11515"/>
                  </a:lnTo>
                  <a:lnTo>
                    <a:pt x="13631" y="11456"/>
                  </a:lnTo>
                  <a:lnTo>
                    <a:pt x="14343" y="11387"/>
                  </a:lnTo>
                  <a:lnTo>
                    <a:pt x="15035" y="11308"/>
                  </a:lnTo>
                  <a:lnTo>
                    <a:pt x="15687" y="11219"/>
                  </a:lnTo>
                  <a:lnTo>
                    <a:pt x="16290" y="11120"/>
                  </a:lnTo>
                  <a:lnTo>
                    <a:pt x="16854" y="11011"/>
                  </a:lnTo>
                  <a:lnTo>
                    <a:pt x="17387" y="10893"/>
                  </a:lnTo>
                  <a:lnTo>
                    <a:pt x="17872" y="10764"/>
                  </a:lnTo>
                  <a:lnTo>
                    <a:pt x="18317" y="10636"/>
                  </a:lnTo>
                  <a:lnTo>
                    <a:pt x="18732" y="10497"/>
                  </a:lnTo>
                  <a:lnTo>
                    <a:pt x="19097" y="10349"/>
                  </a:lnTo>
                  <a:lnTo>
                    <a:pt x="19443" y="10191"/>
                  </a:lnTo>
                  <a:lnTo>
                    <a:pt x="19740" y="10033"/>
                  </a:lnTo>
                  <a:lnTo>
                    <a:pt x="20017" y="9865"/>
                  </a:lnTo>
                  <a:lnTo>
                    <a:pt x="20254" y="9687"/>
                  </a:lnTo>
                  <a:lnTo>
                    <a:pt x="20363" y="9598"/>
                  </a:lnTo>
                  <a:lnTo>
                    <a:pt x="20462" y="9509"/>
                  </a:lnTo>
                  <a:lnTo>
                    <a:pt x="20550" y="9420"/>
                  </a:lnTo>
                  <a:lnTo>
                    <a:pt x="20639" y="9321"/>
                  </a:lnTo>
                  <a:lnTo>
                    <a:pt x="20719" y="9232"/>
                  </a:lnTo>
                  <a:lnTo>
                    <a:pt x="20788" y="9133"/>
                  </a:lnTo>
                  <a:lnTo>
                    <a:pt x="20847" y="9034"/>
                  </a:lnTo>
                  <a:lnTo>
                    <a:pt x="20906" y="8945"/>
                  </a:lnTo>
                  <a:lnTo>
                    <a:pt x="20956" y="8847"/>
                  </a:lnTo>
                  <a:lnTo>
                    <a:pt x="21005" y="8748"/>
                  </a:lnTo>
                  <a:lnTo>
                    <a:pt x="21035" y="8639"/>
                  </a:lnTo>
                  <a:lnTo>
                    <a:pt x="21064" y="8540"/>
                  </a:lnTo>
                  <a:lnTo>
                    <a:pt x="21094" y="8441"/>
                  </a:lnTo>
                  <a:lnTo>
                    <a:pt x="21114" y="8342"/>
                  </a:lnTo>
                  <a:lnTo>
                    <a:pt x="21134" y="8135"/>
                  </a:lnTo>
                  <a:lnTo>
                    <a:pt x="21124" y="7917"/>
                  </a:lnTo>
                  <a:lnTo>
                    <a:pt x="21104" y="7710"/>
                  </a:lnTo>
                  <a:lnTo>
                    <a:pt x="21055" y="7492"/>
                  </a:lnTo>
                  <a:lnTo>
                    <a:pt x="20995" y="7275"/>
                  </a:lnTo>
                  <a:lnTo>
                    <a:pt x="20906" y="7058"/>
                  </a:lnTo>
                  <a:lnTo>
                    <a:pt x="20807" y="6840"/>
                  </a:lnTo>
                  <a:lnTo>
                    <a:pt x="20689" y="6623"/>
                  </a:lnTo>
                  <a:lnTo>
                    <a:pt x="20550" y="6405"/>
                  </a:lnTo>
                  <a:lnTo>
                    <a:pt x="20402" y="6188"/>
                  </a:lnTo>
                  <a:lnTo>
                    <a:pt x="20244" y="5970"/>
                  </a:lnTo>
                  <a:lnTo>
                    <a:pt x="20066" y="5753"/>
                  </a:lnTo>
                  <a:lnTo>
                    <a:pt x="19888" y="5535"/>
                  </a:lnTo>
                  <a:lnTo>
                    <a:pt x="19691" y="5318"/>
                  </a:lnTo>
                  <a:lnTo>
                    <a:pt x="19493" y="5100"/>
                  </a:lnTo>
                  <a:lnTo>
                    <a:pt x="19275" y="4893"/>
                  </a:lnTo>
                  <a:lnTo>
                    <a:pt x="19058" y="4685"/>
                  </a:lnTo>
                  <a:lnTo>
                    <a:pt x="18831" y="4478"/>
                  </a:lnTo>
                  <a:lnTo>
                    <a:pt x="18366" y="4082"/>
                  </a:lnTo>
                  <a:lnTo>
                    <a:pt x="17892" y="3697"/>
                  </a:lnTo>
                  <a:lnTo>
                    <a:pt x="17417" y="3331"/>
                  </a:lnTo>
                  <a:lnTo>
                    <a:pt x="16943" y="2985"/>
                  </a:lnTo>
                  <a:lnTo>
                    <a:pt x="16488" y="2669"/>
                  </a:lnTo>
                  <a:lnTo>
                    <a:pt x="16053" y="2372"/>
                  </a:lnTo>
                  <a:lnTo>
                    <a:pt x="15648" y="2115"/>
                  </a:lnTo>
                  <a:lnTo>
                    <a:pt x="14966" y="1690"/>
                  </a:lnTo>
                  <a:lnTo>
                    <a:pt x="14511" y="1414"/>
                  </a:lnTo>
                  <a:lnTo>
                    <a:pt x="14343" y="1325"/>
                  </a:lnTo>
                  <a:lnTo>
                    <a:pt x="13740" y="1147"/>
                  </a:lnTo>
                  <a:lnTo>
                    <a:pt x="13216" y="1008"/>
                  </a:lnTo>
                  <a:lnTo>
                    <a:pt x="12574" y="840"/>
                  </a:lnTo>
                  <a:lnTo>
                    <a:pt x="11823" y="662"/>
                  </a:lnTo>
                  <a:lnTo>
                    <a:pt x="11417" y="573"/>
                  </a:lnTo>
                  <a:lnTo>
                    <a:pt x="10992" y="484"/>
                  </a:lnTo>
                  <a:lnTo>
                    <a:pt x="10547" y="395"/>
                  </a:lnTo>
                  <a:lnTo>
                    <a:pt x="10083" y="316"/>
                  </a:lnTo>
                  <a:lnTo>
                    <a:pt x="9608" y="247"/>
                  </a:lnTo>
                  <a:lnTo>
                    <a:pt x="9124" y="178"/>
                  </a:lnTo>
                  <a:lnTo>
                    <a:pt x="8630" y="119"/>
                  </a:lnTo>
                  <a:lnTo>
                    <a:pt x="8136" y="69"/>
                  </a:lnTo>
                  <a:lnTo>
                    <a:pt x="7632" y="30"/>
                  </a:lnTo>
                  <a:lnTo>
                    <a:pt x="7127" y="10"/>
                  </a:lnTo>
                  <a:lnTo>
                    <a:pt x="6623" y="0"/>
                  </a:lnTo>
                  <a:close/>
                </a:path>
              </a:pathLst>
            </a:custGeom>
            <a:solidFill>
              <a:srgbClr val="D3896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128700" y="1172200"/>
              <a:ext cx="1128075" cy="1007250"/>
            </a:xfrm>
            <a:custGeom>
              <a:rect b="b" l="l" r="r" t="t"/>
              <a:pathLst>
                <a:path extrusionOk="0" h="40290" w="45123">
                  <a:moveTo>
                    <a:pt x="16814" y="0"/>
                  </a:moveTo>
                  <a:lnTo>
                    <a:pt x="16151" y="10"/>
                  </a:lnTo>
                  <a:lnTo>
                    <a:pt x="15489" y="40"/>
                  </a:lnTo>
                  <a:lnTo>
                    <a:pt x="14797" y="89"/>
                  </a:lnTo>
                  <a:lnTo>
                    <a:pt x="14095" y="158"/>
                  </a:lnTo>
                  <a:lnTo>
                    <a:pt x="13384" y="247"/>
                  </a:lnTo>
                  <a:lnTo>
                    <a:pt x="13018" y="297"/>
                  </a:lnTo>
                  <a:lnTo>
                    <a:pt x="12672" y="356"/>
                  </a:lnTo>
                  <a:lnTo>
                    <a:pt x="12316" y="415"/>
                  </a:lnTo>
                  <a:lnTo>
                    <a:pt x="11980" y="484"/>
                  </a:lnTo>
                  <a:lnTo>
                    <a:pt x="11644" y="554"/>
                  </a:lnTo>
                  <a:lnTo>
                    <a:pt x="11308" y="633"/>
                  </a:lnTo>
                  <a:lnTo>
                    <a:pt x="10982" y="712"/>
                  </a:lnTo>
                  <a:lnTo>
                    <a:pt x="10656" y="801"/>
                  </a:lnTo>
                  <a:lnTo>
                    <a:pt x="10349" y="900"/>
                  </a:lnTo>
                  <a:lnTo>
                    <a:pt x="10033" y="998"/>
                  </a:lnTo>
                  <a:lnTo>
                    <a:pt x="9726" y="1097"/>
                  </a:lnTo>
                  <a:lnTo>
                    <a:pt x="9430" y="1206"/>
                  </a:lnTo>
                  <a:lnTo>
                    <a:pt x="9133" y="1325"/>
                  </a:lnTo>
                  <a:lnTo>
                    <a:pt x="8847" y="1443"/>
                  </a:lnTo>
                  <a:lnTo>
                    <a:pt x="8560" y="1562"/>
                  </a:lnTo>
                  <a:lnTo>
                    <a:pt x="8283" y="1690"/>
                  </a:lnTo>
                  <a:lnTo>
                    <a:pt x="8016" y="1819"/>
                  </a:lnTo>
                  <a:lnTo>
                    <a:pt x="7750" y="1957"/>
                  </a:lnTo>
                  <a:lnTo>
                    <a:pt x="7483" y="2096"/>
                  </a:lnTo>
                  <a:lnTo>
                    <a:pt x="7226" y="2244"/>
                  </a:lnTo>
                  <a:lnTo>
                    <a:pt x="6979" y="2392"/>
                  </a:lnTo>
                  <a:lnTo>
                    <a:pt x="6722" y="2540"/>
                  </a:lnTo>
                  <a:lnTo>
                    <a:pt x="6484" y="2699"/>
                  </a:lnTo>
                  <a:lnTo>
                    <a:pt x="6247" y="2867"/>
                  </a:lnTo>
                  <a:lnTo>
                    <a:pt x="6010" y="3025"/>
                  </a:lnTo>
                  <a:lnTo>
                    <a:pt x="5783" y="3203"/>
                  </a:lnTo>
                  <a:lnTo>
                    <a:pt x="5565" y="3371"/>
                  </a:lnTo>
                  <a:lnTo>
                    <a:pt x="5348" y="3549"/>
                  </a:lnTo>
                  <a:lnTo>
                    <a:pt x="5130" y="3727"/>
                  </a:lnTo>
                  <a:lnTo>
                    <a:pt x="4923" y="3914"/>
                  </a:lnTo>
                  <a:lnTo>
                    <a:pt x="4527" y="4290"/>
                  </a:lnTo>
                  <a:lnTo>
                    <a:pt x="4142" y="4685"/>
                  </a:lnTo>
                  <a:lnTo>
                    <a:pt x="3776" y="5091"/>
                  </a:lnTo>
                  <a:lnTo>
                    <a:pt x="3430" y="5516"/>
                  </a:lnTo>
                  <a:lnTo>
                    <a:pt x="3104" y="5941"/>
                  </a:lnTo>
                  <a:lnTo>
                    <a:pt x="2797" y="6386"/>
                  </a:lnTo>
                  <a:lnTo>
                    <a:pt x="2501" y="6840"/>
                  </a:lnTo>
                  <a:lnTo>
                    <a:pt x="2224" y="7305"/>
                  </a:lnTo>
                  <a:lnTo>
                    <a:pt x="1967" y="7779"/>
                  </a:lnTo>
                  <a:lnTo>
                    <a:pt x="1730" y="8264"/>
                  </a:lnTo>
                  <a:lnTo>
                    <a:pt x="1512" y="8748"/>
                  </a:lnTo>
                  <a:lnTo>
                    <a:pt x="1305" y="9252"/>
                  </a:lnTo>
                  <a:lnTo>
                    <a:pt x="1107" y="9756"/>
                  </a:lnTo>
                  <a:lnTo>
                    <a:pt x="939" y="10280"/>
                  </a:lnTo>
                  <a:lnTo>
                    <a:pt x="781" y="10794"/>
                  </a:lnTo>
                  <a:lnTo>
                    <a:pt x="633" y="11328"/>
                  </a:lnTo>
                  <a:lnTo>
                    <a:pt x="504" y="11852"/>
                  </a:lnTo>
                  <a:lnTo>
                    <a:pt x="396" y="12395"/>
                  </a:lnTo>
                  <a:lnTo>
                    <a:pt x="297" y="12939"/>
                  </a:lnTo>
                  <a:lnTo>
                    <a:pt x="208" y="13483"/>
                  </a:lnTo>
                  <a:lnTo>
                    <a:pt x="139" y="14026"/>
                  </a:lnTo>
                  <a:lnTo>
                    <a:pt x="79" y="14580"/>
                  </a:lnTo>
                  <a:lnTo>
                    <a:pt x="40" y="15133"/>
                  </a:lnTo>
                  <a:lnTo>
                    <a:pt x="10" y="15687"/>
                  </a:lnTo>
                  <a:lnTo>
                    <a:pt x="0" y="16240"/>
                  </a:lnTo>
                  <a:lnTo>
                    <a:pt x="0" y="16804"/>
                  </a:lnTo>
                  <a:lnTo>
                    <a:pt x="10" y="17357"/>
                  </a:lnTo>
                  <a:lnTo>
                    <a:pt x="30" y="17911"/>
                  </a:lnTo>
                  <a:lnTo>
                    <a:pt x="69" y="18464"/>
                  </a:lnTo>
                  <a:lnTo>
                    <a:pt x="119" y="19018"/>
                  </a:lnTo>
                  <a:lnTo>
                    <a:pt x="178" y="19571"/>
                  </a:lnTo>
                  <a:lnTo>
                    <a:pt x="247" y="20115"/>
                  </a:lnTo>
                  <a:lnTo>
                    <a:pt x="336" y="20659"/>
                  </a:lnTo>
                  <a:lnTo>
                    <a:pt x="425" y="21192"/>
                  </a:lnTo>
                  <a:lnTo>
                    <a:pt x="534" y="21736"/>
                  </a:lnTo>
                  <a:lnTo>
                    <a:pt x="653" y="22260"/>
                  </a:lnTo>
                  <a:lnTo>
                    <a:pt x="771" y="22784"/>
                  </a:lnTo>
                  <a:lnTo>
                    <a:pt x="910" y="23298"/>
                  </a:lnTo>
                  <a:lnTo>
                    <a:pt x="1058" y="23812"/>
                  </a:lnTo>
                  <a:lnTo>
                    <a:pt x="1216" y="24316"/>
                  </a:lnTo>
                  <a:lnTo>
                    <a:pt x="1384" y="24810"/>
                  </a:lnTo>
                  <a:lnTo>
                    <a:pt x="1552" y="25294"/>
                  </a:lnTo>
                  <a:lnTo>
                    <a:pt x="1740" y="25779"/>
                  </a:lnTo>
                  <a:lnTo>
                    <a:pt x="1928" y="26243"/>
                  </a:lnTo>
                  <a:lnTo>
                    <a:pt x="2135" y="26698"/>
                  </a:lnTo>
                  <a:lnTo>
                    <a:pt x="2343" y="27153"/>
                  </a:lnTo>
                  <a:lnTo>
                    <a:pt x="2560" y="27588"/>
                  </a:lnTo>
                  <a:lnTo>
                    <a:pt x="2788" y="28013"/>
                  </a:lnTo>
                  <a:lnTo>
                    <a:pt x="3015" y="28418"/>
                  </a:lnTo>
                  <a:lnTo>
                    <a:pt x="3450" y="29159"/>
                  </a:lnTo>
                  <a:lnTo>
                    <a:pt x="3905" y="29871"/>
                  </a:lnTo>
                  <a:lnTo>
                    <a:pt x="4369" y="30573"/>
                  </a:lnTo>
                  <a:lnTo>
                    <a:pt x="4834" y="31255"/>
                  </a:lnTo>
                  <a:lnTo>
                    <a:pt x="5318" y="31927"/>
                  </a:lnTo>
                  <a:lnTo>
                    <a:pt x="5822" y="32569"/>
                  </a:lnTo>
                  <a:lnTo>
                    <a:pt x="6326" y="33202"/>
                  </a:lnTo>
                  <a:lnTo>
                    <a:pt x="6840" y="33805"/>
                  </a:lnTo>
                  <a:lnTo>
                    <a:pt x="7374" y="34388"/>
                  </a:lnTo>
                  <a:lnTo>
                    <a:pt x="7641" y="34675"/>
                  </a:lnTo>
                  <a:lnTo>
                    <a:pt x="7918" y="34952"/>
                  </a:lnTo>
                  <a:lnTo>
                    <a:pt x="8184" y="35228"/>
                  </a:lnTo>
                  <a:lnTo>
                    <a:pt x="8471" y="35495"/>
                  </a:lnTo>
                  <a:lnTo>
                    <a:pt x="8748" y="35752"/>
                  </a:lnTo>
                  <a:lnTo>
                    <a:pt x="9025" y="36009"/>
                  </a:lnTo>
                  <a:lnTo>
                    <a:pt x="9311" y="36256"/>
                  </a:lnTo>
                  <a:lnTo>
                    <a:pt x="9598" y="36493"/>
                  </a:lnTo>
                  <a:lnTo>
                    <a:pt x="9894" y="36731"/>
                  </a:lnTo>
                  <a:lnTo>
                    <a:pt x="10191" y="36958"/>
                  </a:lnTo>
                  <a:lnTo>
                    <a:pt x="10488" y="37185"/>
                  </a:lnTo>
                  <a:lnTo>
                    <a:pt x="10784" y="37403"/>
                  </a:lnTo>
                  <a:lnTo>
                    <a:pt x="11081" y="37610"/>
                  </a:lnTo>
                  <a:lnTo>
                    <a:pt x="11387" y="37808"/>
                  </a:lnTo>
                  <a:lnTo>
                    <a:pt x="11693" y="38006"/>
                  </a:lnTo>
                  <a:lnTo>
                    <a:pt x="12000" y="38194"/>
                  </a:lnTo>
                  <a:lnTo>
                    <a:pt x="12316" y="38372"/>
                  </a:lnTo>
                  <a:lnTo>
                    <a:pt x="12632" y="38540"/>
                  </a:lnTo>
                  <a:lnTo>
                    <a:pt x="12949" y="38708"/>
                  </a:lnTo>
                  <a:lnTo>
                    <a:pt x="13265" y="38866"/>
                  </a:lnTo>
                  <a:lnTo>
                    <a:pt x="13591" y="39014"/>
                  </a:lnTo>
                  <a:lnTo>
                    <a:pt x="13908" y="39162"/>
                  </a:lnTo>
                  <a:lnTo>
                    <a:pt x="14244" y="39291"/>
                  </a:lnTo>
                  <a:lnTo>
                    <a:pt x="14570" y="39419"/>
                  </a:lnTo>
                  <a:lnTo>
                    <a:pt x="14896" y="39538"/>
                  </a:lnTo>
                  <a:lnTo>
                    <a:pt x="15232" y="39647"/>
                  </a:lnTo>
                  <a:lnTo>
                    <a:pt x="15568" y="39745"/>
                  </a:lnTo>
                  <a:lnTo>
                    <a:pt x="15914" y="39844"/>
                  </a:lnTo>
                  <a:lnTo>
                    <a:pt x="16250" y="39923"/>
                  </a:lnTo>
                  <a:lnTo>
                    <a:pt x="16596" y="40002"/>
                  </a:lnTo>
                  <a:lnTo>
                    <a:pt x="16942" y="40072"/>
                  </a:lnTo>
                  <a:lnTo>
                    <a:pt x="17298" y="40131"/>
                  </a:lnTo>
                  <a:lnTo>
                    <a:pt x="17644" y="40180"/>
                  </a:lnTo>
                  <a:lnTo>
                    <a:pt x="18000" y="40220"/>
                  </a:lnTo>
                  <a:lnTo>
                    <a:pt x="18356" y="40250"/>
                  </a:lnTo>
                  <a:lnTo>
                    <a:pt x="18711" y="40269"/>
                  </a:lnTo>
                  <a:lnTo>
                    <a:pt x="19077" y="40289"/>
                  </a:lnTo>
                  <a:lnTo>
                    <a:pt x="19443" y="40289"/>
                  </a:lnTo>
                  <a:lnTo>
                    <a:pt x="19809" y="40279"/>
                  </a:lnTo>
                  <a:lnTo>
                    <a:pt x="20174" y="40259"/>
                  </a:lnTo>
                  <a:lnTo>
                    <a:pt x="20550" y="40240"/>
                  </a:lnTo>
                  <a:lnTo>
                    <a:pt x="20916" y="40200"/>
                  </a:lnTo>
                  <a:lnTo>
                    <a:pt x="21291" y="40151"/>
                  </a:lnTo>
                  <a:lnTo>
                    <a:pt x="21677" y="40101"/>
                  </a:lnTo>
                  <a:lnTo>
                    <a:pt x="22052" y="40032"/>
                  </a:lnTo>
                  <a:lnTo>
                    <a:pt x="22438" y="39953"/>
                  </a:lnTo>
                  <a:lnTo>
                    <a:pt x="22813" y="39864"/>
                  </a:lnTo>
                  <a:lnTo>
                    <a:pt x="23189" y="39775"/>
                  </a:lnTo>
                  <a:lnTo>
                    <a:pt x="23565" y="39666"/>
                  </a:lnTo>
                  <a:lnTo>
                    <a:pt x="23930" y="39548"/>
                  </a:lnTo>
                  <a:lnTo>
                    <a:pt x="24296" y="39429"/>
                  </a:lnTo>
                  <a:lnTo>
                    <a:pt x="24652" y="39291"/>
                  </a:lnTo>
                  <a:lnTo>
                    <a:pt x="25008" y="39152"/>
                  </a:lnTo>
                  <a:lnTo>
                    <a:pt x="25354" y="39004"/>
                  </a:lnTo>
                  <a:lnTo>
                    <a:pt x="25700" y="38846"/>
                  </a:lnTo>
                  <a:lnTo>
                    <a:pt x="26036" y="38678"/>
                  </a:lnTo>
                  <a:lnTo>
                    <a:pt x="26372" y="38510"/>
                  </a:lnTo>
                  <a:lnTo>
                    <a:pt x="26698" y="38322"/>
                  </a:lnTo>
                  <a:lnTo>
                    <a:pt x="27024" y="38134"/>
                  </a:lnTo>
                  <a:lnTo>
                    <a:pt x="27350" y="37937"/>
                  </a:lnTo>
                  <a:lnTo>
                    <a:pt x="27667" y="37729"/>
                  </a:lnTo>
                  <a:lnTo>
                    <a:pt x="27973" y="37521"/>
                  </a:lnTo>
                  <a:lnTo>
                    <a:pt x="28279" y="37304"/>
                  </a:lnTo>
                  <a:lnTo>
                    <a:pt x="28586" y="37077"/>
                  </a:lnTo>
                  <a:lnTo>
                    <a:pt x="28882" y="36839"/>
                  </a:lnTo>
                  <a:lnTo>
                    <a:pt x="29169" y="36602"/>
                  </a:lnTo>
                  <a:lnTo>
                    <a:pt x="29456" y="36355"/>
                  </a:lnTo>
                  <a:lnTo>
                    <a:pt x="29732" y="36108"/>
                  </a:lnTo>
                  <a:lnTo>
                    <a:pt x="30009" y="35851"/>
                  </a:lnTo>
                  <a:lnTo>
                    <a:pt x="30286" y="35584"/>
                  </a:lnTo>
                  <a:lnTo>
                    <a:pt x="30553" y="35317"/>
                  </a:lnTo>
                  <a:lnTo>
                    <a:pt x="30810" y="35040"/>
                  </a:lnTo>
                  <a:lnTo>
                    <a:pt x="31067" y="34754"/>
                  </a:lnTo>
                  <a:lnTo>
                    <a:pt x="31314" y="34467"/>
                  </a:lnTo>
                  <a:lnTo>
                    <a:pt x="31561" y="34181"/>
                  </a:lnTo>
                  <a:lnTo>
                    <a:pt x="31808" y="33884"/>
                  </a:lnTo>
                  <a:lnTo>
                    <a:pt x="32036" y="33578"/>
                  </a:lnTo>
                  <a:lnTo>
                    <a:pt x="32273" y="33281"/>
                  </a:lnTo>
                  <a:lnTo>
                    <a:pt x="32490" y="32965"/>
                  </a:lnTo>
                  <a:lnTo>
                    <a:pt x="32718" y="32648"/>
                  </a:lnTo>
                  <a:lnTo>
                    <a:pt x="32925" y="32332"/>
                  </a:lnTo>
                  <a:lnTo>
                    <a:pt x="33143" y="32006"/>
                  </a:lnTo>
                  <a:lnTo>
                    <a:pt x="33340" y="31680"/>
                  </a:lnTo>
                  <a:lnTo>
                    <a:pt x="33538" y="31354"/>
                  </a:lnTo>
                  <a:lnTo>
                    <a:pt x="33736" y="31018"/>
                  </a:lnTo>
                  <a:lnTo>
                    <a:pt x="33923" y="30681"/>
                  </a:lnTo>
                  <a:lnTo>
                    <a:pt x="34101" y="30345"/>
                  </a:lnTo>
                  <a:lnTo>
                    <a:pt x="34279" y="29999"/>
                  </a:lnTo>
                  <a:lnTo>
                    <a:pt x="34447" y="29653"/>
                  </a:lnTo>
                  <a:lnTo>
                    <a:pt x="34615" y="29308"/>
                  </a:lnTo>
                  <a:lnTo>
                    <a:pt x="34774" y="28952"/>
                  </a:lnTo>
                  <a:lnTo>
                    <a:pt x="34932" y="28596"/>
                  </a:lnTo>
                  <a:lnTo>
                    <a:pt x="35080" y="28240"/>
                  </a:lnTo>
                  <a:lnTo>
                    <a:pt x="35228" y="27884"/>
                  </a:lnTo>
                  <a:lnTo>
                    <a:pt x="35495" y="27163"/>
                  </a:lnTo>
                  <a:lnTo>
                    <a:pt x="35742" y="26431"/>
                  </a:lnTo>
                  <a:lnTo>
                    <a:pt x="35970" y="25700"/>
                  </a:lnTo>
                  <a:lnTo>
                    <a:pt x="36167" y="24958"/>
                  </a:lnTo>
                  <a:lnTo>
                    <a:pt x="36345" y="24217"/>
                  </a:lnTo>
                  <a:lnTo>
                    <a:pt x="36503" y="23476"/>
                  </a:lnTo>
                  <a:lnTo>
                    <a:pt x="36632" y="22734"/>
                  </a:lnTo>
                  <a:lnTo>
                    <a:pt x="36741" y="22003"/>
                  </a:lnTo>
                  <a:lnTo>
                    <a:pt x="37027" y="21835"/>
                  </a:lnTo>
                  <a:lnTo>
                    <a:pt x="37353" y="21637"/>
                  </a:lnTo>
                  <a:lnTo>
                    <a:pt x="37788" y="21351"/>
                  </a:lnTo>
                  <a:lnTo>
                    <a:pt x="38312" y="20995"/>
                  </a:lnTo>
                  <a:lnTo>
                    <a:pt x="38599" y="20787"/>
                  </a:lnTo>
                  <a:lnTo>
                    <a:pt x="38905" y="20560"/>
                  </a:lnTo>
                  <a:lnTo>
                    <a:pt x="39222" y="20313"/>
                  </a:lnTo>
                  <a:lnTo>
                    <a:pt x="39548" y="20046"/>
                  </a:lnTo>
                  <a:lnTo>
                    <a:pt x="39884" y="19769"/>
                  </a:lnTo>
                  <a:lnTo>
                    <a:pt x="40230" y="19463"/>
                  </a:lnTo>
                  <a:lnTo>
                    <a:pt x="40576" y="19146"/>
                  </a:lnTo>
                  <a:lnTo>
                    <a:pt x="40922" y="18800"/>
                  </a:lnTo>
                  <a:lnTo>
                    <a:pt x="41277" y="18445"/>
                  </a:lnTo>
                  <a:lnTo>
                    <a:pt x="41623" y="18069"/>
                  </a:lnTo>
                  <a:lnTo>
                    <a:pt x="41969" y="17674"/>
                  </a:lnTo>
                  <a:lnTo>
                    <a:pt x="42305" y="17268"/>
                  </a:lnTo>
                  <a:lnTo>
                    <a:pt x="42642" y="16843"/>
                  </a:lnTo>
                  <a:lnTo>
                    <a:pt x="42958" y="16398"/>
                  </a:lnTo>
                  <a:lnTo>
                    <a:pt x="43274" y="15934"/>
                  </a:lnTo>
                  <a:lnTo>
                    <a:pt x="43571" y="15450"/>
                  </a:lnTo>
                  <a:lnTo>
                    <a:pt x="43709" y="15202"/>
                  </a:lnTo>
                  <a:lnTo>
                    <a:pt x="43847" y="14955"/>
                  </a:lnTo>
                  <a:lnTo>
                    <a:pt x="43976" y="14698"/>
                  </a:lnTo>
                  <a:lnTo>
                    <a:pt x="44104" y="14441"/>
                  </a:lnTo>
                  <a:lnTo>
                    <a:pt x="44223" y="14174"/>
                  </a:lnTo>
                  <a:lnTo>
                    <a:pt x="44342" y="13908"/>
                  </a:lnTo>
                  <a:lnTo>
                    <a:pt x="44450" y="13641"/>
                  </a:lnTo>
                  <a:lnTo>
                    <a:pt x="44559" y="13364"/>
                  </a:lnTo>
                  <a:lnTo>
                    <a:pt x="44658" y="13077"/>
                  </a:lnTo>
                  <a:lnTo>
                    <a:pt x="44757" y="12801"/>
                  </a:lnTo>
                  <a:lnTo>
                    <a:pt x="44836" y="12514"/>
                  </a:lnTo>
                  <a:lnTo>
                    <a:pt x="44915" y="12217"/>
                  </a:lnTo>
                  <a:lnTo>
                    <a:pt x="44984" y="11921"/>
                  </a:lnTo>
                  <a:lnTo>
                    <a:pt x="45043" y="11624"/>
                  </a:lnTo>
                  <a:lnTo>
                    <a:pt x="45083" y="11338"/>
                  </a:lnTo>
                  <a:lnTo>
                    <a:pt x="45103" y="11041"/>
                  </a:lnTo>
                  <a:lnTo>
                    <a:pt x="45123" y="10754"/>
                  </a:lnTo>
                  <a:lnTo>
                    <a:pt x="45123" y="10468"/>
                  </a:lnTo>
                  <a:lnTo>
                    <a:pt x="45103" y="10181"/>
                  </a:lnTo>
                  <a:lnTo>
                    <a:pt x="45083" y="9894"/>
                  </a:lnTo>
                  <a:lnTo>
                    <a:pt x="45043" y="9618"/>
                  </a:lnTo>
                  <a:lnTo>
                    <a:pt x="44994" y="9341"/>
                  </a:lnTo>
                  <a:lnTo>
                    <a:pt x="44935" y="9064"/>
                  </a:lnTo>
                  <a:lnTo>
                    <a:pt x="44866" y="8797"/>
                  </a:lnTo>
                  <a:lnTo>
                    <a:pt x="44777" y="8530"/>
                  </a:lnTo>
                  <a:lnTo>
                    <a:pt x="44688" y="8264"/>
                  </a:lnTo>
                  <a:lnTo>
                    <a:pt x="44579" y="8016"/>
                  </a:lnTo>
                  <a:lnTo>
                    <a:pt x="44470" y="7759"/>
                  </a:lnTo>
                  <a:lnTo>
                    <a:pt x="44342" y="7522"/>
                  </a:lnTo>
                  <a:lnTo>
                    <a:pt x="44213" y="7285"/>
                  </a:lnTo>
                  <a:lnTo>
                    <a:pt x="44065" y="7048"/>
                  </a:lnTo>
                  <a:lnTo>
                    <a:pt x="43917" y="6830"/>
                  </a:lnTo>
                  <a:lnTo>
                    <a:pt x="43758" y="6613"/>
                  </a:lnTo>
                  <a:lnTo>
                    <a:pt x="43590" y="6405"/>
                  </a:lnTo>
                  <a:lnTo>
                    <a:pt x="43422" y="6198"/>
                  </a:lnTo>
                  <a:lnTo>
                    <a:pt x="43235" y="6010"/>
                  </a:lnTo>
                  <a:lnTo>
                    <a:pt x="43047" y="5822"/>
                  </a:lnTo>
                  <a:lnTo>
                    <a:pt x="42849" y="5654"/>
                  </a:lnTo>
                  <a:lnTo>
                    <a:pt x="42642" y="5486"/>
                  </a:lnTo>
                  <a:lnTo>
                    <a:pt x="42434" y="5338"/>
                  </a:lnTo>
                  <a:lnTo>
                    <a:pt x="42217" y="5189"/>
                  </a:lnTo>
                  <a:lnTo>
                    <a:pt x="41999" y="5061"/>
                  </a:lnTo>
                  <a:lnTo>
                    <a:pt x="41772" y="4932"/>
                  </a:lnTo>
                  <a:lnTo>
                    <a:pt x="41544" y="4824"/>
                  </a:lnTo>
                  <a:lnTo>
                    <a:pt x="41307" y="4725"/>
                  </a:lnTo>
                  <a:lnTo>
                    <a:pt x="41060" y="4646"/>
                  </a:lnTo>
                  <a:lnTo>
                    <a:pt x="40813" y="4567"/>
                  </a:lnTo>
                  <a:lnTo>
                    <a:pt x="40566" y="4507"/>
                  </a:lnTo>
                  <a:lnTo>
                    <a:pt x="40319" y="4458"/>
                  </a:lnTo>
                  <a:lnTo>
                    <a:pt x="40062" y="4428"/>
                  </a:lnTo>
                  <a:lnTo>
                    <a:pt x="39795" y="4409"/>
                  </a:lnTo>
                  <a:lnTo>
                    <a:pt x="39538" y="4399"/>
                  </a:lnTo>
                  <a:lnTo>
                    <a:pt x="39271" y="4409"/>
                  </a:lnTo>
                  <a:lnTo>
                    <a:pt x="39004" y="4438"/>
                  </a:lnTo>
                  <a:lnTo>
                    <a:pt x="38737" y="4478"/>
                  </a:lnTo>
                  <a:lnTo>
                    <a:pt x="38470" y="4537"/>
                  </a:lnTo>
                  <a:lnTo>
                    <a:pt x="38194" y="4606"/>
                  </a:lnTo>
                  <a:lnTo>
                    <a:pt x="37927" y="4695"/>
                  </a:lnTo>
                  <a:lnTo>
                    <a:pt x="37650" y="4804"/>
                  </a:lnTo>
                  <a:lnTo>
                    <a:pt x="37383" y="4932"/>
                  </a:lnTo>
                  <a:lnTo>
                    <a:pt x="37106" y="5071"/>
                  </a:lnTo>
                  <a:lnTo>
                    <a:pt x="36839" y="5229"/>
                  </a:lnTo>
                  <a:lnTo>
                    <a:pt x="36563" y="5407"/>
                  </a:lnTo>
                  <a:lnTo>
                    <a:pt x="36296" y="5605"/>
                  </a:lnTo>
                  <a:lnTo>
                    <a:pt x="36029" y="5822"/>
                  </a:lnTo>
                  <a:lnTo>
                    <a:pt x="35762" y="6059"/>
                  </a:lnTo>
                  <a:lnTo>
                    <a:pt x="35495" y="6316"/>
                  </a:lnTo>
                  <a:lnTo>
                    <a:pt x="35228" y="6593"/>
                  </a:lnTo>
                  <a:lnTo>
                    <a:pt x="34971" y="6890"/>
                  </a:lnTo>
                  <a:lnTo>
                    <a:pt x="34714" y="7216"/>
                  </a:lnTo>
                  <a:lnTo>
                    <a:pt x="34457" y="7552"/>
                  </a:lnTo>
                  <a:lnTo>
                    <a:pt x="34200" y="7918"/>
                  </a:lnTo>
                  <a:lnTo>
                    <a:pt x="33953" y="8303"/>
                  </a:lnTo>
                  <a:lnTo>
                    <a:pt x="33716" y="8708"/>
                  </a:lnTo>
                  <a:lnTo>
                    <a:pt x="33469" y="9133"/>
                  </a:lnTo>
                  <a:lnTo>
                    <a:pt x="33241" y="9588"/>
                  </a:lnTo>
                  <a:lnTo>
                    <a:pt x="33182" y="9460"/>
                  </a:lnTo>
                  <a:lnTo>
                    <a:pt x="33014" y="9104"/>
                  </a:lnTo>
                  <a:lnTo>
                    <a:pt x="32896" y="8847"/>
                  </a:lnTo>
                  <a:lnTo>
                    <a:pt x="32727" y="8550"/>
                  </a:lnTo>
                  <a:lnTo>
                    <a:pt x="32540" y="8214"/>
                  </a:lnTo>
                  <a:lnTo>
                    <a:pt x="32312" y="7839"/>
                  </a:lnTo>
                  <a:lnTo>
                    <a:pt x="32045" y="7443"/>
                  </a:lnTo>
                  <a:lnTo>
                    <a:pt x="31749" y="7008"/>
                  </a:lnTo>
                  <a:lnTo>
                    <a:pt x="31413" y="6563"/>
                  </a:lnTo>
                  <a:lnTo>
                    <a:pt x="31037" y="6089"/>
                  </a:lnTo>
                  <a:lnTo>
                    <a:pt x="30830" y="5852"/>
                  </a:lnTo>
                  <a:lnTo>
                    <a:pt x="30622" y="5615"/>
                  </a:lnTo>
                  <a:lnTo>
                    <a:pt x="30395" y="5377"/>
                  </a:lnTo>
                  <a:lnTo>
                    <a:pt x="30158" y="5130"/>
                  </a:lnTo>
                  <a:lnTo>
                    <a:pt x="29910" y="4883"/>
                  </a:lnTo>
                  <a:lnTo>
                    <a:pt x="29663" y="4636"/>
                  </a:lnTo>
                  <a:lnTo>
                    <a:pt x="29387" y="4399"/>
                  </a:lnTo>
                  <a:lnTo>
                    <a:pt x="29110" y="4152"/>
                  </a:lnTo>
                  <a:lnTo>
                    <a:pt x="28823" y="3905"/>
                  </a:lnTo>
                  <a:lnTo>
                    <a:pt x="28527" y="3667"/>
                  </a:lnTo>
                  <a:lnTo>
                    <a:pt x="28210" y="3430"/>
                  </a:lnTo>
                  <a:lnTo>
                    <a:pt x="27884" y="3193"/>
                  </a:lnTo>
                  <a:lnTo>
                    <a:pt x="27548" y="2965"/>
                  </a:lnTo>
                  <a:lnTo>
                    <a:pt x="27202" y="2738"/>
                  </a:lnTo>
                  <a:lnTo>
                    <a:pt x="26836" y="2521"/>
                  </a:lnTo>
                  <a:lnTo>
                    <a:pt x="26461" y="2303"/>
                  </a:lnTo>
                  <a:lnTo>
                    <a:pt x="26075" y="2096"/>
                  </a:lnTo>
                  <a:lnTo>
                    <a:pt x="25680" y="1888"/>
                  </a:lnTo>
                  <a:lnTo>
                    <a:pt x="25265" y="1690"/>
                  </a:lnTo>
                  <a:lnTo>
                    <a:pt x="24850" y="1503"/>
                  </a:lnTo>
                  <a:lnTo>
                    <a:pt x="24405" y="1325"/>
                  </a:lnTo>
                  <a:lnTo>
                    <a:pt x="23960" y="1157"/>
                  </a:lnTo>
                  <a:lnTo>
                    <a:pt x="23495" y="998"/>
                  </a:lnTo>
                  <a:lnTo>
                    <a:pt x="23011" y="840"/>
                  </a:lnTo>
                  <a:lnTo>
                    <a:pt x="22517" y="702"/>
                  </a:lnTo>
                  <a:lnTo>
                    <a:pt x="22013" y="573"/>
                  </a:lnTo>
                  <a:lnTo>
                    <a:pt x="21499" y="455"/>
                  </a:lnTo>
                  <a:lnTo>
                    <a:pt x="20965" y="346"/>
                  </a:lnTo>
                  <a:lnTo>
                    <a:pt x="20411" y="257"/>
                  </a:lnTo>
                  <a:lnTo>
                    <a:pt x="19848" y="178"/>
                  </a:lnTo>
                  <a:lnTo>
                    <a:pt x="19275" y="109"/>
                  </a:lnTo>
                  <a:lnTo>
                    <a:pt x="18682" y="59"/>
                  </a:lnTo>
                  <a:lnTo>
                    <a:pt x="18069" y="20"/>
                  </a:lnTo>
                  <a:lnTo>
                    <a:pt x="17446" y="0"/>
                  </a:lnTo>
                  <a:close/>
                </a:path>
              </a:pathLst>
            </a:custGeom>
            <a:solidFill>
              <a:srgbClr val="E3A382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3633300" y="1557425"/>
              <a:ext cx="77350" cy="109025"/>
            </a:xfrm>
            <a:custGeom>
              <a:rect b="b" l="l" r="r" t="t"/>
              <a:pathLst>
                <a:path extrusionOk="0" h="4361" w="3094">
                  <a:moveTo>
                    <a:pt x="1216" y="1"/>
                  </a:moveTo>
                  <a:lnTo>
                    <a:pt x="1058" y="31"/>
                  </a:lnTo>
                  <a:lnTo>
                    <a:pt x="910" y="70"/>
                  </a:lnTo>
                  <a:lnTo>
                    <a:pt x="771" y="139"/>
                  </a:lnTo>
                  <a:lnTo>
                    <a:pt x="643" y="218"/>
                  </a:lnTo>
                  <a:lnTo>
                    <a:pt x="524" y="327"/>
                  </a:lnTo>
                  <a:lnTo>
                    <a:pt x="415" y="446"/>
                  </a:lnTo>
                  <a:lnTo>
                    <a:pt x="316" y="584"/>
                  </a:lnTo>
                  <a:lnTo>
                    <a:pt x="237" y="732"/>
                  </a:lnTo>
                  <a:lnTo>
                    <a:pt x="158" y="891"/>
                  </a:lnTo>
                  <a:lnTo>
                    <a:pt x="99" y="1069"/>
                  </a:lnTo>
                  <a:lnTo>
                    <a:pt x="59" y="1256"/>
                  </a:lnTo>
                  <a:lnTo>
                    <a:pt x="20" y="1444"/>
                  </a:lnTo>
                  <a:lnTo>
                    <a:pt x="0" y="1652"/>
                  </a:lnTo>
                  <a:lnTo>
                    <a:pt x="0" y="1859"/>
                  </a:lnTo>
                  <a:lnTo>
                    <a:pt x="10" y="2077"/>
                  </a:lnTo>
                  <a:lnTo>
                    <a:pt x="30" y="2294"/>
                  </a:lnTo>
                  <a:lnTo>
                    <a:pt x="69" y="2512"/>
                  </a:lnTo>
                  <a:lnTo>
                    <a:pt x="129" y="2729"/>
                  </a:lnTo>
                  <a:lnTo>
                    <a:pt x="198" y="2937"/>
                  </a:lnTo>
                  <a:lnTo>
                    <a:pt x="287" y="3134"/>
                  </a:lnTo>
                  <a:lnTo>
                    <a:pt x="376" y="3322"/>
                  </a:lnTo>
                  <a:lnTo>
                    <a:pt x="484" y="3500"/>
                  </a:lnTo>
                  <a:lnTo>
                    <a:pt x="593" y="3658"/>
                  </a:lnTo>
                  <a:lnTo>
                    <a:pt x="722" y="3807"/>
                  </a:lnTo>
                  <a:lnTo>
                    <a:pt x="850" y="3935"/>
                  </a:lnTo>
                  <a:lnTo>
                    <a:pt x="989" y="4054"/>
                  </a:lnTo>
                  <a:lnTo>
                    <a:pt x="1127" y="4152"/>
                  </a:lnTo>
                  <a:lnTo>
                    <a:pt x="1275" y="4232"/>
                  </a:lnTo>
                  <a:lnTo>
                    <a:pt x="1424" y="4291"/>
                  </a:lnTo>
                  <a:lnTo>
                    <a:pt x="1572" y="4340"/>
                  </a:lnTo>
                  <a:lnTo>
                    <a:pt x="1720" y="4360"/>
                  </a:lnTo>
                  <a:lnTo>
                    <a:pt x="1878" y="4360"/>
                  </a:lnTo>
                  <a:lnTo>
                    <a:pt x="2026" y="4340"/>
                  </a:lnTo>
                  <a:lnTo>
                    <a:pt x="2175" y="4291"/>
                  </a:lnTo>
                  <a:lnTo>
                    <a:pt x="2313" y="4222"/>
                  </a:lnTo>
                  <a:lnTo>
                    <a:pt x="2451" y="4143"/>
                  </a:lnTo>
                  <a:lnTo>
                    <a:pt x="2570" y="4034"/>
                  </a:lnTo>
                  <a:lnTo>
                    <a:pt x="2669" y="3915"/>
                  </a:lnTo>
                  <a:lnTo>
                    <a:pt x="2768" y="3787"/>
                  </a:lnTo>
                  <a:lnTo>
                    <a:pt x="2857" y="3629"/>
                  </a:lnTo>
                  <a:lnTo>
                    <a:pt x="2926" y="3470"/>
                  </a:lnTo>
                  <a:lnTo>
                    <a:pt x="2985" y="3293"/>
                  </a:lnTo>
                  <a:lnTo>
                    <a:pt x="3035" y="3115"/>
                  </a:lnTo>
                  <a:lnTo>
                    <a:pt x="3074" y="2917"/>
                  </a:lnTo>
                  <a:lnTo>
                    <a:pt x="3094" y="2719"/>
                  </a:lnTo>
                  <a:lnTo>
                    <a:pt x="3094" y="2502"/>
                  </a:lnTo>
                  <a:lnTo>
                    <a:pt x="3084" y="2294"/>
                  </a:lnTo>
                  <a:lnTo>
                    <a:pt x="3064" y="2077"/>
                  </a:lnTo>
                  <a:lnTo>
                    <a:pt x="3015" y="1849"/>
                  </a:lnTo>
                  <a:lnTo>
                    <a:pt x="2965" y="1632"/>
                  </a:lnTo>
                  <a:lnTo>
                    <a:pt x="2886" y="1424"/>
                  </a:lnTo>
                  <a:lnTo>
                    <a:pt x="2807" y="1227"/>
                  </a:lnTo>
                  <a:lnTo>
                    <a:pt x="2718" y="1039"/>
                  </a:lnTo>
                  <a:lnTo>
                    <a:pt x="2610" y="861"/>
                  </a:lnTo>
                  <a:lnTo>
                    <a:pt x="2491" y="703"/>
                  </a:lnTo>
                  <a:lnTo>
                    <a:pt x="2372" y="555"/>
                  </a:lnTo>
                  <a:lnTo>
                    <a:pt x="2244" y="426"/>
                  </a:lnTo>
                  <a:lnTo>
                    <a:pt x="2106" y="307"/>
                  </a:lnTo>
                  <a:lnTo>
                    <a:pt x="1967" y="209"/>
                  </a:lnTo>
                  <a:lnTo>
                    <a:pt x="1819" y="129"/>
                  </a:lnTo>
                  <a:lnTo>
                    <a:pt x="1671" y="70"/>
                  </a:lnTo>
                  <a:lnTo>
                    <a:pt x="1522" y="31"/>
                  </a:lnTo>
                  <a:lnTo>
                    <a:pt x="1364" y="1"/>
                  </a:lnTo>
                  <a:close/>
                </a:path>
              </a:pathLst>
            </a:custGeom>
            <a:solidFill>
              <a:srgbClr val="65343B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3313775" y="1630100"/>
              <a:ext cx="77625" cy="109000"/>
            </a:xfrm>
            <a:custGeom>
              <a:rect b="b" l="l" r="r" t="t"/>
              <a:pathLst>
                <a:path extrusionOk="0" h="4360" w="3105">
                  <a:moveTo>
                    <a:pt x="1216" y="0"/>
                  </a:moveTo>
                  <a:lnTo>
                    <a:pt x="1068" y="30"/>
                  </a:lnTo>
                  <a:lnTo>
                    <a:pt x="920" y="69"/>
                  </a:lnTo>
                  <a:lnTo>
                    <a:pt x="781" y="138"/>
                  </a:lnTo>
                  <a:lnTo>
                    <a:pt x="653" y="227"/>
                  </a:lnTo>
                  <a:lnTo>
                    <a:pt x="534" y="326"/>
                  </a:lnTo>
                  <a:lnTo>
                    <a:pt x="426" y="445"/>
                  </a:lnTo>
                  <a:lnTo>
                    <a:pt x="327" y="583"/>
                  </a:lnTo>
                  <a:lnTo>
                    <a:pt x="238" y="731"/>
                  </a:lnTo>
                  <a:lnTo>
                    <a:pt x="169" y="890"/>
                  </a:lnTo>
                  <a:lnTo>
                    <a:pt x="109" y="1068"/>
                  </a:lnTo>
                  <a:lnTo>
                    <a:pt x="60" y="1255"/>
                  </a:lnTo>
                  <a:lnTo>
                    <a:pt x="30" y="1443"/>
                  </a:lnTo>
                  <a:lnTo>
                    <a:pt x="10" y="1651"/>
                  </a:lnTo>
                  <a:lnTo>
                    <a:pt x="1" y="1858"/>
                  </a:lnTo>
                  <a:lnTo>
                    <a:pt x="10" y="2076"/>
                  </a:lnTo>
                  <a:lnTo>
                    <a:pt x="40" y="2293"/>
                  </a:lnTo>
                  <a:lnTo>
                    <a:pt x="80" y="2511"/>
                  </a:lnTo>
                  <a:lnTo>
                    <a:pt x="139" y="2728"/>
                  </a:lnTo>
                  <a:lnTo>
                    <a:pt x="208" y="2936"/>
                  </a:lnTo>
                  <a:lnTo>
                    <a:pt x="287" y="3133"/>
                  </a:lnTo>
                  <a:lnTo>
                    <a:pt x="386" y="3321"/>
                  </a:lnTo>
                  <a:lnTo>
                    <a:pt x="485" y="3499"/>
                  </a:lnTo>
                  <a:lnTo>
                    <a:pt x="604" y="3657"/>
                  </a:lnTo>
                  <a:lnTo>
                    <a:pt x="722" y="3806"/>
                  </a:lnTo>
                  <a:lnTo>
                    <a:pt x="851" y="3934"/>
                  </a:lnTo>
                  <a:lnTo>
                    <a:pt x="989" y="4053"/>
                  </a:lnTo>
                  <a:lnTo>
                    <a:pt x="1127" y="4151"/>
                  </a:lnTo>
                  <a:lnTo>
                    <a:pt x="1276" y="4231"/>
                  </a:lnTo>
                  <a:lnTo>
                    <a:pt x="1424" y="4300"/>
                  </a:lnTo>
                  <a:lnTo>
                    <a:pt x="1572" y="4339"/>
                  </a:lnTo>
                  <a:lnTo>
                    <a:pt x="1730" y="4359"/>
                  </a:lnTo>
                  <a:lnTo>
                    <a:pt x="1879" y="4359"/>
                  </a:lnTo>
                  <a:lnTo>
                    <a:pt x="2037" y="4339"/>
                  </a:lnTo>
                  <a:lnTo>
                    <a:pt x="2185" y="4290"/>
                  </a:lnTo>
                  <a:lnTo>
                    <a:pt x="2323" y="4221"/>
                  </a:lnTo>
                  <a:lnTo>
                    <a:pt x="2452" y="4142"/>
                  </a:lnTo>
                  <a:lnTo>
                    <a:pt x="2571" y="4033"/>
                  </a:lnTo>
                  <a:lnTo>
                    <a:pt x="2679" y="3914"/>
                  </a:lnTo>
                  <a:lnTo>
                    <a:pt x="2778" y="3786"/>
                  </a:lnTo>
                  <a:lnTo>
                    <a:pt x="2857" y="3637"/>
                  </a:lnTo>
                  <a:lnTo>
                    <a:pt x="2936" y="3469"/>
                  </a:lnTo>
                  <a:lnTo>
                    <a:pt x="2996" y="3292"/>
                  </a:lnTo>
                  <a:lnTo>
                    <a:pt x="3045" y="3114"/>
                  </a:lnTo>
                  <a:lnTo>
                    <a:pt x="3075" y="2916"/>
                  </a:lnTo>
                  <a:lnTo>
                    <a:pt x="3094" y="2718"/>
                  </a:lnTo>
                  <a:lnTo>
                    <a:pt x="3104" y="2501"/>
                  </a:lnTo>
                  <a:lnTo>
                    <a:pt x="3094" y="2293"/>
                  </a:lnTo>
                  <a:lnTo>
                    <a:pt x="3065" y="2076"/>
                  </a:lnTo>
                  <a:lnTo>
                    <a:pt x="3025" y="1848"/>
                  </a:lnTo>
                  <a:lnTo>
                    <a:pt x="2966" y="1631"/>
                  </a:lnTo>
                  <a:lnTo>
                    <a:pt x="2897" y="1423"/>
                  </a:lnTo>
                  <a:lnTo>
                    <a:pt x="2818" y="1226"/>
                  </a:lnTo>
                  <a:lnTo>
                    <a:pt x="2719" y="1038"/>
                  </a:lnTo>
                  <a:lnTo>
                    <a:pt x="2610" y="860"/>
                  </a:lnTo>
                  <a:lnTo>
                    <a:pt x="2501" y="702"/>
                  </a:lnTo>
                  <a:lnTo>
                    <a:pt x="2383" y="554"/>
                  </a:lnTo>
                  <a:lnTo>
                    <a:pt x="2254" y="425"/>
                  </a:lnTo>
                  <a:lnTo>
                    <a:pt x="2116" y="306"/>
                  </a:lnTo>
                  <a:lnTo>
                    <a:pt x="1968" y="208"/>
                  </a:lnTo>
                  <a:lnTo>
                    <a:pt x="1829" y="129"/>
                  </a:lnTo>
                  <a:lnTo>
                    <a:pt x="1681" y="69"/>
                  </a:lnTo>
                  <a:lnTo>
                    <a:pt x="1523" y="30"/>
                  </a:lnTo>
                  <a:lnTo>
                    <a:pt x="1375" y="0"/>
                  </a:lnTo>
                  <a:close/>
                </a:path>
              </a:pathLst>
            </a:custGeom>
            <a:solidFill>
              <a:srgbClr val="65343B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3480075" y="1834200"/>
              <a:ext cx="256775" cy="100100"/>
            </a:xfrm>
            <a:custGeom>
              <a:rect b="b" l="l" r="r" t="t"/>
              <a:pathLst>
                <a:path extrusionOk="0" fill="none" h="4004" w="10271">
                  <a:moveTo>
                    <a:pt x="10271" y="1"/>
                  </a:moveTo>
                  <a:lnTo>
                    <a:pt x="10271" y="1"/>
                  </a:lnTo>
                  <a:lnTo>
                    <a:pt x="10043" y="169"/>
                  </a:lnTo>
                  <a:lnTo>
                    <a:pt x="9777" y="376"/>
                  </a:lnTo>
                  <a:lnTo>
                    <a:pt x="9401" y="633"/>
                  </a:lnTo>
                  <a:lnTo>
                    <a:pt x="8936" y="940"/>
                  </a:lnTo>
                  <a:lnTo>
                    <a:pt x="8393" y="1286"/>
                  </a:lnTo>
                  <a:lnTo>
                    <a:pt x="7770" y="1651"/>
                  </a:lnTo>
                  <a:lnTo>
                    <a:pt x="7434" y="1839"/>
                  </a:lnTo>
                  <a:lnTo>
                    <a:pt x="7088" y="2037"/>
                  </a:lnTo>
                  <a:lnTo>
                    <a:pt x="6722" y="2225"/>
                  </a:lnTo>
                  <a:lnTo>
                    <a:pt x="6337" y="2412"/>
                  </a:lnTo>
                  <a:lnTo>
                    <a:pt x="5941" y="2590"/>
                  </a:lnTo>
                  <a:lnTo>
                    <a:pt x="5536" y="2778"/>
                  </a:lnTo>
                  <a:lnTo>
                    <a:pt x="5111" y="2946"/>
                  </a:lnTo>
                  <a:lnTo>
                    <a:pt x="4686" y="3114"/>
                  </a:lnTo>
                  <a:lnTo>
                    <a:pt x="4241" y="3272"/>
                  </a:lnTo>
                  <a:lnTo>
                    <a:pt x="3796" y="3411"/>
                  </a:lnTo>
                  <a:lnTo>
                    <a:pt x="3342" y="3549"/>
                  </a:lnTo>
                  <a:lnTo>
                    <a:pt x="2877" y="3668"/>
                  </a:lnTo>
                  <a:lnTo>
                    <a:pt x="2413" y="3767"/>
                  </a:lnTo>
                  <a:lnTo>
                    <a:pt x="1938" y="3855"/>
                  </a:lnTo>
                  <a:lnTo>
                    <a:pt x="1454" y="3925"/>
                  </a:lnTo>
                  <a:lnTo>
                    <a:pt x="969" y="3974"/>
                  </a:lnTo>
                  <a:lnTo>
                    <a:pt x="485" y="4004"/>
                  </a:lnTo>
                  <a:lnTo>
                    <a:pt x="248" y="4004"/>
                  </a:lnTo>
                  <a:lnTo>
                    <a:pt x="1" y="4004"/>
                  </a:lnTo>
                </a:path>
              </a:pathLst>
            </a:custGeom>
            <a:noFill/>
            <a:ln cap="rnd" cmpd="sng" w="16775">
              <a:solidFill>
                <a:srgbClr val="653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3479100" y="1531750"/>
              <a:ext cx="55875" cy="293325"/>
            </a:xfrm>
            <a:custGeom>
              <a:rect b="b" l="l" r="r" t="t"/>
              <a:pathLst>
                <a:path extrusionOk="0" fill="none" h="11733" w="2235">
                  <a:moveTo>
                    <a:pt x="495" y="0"/>
                  </a:moveTo>
                  <a:lnTo>
                    <a:pt x="495" y="0"/>
                  </a:lnTo>
                  <a:lnTo>
                    <a:pt x="455" y="158"/>
                  </a:lnTo>
                  <a:lnTo>
                    <a:pt x="396" y="504"/>
                  </a:lnTo>
                  <a:lnTo>
                    <a:pt x="317" y="1018"/>
                  </a:lnTo>
                  <a:lnTo>
                    <a:pt x="228" y="1680"/>
                  </a:lnTo>
                  <a:lnTo>
                    <a:pt x="139" y="2461"/>
                  </a:lnTo>
                  <a:lnTo>
                    <a:pt x="99" y="2886"/>
                  </a:lnTo>
                  <a:lnTo>
                    <a:pt x="69" y="3341"/>
                  </a:lnTo>
                  <a:lnTo>
                    <a:pt x="40" y="3806"/>
                  </a:lnTo>
                  <a:lnTo>
                    <a:pt x="10" y="4280"/>
                  </a:lnTo>
                  <a:lnTo>
                    <a:pt x="0" y="4774"/>
                  </a:lnTo>
                  <a:lnTo>
                    <a:pt x="0" y="5278"/>
                  </a:lnTo>
                  <a:lnTo>
                    <a:pt x="0" y="5782"/>
                  </a:lnTo>
                  <a:lnTo>
                    <a:pt x="20" y="6287"/>
                  </a:lnTo>
                  <a:lnTo>
                    <a:pt x="50" y="6791"/>
                  </a:lnTo>
                  <a:lnTo>
                    <a:pt x="99" y="7285"/>
                  </a:lnTo>
                  <a:lnTo>
                    <a:pt x="158" y="7779"/>
                  </a:lnTo>
                  <a:lnTo>
                    <a:pt x="238" y="8254"/>
                  </a:lnTo>
                  <a:lnTo>
                    <a:pt x="336" y="8718"/>
                  </a:lnTo>
                  <a:lnTo>
                    <a:pt x="386" y="8945"/>
                  </a:lnTo>
                  <a:lnTo>
                    <a:pt x="455" y="9163"/>
                  </a:lnTo>
                  <a:lnTo>
                    <a:pt x="514" y="9380"/>
                  </a:lnTo>
                  <a:lnTo>
                    <a:pt x="583" y="9598"/>
                  </a:lnTo>
                  <a:lnTo>
                    <a:pt x="663" y="9795"/>
                  </a:lnTo>
                  <a:lnTo>
                    <a:pt x="751" y="9993"/>
                  </a:lnTo>
                  <a:lnTo>
                    <a:pt x="840" y="10191"/>
                  </a:lnTo>
                  <a:lnTo>
                    <a:pt x="929" y="10369"/>
                  </a:lnTo>
                  <a:lnTo>
                    <a:pt x="1028" y="10547"/>
                  </a:lnTo>
                  <a:lnTo>
                    <a:pt x="1137" y="10715"/>
                  </a:lnTo>
                  <a:lnTo>
                    <a:pt x="1246" y="10883"/>
                  </a:lnTo>
                  <a:lnTo>
                    <a:pt x="1374" y="11031"/>
                  </a:lnTo>
                  <a:lnTo>
                    <a:pt x="1493" y="11169"/>
                  </a:lnTo>
                  <a:lnTo>
                    <a:pt x="1631" y="11308"/>
                  </a:lnTo>
                  <a:lnTo>
                    <a:pt x="1770" y="11426"/>
                  </a:lnTo>
                  <a:lnTo>
                    <a:pt x="1918" y="11545"/>
                  </a:lnTo>
                  <a:lnTo>
                    <a:pt x="2076" y="11644"/>
                  </a:lnTo>
                  <a:lnTo>
                    <a:pt x="2234" y="11733"/>
                  </a:lnTo>
                </a:path>
              </a:pathLst>
            </a:custGeom>
            <a:noFill/>
            <a:ln cap="rnd" cmpd="sng" w="16775">
              <a:solidFill>
                <a:srgbClr val="C869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3051350" y="902350"/>
              <a:ext cx="979575" cy="709725"/>
            </a:xfrm>
            <a:custGeom>
              <a:rect b="b" l="l" r="r" t="t"/>
              <a:pathLst>
                <a:path extrusionOk="0" h="28389" w="39183">
                  <a:moveTo>
                    <a:pt x="19235" y="0"/>
                  </a:moveTo>
                  <a:lnTo>
                    <a:pt x="18593" y="20"/>
                  </a:lnTo>
                  <a:lnTo>
                    <a:pt x="17950" y="70"/>
                  </a:lnTo>
                  <a:lnTo>
                    <a:pt x="17318" y="129"/>
                  </a:lnTo>
                  <a:lnTo>
                    <a:pt x="16695" y="218"/>
                  </a:lnTo>
                  <a:lnTo>
                    <a:pt x="16082" y="327"/>
                  </a:lnTo>
                  <a:lnTo>
                    <a:pt x="15469" y="465"/>
                  </a:lnTo>
                  <a:lnTo>
                    <a:pt x="14876" y="613"/>
                  </a:lnTo>
                  <a:lnTo>
                    <a:pt x="14283" y="781"/>
                  </a:lnTo>
                  <a:lnTo>
                    <a:pt x="13700" y="979"/>
                  </a:lnTo>
                  <a:lnTo>
                    <a:pt x="13127" y="1186"/>
                  </a:lnTo>
                  <a:lnTo>
                    <a:pt x="12563" y="1424"/>
                  </a:lnTo>
                  <a:lnTo>
                    <a:pt x="12020" y="1671"/>
                  </a:lnTo>
                  <a:lnTo>
                    <a:pt x="11476" y="1938"/>
                  </a:lnTo>
                  <a:lnTo>
                    <a:pt x="10942" y="2224"/>
                  </a:lnTo>
                  <a:lnTo>
                    <a:pt x="10419" y="2531"/>
                  </a:lnTo>
                  <a:lnTo>
                    <a:pt x="9905" y="2857"/>
                  </a:lnTo>
                  <a:lnTo>
                    <a:pt x="9400" y="3193"/>
                  </a:lnTo>
                  <a:lnTo>
                    <a:pt x="8916" y="3559"/>
                  </a:lnTo>
                  <a:lnTo>
                    <a:pt x="8432" y="3934"/>
                  </a:lnTo>
                  <a:lnTo>
                    <a:pt x="7967" y="4320"/>
                  </a:lnTo>
                  <a:lnTo>
                    <a:pt x="7503" y="4735"/>
                  </a:lnTo>
                  <a:lnTo>
                    <a:pt x="7058" y="5160"/>
                  </a:lnTo>
                  <a:lnTo>
                    <a:pt x="6623" y="5595"/>
                  </a:lnTo>
                  <a:lnTo>
                    <a:pt x="6208" y="6050"/>
                  </a:lnTo>
                  <a:lnTo>
                    <a:pt x="5793" y="6524"/>
                  </a:lnTo>
                  <a:lnTo>
                    <a:pt x="5397" y="7008"/>
                  </a:lnTo>
                  <a:lnTo>
                    <a:pt x="5012" y="7513"/>
                  </a:lnTo>
                  <a:lnTo>
                    <a:pt x="4636" y="8027"/>
                  </a:lnTo>
                  <a:lnTo>
                    <a:pt x="4280" y="8550"/>
                  </a:lnTo>
                  <a:lnTo>
                    <a:pt x="3934" y="9094"/>
                  </a:lnTo>
                  <a:lnTo>
                    <a:pt x="3598" y="9648"/>
                  </a:lnTo>
                  <a:lnTo>
                    <a:pt x="3272" y="10211"/>
                  </a:lnTo>
                  <a:lnTo>
                    <a:pt x="2966" y="10794"/>
                  </a:lnTo>
                  <a:lnTo>
                    <a:pt x="2679" y="11387"/>
                  </a:lnTo>
                  <a:lnTo>
                    <a:pt x="2402" y="11990"/>
                  </a:lnTo>
                  <a:lnTo>
                    <a:pt x="2135" y="12603"/>
                  </a:lnTo>
                  <a:lnTo>
                    <a:pt x="1888" y="13226"/>
                  </a:lnTo>
                  <a:lnTo>
                    <a:pt x="1651" y="13858"/>
                  </a:lnTo>
                  <a:lnTo>
                    <a:pt x="1434" y="14511"/>
                  </a:lnTo>
                  <a:lnTo>
                    <a:pt x="1226" y="15163"/>
                  </a:lnTo>
                  <a:lnTo>
                    <a:pt x="1028" y="15835"/>
                  </a:lnTo>
                  <a:lnTo>
                    <a:pt x="860" y="16507"/>
                  </a:lnTo>
                  <a:lnTo>
                    <a:pt x="702" y="17199"/>
                  </a:lnTo>
                  <a:lnTo>
                    <a:pt x="554" y="17891"/>
                  </a:lnTo>
                  <a:lnTo>
                    <a:pt x="425" y="18593"/>
                  </a:lnTo>
                  <a:lnTo>
                    <a:pt x="317" y="19305"/>
                  </a:lnTo>
                  <a:lnTo>
                    <a:pt x="218" y="20026"/>
                  </a:lnTo>
                  <a:lnTo>
                    <a:pt x="139" y="20758"/>
                  </a:lnTo>
                  <a:lnTo>
                    <a:pt x="79" y="21489"/>
                  </a:lnTo>
                  <a:lnTo>
                    <a:pt x="40" y="22230"/>
                  </a:lnTo>
                  <a:lnTo>
                    <a:pt x="10" y="22982"/>
                  </a:lnTo>
                  <a:lnTo>
                    <a:pt x="0" y="23743"/>
                  </a:lnTo>
                  <a:lnTo>
                    <a:pt x="10" y="24504"/>
                  </a:lnTo>
                  <a:lnTo>
                    <a:pt x="30" y="25265"/>
                  </a:lnTo>
                  <a:lnTo>
                    <a:pt x="70" y="26036"/>
                  </a:lnTo>
                  <a:lnTo>
                    <a:pt x="139" y="26817"/>
                  </a:lnTo>
                  <a:lnTo>
                    <a:pt x="218" y="27598"/>
                  </a:lnTo>
                  <a:lnTo>
                    <a:pt x="307" y="28388"/>
                  </a:lnTo>
                  <a:lnTo>
                    <a:pt x="317" y="28280"/>
                  </a:lnTo>
                  <a:lnTo>
                    <a:pt x="366" y="27983"/>
                  </a:lnTo>
                  <a:lnTo>
                    <a:pt x="396" y="27766"/>
                  </a:lnTo>
                  <a:lnTo>
                    <a:pt x="455" y="27519"/>
                  </a:lnTo>
                  <a:lnTo>
                    <a:pt x="514" y="27232"/>
                  </a:lnTo>
                  <a:lnTo>
                    <a:pt x="603" y="26916"/>
                  </a:lnTo>
                  <a:lnTo>
                    <a:pt x="712" y="26570"/>
                  </a:lnTo>
                  <a:lnTo>
                    <a:pt x="841" y="26194"/>
                  </a:lnTo>
                  <a:lnTo>
                    <a:pt x="989" y="25799"/>
                  </a:lnTo>
                  <a:lnTo>
                    <a:pt x="1167" y="25384"/>
                  </a:lnTo>
                  <a:lnTo>
                    <a:pt x="1374" y="24959"/>
                  </a:lnTo>
                  <a:lnTo>
                    <a:pt x="1621" y="24524"/>
                  </a:lnTo>
                  <a:lnTo>
                    <a:pt x="1750" y="24296"/>
                  </a:lnTo>
                  <a:lnTo>
                    <a:pt x="1888" y="24069"/>
                  </a:lnTo>
                  <a:lnTo>
                    <a:pt x="2037" y="23842"/>
                  </a:lnTo>
                  <a:lnTo>
                    <a:pt x="2195" y="23614"/>
                  </a:lnTo>
                  <a:lnTo>
                    <a:pt x="2363" y="23387"/>
                  </a:lnTo>
                  <a:lnTo>
                    <a:pt x="2541" y="23160"/>
                  </a:lnTo>
                  <a:lnTo>
                    <a:pt x="2728" y="22922"/>
                  </a:lnTo>
                  <a:lnTo>
                    <a:pt x="2926" y="22695"/>
                  </a:lnTo>
                  <a:lnTo>
                    <a:pt x="3134" y="22468"/>
                  </a:lnTo>
                  <a:lnTo>
                    <a:pt x="3351" y="22240"/>
                  </a:lnTo>
                  <a:lnTo>
                    <a:pt x="3579" y="22023"/>
                  </a:lnTo>
                  <a:lnTo>
                    <a:pt x="3816" y="21796"/>
                  </a:lnTo>
                  <a:lnTo>
                    <a:pt x="4073" y="21578"/>
                  </a:lnTo>
                  <a:lnTo>
                    <a:pt x="4330" y="21361"/>
                  </a:lnTo>
                  <a:lnTo>
                    <a:pt x="4606" y="21143"/>
                  </a:lnTo>
                  <a:lnTo>
                    <a:pt x="4893" y="20936"/>
                  </a:lnTo>
                  <a:lnTo>
                    <a:pt x="5190" y="20738"/>
                  </a:lnTo>
                  <a:lnTo>
                    <a:pt x="5506" y="20530"/>
                  </a:lnTo>
                  <a:lnTo>
                    <a:pt x="5832" y="20333"/>
                  </a:lnTo>
                  <a:lnTo>
                    <a:pt x="6168" y="20145"/>
                  </a:lnTo>
                  <a:lnTo>
                    <a:pt x="6524" y="19967"/>
                  </a:lnTo>
                  <a:lnTo>
                    <a:pt x="6890" y="19789"/>
                  </a:lnTo>
                  <a:lnTo>
                    <a:pt x="7265" y="19611"/>
                  </a:lnTo>
                  <a:lnTo>
                    <a:pt x="7661" y="19453"/>
                  </a:lnTo>
                  <a:lnTo>
                    <a:pt x="8066" y="19295"/>
                  </a:lnTo>
                  <a:lnTo>
                    <a:pt x="8491" y="19147"/>
                  </a:lnTo>
                  <a:lnTo>
                    <a:pt x="8936" y="19008"/>
                  </a:lnTo>
                  <a:lnTo>
                    <a:pt x="9381" y="18870"/>
                  </a:lnTo>
                  <a:lnTo>
                    <a:pt x="9855" y="18751"/>
                  </a:lnTo>
                  <a:lnTo>
                    <a:pt x="10339" y="18642"/>
                  </a:lnTo>
                  <a:lnTo>
                    <a:pt x="10844" y="18534"/>
                  </a:lnTo>
                  <a:lnTo>
                    <a:pt x="11358" y="18445"/>
                  </a:lnTo>
                  <a:lnTo>
                    <a:pt x="11891" y="18366"/>
                  </a:lnTo>
                  <a:lnTo>
                    <a:pt x="12445" y="18287"/>
                  </a:lnTo>
                  <a:lnTo>
                    <a:pt x="13008" y="18227"/>
                  </a:lnTo>
                  <a:lnTo>
                    <a:pt x="13601" y="18188"/>
                  </a:lnTo>
                  <a:lnTo>
                    <a:pt x="14778" y="18109"/>
                  </a:lnTo>
                  <a:lnTo>
                    <a:pt x="15944" y="18059"/>
                  </a:lnTo>
                  <a:lnTo>
                    <a:pt x="17091" y="18039"/>
                  </a:lnTo>
                  <a:lnTo>
                    <a:pt x="18217" y="18030"/>
                  </a:lnTo>
                  <a:lnTo>
                    <a:pt x="19324" y="18039"/>
                  </a:lnTo>
                  <a:lnTo>
                    <a:pt x="20412" y="18059"/>
                  </a:lnTo>
                  <a:lnTo>
                    <a:pt x="21469" y="18099"/>
                  </a:lnTo>
                  <a:lnTo>
                    <a:pt x="22507" y="18158"/>
                  </a:lnTo>
                  <a:lnTo>
                    <a:pt x="23515" y="18227"/>
                  </a:lnTo>
                  <a:lnTo>
                    <a:pt x="24494" y="18306"/>
                  </a:lnTo>
                  <a:lnTo>
                    <a:pt x="25443" y="18395"/>
                  </a:lnTo>
                  <a:lnTo>
                    <a:pt x="26362" y="18494"/>
                  </a:lnTo>
                  <a:lnTo>
                    <a:pt x="27262" y="18603"/>
                  </a:lnTo>
                  <a:lnTo>
                    <a:pt x="28112" y="18712"/>
                  </a:lnTo>
                  <a:lnTo>
                    <a:pt x="28932" y="18830"/>
                  </a:lnTo>
                  <a:lnTo>
                    <a:pt x="29723" y="18959"/>
                  </a:lnTo>
                  <a:lnTo>
                    <a:pt x="30474" y="19077"/>
                  </a:lnTo>
                  <a:lnTo>
                    <a:pt x="31186" y="19206"/>
                  </a:lnTo>
                  <a:lnTo>
                    <a:pt x="31858" y="19334"/>
                  </a:lnTo>
                  <a:lnTo>
                    <a:pt x="32481" y="19453"/>
                  </a:lnTo>
                  <a:lnTo>
                    <a:pt x="33617" y="19700"/>
                  </a:lnTo>
                  <a:lnTo>
                    <a:pt x="34566" y="19917"/>
                  </a:lnTo>
                  <a:lnTo>
                    <a:pt x="35317" y="20105"/>
                  </a:lnTo>
                  <a:lnTo>
                    <a:pt x="35871" y="20254"/>
                  </a:lnTo>
                  <a:lnTo>
                    <a:pt x="36335" y="20382"/>
                  </a:lnTo>
                  <a:lnTo>
                    <a:pt x="39182" y="16567"/>
                  </a:lnTo>
                  <a:lnTo>
                    <a:pt x="39153" y="16517"/>
                  </a:lnTo>
                  <a:lnTo>
                    <a:pt x="39123" y="16458"/>
                  </a:lnTo>
                  <a:lnTo>
                    <a:pt x="39064" y="16280"/>
                  </a:lnTo>
                  <a:lnTo>
                    <a:pt x="39004" y="16043"/>
                  </a:lnTo>
                  <a:lnTo>
                    <a:pt x="38925" y="15746"/>
                  </a:lnTo>
                  <a:lnTo>
                    <a:pt x="38757" y="15005"/>
                  </a:lnTo>
                  <a:lnTo>
                    <a:pt x="38648" y="14560"/>
                  </a:lnTo>
                  <a:lnTo>
                    <a:pt x="38520" y="14076"/>
                  </a:lnTo>
                  <a:lnTo>
                    <a:pt x="38372" y="13552"/>
                  </a:lnTo>
                  <a:lnTo>
                    <a:pt x="38194" y="12998"/>
                  </a:lnTo>
                  <a:lnTo>
                    <a:pt x="38006" y="12415"/>
                  </a:lnTo>
                  <a:lnTo>
                    <a:pt x="37779" y="11812"/>
                  </a:lnTo>
                  <a:lnTo>
                    <a:pt x="37522" y="11180"/>
                  </a:lnTo>
                  <a:lnTo>
                    <a:pt x="37383" y="10863"/>
                  </a:lnTo>
                  <a:lnTo>
                    <a:pt x="37235" y="10537"/>
                  </a:lnTo>
                  <a:lnTo>
                    <a:pt x="37077" y="10201"/>
                  </a:lnTo>
                  <a:lnTo>
                    <a:pt x="36909" y="9875"/>
                  </a:lnTo>
                  <a:lnTo>
                    <a:pt x="36731" y="9539"/>
                  </a:lnTo>
                  <a:lnTo>
                    <a:pt x="36543" y="9203"/>
                  </a:lnTo>
                  <a:lnTo>
                    <a:pt x="36345" y="8867"/>
                  </a:lnTo>
                  <a:lnTo>
                    <a:pt x="36138" y="8521"/>
                  </a:lnTo>
                  <a:lnTo>
                    <a:pt x="35920" y="8185"/>
                  </a:lnTo>
                  <a:lnTo>
                    <a:pt x="35683" y="7849"/>
                  </a:lnTo>
                  <a:lnTo>
                    <a:pt x="35446" y="7513"/>
                  </a:lnTo>
                  <a:lnTo>
                    <a:pt x="35189" y="7167"/>
                  </a:lnTo>
                  <a:lnTo>
                    <a:pt x="34922" y="6831"/>
                  </a:lnTo>
                  <a:lnTo>
                    <a:pt x="34645" y="6504"/>
                  </a:lnTo>
                  <a:lnTo>
                    <a:pt x="34349" y="6168"/>
                  </a:lnTo>
                  <a:lnTo>
                    <a:pt x="34042" y="5842"/>
                  </a:lnTo>
                  <a:lnTo>
                    <a:pt x="33726" y="5516"/>
                  </a:lnTo>
                  <a:lnTo>
                    <a:pt x="33390" y="5190"/>
                  </a:lnTo>
                  <a:lnTo>
                    <a:pt x="33044" y="4873"/>
                  </a:lnTo>
                  <a:lnTo>
                    <a:pt x="32678" y="4567"/>
                  </a:lnTo>
                  <a:lnTo>
                    <a:pt x="32303" y="4261"/>
                  </a:lnTo>
                  <a:lnTo>
                    <a:pt x="31907" y="3954"/>
                  </a:lnTo>
                  <a:lnTo>
                    <a:pt x="31502" y="3667"/>
                  </a:lnTo>
                  <a:lnTo>
                    <a:pt x="31077" y="3381"/>
                  </a:lnTo>
                  <a:lnTo>
                    <a:pt x="30632" y="3094"/>
                  </a:lnTo>
                  <a:lnTo>
                    <a:pt x="30177" y="2827"/>
                  </a:lnTo>
                  <a:lnTo>
                    <a:pt x="29703" y="2560"/>
                  </a:lnTo>
                  <a:lnTo>
                    <a:pt x="29209" y="2313"/>
                  </a:lnTo>
                  <a:lnTo>
                    <a:pt x="28705" y="2066"/>
                  </a:lnTo>
                  <a:lnTo>
                    <a:pt x="28171" y="1829"/>
                  </a:lnTo>
                  <a:lnTo>
                    <a:pt x="27627" y="1602"/>
                  </a:lnTo>
                  <a:lnTo>
                    <a:pt x="27064" y="1384"/>
                  </a:lnTo>
                  <a:lnTo>
                    <a:pt x="26481" y="1186"/>
                  </a:lnTo>
                  <a:lnTo>
                    <a:pt x="25878" y="999"/>
                  </a:lnTo>
                  <a:lnTo>
                    <a:pt x="25255" y="821"/>
                  </a:lnTo>
                  <a:lnTo>
                    <a:pt x="24622" y="653"/>
                  </a:lnTo>
                  <a:lnTo>
                    <a:pt x="23960" y="495"/>
                  </a:lnTo>
                  <a:lnTo>
                    <a:pt x="23278" y="356"/>
                  </a:lnTo>
                  <a:lnTo>
                    <a:pt x="22586" y="238"/>
                  </a:lnTo>
                  <a:lnTo>
                    <a:pt x="21904" y="149"/>
                  </a:lnTo>
                  <a:lnTo>
                    <a:pt x="21222" y="70"/>
                  </a:lnTo>
                  <a:lnTo>
                    <a:pt x="20560" y="30"/>
                  </a:lnTo>
                  <a:lnTo>
                    <a:pt x="19898" y="0"/>
                  </a:lnTo>
                  <a:close/>
                </a:path>
              </a:pathLst>
            </a:custGeom>
            <a:solidFill>
              <a:srgbClr val="FF7960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2730600" y="1207775"/>
              <a:ext cx="1229150" cy="471275"/>
            </a:xfrm>
            <a:custGeom>
              <a:rect b="b" l="l" r="r" t="t"/>
              <a:pathLst>
                <a:path extrusionOk="0" h="18851" w="49166">
                  <a:moveTo>
                    <a:pt x="15885" y="1"/>
                  </a:moveTo>
                  <a:lnTo>
                    <a:pt x="15331" y="20"/>
                  </a:lnTo>
                  <a:lnTo>
                    <a:pt x="14778" y="50"/>
                  </a:lnTo>
                  <a:lnTo>
                    <a:pt x="14234" y="89"/>
                  </a:lnTo>
                  <a:lnTo>
                    <a:pt x="13710" y="139"/>
                  </a:lnTo>
                  <a:lnTo>
                    <a:pt x="13186" y="198"/>
                  </a:lnTo>
                  <a:lnTo>
                    <a:pt x="12672" y="267"/>
                  </a:lnTo>
                  <a:lnTo>
                    <a:pt x="12168" y="346"/>
                  </a:lnTo>
                  <a:lnTo>
                    <a:pt x="11684" y="435"/>
                  </a:lnTo>
                  <a:lnTo>
                    <a:pt x="11199" y="534"/>
                  </a:lnTo>
                  <a:lnTo>
                    <a:pt x="10725" y="643"/>
                  </a:lnTo>
                  <a:lnTo>
                    <a:pt x="10260" y="762"/>
                  </a:lnTo>
                  <a:lnTo>
                    <a:pt x="9806" y="890"/>
                  </a:lnTo>
                  <a:lnTo>
                    <a:pt x="9361" y="1019"/>
                  </a:lnTo>
                  <a:lnTo>
                    <a:pt x="8926" y="1157"/>
                  </a:lnTo>
                  <a:lnTo>
                    <a:pt x="8511" y="1305"/>
                  </a:lnTo>
                  <a:lnTo>
                    <a:pt x="8096" y="1463"/>
                  </a:lnTo>
                  <a:lnTo>
                    <a:pt x="7690" y="1622"/>
                  </a:lnTo>
                  <a:lnTo>
                    <a:pt x="7295" y="1790"/>
                  </a:lnTo>
                  <a:lnTo>
                    <a:pt x="6910" y="1968"/>
                  </a:lnTo>
                  <a:lnTo>
                    <a:pt x="6534" y="2155"/>
                  </a:lnTo>
                  <a:lnTo>
                    <a:pt x="6168" y="2343"/>
                  </a:lnTo>
                  <a:lnTo>
                    <a:pt x="5822" y="2531"/>
                  </a:lnTo>
                  <a:lnTo>
                    <a:pt x="5476" y="2729"/>
                  </a:lnTo>
                  <a:lnTo>
                    <a:pt x="5140" y="2936"/>
                  </a:lnTo>
                  <a:lnTo>
                    <a:pt x="4814" y="3144"/>
                  </a:lnTo>
                  <a:lnTo>
                    <a:pt x="4508" y="3351"/>
                  </a:lnTo>
                  <a:lnTo>
                    <a:pt x="4201" y="3569"/>
                  </a:lnTo>
                  <a:lnTo>
                    <a:pt x="3915" y="3786"/>
                  </a:lnTo>
                  <a:lnTo>
                    <a:pt x="3628" y="4014"/>
                  </a:lnTo>
                  <a:lnTo>
                    <a:pt x="3351" y="4241"/>
                  </a:lnTo>
                  <a:lnTo>
                    <a:pt x="3094" y="4468"/>
                  </a:lnTo>
                  <a:lnTo>
                    <a:pt x="2847" y="4706"/>
                  </a:lnTo>
                  <a:lnTo>
                    <a:pt x="2600" y="4933"/>
                  </a:lnTo>
                  <a:lnTo>
                    <a:pt x="2373" y="5170"/>
                  </a:lnTo>
                  <a:lnTo>
                    <a:pt x="2155" y="5407"/>
                  </a:lnTo>
                  <a:lnTo>
                    <a:pt x="1938" y="5654"/>
                  </a:lnTo>
                  <a:lnTo>
                    <a:pt x="1740" y="5892"/>
                  </a:lnTo>
                  <a:lnTo>
                    <a:pt x="1552" y="6139"/>
                  </a:lnTo>
                  <a:lnTo>
                    <a:pt x="1374" y="6376"/>
                  </a:lnTo>
                  <a:lnTo>
                    <a:pt x="1206" y="6623"/>
                  </a:lnTo>
                  <a:lnTo>
                    <a:pt x="1048" y="6870"/>
                  </a:lnTo>
                  <a:lnTo>
                    <a:pt x="910" y="7107"/>
                  </a:lnTo>
                  <a:lnTo>
                    <a:pt x="771" y="7355"/>
                  </a:lnTo>
                  <a:lnTo>
                    <a:pt x="643" y="7592"/>
                  </a:lnTo>
                  <a:lnTo>
                    <a:pt x="534" y="7839"/>
                  </a:lnTo>
                  <a:lnTo>
                    <a:pt x="435" y="8076"/>
                  </a:lnTo>
                  <a:lnTo>
                    <a:pt x="336" y="8313"/>
                  </a:lnTo>
                  <a:lnTo>
                    <a:pt x="257" y="8551"/>
                  </a:lnTo>
                  <a:lnTo>
                    <a:pt x="188" y="8778"/>
                  </a:lnTo>
                  <a:lnTo>
                    <a:pt x="129" y="9015"/>
                  </a:lnTo>
                  <a:lnTo>
                    <a:pt x="79" y="9242"/>
                  </a:lnTo>
                  <a:lnTo>
                    <a:pt x="40" y="9470"/>
                  </a:lnTo>
                  <a:lnTo>
                    <a:pt x="20" y="9697"/>
                  </a:lnTo>
                  <a:lnTo>
                    <a:pt x="0" y="9915"/>
                  </a:lnTo>
                  <a:lnTo>
                    <a:pt x="10" y="10142"/>
                  </a:lnTo>
                  <a:lnTo>
                    <a:pt x="20" y="10379"/>
                  </a:lnTo>
                  <a:lnTo>
                    <a:pt x="50" y="10607"/>
                  </a:lnTo>
                  <a:lnTo>
                    <a:pt x="89" y="10834"/>
                  </a:lnTo>
                  <a:lnTo>
                    <a:pt x="149" y="11061"/>
                  </a:lnTo>
                  <a:lnTo>
                    <a:pt x="208" y="11289"/>
                  </a:lnTo>
                  <a:lnTo>
                    <a:pt x="287" y="11526"/>
                  </a:lnTo>
                  <a:lnTo>
                    <a:pt x="376" y="11753"/>
                  </a:lnTo>
                  <a:lnTo>
                    <a:pt x="475" y="11980"/>
                  </a:lnTo>
                  <a:lnTo>
                    <a:pt x="593" y="12208"/>
                  </a:lnTo>
                  <a:lnTo>
                    <a:pt x="712" y="12435"/>
                  </a:lnTo>
                  <a:lnTo>
                    <a:pt x="850" y="12662"/>
                  </a:lnTo>
                  <a:lnTo>
                    <a:pt x="989" y="12890"/>
                  </a:lnTo>
                  <a:lnTo>
                    <a:pt x="1147" y="13117"/>
                  </a:lnTo>
                  <a:lnTo>
                    <a:pt x="1315" y="13345"/>
                  </a:lnTo>
                  <a:lnTo>
                    <a:pt x="1483" y="13562"/>
                  </a:lnTo>
                  <a:lnTo>
                    <a:pt x="1671" y="13779"/>
                  </a:lnTo>
                  <a:lnTo>
                    <a:pt x="1869" y="13997"/>
                  </a:lnTo>
                  <a:lnTo>
                    <a:pt x="2066" y="14214"/>
                  </a:lnTo>
                  <a:lnTo>
                    <a:pt x="2284" y="14422"/>
                  </a:lnTo>
                  <a:lnTo>
                    <a:pt x="2501" y="14639"/>
                  </a:lnTo>
                  <a:lnTo>
                    <a:pt x="2728" y="14847"/>
                  </a:lnTo>
                  <a:lnTo>
                    <a:pt x="2966" y="15045"/>
                  </a:lnTo>
                  <a:lnTo>
                    <a:pt x="3213" y="15252"/>
                  </a:lnTo>
                  <a:lnTo>
                    <a:pt x="3470" y="15450"/>
                  </a:lnTo>
                  <a:lnTo>
                    <a:pt x="3727" y="15638"/>
                  </a:lnTo>
                  <a:lnTo>
                    <a:pt x="3994" y="15825"/>
                  </a:lnTo>
                  <a:lnTo>
                    <a:pt x="4270" y="16013"/>
                  </a:lnTo>
                  <a:lnTo>
                    <a:pt x="4557" y="16201"/>
                  </a:lnTo>
                  <a:lnTo>
                    <a:pt x="4844" y="16379"/>
                  </a:lnTo>
                  <a:lnTo>
                    <a:pt x="5140" y="16547"/>
                  </a:lnTo>
                  <a:lnTo>
                    <a:pt x="5437" y="16715"/>
                  </a:lnTo>
                  <a:lnTo>
                    <a:pt x="5743" y="16883"/>
                  </a:lnTo>
                  <a:lnTo>
                    <a:pt x="6060" y="17041"/>
                  </a:lnTo>
                  <a:lnTo>
                    <a:pt x="6376" y="17190"/>
                  </a:lnTo>
                  <a:lnTo>
                    <a:pt x="6702" y="17338"/>
                  </a:lnTo>
                  <a:lnTo>
                    <a:pt x="7028" y="17486"/>
                  </a:lnTo>
                  <a:lnTo>
                    <a:pt x="7364" y="17615"/>
                  </a:lnTo>
                  <a:lnTo>
                    <a:pt x="7700" y="17743"/>
                  </a:lnTo>
                  <a:lnTo>
                    <a:pt x="8046" y="17872"/>
                  </a:lnTo>
                  <a:lnTo>
                    <a:pt x="8392" y="17990"/>
                  </a:lnTo>
                  <a:lnTo>
                    <a:pt x="8738" y="18099"/>
                  </a:lnTo>
                  <a:lnTo>
                    <a:pt x="9094" y="18198"/>
                  </a:lnTo>
                  <a:lnTo>
                    <a:pt x="9450" y="18297"/>
                  </a:lnTo>
                  <a:lnTo>
                    <a:pt x="9806" y="18386"/>
                  </a:lnTo>
                  <a:lnTo>
                    <a:pt x="10171" y="18475"/>
                  </a:lnTo>
                  <a:lnTo>
                    <a:pt x="10537" y="18544"/>
                  </a:lnTo>
                  <a:lnTo>
                    <a:pt x="10903" y="18613"/>
                  </a:lnTo>
                  <a:lnTo>
                    <a:pt x="11269" y="18672"/>
                  </a:lnTo>
                  <a:lnTo>
                    <a:pt x="11644" y="18722"/>
                  </a:lnTo>
                  <a:lnTo>
                    <a:pt x="12020" y="18761"/>
                  </a:lnTo>
                  <a:lnTo>
                    <a:pt x="12395" y="18801"/>
                  </a:lnTo>
                  <a:lnTo>
                    <a:pt x="12771" y="18820"/>
                  </a:lnTo>
                  <a:lnTo>
                    <a:pt x="13147" y="18840"/>
                  </a:lnTo>
                  <a:lnTo>
                    <a:pt x="13522" y="18850"/>
                  </a:lnTo>
                  <a:lnTo>
                    <a:pt x="13898" y="18850"/>
                  </a:lnTo>
                  <a:lnTo>
                    <a:pt x="14273" y="18830"/>
                  </a:lnTo>
                  <a:lnTo>
                    <a:pt x="14659" y="18811"/>
                  </a:lnTo>
                  <a:lnTo>
                    <a:pt x="15035" y="18781"/>
                  </a:lnTo>
                  <a:lnTo>
                    <a:pt x="15410" y="18741"/>
                  </a:lnTo>
                  <a:lnTo>
                    <a:pt x="15786" y="18692"/>
                  </a:lnTo>
                  <a:lnTo>
                    <a:pt x="16161" y="18633"/>
                  </a:lnTo>
                  <a:lnTo>
                    <a:pt x="16142" y="18514"/>
                  </a:lnTo>
                  <a:lnTo>
                    <a:pt x="16102" y="18168"/>
                  </a:lnTo>
                  <a:lnTo>
                    <a:pt x="16043" y="17644"/>
                  </a:lnTo>
                  <a:lnTo>
                    <a:pt x="16023" y="17318"/>
                  </a:lnTo>
                  <a:lnTo>
                    <a:pt x="16003" y="16952"/>
                  </a:lnTo>
                  <a:lnTo>
                    <a:pt x="15993" y="16557"/>
                  </a:lnTo>
                  <a:lnTo>
                    <a:pt x="15983" y="16132"/>
                  </a:lnTo>
                  <a:lnTo>
                    <a:pt x="16003" y="15677"/>
                  </a:lnTo>
                  <a:lnTo>
                    <a:pt x="16023" y="15203"/>
                  </a:lnTo>
                  <a:lnTo>
                    <a:pt x="16072" y="14709"/>
                  </a:lnTo>
                  <a:lnTo>
                    <a:pt x="16132" y="14204"/>
                  </a:lnTo>
                  <a:lnTo>
                    <a:pt x="16211" y="13681"/>
                  </a:lnTo>
                  <a:lnTo>
                    <a:pt x="16270" y="13414"/>
                  </a:lnTo>
                  <a:lnTo>
                    <a:pt x="16320" y="13147"/>
                  </a:lnTo>
                  <a:lnTo>
                    <a:pt x="16389" y="12880"/>
                  </a:lnTo>
                  <a:lnTo>
                    <a:pt x="16458" y="12613"/>
                  </a:lnTo>
                  <a:lnTo>
                    <a:pt x="16537" y="12346"/>
                  </a:lnTo>
                  <a:lnTo>
                    <a:pt x="16626" y="12079"/>
                  </a:lnTo>
                  <a:lnTo>
                    <a:pt x="16715" y="11812"/>
                  </a:lnTo>
                  <a:lnTo>
                    <a:pt x="16824" y="11546"/>
                  </a:lnTo>
                  <a:lnTo>
                    <a:pt x="16932" y="11279"/>
                  </a:lnTo>
                  <a:lnTo>
                    <a:pt x="17051" y="11012"/>
                  </a:lnTo>
                  <a:lnTo>
                    <a:pt x="17179" y="10755"/>
                  </a:lnTo>
                  <a:lnTo>
                    <a:pt x="17318" y="10498"/>
                  </a:lnTo>
                  <a:lnTo>
                    <a:pt x="17466" y="10241"/>
                  </a:lnTo>
                  <a:lnTo>
                    <a:pt x="17624" y="9984"/>
                  </a:lnTo>
                  <a:lnTo>
                    <a:pt x="17792" y="9737"/>
                  </a:lnTo>
                  <a:lnTo>
                    <a:pt x="17970" y="9499"/>
                  </a:lnTo>
                  <a:lnTo>
                    <a:pt x="18158" y="9252"/>
                  </a:lnTo>
                  <a:lnTo>
                    <a:pt x="18356" y="9025"/>
                  </a:lnTo>
                  <a:lnTo>
                    <a:pt x="18573" y="8798"/>
                  </a:lnTo>
                  <a:lnTo>
                    <a:pt x="18791" y="8570"/>
                  </a:lnTo>
                  <a:lnTo>
                    <a:pt x="19028" y="8363"/>
                  </a:lnTo>
                  <a:lnTo>
                    <a:pt x="19275" y="8155"/>
                  </a:lnTo>
                  <a:lnTo>
                    <a:pt x="19542" y="7957"/>
                  </a:lnTo>
                  <a:lnTo>
                    <a:pt x="19809" y="7760"/>
                  </a:lnTo>
                  <a:lnTo>
                    <a:pt x="20095" y="7582"/>
                  </a:lnTo>
                  <a:lnTo>
                    <a:pt x="20402" y="7404"/>
                  </a:lnTo>
                  <a:lnTo>
                    <a:pt x="20718" y="7246"/>
                  </a:lnTo>
                  <a:lnTo>
                    <a:pt x="21044" y="7088"/>
                  </a:lnTo>
                  <a:lnTo>
                    <a:pt x="21390" y="6939"/>
                  </a:lnTo>
                  <a:lnTo>
                    <a:pt x="21746" y="6811"/>
                  </a:lnTo>
                  <a:lnTo>
                    <a:pt x="22112" y="6682"/>
                  </a:lnTo>
                  <a:lnTo>
                    <a:pt x="22507" y="6574"/>
                  </a:lnTo>
                  <a:lnTo>
                    <a:pt x="22912" y="6475"/>
                  </a:lnTo>
                  <a:lnTo>
                    <a:pt x="23328" y="6386"/>
                  </a:lnTo>
                  <a:lnTo>
                    <a:pt x="23782" y="6307"/>
                  </a:lnTo>
                  <a:lnTo>
                    <a:pt x="24257" y="6238"/>
                  </a:lnTo>
                  <a:lnTo>
                    <a:pt x="24731" y="6168"/>
                  </a:lnTo>
                  <a:lnTo>
                    <a:pt x="25216" y="6109"/>
                  </a:lnTo>
                  <a:lnTo>
                    <a:pt x="25710" y="6060"/>
                  </a:lnTo>
                  <a:lnTo>
                    <a:pt x="26204" y="6010"/>
                  </a:lnTo>
                  <a:lnTo>
                    <a:pt x="26708" y="5971"/>
                  </a:lnTo>
                  <a:lnTo>
                    <a:pt x="27222" y="5941"/>
                  </a:lnTo>
                  <a:lnTo>
                    <a:pt x="27736" y="5921"/>
                  </a:lnTo>
                  <a:lnTo>
                    <a:pt x="28260" y="5902"/>
                  </a:lnTo>
                  <a:lnTo>
                    <a:pt x="29308" y="5882"/>
                  </a:lnTo>
                  <a:lnTo>
                    <a:pt x="30375" y="5882"/>
                  </a:lnTo>
                  <a:lnTo>
                    <a:pt x="31453" y="5902"/>
                  </a:lnTo>
                  <a:lnTo>
                    <a:pt x="32530" y="5941"/>
                  </a:lnTo>
                  <a:lnTo>
                    <a:pt x="33617" y="6000"/>
                  </a:lnTo>
                  <a:lnTo>
                    <a:pt x="34695" y="6070"/>
                  </a:lnTo>
                  <a:lnTo>
                    <a:pt x="35762" y="6149"/>
                  </a:lnTo>
                  <a:lnTo>
                    <a:pt x="36820" y="6247"/>
                  </a:lnTo>
                  <a:lnTo>
                    <a:pt x="37858" y="6356"/>
                  </a:lnTo>
                  <a:lnTo>
                    <a:pt x="38886" y="6475"/>
                  </a:lnTo>
                  <a:lnTo>
                    <a:pt x="39884" y="6593"/>
                  </a:lnTo>
                  <a:lnTo>
                    <a:pt x="40853" y="6722"/>
                  </a:lnTo>
                  <a:lnTo>
                    <a:pt x="41782" y="6860"/>
                  </a:lnTo>
                  <a:lnTo>
                    <a:pt x="42681" y="6989"/>
                  </a:lnTo>
                  <a:lnTo>
                    <a:pt x="43541" y="7127"/>
                  </a:lnTo>
                  <a:lnTo>
                    <a:pt x="45123" y="7384"/>
                  </a:lnTo>
                  <a:lnTo>
                    <a:pt x="46487" y="7631"/>
                  </a:lnTo>
                  <a:lnTo>
                    <a:pt x="47604" y="7849"/>
                  </a:lnTo>
                  <a:lnTo>
                    <a:pt x="48454" y="8017"/>
                  </a:lnTo>
                  <a:lnTo>
                    <a:pt x="49165" y="8165"/>
                  </a:lnTo>
                  <a:lnTo>
                    <a:pt x="48642" y="7977"/>
                  </a:lnTo>
                  <a:lnTo>
                    <a:pt x="47149" y="7453"/>
                  </a:lnTo>
                  <a:lnTo>
                    <a:pt x="46072" y="7088"/>
                  </a:lnTo>
                  <a:lnTo>
                    <a:pt x="44787" y="6653"/>
                  </a:lnTo>
                  <a:lnTo>
                    <a:pt x="43304" y="6178"/>
                  </a:lnTo>
                  <a:lnTo>
                    <a:pt x="41653" y="5654"/>
                  </a:lnTo>
                  <a:lnTo>
                    <a:pt x="39825" y="5091"/>
                  </a:lnTo>
                  <a:lnTo>
                    <a:pt x="37838" y="4498"/>
                  </a:lnTo>
                  <a:lnTo>
                    <a:pt x="35703" y="3885"/>
                  </a:lnTo>
                  <a:lnTo>
                    <a:pt x="34586" y="3569"/>
                  </a:lnTo>
                  <a:lnTo>
                    <a:pt x="33439" y="3262"/>
                  </a:lnTo>
                  <a:lnTo>
                    <a:pt x="32263" y="2946"/>
                  </a:lnTo>
                  <a:lnTo>
                    <a:pt x="31067" y="2630"/>
                  </a:lnTo>
                  <a:lnTo>
                    <a:pt x="29832" y="2313"/>
                  </a:lnTo>
                  <a:lnTo>
                    <a:pt x="28576" y="1997"/>
                  </a:lnTo>
                  <a:lnTo>
                    <a:pt x="27291" y="1691"/>
                  </a:lnTo>
                  <a:lnTo>
                    <a:pt x="25996" y="1374"/>
                  </a:lnTo>
                  <a:lnTo>
                    <a:pt x="24672" y="1078"/>
                  </a:lnTo>
                  <a:lnTo>
                    <a:pt x="23328" y="781"/>
                  </a:lnTo>
                  <a:lnTo>
                    <a:pt x="22655" y="633"/>
                  </a:lnTo>
                  <a:lnTo>
                    <a:pt x="21993" y="515"/>
                  </a:lnTo>
                  <a:lnTo>
                    <a:pt x="21341" y="406"/>
                  </a:lnTo>
                  <a:lnTo>
                    <a:pt x="20698" y="307"/>
                  </a:lnTo>
                  <a:lnTo>
                    <a:pt x="20066" y="218"/>
                  </a:lnTo>
                  <a:lnTo>
                    <a:pt x="19443" y="149"/>
                  </a:lnTo>
                  <a:lnTo>
                    <a:pt x="18820" y="99"/>
                  </a:lnTo>
                  <a:lnTo>
                    <a:pt x="18217" y="50"/>
                  </a:lnTo>
                  <a:lnTo>
                    <a:pt x="17624" y="20"/>
                  </a:lnTo>
                  <a:lnTo>
                    <a:pt x="170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3018225" y="1311075"/>
              <a:ext cx="488825" cy="335850"/>
            </a:xfrm>
            <a:custGeom>
              <a:rect b="b" l="l" r="r" t="t"/>
              <a:pathLst>
                <a:path extrusionOk="0" h="13434" w="19553">
                  <a:moveTo>
                    <a:pt x="9193" y="0"/>
                  </a:moveTo>
                  <a:lnTo>
                    <a:pt x="8600" y="20"/>
                  </a:lnTo>
                  <a:lnTo>
                    <a:pt x="8007" y="69"/>
                  </a:lnTo>
                  <a:lnTo>
                    <a:pt x="7424" y="129"/>
                  </a:lnTo>
                  <a:lnTo>
                    <a:pt x="7137" y="168"/>
                  </a:lnTo>
                  <a:lnTo>
                    <a:pt x="6851" y="218"/>
                  </a:lnTo>
                  <a:lnTo>
                    <a:pt x="6564" y="267"/>
                  </a:lnTo>
                  <a:lnTo>
                    <a:pt x="6287" y="326"/>
                  </a:lnTo>
                  <a:lnTo>
                    <a:pt x="6011" y="386"/>
                  </a:lnTo>
                  <a:lnTo>
                    <a:pt x="5744" y="465"/>
                  </a:lnTo>
                  <a:lnTo>
                    <a:pt x="5477" y="534"/>
                  </a:lnTo>
                  <a:lnTo>
                    <a:pt x="5210" y="623"/>
                  </a:lnTo>
                  <a:lnTo>
                    <a:pt x="4963" y="712"/>
                  </a:lnTo>
                  <a:lnTo>
                    <a:pt x="4716" y="801"/>
                  </a:lnTo>
                  <a:lnTo>
                    <a:pt x="4488" y="900"/>
                  </a:lnTo>
                  <a:lnTo>
                    <a:pt x="4271" y="989"/>
                  </a:lnTo>
                  <a:lnTo>
                    <a:pt x="4073" y="1088"/>
                  </a:lnTo>
                  <a:lnTo>
                    <a:pt x="3876" y="1186"/>
                  </a:lnTo>
                  <a:lnTo>
                    <a:pt x="3698" y="1285"/>
                  </a:lnTo>
                  <a:lnTo>
                    <a:pt x="3530" y="1384"/>
                  </a:lnTo>
                  <a:lnTo>
                    <a:pt x="3362" y="1483"/>
                  </a:lnTo>
                  <a:lnTo>
                    <a:pt x="3213" y="1592"/>
                  </a:lnTo>
                  <a:lnTo>
                    <a:pt x="3075" y="1690"/>
                  </a:lnTo>
                  <a:lnTo>
                    <a:pt x="2946" y="1799"/>
                  </a:lnTo>
                  <a:lnTo>
                    <a:pt x="2828" y="1908"/>
                  </a:lnTo>
                  <a:lnTo>
                    <a:pt x="2719" y="2007"/>
                  </a:lnTo>
                  <a:lnTo>
                    <a:pt x="2620" y="2115"/>
                  </a:lnTo>
                  <a:lnTo>
                    <a:pt x="2521" y="2224"/>
                  </a:lnTo>
                  <a:lnTo>
                    <a:pt x="2442" y="2333"/>
                  </a:lnTo>
                  <a:lnTo>
                    <a:pt x="2363" y="2442"/>
                  </a:lnTo>
                  <a:lnTo>
                    <a:pt x="2294" y="2550"/>
                  </a:lnTo>
                  <a:lnTo>
                    <a:pt x="2235" y="2659"/>
                  </a:lnTo>
                  <a:lnTo>
                    <a:pt x="2185" y="2768"/>
                  </a:lnTo>
                  <a:lnTo>
                    <a:pt x="2136" y="2877"/>
                  </a:lnTo>
                  <a:lnTo>
                    <a:pt x="2096" y="2985"/>
                  </a:lnTo>
                  <a:lnTo>
                    <a:pt x="2067" y="3094"/>
                  </a:lnTo>
                  <a:lnTo>
                    <a:pt x="2017" y="3302"/>
                  </a:lnTo>
                  <a:lnTo>
                    <a:pt x="1997" y="3509"/>
                  </a:lnTo>
                  <a:lnTo>
                    <a:pt x="1997" y="3717"/>
                  </a:lnTo>
                  <a:lnTo>
                    <a:pt x="2007" y="3924"/>
                  </a:lnTo>
                  <a:lnTo>
                    <a:pt x="2047" y="4122"/>
                  </a:lnTo>
                  <a:lnTo>
                    <a:pt x="2086" y="4310"/>
                  </a:lnTo>
                  <a:lnTo>
                    <a:pt x="2146" y="4488"/>
                  </a:lnTo>
                  <a:lnTo>
                    <a:pt x="2215" y="4666"/>
                  </a:lnTo>
                  <a:lnTo>
                    <a:pt x="2294" y="4834"/>
                  </a:lnTo>
                  <a:lnTo>
                    <a:pt x="2373" y="4992"/>
                  </a:lnTo>
                  <a:lnTo>
                    <a:pt x="2452" y="5130"/>
                  </a:lnTo>
                  <a:lnTo>
                    <a:pt x="2541" y="5269"/>
                  </a:lnTo>
                  <a:lnTo>
                    <a:pt x="2699" y="5496"/>
                  </a:lnTo>
                  <a:lnTo>
                    <a:pt x="2838" y="5674"/>
                  </a:lnTo>
                  <a:lnTo>
                    <a:pt x="2966" y="5812"/>
                  </a:lnTo>
                  <a:lnTo>
                    <a:pt x="2699" y="5990"/>
                  </a:lnTo>
                  <a:lnTo>
                    <a:pt x="2442" y="6178"/>
                  </a:lnTo>
                  <a:lnTo>
                    <a:pt x="2205" y="6386"/>
                  </a:lnTo>
                  <a:lnTo>
                    <a:pt x="1968" y="6603"/>
                  </a:lnTo>
                  <a:lnTo>
                    <a:pt x="1750" y="6830"/>
                  </a:lnTo>
                  <a:lnTo>
                    <a:pt x="1543" y="7068"/>
                  </a:lnTo>
                  <a:lnTo>
                    <a:pt x="1345" y="7315"/>
                  </a:lnTo>
                  <a:lnTo>
                    <a:pt x="1167" y="7562"/>
                  </a:lnTo>
                  <a:lnTo>
                    <a:pt x="989" y="7829"/>
                  </a:lnTo>
                  <a:lnTo>
                    <a:pt x="831" y="8096"/>
                  </a:lnTo>
                  <a:lnTo>
                    <a:pt x="693" y="8372"/>
                  </a:lnTo>
                  <a:lnTo>
                    <a:pt x="564" y="8639"/>
                  </a:lnTo>
                  <a:lnTo>
                    <a:pt x="446" y="8926"/>
                  </a:lnTo>
                  <a:lnTo>
                    <a:pt x="337" y="9203"/>
                  </a:lnTo>
                  <a:lnTo>
                    <a:pt x="248" y="9479"/>
                  </a:lnTo>
                  <a:lnTo>
                    <a:pt x="169" y="9766"/>
                  </a:lnTo>
                  <a:lnTo>
                    <a:pt x="110" y="10043"/>
                  </a:lnTo>
                  <a:lnTo>
                    <a:pt x="60" y="10310"/>
                  </a:lnTo>
                  <a:lnTo>
                    <a:pt x="30" y="10586"/>
                  </a:lnTo>
                  <a:lnTo>
                    <a:pt x="11" y="10853"/>
                  </a:lnTo>
                  <a:lnTo>
                    <a:pt x="1" y="11110"/>
                  </a:lnTo>
                  <a:lnTo>
                    <a:pt x="11" y="11357"/>
                  </a:lnTo>
                  <a:lnTo>
                    <a:pt x="40" y="11605"/>
                  </a:lnTo>
                  <a:lnTo>
                    <a:pt x="80" y="11832"/>
                  </a:lnTo>
                  <a:lnTo>
                    <a:pt x="139" y="12059"/>
                  </a:lnTo>
                  <a:lnTo>
                    <a:pt x="208" y="12267"/>
                  </a:lnTo>
                  <a:lnTo>
                    <a:pt x="297" y="12464"/>
                  </a:lnTo>
                  <a:lnTo>
                    <a:pt x="406" y="12652"/>
                  </a:lnTo>
                  <a:lnTo>
                    <a:pt x="525" y="12810"/>
                  </a:lnTo>
                  <a:lnTo>
                    <a:pt x="594" y="12890"/>
                  </a:lnTo>
                  <a:lnTo>
                    <a:pt x="663" y="12969"/>
                  </a:lnTo>
                  <a:lnTo>
                    <a:pt x="742" y="13038"/>
                  </a:lnTo>
                  <a:lnTo>
                    <a:pt x="821" y="13097"/>
                  </a:lnTo>
                  <a:lnTo>
                    <a:pt x="900" y="13156"/>
                  </a:lnTo>
                  <a:lnTo>
                    <a:pt x="989" y="13216"/>
                  </a:lnTo>
                  <a:lnTo>
                    <a:pt x="1078" y="13265"/>
                  </a:lnTo>
                  <a:lnTo>
                    <a:pt x="1167" y="13305"/>
                  </a:lnTo>
                  <a:lnTo>
                    <a:pt x="1266" y="13344"/>
                  </a:lnTo>
                  <a:lnTo>
                    <a:pt x="1355" y="13374"/>
                  </a:lnTo>
                  <a:lnTo>
                    <a:pt x="1444" y="13394"/>
                  </a:lnTo>
                  <a:lnTo>
                    <a:pt x="1543" y="13413"/>
                  </a:lnTo>
                  <a:lnTo>
                    <a:pt x="1731" y="13433"/>
                  </a:lnTo>
                  <a:lnTo>
                    <a:pt x="1928" y="13433"/>
                  </a:lnTo>
                  <a:lnTo>
                    <a:pt x="2116" y="13404"/>
                  </a:lnTo>
                  <a:lnTo>
                    <a:pt x="2314" y="13364"/>
                  </a:lnTo>
                  <a:lnTo>
                    <a:pt x="2511" y="13305"/>
                  </a:lnTo>
                  <a:lnTo>
                    <a:pt x="2699" y="13235"/>
                  </a:lnTo>
                  <a:lnTo>
                    <a:pt x="2897" y="13147"/>
                  </a:lnTo>
                  <a:lnTo>
                    <a:pt x="3085" y="13048"/>
                  </a:lnTo>
                  <a:lnTo>
                    <a:pt x="3273" y="12939"/>
                  </a:lnTo>
                  <a:lnTo>
                    <a:pt x="3460" y="12820"/>
                  </a:lnTo>
                  <a:lnTo>
                    <a:pt x="3638" y="12692"/>
                  </a:lnTo>
                  <a:lnTo>
                    <a:pt x="3816" y="12553"/>
                  </a:lnTo>
                  <a:lnTo>
                    <a:pt x="3984" y="12415"/>
                  </a:lnTo>
                  <a:lnTo>
                    <a:pt x="4310" y="12128"/>
                  </a:lnTo>
                  <a:lnTo>
                    <a:pt x="4607" y="11842"/>
                  </a:lnTo>
                  <a:lnTo>
                    <a:pt x="4874" y="11565"/>
                  </a:lnTo>
                  <a:lnTo>
                    <a:pt x="5101" y="11308"/>
                  </a:lnTo>
                  <a:lnTo>
                    <a:pt x="5289" y="11091"/>
                  </a:lnTo>
                  <a:lnTo>
                    <a:pt x="5427" y="10923"/>
                  </a:lnTo>
                  <a:lnTo>
                    <a:pt x="5546" y="10764"/>
                  </a:lnTo>
                  <a:lnTo>
                    <a:pt x="5546" y="10764"/>
                  </a:lnTo>
                  <a:lnTo>
                    <a:pt x="5457" y="10942"/>
                  </a:lnTo>
                  <a:lnTo>
                    <a:pt x="5378" y="11100"/>
                  </a:lnTo>
                  <a:lnTo>
                    <a:pt x="5319" y="11259"/>
                  </a:lnTo>
                  <a:lnTo>
                    <a:pt x="5259" y="11397"/>
                  </a:lnTo>
                  <a:lnTo>
                    <a:pt x="5210" y="11545"/>
                  </a:lnTo>
                  <a:lnTo>
                    <a:pt x="5180" y="11674"/>
                  </a:lnTo>
                  <a:lnTo>
                    <a:pt x="5151" y="11802"/>
                  </a:lnTo>
                  <a:lnTo>
                    <a:pt x="5131" y="11921"/>
                  </a:lnTo>
                  <a:lnTo>
                    <a:pt x="5111" y="12030"/>
                  </a:lnTo>
                  <a:lnTo>
                    <a:pt x="5101" y="12138"/>
                  </a:lnTo>
                  <a:lnTo>
                    <a:pt x="5111" y="12336"/>
                  </a:lnTo>
                  <a:lnTo>
                    <a:pt x="5131" y="12504"/>
                  </a:lnTo>
                  <a:lnTo>
                    <a:pt x="5170" y="12652"/>
                  </a:lnTo>
                  <a:lnTo>
                    <a:pt x="5220" y="12781"/>
                  </a:lnTo>
                  <a:lnTo>
                    <a:pt x="5279" y="12880"/>
                  </a:lnTo>
                  <a:lnTo>
                    <a:pt x="5348" y="12969"/>
                  </a:lnTo>
                  <a:lnTo>
                    <a:pt x="5408" y="13038"/>
                  </a:lnTo>
                  <a:lnTo>
                    <a:pt x="5457" y="13087"/>
                  </a:lnTo>
                  <a:lnTo>
                    <a:pt x="5506" y="13117"/>
                  </a:lnTo>
                  <a:lnTo>
                    <a:pt x="5546" y="13147"/>
                  </a:lnTo>
                  <a:lnTo>
                    <a:pt x="5734" y="13186"/>
                  </a:lnTo>
                  <a:lnTo>
                    <a:pt x="5931" y="13216"/>
                  </a:lnTo>
                  <a:lnTo>
                    <a:pt x="6129" y="13216"/>
                  </a:lnTo>
                  <a:lnTo>
                    <a:pt x="6347" y="13196"/>
                  </a:lnTo>
                  <a:lnTo>
                    <a:pt x="6564" y="13166"/>
                  </a:lnTo>
                  <a:lnTo>
                    <a:pt x="6791" y="13117"/>
                  </a:lnTo>
                  <a:lnTo>
                    <a:pt x="7029" y="13058"/>
                  </a:lnTo>
                  <a:lnTo>
                    <a:pt x="7266" y="12969"/>
                  </a:lnTo>
                  <a:lnTo>
                    <a:pt x="7513" y="12880"/>
                  </a:lnTo>
                  <a:lnTo>
                    <a:pt x="7770" y="12761"/>
                  </a:lnTo>
                  <a:lnTo>
                    <a:pt x="8027" y="12642"/>
                  </a:lnTo>
                  <a:lnTo>
                    <a:pt x="8284" y="12504"/>
                  </a:lnTo>
                  <a:lnTo>
                    <a:pt x="8561" y="12346"/>
                  </a:lnTo>
                  <a:lnTo>
                    <a:pt x="8828" y="12188"/>
                  </a:lnTo>
                  <a:lnTo>
                    <a:pt x="9104" y="12010"/>
                  </a:lnTo>
                  <a:lnTo>
                    <a:pt x="9381" y="11822"/>
                  </a:lnTo>
                  <a:lnTo>
                    <a:pt x="9668" y="11624"/>
                  </a:lnTo>
                  <a:lnTo>
                    <a:pt x="9945" y="11417"/>
                  </a:lnTo>
                  <a:lnTo>
                    <a:pt x="10528" y="10982"/>
                  </a:lnTo>
                  <a:lnTo>
                    <a:pt x="11111" y="10507"/>
                  </a:lnTo>
                  <a:lnTo>
                    <a:pt x="11694" y="10003"/>
                  </a:lnTo>
                  <a:lnTo>
                    <a:pt x="12277" y="9479"/>
                  </a:lnTo>
                  <a:lnTo>
                    <a:pt x="12860" y="8946"/>
                  </a:lnTo>
                  <a:lnTo>
                    <a:pt x="13444" y="8392"/>
                  </a:lnTo>
                  <a:lnTo>
                    <a:pt x="14017" y="7829"/>
                  </a:lnTo>
                  <a:lnTo>
                    <a:pt x="14570" y="7265"/>
                  </a:lnTo>
                  <a:lnTo>
                    <a:pt x="15114" y="6702"/>
                  </a:lnTo>
                  <a:lnTo>
                    <a:pt x="15648" y="6148"/>
                  </a:lnTo>
                  <a:lnTo>
                    <a:pt x="16152" y="5595"/>
                  </a:lnTo>
                  <a:lnTo>
                    <a:pt x="17091" y="4557"/>
                  </a:lnTo>
                  <a:lnTo>
                    <a:pt x="17911" y="3628"/>
                  </a:lnTo>
                  <a:lnTo>
                    <a:pt x="18593" y="2827"/>
                  </a:lnTo>
                  <a:lnTo>
                    <a:pt x="19107" y="2214"/>
                  </a:lnTo>
                  <a:lnTo>
                    <a:pt x="19552" y="1681"/>
                  </a:lnTo>
                  <a:lnTo>
                    <a:pt x="19167" y="1552"/>
                  </a:lnTo>
                  <a:lnTo>
                    <a:pt x="18702" y="1424"/>
                  </a:lnTo>
                  <a:lnTo>
                    <a:pt x="18089" y="1246"/>
                  </a:lnTo>
                  <a:lnTo>
                    <a:pt x="17348" y="1058"/>
                  </a:lnTo>
                  <a:lnTo>
                    <a:pt x="16478" y="850"/>
                  </a:lnTo>
                  <a:lnTo>
                    <a:pt x="16004" y="742"/>
                  </a:lnTo>
                  <a:lnTo>
                    <a:pt x="15509" y="643"/>
                  </a:lnTo>
                  <a:lnTo>
                    <a:pt x="14996" y="544"/>
                  </a:lnTo>
                  <a:lnTo>
                    <a:pt x="14462" y="445"/>
                  </a:lnTo>
                  <a:lnTo>
                    <a:pt x="13918" y="356"/>
                  </a:lnTo>
                  <a:lnTo>
                    <a:pt x="13345" y="277"/>
                  </a:lnTo>
                  <a:lnTo>
                    <a:pt x="12772" y="198"/>
                  </a:lnTo>
                  <a:lnTo>
                    <a:pt x="12188" y="129"/>
                  </a:lnTo>
                  <a:lnTo>
                    <a:pt x="11595" y="79"/>
                  </a:lnTo>
                  <a:lnTo>
                    <a:pt x="11002" y="40"/>
                  </a:lnTo>
                  <a:lnTo>
                    <a:pt x="10399" y="10"/>
                  </a:lnTo>
                  <a:lnTo>
                    <a:pt x="9796" y="0"/>
                  </a:lnTo>
                  <a:close/>
                </a:path>
              </a:pathLst>
            </a:custGeom>
            <a:solidFill>
              <a:srgbClr val="895C4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3262625" y="1303900"/>
              <a:ext cx="747775" cy="284700"/>
            </a:xfrm>
            <a:custGeom>
              <a:rect b="b" l="l" r="r" t="t"/>
              <a:pathLst>
                <a:path extrusionOk="0" h="11388" w="29911">
                  <a:moveTo>
                    <a:pt x="2808" y="1"/>
                  </a:moveTo>
                  <a:lnTo>
                    <a:pt x="2353" y="20"/>
                  </a:lnTo>
                  <a:lnTo>
                    <a:pt x="1918" y="40"/>
                  </a:lnTo>
                  <a:lnTo>
                    <a:pt x="1503" y="70"/>
                  </a:lnTo>
                  <a:lnTo>
                    <a:pt x="1098" y="109"/>
                  </a:lnTo>
                  <a:lnTo>
                    <a:pt x="712" y="159"/>
                  </a:lnTo>
                  <a:lnTo>
                    <a:pt x="346" y="218"/>
                  </a:lnTo>
                  <a:lnTo>
                    <a:pt x="1" y="287"/>
                  </a:lnTo>
                  <a:lnTo>
                    <a:pt x="9776" y="1968"/>
                  </a:lnTo>
                  <a:lnTo>
                    <a:pt x="9845" y="2027"/>
                  </a:lnTo>
                  <a:lnTo>
                    <a:pt x="10053" y="2195"/>
                  </a:lnTo>
                  <a:lnTo>
                    <a:pt x="10399" y="2462"/>
                  </a:lnTo>
                  <a:lnTo>
                    <a:pt x="10873" y="2808"/>
                  </a:lnTo>
                  <a:lnTo>
                    <a:pt x="11160" y="3005"/>
                  </a:lnTo>
                  <a:lnTo>
                    <a:pt x="11466" y="3213"/>
                  </a:lnTo>
                  <a:lnTo>
                    <a:pt x="11812" y="3440"/>
                  </a:lnTo>
                  <a:lnTo>
                    <a:pt x="12188" y="3668"/>
                  </a:lnTo>
                  <a:lnTo>
                    <a:pt x="12593" y="3905"/>
                  </a:lnTo>
                  <a:lnTo>
                    <a:pt x="13018" y="4142"/>
                  </a:lnTo>
                  <a:lnTo>
                    <a:pt x="13473" y="4389"/>
                  </a:lnTo>
                  <a:lnTo>
                    <a:pt x="13957" y="4636"/>
                  </a:lnTo>
                  <a:lnTo>
                    <a:pt x="14471" y="4883"/>
                  </a:lnTo>
                  <a:lnTo>
                    <a:pt x="15005" y="5121"/>
                  </a:lnTo>
                  <a:lnTo>
                    <a:pt x="15559" y="5358"/>
                  </a:lnTo>
                  <a:lnTo>
                    <a:pt x="16152" y="5585"/>
                  </a:lnTo>
                  <a:lnTo>
                    <a:pt x="16755" y="5803"/>
                  </a:lnTo>
                  <a:lnTo>
                    <a:pt x="17387" y="6010"/>
                  </a:lnTo>
                  <a:lnTo>
                    <a:pt x="18040" y="6198"/>
                  </a:lnTo>
                  <a:lnTo>
                    <a:pt x="18712" y="6376"/>
                  </a:lnTo>
                  <a:lnTo>
                    <a:pt x="19414" y="6534"/>
                  </a:lnTo>
                  <a:lnTo>
                    <a:pt x="19769" y="6603"/>
                  </a:lnTo>
                  <a:lnTo>
                    <a:pt x="20125" y="6673"/>
                  </a:lnTo>
                  <a:lnTo>
                    <a:pt x="20491" y="6732"/>
                  </a:lnTo>
                  <a:lnTo>
                    <a:pt x="20867" y="6791"/>
                  </a:lnTo>
                  <a:lnTo>
                    <a:pt x="21242" y="6841"/>
                  </a:lnTo>
                  <a:lnTo>
                    <a:pt x="21618" y="6880"/>
                  </a:lnTo>
                  <a:lnTo>
                    <a:pt x="22003" y="6920"/>
                  </a:lnTo>
                  <a:lnTo>
                    <a:pt x="22399" y="6939"/>
                  </a:lnTo>
                  <a:lnTo>
                    <a:pt x="22794" y="6969"/>
                  </a:lnTo>
                  <a:lnTo>
                    <a:pt x="23189" y="6979"/>
                  </a:lnTo>
                  <a:lnTo>
                    <a:pt x="23595" y="6989"/>
                  </a:lnTo>
                  <a:lnTo>
                    <a:pt x="24000" y="6989"/>
                  </a:lnTo>
                  <a:lnTo>
                    <a:pt x="24415" y="6979"/>
                  </a:lnTo>
                  <a:lnTo>
                    <a:pt x="24830" y="6959"/>
                  </a:lnTo>
                  <a:lnTo>
                    <a:pt x="24919" y="7157"/>
                  </a:lnTo>
                  <a:lnTo>
                    <a:pt x="25038" y="7384"/>
                  </a:lnTo>
                  <a:lnTo>
                    <a:pt x="25186" y="7671"/>
                  </a:lnTo>
                  <a:lnTo>
                    <a:pt x="25384" y="8017"/>
                  </a:lnTo>
                  <a:lnTo>
                    <a:pt x="25601" y="8392"/>
                  </a:lnTo>
                  <a:lnTo>
                    <a:pt x="25858" y="8808"/>
                  </a:lnTo>
                  <a:lnTo>
                    <a:pt x="26145" y="9223"/>
                  </a:lnTo>
                  <a:lnTo>
                    <a:pt x="26293" y="9430"/>
                  </a:lnTo>
                  <a:lnTo>
                    <a:pt x="26441" y="9638"/>
                  </a:lnTo>
                  <a:lnTo>
                    <a:pt x="26609" y="9845"/>
                  </a:lnTo>
                  <a:lnTo>
                    <a:pt x="26768" y="10043"/>
                  </a:lnTo>
                  <a:lnTo>
                    <a:pt x="26945" y="10231"/>
                  </a:lnTo>
                  <a:lnTo>
                    <a:pt x="27113" y="10419"/>
                  </a:lnTo>
                  <a:lnTo>
                    <a:pt x="27291" y="10587"/>
                  </a:lnTo>
                  <a:lnTo>
                    <a:pt x="27479" y="10755"/>
                  </a:lnTo>
                  <a:lnTo>
                    <a:pt x="27657" y="10893"/>
                  </a:lnTo>
                  <a:lnTo>
                    <a:pt x="27845" y="11022"/>
                  </a:lnTo>
                  <a:lnTo>
                    <a:pt x="28033" y="11140"/>
                  </a:lnTo>
                  <a:lnTo>
                    <a:pt x="28221" y="11229"/>
                  </a:lnTo>
                  <a:lnTo>
                    <a:pt x="28408" y="11308"/>
                  </a:lnTo>
                  <a:lnTo>
                    <a:pt x="28606" y="11358"/>
                  </a:lnTo>
                  <a:lnTo>
                    <a:pt x="28705" y="11378"/>
                  </a:lnTo>
                  <a:lnTo>
                    <a:pt x="28794" y="11387"/>
                  </a:lnTo>
                  <a:lnTo>
                    <a:pt x="28992" y="11387"/>
                  </a:lnTo>
                  <a:lnTo>
                    <a:pt x="29080" y="11378"/>
                  </a:lnTo>
                  <a:lnTo>
                    <a:pt x="29169" y="11358"/>
                  </a:lnTo>
                  <a:lnTo>
                    <a:pt x="29249" y="11338"/>
                  </a:lnTo>
                  <a:lnTo>
                    <a:pt x="29328" y="11318"/>
                  </a:lnTo>
                  <a:lnTo>
                    <a:pt x="29397" y="11279"/>
                  </a:lnTo>
                  <a:lnTo>
                    <a:pt x="29466" y="11249"/>
                  </a:lnTo>
                  <a:lnTo>
                    <a:pt x="29525" y="11210"/>
                  </a:lnTo>
                  <a:lnTo>
                    <a:pt x="29575" y="11160"/>
                  </a:lnTo>
                  <a:lnTo>
                    <a:pt x="29634" y="11111"/>
                  </a:lnTo>
                  <a:lnTo>
                    <a:pt x="29674" y="11051"/>
                  </a:lnTo>
                  <a:lnTo>
                    <a:pt x="29753" y="10933"/>
                  </a:lnTo>
                  <a:lnTo>
                    <a:pt x="29812" y="10794"/>
                  </a:lnTo>
                  <a:lnTo>
                    <a:pt x="29861" y="10646"/>
                  </a:lnTo>
                  <a:lnTo>
                    <a:pt x="29891" y="10488"/>
                  </a:lnTo>
                  <a:lnTo>
                    <a:pt x="29911" y="10310"/>
                  </a:lnTo>
                  <a:lnTo>
                    <a:pt x="29911" y="10132"/>
                  </a:lnTo>
                  <a:lnTo>
                    <a:pt x="29911" y="9944"/>
                  </a:lnTo>
                  <a:lnTo>
                    <a:pt x="29891" y="9747"/>
                  </a:lnTo>
                  <a:lnTo>
                    <a:pt x="29861" y="9549"/>
                  </a:lnTo>
                  <a:lnTo>
                    <a:pt x="29832" y="9351"/>
                  </a:lnTo>
                  <a:lnTo>
                    <a:pt x="29792" y="9144"/>
                  </a:lnTo>
                  <a:lnTo>
                    <a:pt x="29693" y="8738"/>
                  </a:lnTo>
                  <a:lnTo>
                    <a:pt x="29575" y="8353"/>
                  </a:lnTo>
                  <a:lnTo>
                    <a:pt x="29456" y="7997"/>
                  </a:lnTo>
                  <a:lnTo>
                    <a:pt x="29328" y="7671"/>
                  </a:lnTo>
                  <a:lnTo>
                    <a:pt x="29219" y="7394"/>
                  </a:lnTo>
                  <a:lnTo>
                    <a:pt x="29140" y="7187"/>
                  </a:lnTo>
                  <a:lnTo>
                    <a:pt x="29051" y="6999"/>
                  </a:lnTo>
                  <a:lnTo>
                    <a:pt x="27884" y="4320"/>
                  </a:lnTo>
                  <a:lnTo>
                    <a:pt x="26975" y="4083"/>
                  </a:lnTo>
                  <a:lnTo>
                    <a:pt x="25927" y="3816"/>
                  </a:lnTo>
                  <a:lnTo>
                    <a:pt x="24534" y="3470"/>
                  </a:lnTo>
                  <a:lnTo>
                    <a:pt x="22863" y="3065"/>
                  </a:lnTo>
                  <a:lnTo>
                    <a:pt x="20955" y="2620"/>
                  </a:lnTo>
                  <a:lnTo>
                    <a:pt x="19937" y="2393"/>
                  </a:lnTo>
                  <a:lnTo>
                    <a:pt x="18870" y="2165"/>
                  </a:lnTo>
                  <a:lnTo>
                    <a:pt x="17773" y="1938"/>
                  </a:lnTo>
                  <a:lnTo>
                    <a:pt x="16646" y="1701"/>
                  </a:lnTo>
                  <a:lnTo>
                    <a:pt x="15499" y="1483"/>
                  </a:lnTo>
                  <a:lnTo>
                    <a:pt x="14333" y="1266"/>
                  </a:lnTo>
                  <a:lnTo>
                    <a:pt x="13157" y="1058"/>
                  </a:lnTo>
                  <a:lnTo>
                    <a:pt x="11990" y="861"/>
                  </a:lnTo>
                  <a:lnTo>
                    <a:pt x="10814" y="683"/>
                  </a:lnTo>
                  <a:lnTo>
                    <a:pt x="9658" y="515"/>
                  </a:lnTo>
                  <a:lnTo>
                    <a:pt x="8521" y="366"/>
                  </a:lnTo>
                  <a:lnTo>
                    <a:pt x="7394" y="248"/>
                  </a:lnTo>
                  <a:lnTo>
                    <a:pt x="6307" y="139"/>
                  </a:lnTo>
                  <a:lnTo>
                    <a:pt x="5773" y="99"/>
                  </a:lnTo>
                  <a:lnTo>
                    <a:pt x="5249" y="70"/>
                  </a:lnTo>
                  <a:lnTo>
                    <a:pt x="4735" y="40"/>
                  </a:lnTo>
                  <a:lnTo>
                    <a:pt x="4231" y="20"/>
                  </a:lnTo>
                  <a:lnTo>
                    <a:pt x="3747" y="1"/>
                  </a:lnTo>
                  <a:close/>
                </a:path>
              </a:pathLst>
            </a:custGeom>
            <a:solidFill>
              <a:srgbClr val="895C4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3262625" y="1303900"/>
              <a:ext cx="747775" cy="284700"/>
            </a:xfrm>
            <a:custGeom>
              <a:rect b="b" l="l" r="r" t="t"/>
              <a:pathLst>
                <a:path extrusionOk="0" fill="none" h="11388" w="29911">
                  <a:moveTo>
                    <a:pt x="9776" y="1968"/>
                  </a:moveTo>
                  <a:lnTo>
                    <a:pt x="9776" y="1968"/>
                  </a:lnTo>
                  <a:lnTo>
                    <a:pt x="9845" y="2027"/>
                  </a:lnTo>
                  <a:lnTo>
                    <a:pt x="10053" y="2195"/>
                  </a:lnTo>
                  <a:lnTo>
                    <a:pt x="10399" y="2462"/>
                  </a:lnTo>
                  <a:lnTo>
                    <a:pt x="10873" y="2808"/>
                  </a:lnTo>
                  <a:lnTo>
                    <a:pt x="11160" y="3005"/>
                  </a:lnTo>
                  <a:lnTo>
                    <a:pt x="11466" y="3213"/>
                  </a:lnTo>
                  <a:lnTo>
                    <a:pt x="11812" y="3440"/>
                  </a:lnTo>
                  <a:lnTo>
                    <a:pt x="12188" y="3668"/>
                  </a:lnTo>
                  <a:lnTo>
                    <a:pt x="12593" y="3905"/>
                  </a:lnTo>
                  <a:lnTo>
                    <a:pt x="13018" y="4142"/>
                  </a:lnTo>
                  <a:lnTo>
                    <a:pt x="13473" y="4389"/>
                  </a:lnTo>
                  <a:lnTo>
                    <a:pt x="13957" y="4636"/>
                  </a:lnTo>
                  <a:lnTo>
                    <a:pt x="14471" y="4883"/>
                  </a:lnTo>
                  <a:lnTo>
                    <a:pt x="15005" y="5121"/>
                  </a:lnTo>
                  <a:lnTo>
                    <a:pt x="15559" y="5358"/>
                  </a:lnTo>
                  <a:lnTo>
                    <a:pt x="16152" y="5585"/>
                  </a:lnTo>
                  <a:lnTo>
                    <a:pt x="16755" y="5803"/>
                  </a:lnTo>
                  <a:lnTo>
                    <a:pt x="17387" y="6010"/>
                  </a:lnTo>
                  <a:lnTo>
                    <a:pt x="18040" y="6198"/>
                  </a:lnTo>
                  <a:lnTo>
                    <a:pt x="18712" y="6376"/>
                  </a:lnTo>
                  <a:lnTo>
                    <a:pt x="19414" y="6534"/>
                  </a:lnTo>
                  <a:lnTo>
                    <a:pt x="19769" y="6603"/>
                  </a:lnTo>
                  <a:lnTo>
                    <a:pt x="20125" y="6673"/>
                  </a:lnTo>
                  <a:lnTo>
                    <a:pt x="20491" y="6732"/>
                  </a:lnTo>
                  <a:lnTo>
                    <a:pt x="20867" y="6791"/>
                  </a:lnTo>
                  <a:lnTo>
                    <a:pt x="21242" y="6841"/>
                  </a:lnTo>
                  <a:lnTo>
                    <a:pt x="21618" y="6880"/>
                  </a:lnTo>
                  <a:lnTo>
                    <a:pt x="22003" y="6920"/>
                  </a:lnTo>
                  <a:lnTo>
                    <a:pt x="22399" y="6939"/>
                  </a:lnTo>
                  <a:lnTo>
                    <a:pt x="22794" y="6969"/>
                  </a:lnTo>
                  <a:lnTo>
                    <a:pt x="23189" y="6979"/>
                  </a:lnTo>
                  <a:lnTo>
                    <a:pt x="23595" y="6989"/>
                  </a:lnTo>
                  <a:lnTo>
                    <a:pt x="24000" y="6989"/>
                  </a:lnTo>
                  <a:lnTo>
                    <a:pt x="24415" y="6979"/>
                  </a:lnTo>
                  <a:lnTo>
                    <a:pt x="24830" y="6959"/>
                  </a:lnTo>
                  <a:lnTo>
                    <a:pt x="24830" y="6959"/>
                  </a:lnTo>
                  <a:lnTo>
                    <a:pt x="24919" y="7157"/>
                  </a:lnTo>
                  <a:lnTo>
                    <a:pt x="25038" y="7384"/>
                  </a:lnTo>
                  <a:lnTo>
                    <a:pt x="25186" y="7671"/>
                  </a:lnTo>
                  <a:lnTo>
                    <a:pt x="25384" y="8017"/>
                  </a:lnTo>
                  <a:lnTo>
                    <a:pt x="25601" y="8392"/>
                  </a:lnTo>
                  <a:lnTo>
                    <a:pt x="25858" y="8808"/>
                  </a:lnTo>
                  <a:lnTo>
                    <a:pt x="26145" y="9223"/>
                  </a:lnTo>
                  <a:lnTo>
                    <a:pt x="26293" y="9430"/>
                  </a:lnTo>
                  <a:lnTo>
                    <a:pt x="26441" y="9638"/>
                  </a:lnTo>
                  <a:lnTo>
                    <a:pt x="26609" y="9845"/>
                  </a:lnTo>
                  <a:lnTo>
                    <a:pt x="26768" y="10043"/>
                  </a:lnTo>
                  <a:lnTo>
                    <a:pt x="26945" y="10231"/>
                  </a:lnTo>
                  <a:lnTo>
                    <a:pt x="27113" y="10419"/>
                  </a:lnTo>
                  <a:lnTo>
                    <a:pt x="27291" y="10587"/>
                  </a:lnTo>
                  <a:lnTo>
                    <a:pt x="27479" y="10755"/>
                  </a:lnTo>
                  <a:lnTo>
                    <a:pt x="27657" y="10893"/>
                  </a:lnTo>
                  <a:lnTo>
                    <a:pt x="27845" y="11022"/>
                  </a:lnTo>
                  <a:lnTo>
                    <a:pt x="28033" y="11140"/>
                  </a:lnTo>
                  <a:lnTo>
                    <a:pt x="28221" y="11229"/>
                  </a:lnTo>
                  <a:lnTo>
                    <a:pt x="28408" y="11308"/>
                  </a:lnTo>
                  <a:lnTo>
                    <a:pt x="28606" y="11358"/>
                  </a:lnTo>
                  <a:lnTo>
                    <a:pt x="28705" y="11378"/>
                  </a:lnTo>
                  <a:lnTo>
                    <a:pt x="28794" y="11387"/>
                  </a:lnTo>
                  <a:lnTo>
                    <a:pt x="28893" y="11387"/>
                  </a:lnTo>
                  <a:lnTo>
                    <a:pt x="28992" y="11387"/>
                  </a:lnTo>
                  <a:lnTo>
                    <a:pt x="28992" y="11387"/>
                  </a:lnTo>
                  <a:lnTo>
                    <a:pt x="29080" y="11378"/>
                  </a:lnTo>
                  <a:lnTo>
                    <a:pt x="29169" y="11358"/>
                  </a:lnTo>
                  <a:lnTo>
                    <a:pt x="29249" y="11338"/>
                  </a:lnTo>
                  <a:lnTo>
                    <a:pt x="29328" y="11318"/>
                  </a:lnTo>
                  <a:lnTo>
                    <a:pt x="29397" y="11279"/>
                  </a:lnTo>
                  <a:lnTo>
                    <a:pt x="29466" y="11249"/>
                  </a:lnTo>
                  <a:lnTo>
                    <a:pt x="29525" y="11210"/>
                  </a:lnTo>
                  <a:lnTo>
                    <a:pt x="29575" y="11160"/>
                  </a:lnTo>
                  <a:lnTo>
                    <a:pt x="29634" y="11111"/>
                  </a:lnTo>
                  <a:lnTo>
                    <a:pt x="29674" y="11051"/>
                  </a:lnTo>
                  <a:lnTo>
                    <a:pt x="29753" y="10933"/>
                  </a:lnTo>
                  <a:lnTo>
                    <a:pt x="29812" y="10794"/>
                  </a:lnTo>
                  <a:lnTo>
                    <a:pt x="29861" y="10646"/>
                  </a:lnTo>
                  <a:lnTo>
                    <a:pt x="29891" y="10488"/>
                  </a:lnTo>
                  <a:lnTo>
                    <a:pt x="29911" y="10310"/>
                  </a:lnTo>
                  <a:lnTo>
                    <a:pt x="29911" y="10132"/>
                  </a:lnTo>
                  <a:lnTo>
                    <a:pt x="29911" y="9944"/>
                  </a:lnTo>
                  <a:lnTo>
                    <a:pt x="29891" y="9747"/>
                  </a:lnTo>
                  <a:lnTo>
                    <a:pt x="29861" y="9549"/>
                  </a:lnTo>
                  <a:lnTo>
                    <a:pt x="29832" y="9351"/>
                  </a:lnTo>
                  <a:lnTo>
                    <a:pt x="29792" y="9144"/>
                  </a:lnTo>
                  <a:lnTo>
                    <a:pt x="29693" y="8738"/>
                  </a:lnTo>
                  <a:lnTo>
                    <a:pt x="29575" y="8353"/>
                  </a:lnTo>
                  <a:lnTo>
                    <a:pt x="29456" y="7997"/>
                  </a:lnTo>
                  <a:lnTo>
                    <a:pt x="29328" y="7671"/>
                  </a:lnTo>
                  <a:lnTo>
                    <a:pt x="29219" y="7394"/>
                  </a:lnTo>
                  <a:lnTo>
                    <a:pt x="29140" y="7187"/>
                  </a:lnTo>
                  <a:lnTo>
                    <a:pt x="29051" y="6999"/>
                  </a:lnTo>
                  <a:lnTo>
                    <a:pt x="27884" y="4320"/>
                  </a:lnTo>
                  <a:lnTo>
                    <a:pt x="27884" y="4320"/>
                  </a:lnTo>
                  <a:lnTo>
                    <a:pt x="26975" y="4083"/>
                  </a:lnTo>
                  <a:lnTo>
                    <a:pt x="25927" y="3816"/>
                  </a:lnTo>
                  <a:lnTo>
                    <a:pt x="24534" y="3470"/>
                  </a:lnTo>
                  <a:lnTo>
                    <a:pt x="22863" y="3065"/>
                  </a:lnTo>
                  <a:lnTo>
                    <a:pt x="20955" y="2620"/>
                  </a:lnTo>
                  <a:lnTo>
                    <a:pt x="19937" y="2393"/>
                  </a:lnTo>
                  <a:lnTo>
                    <a:pt x="18870" y="2165"/>
                  </a:lnTo>
                  <a:lnTo>
                    <a:pt x="17773" y="1938"/>
                  </a:lnTo>
                  <a:lnTo>
                    <a:pt x="16646" y="1701"/>
                  </a:lnTo>
                  <a:lnTo>
                    <a:pt x="15499" y="1483"/>
                  </a:lnTo>
                  <a:lnTo>
                    <a:pt x="14333" y="1266"/>
                  </a:lnTo>
                  <a:lnTo>
                    <a:pt x="13157" y="1058"/>
                  </a:lnTo>
                  <a:lnTo>
                    <a:pt x="11990" y="861"/>
                  </a:lnTo>
                  <a:lnTo>
                    <a:pt x="10814" y="683"/>
                  </a:lnTo>
                  <a:lnTo>
                    <a:pt x="9658" y="515"/>
                  </a:lnTo>
                  <a:lnTo>
                    <a:pt x="8521" y="366"/>
                  </a:lnTo>
                  <a:lnTo>
                    <a:pt x="7394" y="248"/>
                  </a:lnTo>
                  <a:lnTo>
                    <a:pt x="6307" y="139"/>
                  </a:lnTo>
                  <a:lnTo>
                    <a:pt x="5773" y="99"/>
                  </a:lnTo>
                  <a:lnTo>
                    <a:pt x="5249" y="70"/>
                  </a:lnTo>
                  <a:lnTo>
                    <a:pt x="4735" y="40"/>
                  </a:lnTo>
                  <a:lnTo>
                    <a:pt x="4231" y="20"/>
                  </a:lnTo>
                  <a:lnTo>
                    <a:pt x="3747" y="1"/>
                  </a:lnTo>
                  <a:lnTo>
                    <a:pt x="3262" y="1"/>
                  </a:lnTo>
                  <a:lnTo>
                    <a:pt x="2808" y="1"/>
                  </a:lnTo>
                  <a:lnTo>
                    <a:pt x="2353" y="20"/>
                  </a:lnTo>
                  <a:lnTo>
                    <a:pt x="1918" y="40"/>
                  </a:lnTo>
                  <a:lnTo>
                    <a:pt x="1503" y="70"/>
                  </a:lnTo>
                  <a:lnTo>
                    <a:pt x="1098" y="109"/>
                  </a:lnTo>
                  <a:lnTo>
                    <a:pt x="712" y="159"/>
                  </a:lnTo>
                  <a:lnTo>
                    <a:pt x="346" y="218"/>
                  </a:lnTo>
                  <a:lnTo>
                    <a:pt x="1" y="28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3085950" y="1564100"/>
              <a:ext cx="65250" cy="189825"/>
            </a:xfrm>
            <a:custGeom>
              <a:rect b="b" l="l" r="r" t="t"/>
              <a:pathLst>
                <a:path extrusionOk="0" h="7593" w="2610">
                  <a:moveTo>
                    <a:pt x="1858" y="1"/>
                  </a:moveTo>
                  <a:lnTo>
                    <a:pt x="0" y="2235"/>
                  </a:lnTo>
                  <a:lnTo>
                    <a:pt x="2610" y="7592"/>
                  </a:lnTo>
                  <a:lnTo>
                    <a:pt x="2521" y="7305"/>
                  </a:lnTo>
                  <a:lnTo>
                    <a:pt x="2432" y="7009"/>
                  </a:lnTo>
                  <a:lnTo>
                    <a:pt x="2353" y="6712"/>
                  </a:lnTo>
                  <a:lnTo>
                    <a:pt x="2283" y="6406"/>
                  </a:lnTo>
                  <a:lnTo>
                    <a:pt x="2214" y="6090"/>
                  </a:lnTo>
                  <a:lnTo>
                    <a:pt x="2155" y="5773"/>
                  </a:lnTo>
                  <a:lnTo>
                    <a:pt x="2106" y="5457"/>
                  </a:lnTo>
                  <a:lnTo>
                    <a:pt x="2056" y="5141"/>
                  </a:lnTo>
                  <a:lnTo>
                    <a:pt x="1977" y="4498"/>
                  </a:lnTo>
                  <a:lnTo>
                    <a:pt x="1918" y="3866"/>
                  </a:lnTo>
                  <a:lnTo>
                    <a:pt x="1878" y="3253"/>
                  </a:lnTo>
                  <a:lnTo>
                    <a:pt x="1849" y="2670"/>
                  </a:lnTo>
                  <a:lnTo>
                    <a:pt x="1829" y="2116"/>
                  </a:lnTo>
                  <a:lnTo>
                    <a:pt x="1819" y="1612"/>
                  </a:lnTo>
                  <a:lnTo>
                    <a:pt x="1829" y="1157"/>
                  </a:lnTo>
                  <a:lnTo>
                    <a:pt x="1829" y="762"/>
                  </a:lnTo>
                  <a:lnTo>
                    <a:pt x="1849" y="199"/>
                  </a:lnTo>
                  <a:lnTo>
                    <a:pt x="1858" y="1"/>
                  </a:lnTo>
                  <a:close/>
                </a:path>
              </a:pathLst>
            </a:custGeom>
            <a:solidFill>
              <a:srgbClr val="895C4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993275" y="2260475"/>
              <a:ext cx="863175" cy="1281775"/>
            </a:xfrm>
            <a:custGeom>
              <a:rect b="b" l="l" r="r" t="t"/>
              <a:pathLst>
                <a:path extrusionOk="0" h="51271" w="34527">
                  <a:moveTo>
                    <a:pt x="23931" y="0"/>
                  </a:moveTo>
                  <a:lnTo>
                    <a:pt x="18534" y="1641"/>
                  </a:lnTo>
                  <a:lnTo>
                    <a:pt x="18198" y="1740"/>
                  </a:lnTo>
                  <a:lnTo>
                    <a:pt x="17872" y="1858"/>
                  </a:lnTo>
                  <a:lnTo>
                    <a:pt x="17545" y="1977"/>
                  </a:lnTo>
                  <a:lnTo>
                    <a:pt x="17229" y="2115"/>
                  </a:lnTo>
                  <a:lnTo>
                    <a:pt x="16913" y="2254"/>
                  </a:lnTo>
                  <a:lnTo>
                    <a:pt x="16606" y="2402"/>
                  </a:lnTo>
                  <a:lnTo>
                    <a:pt x="16300" y="2560"/>
                  </a:lnTo>
                  <a:lnTo>
                    <a:pt x="15994" y="2728"/>
                  </a:lnTo>
                  <a:lnTo>
                    <a:pt x="15697" y="2906"/>
                  </a:lnTo>
                  <a:lnTo>
                    <a:pt x="15410" y="3084"/>
                  </a:lnTo>
                  <a:lnTo>
                    <a:pt x="15124" y="3272"/>
                  </a:lnTo>
                  <a:lnTo>
                    <a:pt x="14847" y="3470"/>
                  </a:lnTo>
                  <a:lnTo>
                    <a:pt x="14580" y="3677"/>
                  </a:lnTo>
                  <a:lnTo>
                    <a:pt x="14313" y="3895"/>
                  </a:lnTo>
                  <a:lnTo>
                    <a:pt x="14046" y="4112"/>
                  </a:lnTo>
                  <a:lnTo>
                    <a:pt x="13799" y="4339"/>
                  </a:lnTo>
                  <a:lnTo>
                    <a:pt x="13542" y="4577"/>
                  </a:lnTo>
                  <a:lnTo>
                    <a:pt x="13305" y="4814"/>
                  </a:lnTo>
                  <a:lnTo>
                    <a:pt x="13068" y="5061"/>
                  </a:lnTo>
                  <a:lnTo>
                    <a:pt x="12840" y="5318"/>
                  </a:lnTo>
                  <a:lnTo>
                    <a:pt x="12623" y="5575"/>
                  </a:lnTo>
                  <a:lnTo>
                    <a:pt x="12405" y="5842"/>
                  </a:lnTo>
                  <a:lnTo>
                    <a:pt x="12198" y="6119"/>
                  </a:lnTo>
                  <a:lnTo>
                    <a:pt x="12000" y="6395"/>
                  </a:lnTo>
                  <a:lnTo>
                    <a:pt x="11812" y="6682"/>
                  </a:lnTo>
                  <a:lnTo>
                    <a:pt x="11625" y="6969"/>
                  </a:lnTo>
                  <a:lnTo>
                    <a:pt x="11457" y="7265"/>
                  </a:lnTo>
                  <a:lnTo>
                    <a:pt x="11289" y="7572"/>
                  </a:lnTo>
                  <a:lnTo>
                    <a:pt x="11130" y="7878"/>
                  </a:lnTo>
                  <a:lnTo>
                    <a:pt x="10972" y="8185"/>
                  </a:lnTo>
                  <a:lnTo>
                    <a:pt x="10834" y="8501"/>
                  </a:lnTo>
                  <a:lnTo>
                    <a:pt x="10695" y="8827"/>
                  </a:lnTo>
                  <a:lnTo>
                    <a:pt x="1" y="35614"/>
                  </a:lnTo>
                  <a:lnTo>
                    <a:pt x="13315" y="51271"/>
                  </a:lnTo>
                  <a:lnTo>
                    <a:pt x="34527" y="14738"/>
                  </a:lnTo>
                  <a:lnTo>
                    <a:pt x="2393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069450" y="1869300"/>
              <a:ext cx="994150" cy="640275"/>
            </a:xfrm>
            <a:custGeom>
              <a:rect b="b" l="l" r="r" t="t"/>
              <a:pathLst>
                <a:path extrusionOk="0" h="25611" w="39766">
                  <a:moveTo>
                    <a:pt x="15944" y="0"/>
                  </a:moveTo>
                  <a:lnTo>
                    <a:pt x="15459" y="10"/>
                  </a:lnTo>
                  <a:lnTo>
                    <a:pt x="14975" y="40"/>
                  </a:lnTo>
                  <a:lnTo>
                    <a:pt x="14501" y="69"/>
                  </a:lnTo>
                  <a:lnTo>
                    <a:pt x="14026" y="109"/>
                  </a:lnTo>
                  <a:lnTo>
                    <a:pt x="13571" y="158"/>
                  </a:lnTo>
                  <a:lnTo>
                    <a:pt x="13117" y="208"/>
                  </a:lnTo>
                  <a:lnTo>
                    <a:pt x="12672" y="277"/>
                  </a:lnTo>
                  <a:lnTo>
                    <a:pt x="12237" y="346"/>
                  </a:lnTo>
                  <a:lnTo>
                    <a:pt x="11822" y="425"/>
                  </a:lnTo>
                  <a:lnTo>
                    <a:pt x="11407" y="504"/>
                  </a:lnTo>
                  <a:lnTo>
                    <a:pt x="11001" y="603"/>
                  </a:lnTo>
                  <a:lnTo>
                    <a:pt x="10606" y="692"/>
                  </a:lnTo>
                  <a:lnTo>
                    <a:pt x="10221" y="801"/>
                  </a:lnTo>
                  <a:lnTo>
                    <a:pt x="9845" y="910"/>
                  </a:lnTo>
                  <a:lnTo>
                    <a:pt x="9479" y="1028"/>
                  </a:lnTo>
                  <a:lnTo>
                    <a:pt x="9123" y="1147"/>
                  </a:lnTo>
                  <a:lnTo>
                    <a:pt x="8777" y="1265"/>
                  </a:lnTo>
                  <a:lnTo>
                    <a:pt x="8432" y="1404"/>
                  </a:lnTo>
                  <a:lnTo>
                    <a:pt x="8095" y="1532"/>
                  </a:lnTo>
                  <a:lnTo>
                    <a:pt x="7769" y="1671"/>
                  </a:lnTo>
                  <a:lnTo>
                    <a:pt x="7453" y="1819"/>
                  </a:lnTo>
                  <a:lnTo>
                    <a:pt x="7147" y="1967"/>
                  </a:lnTo>
                  <a:lnTo>
                    <a:pt x="6840" y="2115"/>
                  </a:lnTo>
                  <a:lnTo>
                    <a:pt x="6544" y="2274"/>
                  </a:lnTo>
                  <a:lnTo>
                    <a:pt x="6257" y="2432"/>
                  </a:lnTo>
                  <a:lnTo>
                    <a:pt x="5980" y="2590"/>
                  </a:lnTo>
                  <a:lnTo>
                    <a:pt x="5713" y="2748"/>
                  </a:lnTo>
                  <a:lnTo>
                    <a:pt x="5189" y="3084"/>
                  </a:lnTo>
                  <a:lnTo>
                    <a:pt x="4695" y="3430"/>
                  </a:lnTo>
                  <a:lnTo>
                    <a:pt x="4231" y="3776"/>
                  </a:lnTo>
                  <a:lnTo>
                    <a:pt x="3796" y="4132"/>
                  </a:lnTo>
                  <a:lnTo>
                    <a:pt x="3390" y="4478"/>
                  </a:lnTo>
                  <a:lnTo>
                    <a:pt x="3005" y="4834"/>
                  </a:lnTo>
                  <a:lnTo>
                    <a:pt x="2659" y="5189"/>
                  </a:lnTo>
                  <a:lnTo>
                    <a:pt x="2323" y="5535"/>
                  </a:lnTo>
                  <a:lnTo>
                    <a:pt x="2017" y="5872"/>
                  </a:lnTo>
                  <a:lnTo>
                    <a:pt x="1740" y="6208"/>
                  </a:lnTo>
                  <a:lnTo>
                    <a:pt x="1483" y="6534"/>
                  </a:lnTo>
                  <a:lnTo>
                    <a:pt x="1246" y="6840"/>
                  </a:lnTo>
                  <a:lnTo>
                    <a:pt x="1038" y="7147"/>
                  </a:lnTo>
                  <a:lnTo>
                    <a:pt x="850" y="7423"/>
                  </a:lnTo>
                  <a:lnTo>
                    <a:pt x="672" y="7690"/>
                  </a:lnTo>
                  <a:lnTo>
                    <a:pt x="524" y="7937"/>
                  </a:lnTo>
                  <a:lnTo>
                    <a:pt x="287" y="8362"/>
                  </a:lnTo>
                  <a:lnTo>
                    <a:pt x="129" y="8689"/>
                  </a:lnTo>
                  <a:lnTo>
                    <a:pt x="30" y="8886"/>
                  </a:lnTo>
                  <a:lnTo>
                    <a:pt x="0" y="8965"/>
                  </a:lnTo>
                  <a:lnTo>
                    <a:pt x="484" y="9282"/>
                  </a:lnTo>
                  <a:lnTo>
                    <a:pt x="1858" y="10171"/>
                  </a:lnTo>
                  <a:lnTo>
                    <a:pt x="2837" y="10794"/>
                  </a:lnTo>
                  <a:lnTo>
                    <a:pt x="3984" y="11516"/>
                  </a:lnTo>
                  <a:lnTo>
                    <a:pt x="5288" y="12326"/>
                  </a:lnTo>
                  <a:lnTo>
                    <a:pt x="6722" y="13206"/>
                  </a:lnTo>
                  <a:lnTo>
                    <a:pt x="8283" y="14145"/>
                  </a:lnTo>
                  <a:lnTo>
                    <a:pt x="9954" y="15123"/>
                  </a:lnTo>
                  <a:lnTo>
                    <a:pt x="11713" y="16141"/>
                  </a:lnTo>
                  <a:lnTo>
                    <a:pt x="12613" y="16646"/>
                  </a:lnTo>
                  <a:lnTo>
                    <a:pt x="13532" y="17160"/>
                  </a:lnTo>
                  <a:lnTo>
                    <a:pt x="14471" y="17683"/>
                  </a:lnTo>
                  <a:lnTo>
                    <a:pt x="15420" y="18197"/>
                  </a:lnTo>
                  <a:lnTo>
                    <a:pt x="16379" y="18702"/>
                  </a:lnTo>
                  <a:lnTo>
                    <a:pt x="17337" y="19206"/>
                  </a:lnTo>
                  <a:lnTo>
                    <a:pt x="18306" y="19710"/>
                  </a:lnTo>
                  <a:lnTo>
                    <a:pt x="19285" y="20204"/>
                  </a:lnTo>
                  <a:lnTo>
                    <a:pt x="20253" y="20678"/>
                  </a:lnTo>
                  <a:lnTo>
                    <a:pt x="21232" y="21153"/>
                  </a:lnTo>
                  <a:lnTo>
                    <a:pt x="22201" y="21608"/>
                  </a:lnTo>
                  <a:lnTo>
                    <a:pt x="23159" y="22042"/>
                  </a:lnTo>
                  <a:lnTo>
                    <a:pt x="24118" y="22467"/>
                  </a:lnTo>
                  <a:lnTo>
                    <a:pt x="25067" y="22873"/>
                  </a:lnTo>
                  <a:lnTo>
                    <a:pt x="26006" y="23258"/>
                  </a:lnTo>
                  <a:lnTo>
                    <a:pt x="26935" y="23614"/>
                  </a:lnTo>
                  <a:lnTo>
                    <a:pt x="27845" y="23950"/>
                  </a:lnTo>
                  <a:lnTo>
                    <a:pt x="28734" y="24266"/>
                  </a:lnTo>
                  <a:lnTo>
                    <a:pt x="29604" y="24543"/>
                  </a:lnTo>
                  <a:lnTo>
                    <a:pt x="30464" y="24800"/>
                  </a:lnTo>
                  <a:lnTo>
                    <a:pt x="30879" y="24919"/>
                  </a:lnTo>
                  <a:lnTo>
                    <a:pt x="31284" y="25028"/>
                  </a:lnTo>
                  <a:lnTo>
                    <a:pt x="31690" y="25126"/>
                  </a:lnTo>
                  <a:lnTo>
                    <a:pt x="32085" y="25215"/>
                  </a:lnTo>
                  <a:lnTo>
                    <a:pt x="32480" y="25294"/>
                  </a:lnTo>
                  <a:lnTo>
                    <a:pt x="32866" y="25364"/>
                  </a:lnTo>
                  <a:lnTo>
                    <a:pt x="33241" y="25433"/>
                  </a:lnTo>
                  <a:lnTo>
                    <a:pt x="33607" y="25482"/>
                  </a:lnTo>
                  <a:lnTo>
                    <a:pt x="33963" y="25532"/>
                  </a:lnTo>
                  <a:lnTo>
                    <a:pt x="34319" y="25571"/>
                  </a:lnTo>
                  <a:lnTo>
                    <a:pt x="34665" y="25591"/>
                  </a:lnTo>
                  <a:lnTo>
                    <a:pt x="35001" y="25611"/>
                  </a:lnTo>
                  <a:lnTo>
                    <a:pt x="35633" y="25611"/>
                  </a:lnTo>
                  <a:lnTo>
                    <a:pt x="35950" y="25591"/>
                  </a:lnTo>
                  <a:lnTo>
                    <a:pt x="36246" y="25561"/>
                  </a:lnTo>
                  <a:lnTo>
                    <a:pt x="36533" y="25522"/>
                  </a:lnTo>
                  <a:lnTo>
                    <a:pt x="36810" y="25472"/>
                  </a:lnTo>
                  <a:lnTo>
                    <a:pt x="37067" y="25413"/>
                  </a:lnTo>
                  <a:lnTo>
                    <a:pt x="37324" y="25334"/>
                  </a:lnTo>
                  <a:lnTo>
                    <a:pt x="37571" y="25255"/>
                  </a:lnTo>
                  <a:lnTo>
                    <a:pt x="37808" y="25156"/>
                  </a:lnTo>
                  <a:lnTo>
                    <a:pt x="38025" y="25037"/>
                  </a:lnTo>
                  <a:lnTo>
                    <a:pt x="38233" y="24919"/>
                  </a:lnTo>
                  <a:lnTo>
                    <a:pt x="38431" y="24780"/>
                  </a:lnTo>
                  <a:lnTo>
                    <a:pt x="38619" y="24632"/>
                  </a:lnTo>
                  <a:lnTo>
                    <a:pt x="38787" y="24464"/>
                  </a:lnTo>
                  <a:lnTo>
                    <a:pt x="38945" y="24286"/>
                  </a:lnTo>
                  <a:lnTo>
                    <a:pt x="39093" y="24098"/>
                  </a:lnTo>
                  <a:lnTo>
                    <a:pt x="39221" y="23891"/>
                  </a:lnTo>
                  <a:lnTo>
                    <a:pt x="39340" y="23673"/>
                  </a:lnTo>
                  <a:lnTo>
                    <a:pt x="39449" y="23436"/>
                  </a:lnTo>
                  <a:lnTo>
                    <a:pt x="39538" y="23189"/>
                  </a:lnTo>
                  <a:lnTo>
                    <a:pt x="39617" y="22922"/>
                  </a:lnTo>
                  <a:lnTo>
                    <a:pt x="39676" y="22636"/>
                  </a:lnTo>
                  <a:lnTo>
                    <a:pt x="39726" y="22349"/>
                  </a:lnTo>
                  <a:lnTo>
                    <a:pt x="39755" y="22033"/>
                  </a:lnTo>
                  <a:lnTo>
                    <a:pt x="39765" y="21706"/>
                  </a:lnTo>
                  <a:lnTo>
                    <a:pt x="39765" y="21360"/>
                  </a:lnTo>
                  <a:lnTo>
                    <a:pt x="39755" y="21005"/>
                  </a:lnTo>
                  <a:lnTo>
                    <a:pt x="39716" y="20629"/>
                  </a:lnTo>
                  <a:lnTo>
                    <a:pt x="39666" y="20234"/>
                  </a:lnTo>
                  <a:lnTo>
                    <a:pt x="39607" y="19828"/>
                  </a:lnTo>
                  <a:lnTo>
                    <a:pt x="39518" y="19403"/>
                  </a:lnTo>
                  <a:lnTo>
                    <a:pt x="39330" y="18543"/>
                  </a:lnTo>
                  <a:lnTo>
                    <a:pt x="39123" y="17703"/>
                  </a:lnTo>
                  <a:lnTo>
                    <a:pt x="38895" y="16893"/>
                  </a:lnTo>
                  <a:lnTo>
                    <a:pt x="38648" y="16102"/>
                  </a:lnTo>
                  <a:lnTo>
                    <a:pt x="38391" y="15341"/>
                  </a:lnTo>
                  <a:lnTo>
                    <a:pt x="38114" y="14599"/>
                  </a:lnTo>
                  <a:lnTo>
                    <a:pt x="37828" y="13878"/>
                  </a:lnTo>
                  <a:lnTo>
                    <a:pt x="37521" y="13176"/>
                  </a:lnTo>
                  <a:lnTo>
                    <a:pt x="37195" y="12494"/>
                  </a:lnTo>
                  <a:lnTo>
                    <a:pt x="36869" y="11842"/>
                  </a:lnTo>
                  <a:lnTo>
                    <a:pt x="36523" y="11209"/>
                  </a:lnTo>
                  <a:lnTo>
                    <a:pt x="36157" y="10596"/>
                  </a:lnTo>
                  <a:lnTo>
                    <a:pt x="35792" y="10003"/>
                  </a:lnTo>
                  <a:lnTo>
                    <a:pt x="35406" y="9430"/>
                  </a:lnTo>
                  <a:lnTo>
                    <a:pt x="35011" y="8876"/>
                  </a:lnTo>
                  <a:lnTo>
                    <a:pt x="34605" y="8343"/>
                  </a:lnTo>
                  <a:lnTo>
                    <a:pt x="34190" y="7829"/>
                  </a:lnTo>
                  <a:lnTo>
                    <a:pt x="33755" y="7334"/>
                  </a:lnTo>
                  <a:lnTo>
                    <a:pt x="33320" y="6860"/>
                  </a:lnTo>
                  <a:lnTo>
                    <a:pt x="32876" y="6405"/>
                  </a:lnTo>
                  <a:lnTo>
                    <a:pt x="32421" y="5960"/>
                  </a:lnTo>
                  <a:lnTo>
                    <a:pt x="31956" y="5545"/>
                  </a:lnTo>
                  <a:lnTo>
                    <a:pt x="31492" y="5140"/>
                  </a:lnTo>
                  <a:lnTo>
                    <a:pt x="31008" y="4755"/>
                  </a:lnTo>
                  <a:lnTo>
                    <a:pt x="30523" y="4389"/>
                  </a:lnTo>
                  <a:lnTo>
                    <a:pt x="30029" y="4043"/>
                  </a:lnTo>
                  <a:lnTo>
                    <a:pt x="29535" y="3707"/>
                  </a:lnTo>
                  <a:lnTo>
                    <a:pt x="29031" y="3391"/>
                  </a:lnTo>
                  <a:lnTo>
                    <a:pt x="28527" y="3084"/>
                  </a:lnTo>
                  <a:lnTo>
                    <a:pt x="28013" y="2797"/>
                  </a:lnTo>
                  <a:lnTo>
                    <a:pt x="27489" y="2531"/>
                  </a:lnTo>
                  <a:lnTo>
                    <a:pt x="26965" y="2283"/>
                  </a:lnTo>
                  <a:lnTo>
                    <a:pt x="26441" y="2036"/>
                  </a:lnTo>
                  <a:lnTo>
                    <a:pt x="25917" y="1819"/>
                  </a:lnTo>
                  <a:lnTo>
                    <a:pt x="25383" y="1601"/>
                  </a:lnTo>
                  <a:lnTo>
                    <a:pt x="24850" y="1414"/>
                  </a:lnTo>
                  <a:lnTo>
                    <a:pt x="24316" y="1226"/>
                  </a:lnTo>
                  <a:lnTo>
                    <a:pt x="23782" y="1058"/>
                  </a:lnTo>
                  <a:lnTo>
                    <a:pt x="23248" y="910"/>
                  </a:lnTo>
                  <a:lnTo>
                    <a:pt x="22715" y="761"/>
                  </a:lnTo>
                  <a:lnTo>
                    <a:pt x="22181" y="643"/>
                  </a:lnTo>
                  <a:lnTo>
                    <a:pt x="21647" y="524"/>
                  </a:lnTo>
                  <a:lnTo>
                    <a:pt x="21113" y="415"/>
                  </a:lnTo>
                  <a:lnTo>
                    <a:pt x="20579" y="326"/>
                  </a:lnTo>
                  <a:lnTo>
                    <a:pt x="20056" y="247"/>
                  </a:lnTo>
                  <a:lnTo>
                    <a:pt x="19522" y="178"/>
                  </a:lnTo>
                  <a:lnTo>
                    <a:pt x="18998" y="119"/>
                  </a:lnTo>
                  <a:lnTo>
                    <a:pt x="18484" y="79"/>
                  </a:lnTo>
                  <a:lnTo>
                    <a:pt x="17960" y="40"/>
                  </a:lnTo>
                  <a:lnTo>
                    <a:pt x="17456" y="20"/>
                  </a:lnTo>
                  <a:lnTo>
                    <a:pt x="1694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292575" y="2018550"/>
              <a:ext cx="634375" cy="283200"/>
            </a:xfrm>
            <a:custGeom>
              <a:rect b="b" l="l" r="r" t="t"/>
              <a:pathLst>
                <a:path extrusionOk="0" h="11328" w="25375">
                  <a:moveTo>
                    <a:pt x="7849" y="0"/>
                  </a:moveTo>
                  <a:lnTo>
                    <a:pt x="7384" y="10"/>
                  </a:lnTo>
                  <a:lnTo>
                    <a:pt x="6920" y="30"/>
                  </a:lnTo>
                  <a:lnTo>
                    <a:pt x="6475" y="60"/>
                  </a:lnTo>
                  <a:lnTo>
                    <a:pt x="6030" y="89"/>
                  </a:lnTo>
                  <a:lnTo>
                    <a:pt x="5605" y="129"/>
                  </a:lnTo>
                  <a:lnTo>
                    <a:pt x="5190" y="178"/>
                  </a:lnTo>
                  <a:lnTo>
                    <a:pt x="4775" y="228"/>
                  </a:lnTo>
                  <a:lnTo>
                    <a:pt x="4389" y="287"/>
                  </a:lnTo>
                  <a:lnTo>
                    <a:pt x="3638" y="415"/>
                  </a:lnTo>
                  <a:lnTo>
                    <a:pt x="2946" y="544"/>
                  </a:lnTo>
                  <a:lnTo>
                    <a:pt x="2314" y="682"/>
                  </a:lnTo>
                  <a:lnTo>
                    <a:pt x="1740" y="821"/>
                  </a:lnTo>
                  <a:lnTo>
                    <a:pt x="1246" y="949"/>
                  </a:lnTo>
                  <a:lnTo>
                    <a:pt x="831" y="1058"/>
                  </a:lnTo>
                  <a:lnTo>
                    <a:pt x="238" y="1226"/>
                  </a:lnTo>
                  <a:lnTo>
                    <a:pt x="70" y="1275"/>
                  </a:lnTo>
                  <a:lnTo>
                    <a:pt x="21" y="1285"/>
                  </a:lnTo>
                  <a:lnTo>
                    <a:pt x="1" y="1285"/>
                  </a:lnTo>
                  <a:lnTo>
                    <a:pt x="228" y="1404"/>
                  </a:lnTo>
                  <a:lnTo>
                    <a:pt x="1375" y="1859"/>
                  </a:lnTo>
                  <a:lnTo>
                    <a:pt x="4251" y="3005"/>
                  </a:lnTo>
                  <a:lnTo>
                    <a:pt x="12890" y="6405"/>
                  </a:lnTo>
                  <a:lnTo>
                    <a:pt x="25374" y="11328"/>
                  </a:lnTo>
                  <a:lnTo>
                    <a:pt x="25186" y="10942"/>
                  </a:lnTo>
                  <a:lnTo>
                    <a:pt x="24998" y="10557"/>
                  </a:lnTo>
                  <a:lnTo>
                    <a:pt x="24801" y="10191"/>
                  </a:lnTo>
                  <a:lnTo>
                    <a:pt x="24603" y="9825"/>
                  </a:lnTo>
                  <a:lnTo>
                    <a:pt x="24405" y="9470"/>
                  </a:lnTo>
                  <a:lnTo>
                    <a:pt x="24198" y="9124"/>
                  </a:lnTo>
                  <a:lnTo>
                    <a:pt x="23990" y="8788"/>
                  </a:lnTo>
                  <a:lnTo>
                    <a:pt x="23783" y="8452"/>
                  </a:lnTo>
                  <a:lnTo>
                    <a:pt x="23575" y="8135"/>
                  </a:lnTo>
                  <a:lnTo>
                    <a:pt x="23358" y="7819"/>
                  </a:lnTo>
                  <a:lnTo>
                    <a:pt x="23140" y="7513"/>
                  </a:lnTo>
                  <a:lnTo>
                    <a:pt x="22913" y="7216"/>
                  </a:lnTo>
                  <a:lnTo>
                    <a:pt x="22695" y="6919"/>
                  </a:lnTo>
                  <a:lnTo>
                    <a:pt x="22468" y="6633"/>
                  </a:lnTo>
                  <a:lnTo>
                    <a:pt x="22241" y="6356"/>
                  </a:lnTo>
                  <a:lnTo>
                    <a:pt x="22013" y="6089"/>
                  </a:lnTo>
                  <a:lnTo>
                    <a:pt x="21776" y="5832"/>
                  </a:lnTo>
                  <a:lnTo>
                    <a:pt x="21549" y="5575"/>
                  </a:lnTo>
                  <a:lnTo>
                    <a:pt x="21312" y="5328"/>
                  </a:lnTo>
                  <a:lnTo>
                    <a:pt x="21074" y="5081"/>
                  </a:lnTo>
                  <a:lnTo>
                    <a:pt x="20827" y="4854"/>
                  </a:lnTo>
                  <a:lnTo>
                    <a:pt x="20590" y="4626"/>
                  </a:lnTo>
                  <a:lnTo>
                    <a:pt x="20343" y="4399"/>
                  </a:lnTo>
                  <a:lnTo>
                    <a:pt x="20106" y="4191"/>
                  </a:lnTo>
                  <a:lnTo>
                    <a:pt x="19859" y="3984"/>
                  </a:lnTo>
                  <a:lnTo>
                    <a:pt x="19611" y="3776"/>
                  </a:lnTo>
                  <a:lnTo>
                    <a:pt x="19107" y="3401"/>
                  </a:lnTo>
                  <a:lnTo>
                    <a:pt x="18603" y="3035"/>
                  </a:lnTo>
                  <a:lnTo>
                    <a:pt x="18089" y="2709"/>
                  </a:lnTo>
                  <a:lnTo>
                    <a:pt x="17575" y="2392"/>
                  </a:lnTo>
                  <a:lnTo>
                    <a:pt x="17061" y="2106"/>
                  </a:lnTo>
                  <a:lnTo>
                    <a:pt x="16537" y="1839"/>
                  </a:lnTo>
                  <a:lnTo>
                    <a:pt x="16014" y="1592"/>
                  </a:lnTo>
                  <a:lnTo>
                    <a:pt x="15490" y="1374"/>
                  </a:lnTo>
                  <a:lnTo>
                    <a:pt x="14966" y="1167"/>
                  </a:lnTo>
                  <a:lnTo>
                    <a:pt x="14442" y="979"/>
                  </a:lnTo>
                  <a:lnTo>
                    <a:pt x="13918" y="811"/>
                  </a:lnTo>
                  <a:lnTo>
                    <a:pt x="13384" y="663"/>
                  </a:lnTo>
                  <a:lnTo>
                    <a:pt x="12870" y="534"/>
                  </a:lnTo>
                  <a:lnTo>
                    <a:pt x="12346" y="415"/>
                  </a:lnTo>
                  <a:lnTo>
                    <a:pt x="11823" y="317"/>
                  </a:lnTo>
                  <a:lnTo>
                    <a:pt x="11309" y="238"/>
                  </a:lnTo>
                  <a:lnTo>
                    <a:pt x="10804" y="168"/>
                  </a:lnTo>
                  <a:lnTo>
                    <a:pt x="10290" y="109"/>
                  </a:lnTo>
                  <a:lnTo>
                    <a:pt x="9796" y="60"/>
                  </a:lnTo>
                  <a:lnTo>
                    <a:pt x="9292" y="30"/>
                  </a:lnTo>
                  <a:lnTo>
                    <a:pt x="8808" y="10"/>
                  </a:lnTo>
                  <a:lnTo>
                    <a:pt x="8323" y="0"/>
                  </a:lnTo>
                  <a:close/>
                </a:path>
              </a:pathLst>
            </a:custGeom>
            <a:solidFill>
              <a:srgbClr val="D3896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4292575" y="2018550"/>
              <a:ext cx="634375" cy="283200"/>
            </a:xfrm>
            <a:custGeom>
              <a:rect b="b" l="l" r="r" t="t"/>
              <a:pathLst>
                <a:path extrusionOk="0" fill="none" h="11328" w="25375">
                  <a:moveTo>
                    <a:pt x="1" y="1285"/>
                  </a:moveTo>
                  <a:lnTo>
                    <a:pt x="1" y="1285"/>
                  </a:lnTo>
                  <a:lnTo>
                    <a:pt x="21" y="1285"/>
                  </a:lnTo>
                  <a:lnTo>
                    <a:pt x="70" y="1275"/>
                  </a:lnTo>
                  <a:lnTo>
                    <a:pt x="238" y="1226"/>
                  </a:lnTo>
                  <a:lnTo>
                    <a:pt x="831" y="1058"/>
                  </a:lnTo>
                  <a:lnTo>
                    <a:pt x="1246" y="949"/>
                  </a:lnTo>
                  <a:lnTo>
                    <a:pt x="1740" y="821"/>
                  </a:lnTo>
                  <a:lnTo>
                    <a:pt x="2314" y="682"/>
                  </a:lnTo>
                  <a:lnTo>
                    <a:pt x="2946" y="544"/>
                  </a:lnTo>
                  <a:lnTo>
                    <a:pt x="3638" y="415"/>
                  </a:lnTo>
                  <a:lnTo>
                    <a:pt x="4389" y="287"/>
                  </a:lnTo>
                  <a:lnTo>
                    <a:pt x="4775" y="228"/>
                  </a:lnTo>
                  <a:lnTo>
                    <a:pt x="5190" y="178"/>
                  </a:lnTo>
                  <a:lnTo>
                    <a:pt x="5605" y="129"/>
                  </a:lnTo>
                  <a:lnTo>
                    <a:pt x="6030" y="89"/>
                  </a:lnTo>
                  <a:lnTo>
                    <a:pt x="6475" y="60"/>
                  </a:lnTo>
                  <a:lnTo>
                    <a:pt x="6920" y="30"/>
                  </a:lnTo>
                  <a:lnTo>
                    <a:pt x="7384" y="10"/>
                  </a:lnTo>
                  <a:lnTo>
                    <a:pt x="7849" y="0"/>
                  </a:lnTo>
                  <a:lnTo>
                    <a:pt x="8323" y="0"/>
                  </a:lnTo>
                  <a:lnTo>
                    <a:pt x="8808" y="10"/>
                  </a:lnTo>
                  <a:lnTo>
                    <a:pt x="9292" y="30"/>
                  </a:lnTo>
                  <a:lnTo>
                    <a:pt x="9796" y="60"/>
                  </a:lnTo>
                  <a:lnTo>
                    <a:pt x="10290" y="109"/>
                  </a:lnTo>
                  <a:lnTo>
                    <a:pt x="10804" y="168"/>
                  </a:lnTo>
                  <a:lnTo>
                    <a:pt x="11309" y="238"/>
                  </a:lnTo>
                  <a:lnTo>
                    <a:pt x="11823" y="317"/>
                  </a:lnTo>
                  <a:lnTo>
                    <a:pt x="12346" y="415"/>
                  </a:lnTo>
                  <a:lnTo>
                    <a:pt x="12870" y="534"/>
                  </a:lnTo>
                  <a:lnTo>
                    <a:pt x="13384" y="663"/>
                  </a:lnTo>
                  <a:lnTo>
                    <a:pt x="13918" y="811"/>
                  </a:lnTo>
                  <a:lnTo>
                    <a:pt x="14442" y="979"/>
                  </a:lnTo>
                  <a:lnTo>
                    <a:pt x="14966" y="1167"/>
                  </a:lnTo>
                  <a:lnTo>
                    <a:pt x="15490" y="1374"/>
                  </a:lnTo>
                  <a:lnTo>
                    <a:pt x="16014" y="1592"/>
                  </a:lnTo>
                  <a:lnTo>
                    <a:pt x="16537" y="1839"/>
                  </a:lnTo>
                  <a:lnTo>
                    <a:pt x="17061" y="2106"/>
                  </a:lnTo>
                  <a:lnTo>
                    <a:pt x="17575" y="2392"/>
                  </a:lnTo>
                  <a:lnTo>
                    <a:pt x="18089" y="2709"/>
                  </a:lnTo>
                  <a:lnTo>
                    <a:pt x="18603" y="3035"/>
                  </a:lnTo>
                  <a:lnTo>
                    <a:pt x="19107" y="3401"/>
                  </a:lnTo>
                  <a:lnTo>
                    <a:pt x="19611" y="3776"/>
                  </a:lnTo>
                  <a:lnTo>
                    <a:pt x="19859" y="3984"/>
                  </a:lnTo>
                  <a:lnTo>
                    <a:pt x="20106" y="4191"/>
                  </a:lnTo>
                  <a:lnTo>
                    <a:pt x="20343" y="4399"/>
                  </a:lnTo>
                  <a:lnTo>
                    <a:pt x="20590" y="4626"/>
                  </a:lnTo>
                  <a:lnTo>
                    <a:pt x="20827" y="4854"/>
                  </a:lnTo>
                  <a:lnTo>
                    <a:pt x="21074" y="5081"/>
                  </a:lnTo>
                  <a:lnTo>
                    <a:pt x="21312" y="5328"/>
                  </a:lnTo>
                  <a:lnTo>
                    <a:pt x="21549" y="5575"/>
                  </a:lnTo>
                  <a:lnTo>
                    <a:pt x="21776" y="5832"/>
                  </a:lnTo>
                  <a:lnTo>
                    <a:pt x="22013" y="6089"/>
                  </a:lnTo>
                  <a:lnTo>
                    <a:pt x="22241" y="6356"/>
                  </a:lnTo>
                  <a:lnTo>
                    <a:pt x="22468" y="6633"/>
                  </a:lnTo>
                  <a:lnTo>
                    <a:pt x="22695" y="6919"/>
                  </a:lnTo>
                  <a:lnTo>
                    <a:pt x="22913" y="7216"/>
                  </a:lnTo>
                  <a:lnTo>
                    <a:pt x="23140" y="7513"/>
                  </a:lnTo>
                  <a:lnTo>
                    <a:pt x="23358" y="7819"/>
                  </a:lnTo>
                  <a:lnTo>
                    <a:pt x="23575" y="8135"/>
                  </a:lnTo>
                  <a:lnTo>
                    <a:pt x="23783" y="8452"/>
                  </a:lnTo>
                  <a:lnTo>
                    <a:pt x="23990" y="8788"/>
                  </a:lnTo>
                  <a:lnTo>
                    <a:pt x="24198" y="9124"/>
                  </a:lnTo>
                  <a:lnTo>
                    <a:pt x="24405" y="9470"/>
                  </a:lnTo>
                  <a:lnTo>
                    <a:pt x="24603" y="9825"/>
                  </a:lnTo>
                  <a:lnTo>
                    <a:pt x="24801" y="10191"/>
                  </a:lnTo>
                  <a:lnTo>
                    <a:pt x="24998" y="10557"/>
                  </a:lnTo>
                  <a:lnTo>
                    <a:pt x="25186" y="10942"/>
                  </a:lnTo>
                  <a:lnTo>
                    <a:pt x="25374" y="11328"/>
                  </a:lnTo>
                  <a:lnTo>
                    <a:pt x="25374" y="11328"/>
                  </a:lnTo>
                  <a:lnTo>
                    <a:pt x="12890" y="6405"/>
                  </a:lnTo>
                  <a:lnTo>
                    <a:pt x="4251" y="3005"/>
                  </a:lnTo>
                  <a:lnTo>
                    <a:pt x="1375" y="1859"/>
                  </a:lnTo>
                  <a:lnTo>
                    <a:pt x="228" y="140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2851175" y="2937800"/>
              <a:ext cx="2520800" cy="2539075"/>
            </a:xfrm>
            <a:custGeom>
              <a:rect b="b" l="l" r="r" t="t"/>
              <a:pathLst>
                <a:path extrusionOk="0" h="101563" w="100832">
                  <a:moveTo>
                    <a:pt x="49196" y="0"/>
                  </a:moveTo>
                  <a:lnTo>
                    <a:pt x="48326" y="20"/>
                  </a:lnTo>
                  <a:lnTo>
                    <a:pt x="47446" y="40"/>
                  </a:lnTo>
                  <a:lnTo>
                    <a:pt x="46576" y="80"/>
                  </a:lnTo>
                  <a:lnTo>
                    <a:pt x="45697" y="139"/>
                  </a:lnTo>
                  <a:lnTo>
                    <a:pt x="44817" y="208"/>
                  </a:lnTo>
                  <a:lnTo>
                    <a:pt x="43937" y="287"/>
                  </a:lnTo>
                  <a:lnTo>
                    <a:pt x="43057" y="376"/>
                  </a:lnTo>
                  <a:lnTo>
                    <a:pt x="42168" y="485"/>
                  </a:lnTo>
                  <a:lnTo>
                    <a:pt x="41288" y="613"/>
                  </a:lnTo>
                  <a:lnTo>
                    <a:pt x="40399" y="752"/>
                  </a:lnTo>
                  <a:lnTo>
                    <a:pt x="39519" y="900"/>
                  </a:lnTo>
                  <a:lnTo>
                    <a:pt x="38629" y="1078"/>
                  </a:lnTo>
                  <a:lnTo>
                    <a:pt x="37750" y="1256"/>
                  </a:lnTo>
                  <a:lnTo>
                    <a:pt x="36860" y="1463"/>
                  </a:lnTo>
                  <a:lnTo>
                    <a:pt x="35980" y="1681"/>
                  </a:lnTo>
                  <a:lnTo>
                    <a:pt x="35091" y="1908"/>
                  </a:lnTo>
                  <a:lnTo>
                    <a:pt x="34211" y="2165"/>
                  </a:lnTo>
                  <a:lnTo>
                    <a:pt x="33321" y="2432"/>
                  </a:lnTo>
                  <a:lnTo>
                    <a:pt x="32442" y="2719"/>
                  </a:lnTo>
                  <a:lnTo>
                    <a:pt x="31562" y="3025"/>
                  </a:lnTo>
                  <a:lnTo>
                    <a:pt x="30672" y="3341"/>
                  </a:lnTo>
                  <a:lnTo>
                    <a:pt x="29793" y="3687"/>
                  </a:lnTo>
                  <a:lnTo>
                    <a:pt x="28923" y="4043"/>
                  </a:lnTo>
                  <a:lnTo>
                    <a:pt x="28043" y="4419"/>
                  </a:lnTo>
                  <a:lnTo>
                    <a:pt x="27163" y="4814"/>
                  </a:lnTo>
                  <a:lnTo>
                    <a:pt x="26294" y="5229"/>
                  </a:lnTo>
                  <a:lnTo>
                    <a:pt x="25424" y="5664"/>
                  </a:lnTo>
                  <a:lnTo>
                    <a:pt x="24554" y="6119"/>
                  </a:lnTo>
                  <a:lnTo>
                    <a:pt x="23684" y="6593"/>
                  </a:lnTo>
                  <a:lnTo>
                    <a:pt x="22824" y="7088"/>
                  </a:lnTo>
                  <a:lnTo>
                    <a:pt x="21964" y="7602"/>
                  </a:lnTo>
                  <a:lnTo>
                    <a:pt x="21104" y="8135"/>
                  </a:lnTo>
                  <a:lnTo>
                    <a:pt x="20244" y="8699"/>
                  </a:lnTo>
                  <a:lnTo>
                    <a:pt x="19394" y="9272"/>
                  </a:lnTo>
                  <a:lnTo>
                    <a:pt x="18544" y="9875"/>
                  </a:lnTo>
                  <a:lnTo>
                    <a:pt x="17704" y="10498"/>
                  </a:lnTo>
                  <a:lnTo>
                    <a:pt x="812" y="67887"/>
                  </a:lnTo>
                  <a:lnTo>
                    <a:pt x="663" y="68430"/>
                  </a:lnTo>
                  <a:lnTo>
                    <a:pt x="525" y="68974"/>
                  </a:lnTo>
                  <a:lnTo>
                    <a:pt x="406" y="69518"/>
                  </a:lnTo>
                  <a:lnTo>
                    <a:pt x="307" y="70061"/>
                  </a:lnTo>
                  <a:lnTo>
                    <a:pt x="218" y="70615"/>
                  </a:lnTo>
                  <a:lnTo>
                    <a:pt x="139" y="71158"/>
                  </a:lnTo>
                  <a:lnTo>
                    <a:pt x="80" y="71702"/>
                  </a:lnTo>
                  <a:lnTo>
                    <a:pt x="41" y="72236"/>
                  </a:lnTo>
                  <a:lnTo>
                    <a:pt x="11" y="72780"/>
                  </a:lnTo>
                  <a:lnTo>
                    <a:pt x="1" y="73323"/>
                  </a:lnTo>
                  <a:lnTo>
                    <a:pt x="1" y="73857"/>
                  </a:lnTo>
                  <a:lnTo>
                    <a:pt x="21" y="74391"/>
                  </a:lnTo>
                  <a:lnTo>
                    <a:pt x="50" y="74924"/>
                  </a:lnTo>
                  <a:lnTo>
                    <a:pt x="100" y="75448"/>
                  </a:lnTo>
                  <a:lnTo>
                    <a:pt x="159" y="75982"/>
                  </a:lnTo>
                  <a:lnTo>
                    <a:pt x="238" y="76506"/>
                  </a:lnTo>
                  <a:lnTo>
                    <a:pt x="317" y="77020"/>
                  </a:lnTo>
                  <a:lnTo>
                    <a:pt x="426" y="77534"/>
                  </a:lnTo>
                  <a:lnTo>
                    <a:pt x="535" y="78048"/>
                  </a:lnTo>
                  <a:lnTo>
                    <a:pt x="663" y="78562"/>
                  </a:lnTo>
                  <a:lnTo>
                    <a:pt x="812" y="79066"/>
                  </a:lnTo>
                  <a:lnTo>
                    <a:pt x="960" y="79560"/>
                  </a:lnTo>
                  <a:lnTo>
                    <a:pt x="1128" y="80054"/>
                  </a:lnTo>
                  <a:lnTo>
                    <a:pt x="1316" y="80539"/>
                  </a:lnTo>
                  <a:lnTo>
                    <a:pt x="1503" y="81023"/>
                  </a:lnTo>
                  <a:lnTo>
                    <a:pt x="1711" y="81507"/>
                  </a:lnTo>
                  <a:lnTo>
                    <a:pt x="1928" y="81982"/>
                  </a:lnTo>
                  <a:lnTo>
                    <a:pt x="2156" y="82447"/>
                  </a:lnTo>
                  <a:lnTo>
                    <a:pt x="2403" y="82901"/>
                  </a:lnTo>
                  <a:lnTo>
                    <a:pt x="2650" y="83356"/>
                  </a:lnTo>
                  <a:lnTo>
                    <a:pt x="2917" y="83801"/>
                  </a:lnTo>
                  <a:lnTo>
                    <a:pt x="3194" y="84245"/>
                  </a:lnTo>
                  <a:lnTo>
                    <a:pt x="3480" y="84671"/>
                  </a:lnTo>
                  <a:lnTo>
                    <a:pt x="3777" y="85096"/>
                  </a:lnTo>
                  <a:lnTo>
                    <a:pt x="4093" y="85511"/>
                  </a:lnTo>
                  <a:lnTo>
                    <a:pt x="4409" y="85926"/>
                  </a:lnTo>
                  <a:lnTo>
                    <a:pt x="4746" y="86321"/>
                  </a:lnTo>
                  <a:lnTo>
                    <a:pt x="5082" y="86717"/>
                  </a:lnTo>
                  <a:lnTo>
                    <a:pt x="5437" y="87092"/>
                  </a:lnTo>
                  <a:lnTo>
                    <a:pt x="5803" y="87468"/>
                  </a:lnTo>
                  <a:lnTo>
                    <a:pt x="6169" y="87834"/>
                  </a:lnTo>
                  <a:lnTo>
                    <a:pt x="6554" y="88189"/>
                  </a:lnTo>
                  <a:lnTo>
                    <a:pt x="6950" y="88535"/>
                  </a:lnTo>
                  <a:lnTo>
                    <a:pt x="7345" y="88871"/>
                  </a:lnTo>
                  <a:lnTo>
                    <a:pt x="7760" y="89198"/>
                  </a:lnTo>
                  <a:lnTo>
                    <a:pt x="8185" y="89504"/>
                  </a:lnTo>
                  <a:lnTo>
                    <a:pt x="8610" y="89810"/>
                  </a:lnTo>
                  <a:lnTo>
                    <a:pt x="9045" y="90107"/>
                  </a:lnTo>
                  <a:lnTo>
                    <a:pt x="9500" y="90384"/>
                  </a:lnTo>
                  <a:lnTo>
                    <a:pt x="9955" y="90660"/>
                  </a:lnTo>
                  <a:lnTo>
                    <a:pt x="10419" y="90917"/>
                  </a:lnTo>
                  <a:lnTo>
                    <a:pt x="10894" y="91165"/>
                  </a:lnTo>
                  <a:lnTo>
                    <a:pt x="11368" y="91392"/>
                  </a:lnTo>
                  <a:lnTo>
                    <a:pt x="11862" y="91619"/>
                  </a:lnTo>
                  <a:lnTo>
                    <a:pt x="12356" y="91827"/>
                  </a:lnTo>
                  <a:lnTo>
                    <a:pt x="12861" y="92025"/>
                  </a:lnTo>
                  <a:lnTo>
                    <a:pt x="13375" y="92202"/>
                  </a:lnTo>
                  <a:lnTo>
                    <a:pt x="13889" y="92370"/>
                  </a:lnTo>
                  <a:lnTo>
                    <a:pt x="14422" y="92529"/>
                  </a:lnTo>
                  <a:lnTo>
                    <a:pt x="14956" y="92667"/>
                  </a:lnTo>
                  <a:lnTo>
                    <a:pt x="15490" y="92796"/>
                  </a:lnTo>
                  <a:lnTo>
                    <a:pt x="16043" y="92914"/>
                  </a:lnTo>
                  <a:lnTo>
                    <a:pt x="16597" y="93013"/>
                  </a:lnTo>
                  <a:lnTo>
                    <a:pt x="17150" y="93092"/>
                  </a:lnTo>
                  <a:lnTo>
                    <a:pt x="78374" y="101385"/>
                  </a:lnTo>
                  <a:lnTo>
                    <a:pt x="78938" y="101454"/>
                  </a:lnTo>
                  <a:lnTo>
                    <a:pt x="79501" y="101504"/>
                  </a:lnTo>
                  <a:lnTo>
                    <a:pt x="80055" y="101543"/>
                  </a:lnTo>
                  <a:lnTo>
                    <a:pt x="80608" y="101563"/>
                  </a:lnTo>
                  <a:lnTo>
                    <a:pt x="81162" y="101563"/>
                  </a:lnTo>
                  <a:lnTo>
                    <a:pt x="81715" y="101553"/>
                  </a:lnTo>
                  <a:lnTo>
                    <a:pt x="82259" y="101533"/>
                  </a:lnTo>
                  <a:lnTo>
                    <a:pt x="82803" y="101494"/>
                  </a:lnTo>
                  <a:lnTo>
                    <a:pt x="83336" y="101435"/>
                  </a:lnTo>
                  <a:lnTo>
                    <a:pt x="83870" y="101365"/>
                  </a:lnTo>
                  <a:lnTo>
                    <a:pt x="84404" y="101286"/>
                  </a:lnTo>
                  <a:lnTo>
                    <a:pt x="84928" y="101187"/>
                  </a:lnTo>
                  <a:lnTo>
                    <a:pt x="85452" y="101069"/>
                  </a:lnTo>
                  <a:lnTo>
                    <a:pt x="85966" y="100950"/>
                  </a:lnTo>
                  <a:lnTo>
                    <a:pt x="86480" y="100812"/>
                  </a:lnTo>
                  <a:lnTo>
                    <a:pt x="86984" y="100654"/>
                  </a:lnTo>
                  <a:lnTo>
                    <a:pt x="87488" y="100486"/>
                  </a:lnTo>
                  <a:lnTo>
                    <a:pt x="87982" y="100308"/>
                  </a:lnTo>
                  <a:lnTo>
                    <a:pt x="88466" y="100120"/>
                  </a:lnTo>
                  <a:lnTo>
                    <a:pt x="88951" y="99912"/>
                  </a:lnTo>
                  <a:lnTo>
                    <a:pt x="89425" y="99705"/>
                  </a:lnTo>
                  <a:lnTo>
                    <a:pt x="89900" y="99468"/>
                  </a:lnTo>
                  <a:lnTo>
                    <a:pt x="90364" y="99230"/>
                  </a:lnTo>
                  <a:lnTo>
                    <a:pt x="90819" y="98983"/>
                  </a:lnTo>
                  <a:lnTo>
                    <a:pt x="91264" y="98716"/>
                  </a:lnTo>
                  <a:lnTo>
                    <a:pt x="91709" y="98440"/>
                  </a:lnTo>
                  <a:lnTo>
                    <a:pt x="92143" y="98153"/>
                  </a:lnTo>
                  <a:lnTo>
                    <a:pt x="92569" y="97856"/>
                  </a:lnTo>
                  <a:lnTo>
                    <a:pt x="92984" y="97550"/>
                  </a:lnTo>
                  <a:lnTo>
                    <a:pt x="93399" y="97224"/>
                  </a:lnTo>
                  <a:lnTo>
                    <a:pt x="93794" y="96898"/>
                  </a:lnTo>
                  <a:lnTo>
                    <a:pt x="94190" y="96561"/>
                  </a:lnTo>
                  <a:lnTo>
                    <a:pt x="94575" y="96206"/>
                  </a:lnTo>
                  <a:lnTo>
                    <a:pt x="94951" y="95850"/>
                  </a:lnTo>
                  <a:lnTo>
                    <a:pt x="95316" y="95484"/>
                  </a:lnTo>
                  <a:lnTo>
                    <a:pt x="95662" y="95099"/>
                  </a:lnTo>
                  <a:lnTo>
                    <a:pt x="96008" y="94713"/>
                  </a:lnTo>
                  <a:lnTo>
                    <a:pt x="96344" y="94318"/>
                  </a:lnTo>
                  <a:lnTo>
                    <a:pt x="96671" y="93912"/>
                  </a:lnTo>
                  <a:lnTo>
                    <a:pt x="96987" y="93497"/>
                  </a:lnTo>
                  <a:lnTo>
                    <a:pt x="97293" y="93072"/>
                  </a:lnTo>
                  <a:lnTo>
                    <a:pt x="97580" y="92637"/>
                  </a:lnTo>
                  <a:lnTo>
                    <a:pt x="97867" y="92202"/>
                  </a:lnTo>
                  <a:lnTo>
                    <a:pt x="98133" y="91748"/>
                  </a:lnTo>
                  <a:lnTo>
                    <a:pt x="98400" y="91293"/>
                  </a:lnTo>
                  <a:lnTo>
                    <a:pt x="98647" y="90829"/>
                  </a:lnTo>
                  <a:lnTo>
                    <a:pt x="98875" y="90364"/>
                  </a:lnTo>
                  <a:lnTo>
                    <a:pt x="99102" y="89880"/>
                  </a:lnTo>
                  <a:lnTo>
                    <a:pt x="99310" y="89395"/>
                  </a:lnTo>
                  <a:lnTo>
                    <a:pt x="99507" y="88911"/>
                  </a:lnTo>
                  <a:lnTo>
                    <a:pt x="99695" y="88407"/>
                  </a:lnTo>
                  <a:lnTo>
                    <a:pt x="99863" y="87903"/>
                  </a:lnTo>
                  <a:lnTo>
                    <a:pt x="100021" y="87399"/>
                  </a:lnTo>
                  <a:lnTo>
                    <a:pt x="100170" y="86875"/>
                  </a:lnTo>
                  <a:lnTo>
                    <a:pt x="100298" y="86351"/>
                  </a:lnTo>
                  <a:lnTo>
                    <a:pt x="100417" y="85827"/>
                  </a:lnTo>
                  <a:lnTo>
                    <a:pt x="100525" y="85293"/>
                  </a:lnTo>
                  <a:lnTo>
                    <a:pt x="100614" y="84750"/>
                  </a:lnTo>
                  <a:lnTo>
                    <a:pt x="100684" y="84206"/>
                  </a:lnTo>
                  <a:lnTo>
                    <a:pt x="100743" y="83662"/>
                  </a:lnTo>
                  <a:lnTo>
                    <a:pt x="100792" y="83109"/>
                  </a:lnTo>
                  <a:lnTo>
                    <a:pt x="100822" y="82545"/>
                  </a:lnTo>
                  <a:lnTo>
                    <a:pt x="100832" y="81982"/>
                  </a:lnTo>
                  <a:lnTo>
                    <a:pt x="100832" y="81419"/>
                  </a:lnTo>
                  <a:lnTo>
                    <a:pt x="99715" y="17219"/>
                  </a:lnTo>
                  <a:lnTo>
                    <a:pt x="99191" y="16844"/>
                  </a:lnTo>
                  <a:lnTo>
                    <a:pt x="98549" y="16409"/>
                  </a:lnTo>
                  <a:lnTo>
                    <a:pt x="97669" y="15816"/>
                  </a:lnTo>
                  <a:lnTo>
                    <a:pt x="96562" y="15104"/>
                  </a:lnTo>
                  <a:lnTo>
                    <a:pt x="95929" y="14708"/>
                  </a:lnTo>
                  <a:lnTo>
                    <a:pt x="95237" y="14283"/>
                  </a:lnTo>
                  <a:lnTo>
                    <a:pt x="94496" y="13829"/>
                  </a:lnTo>
                  <a:lnTo>
                    <a:pt x="93695" y="13354"/>
                  </a:lnTo>
                  <a:lnTo>
                    <a:pt x="92855" y="12870"/>
                  </a:lnTo>
                  <a:lnTo>
                    <a:pt x="91966" y="12366"/>
                  </a:lnTo>
                  <a:lnTo>
                    <a:pt x="91027" y="11842"/>
                  </a:lnTo>
                  <a:lnTo>
                    <a:pt x="90038" y="11308"/>
                  </a:lnTo>
                  <a:lnTo>
                    <a:pt x="89010" y="10765"/>
                  </a:lnTo>
                  <a:lnTo>
                    <a:pt x="87943" y="10211"/>
                  </a:lnTo>
                  <a:lnTo>
                    <a:pt x="86836" y="9648"/>
                  </a:lnTo>
                  <a:lnTo>
                    <a:pt x="85679" y="9084"/>
                  </a:lnTo>
                  <a:lnTo>
                    <a:pt x="84483" y="8521"/>
                  </a:lnTo>
                  <a:lnTo>
                    <a:pt x="83257" y="7957"/>
                  </a:lnTo>
                  <a:lnTo>
                    <a:pt x="81992" y="7394"/>
                  </a:lnTo>
                  <a:lnTo>
                    <a:pt x="80687" y="6840"/>
                  </a:lnTo>
                  <a:lnTo>
                    <a:pt x="79353" y="6287"/>
                  </a:lnTo>
                  <a:lnTo>
                    <a:pt x="77979" y="5743"/>
                  </a:lnTo>
                  <a:lnTo>
                    <a:pt x="76585" y="5219"/>
                  </a:lnTo>
                  <a:lnTo>
                    <a:pt x="75874" y="4953"/>
                  </a:lnTo>
                  <a:lnTo>
                    <a:pt x="75152" y="4696"/>
                  </a:lnTo>
                  <a:lnTo>
                    <a:pt x="74421" y="4448"/>
                  </a:lnTo>
                  <a:lnTo>
                    <a:pt x="73689" y="4201"/>
                  </a:lnTo>
                  <a:lnTo>
                    <a:pt x="72948" y="3954"/>
                  </a:lnTo>
                  <a:lnTo>
                    <a:pt x="72207" y="3717"/>
                  </a:lnTo>
                  <a:lnTo>
                    <a:pt x="71446" y="3480"/>
                  </a:lnTo>
                  <a:lnTo>
                    <a:pt x="70684" y="3252"/>
                  </a:lnTo>
                  <a:lnTo>
                    <a:pt x="69923" y="3025"/>
                  </a:lnTo>
                  <a:lnTo>
                    <a:pt x="69152" y="2808"/>
                  </a:lnTo>
                  <a:lnTo>
                    <a:pt x="68371" y="2590"/>
                  </a:lnTo>
                  <a:lnTo>
                    <a:pt x="67591" y="2392"/>
                  </a:lnTo>
                  <a:lnTo>
                    <a:pt x="66800" y="2185"/>
                  </a:lnTo>
                  <a:lnTo>
                    <a:pt x="65999" y="1997"/>
                  </a:lnTo>
                  <a:lnTo>
                    <a:pt x="65199" y="1809"/>
                  </a:lnTo>
                  <a:lnTo>
                    <a:pt x="64398" y="1631"/>
                  </a:lnTo>
                  <a:lnTo>
                    <a:pt x="63587" y="1463"/>
                  </a:lnTo>
                  <a:lnTo>
                    <a:pt x="62767" y="1305"/>
                  </a:lnTo>
                  <a:lnTo>
                    <a:pt x="61947" y="1147"/>
                  </a:lnTo>
                  <a:lnTo>
                    <a:pt x="61126" y="999"/>
                  </a:lnTo>
                  <a:lnTo>
                    <a:pt x="60296" y="860"/>
                  </a:lnTo>
                  <a:lnTo>
                    <a:pt x="59466" y="732"/>
                  </a:lnTo>
                  <a:lnTo>
                    <a:pt x="58625" y="613"/>
                  </a:lnTo>
                  <a:lnTo>
                    <a:pt x="57785" y="505"/>
                  </a:lnTo>
                  <a:lnTo>
                    <a:pt x="56945" y="406"/>
                  </a:lnTo>
                  <a:lnTo>
                    <a:pt x="56095" y="317"/>
                  </a:lnTo>
                  <a:lnTo>
                    <a:pt x="55245" y="238"/>
                  </a:lnTo>
                  <a:lnTo>
                    <a:pt x="54385" y="178"/>
                  </a:lnTo>
                  <a:lnTo>
                    <a:pt x="53525" y="119"/>
                  </a:lnTo>
                  <a:lnTo>
                    <a:pt x="52665" y="70"/>
                  </a:lnTo>
                  <a:lnTo>
                    <a:pt x="51805" y="40"/>
                  </a:lnTo>
                  <a:lnTo>
                    <a:pt x="50935" y="10"/>
                  </a:lnTo>
                  <a:lnTo>
                    <a:pt x="500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2851175" y="2937800"/>
              <a:ext cx="2520800" cy="2539075"/>
            </a:xfrm>
            <a:custGeom>
              <a:rect b="b" l="l" r="r" t="t"/>
              <a:pathLst>
                <a:path extrusionOk="0" fill="none" h="101563" w="100832">
                  <a:moveTo>
                    <a:pt x="17704" y="10498"/>
                  </a:moveTo>
                  <a:lnTo>
                    <a:pt x="812" y="67887"/>
                  </a:lnTo>
                  <a:lnTo>
                    <a:pt x="812" y="67887"/>
                  </a:lnTo>
                  <a:lnTo>
                    <a:pt x="663" y="68430"/>
                  </a:lnTo>
                  <a:lnTo>
                    <a:pt x="525" y="68974"/>
                  </a:lnTo>
                  <a:lnTo>
                    <a:pt x="406" y="69518"/>
                  </a:lnTo>
                  <a:lnTo>
                    <a:pt x="307" y="70061"/>
                  </a:lnTo>
                  <a:lnTo>
                    <a:pt x="218" y="70615"/>
                  </a:lnTo>
                  <a:lnTo>
                    <a:pt x="139" y="71158"/>
                  </a:lnTo>
                  <a:lnTo>
                    <a:pt x="80" y="71702"/>
                  </a:lnTo>
                  <a:lnTo>
                    <a:pt x="41" y="72236"/>
                  </a:lnTo>
                  <a:lnTo>
                    <a:pt x="11" y="72780"/>
                  </a:lnTo>
                  <a:lnTo>
                    <a:pt x="1" y="73323"/>
                  </a:lnTo>
                  <a:lnTo>
                    <a:pt x="1" y="73857"/>
                  </a:lnTo>
                  <a:lnTo>
                    <a:pt x="21" y="74391"/>
                  </a:lnTo>
                  <a:lnTo>
                    <a:pt x="50" y="74924"/>
                  </a:lnTo>
                  <a:lnTo>
                    <a:pt x="100" y="75448"/>
                  </a:lnTo>
                  <a:lnTo>
                    <a:pt x="159" y="75982"/>
                  </a:lnTo>
                  <a:lnTo>
                    <a:pt x="238" y="76506"/>
                  </a:lnTo>
                  <a:lnTo>
                    <a:pt x="317" y="77020"/>
                  </a:lnTo>
                  <a:lnTo>
                    <a:pt x="426" y="77534"/>
                  </a:lnTo>
                  <a:lnTo>
                    <a:pt x="535" y="78048"/>
                  </a:lnTo>
                  <a:lnTo>
                    <a:pt x="663" y="78562"/>
                  </a:lnTo>
                  <a:lnTo>
                    <a:pt x="812" y="79066"/>
                  </a:lnTo>
                  <a:lnTo>
                    <a:pt x="960" y="79560"/>
                  </a:lnTo>
                  <a:lnTo>
                    <a:pt x="1128" y="80054"/>
                  </a:lnTo>
                  <a:lnTo>
                    <a:pt x="1316" y="80539"/>
                  </a:lnTo>
                  <a:lnTo>
                    <a:pt x="1503" y="81023"/>
                  </a:lnTo>
                  <a:lnTo>
                    <a:pt x="1711" y="81507"/>
                  </a:lnTo>
                  <a:lnTo>
                    <a:pt x="1928" y="81982"/>
                  </a:lnTo>
                  <a:lnTo>
                    <a:pt x="2156" y="82447"/>
                  </a:lnTo>
                  <a:lnTo>
                    <a:pt x="2403" y="82901"/>
                  </a:lnTo>
                  <a:lnTo>
                    <a:pt x="2650" y="83356"/>
                  </a:lnTo>
                  <a:lnTo>
                    <a:pt x="2917" y="83801"/>
                  </a:lnTo>
                  <a:lnTo>
                    <a:pt x="3194" y="84245"/>
                  </a:lnTo>
                  <a:lnTo>
                    <a:pt x="3480" y="84671"/>
                  </a:lnTo>
                  <a:lnTo>
                    <a:pt x="3777" y="85096"/>
                  </a:lnTo>
                  <a:lnTo>
                    <a:pt x="4093" y="85511"/>
                  </a:lnTo>
                  <a:lnTo>
                    <a:pt x="4409" y="85926"/>
                  </a:lnTo>
                  <a:lnTo>
                    <a:pt x="4746" y="86321"/>
                  </a:lnTo>
                  <a:lnTo>
                    <a:pt x="5082" y="86717"/>
                  </a:lnTo>
                  <a:lnTo>
                    <a:pt x="5437" y="87092"/>
                  </a:lnTo>
                  <a:lnTo>
                    <a:pt x="5803" y="87468"/>
                  </a:lnTo>
                  <a:lnTo>
                    <a:pt x="6169" y="87834"/>
                  </a:lnTo>
                  <a:lnTo>
                    <a:pt x="6554" y="88189"/>
                  </a:lnTo>
                  <a:lnTo>
                    <a:pt x="6950" y="88535"/>
                  </a:lnTo>
                  <a:lnTo>
                    <a:pt x="7345" y="88871"/>
                  </a:lnTo>
                  <a:lnTo>
                    <a:pt x="7760" y="89198"/>
                  </a:lnTo>
                  <a:lnTo>
                    <a:pt x="8185" y="89504"/>
                  </a:lnTo>
                  <a:lnTo>
                    <a:pt x="8610" y="89810"/>
                  </a:lnTo>
                  <a:lnTo>
                    <a:pt x="9045" y="90107"/>
                  </a:lnTo>
                  <a:lnTo>
                    <a:pt x="9500" y="90384"/>
                  </a:lnTo>
                  <a:lnTo>
                    <a:pt x="9955" y="90660"/>
                  </a:lnTo>
                  <a:lnTo>
                    <a:pt x="10419" y="90917"/>
                  </a:lnTo>
                  <a:lnTo>
                    <a:pt x="10894" y="91165"/>
                  </a:lnTo>
                  <a:lnTo>
                    <a:pt x="11368" y="91392"/>
                  </a:lnTo>
                  <a:lnTo>
                    <a:pt x="11862" y="91619"/>
                  </a:lnTo>
                  <a:lnTo>
                    <a:pt x="12356" y="91827"/>
                  </a:lnTo>
                  <a:lnTo>
                    <a:pt x="12861" y="92025"/>
                  </a:lnTo>
                  <a:lnTo>
                    <a:pt x="13375" y="92202"/>
                  </a:lnTo>
                  <a:lnTo>
                    <a:pt x="13889" y="92370"/>
                  </a:lnTo>
                  <a:lnTo>
                    <a:pt x="14422" y="92529"/>
                  </a:lnTo>
                  <a:lnTo>
                    <a:pt x="14956" y="92667"/>
                  </a:lnTo>
                  <a:lnTo>
                    <a:pt x="15490" y="92796"/>
                  </a:lnTo>
                  <a:lnTo>
                    <a:pt x="16043" y="92914"/>
                  </a:lnTo>
                  <a:lnTo>
                    <a:pt x="16597" y="93013"/>
                  </a:lnTo>
                  <a:lnTo>
                    <a:pt x="17150" y="93092"/>
                  </a:lnTo>
                  <a:lnTo>
                    <a:pt x="78374" y="101385"/>
                  </a:lnTo>
                  <a:lnTo>
                    <a:pt x="78374" y="101385"/>
                  </a:lnTo>
                  <a:lnTo>
                    <a:pt x="78938" y="101454"/>
                  </a:lnTo>
                  <a:lnTo>
                    <a:pt x="79501" y="101504"/>
                  </a:lnTo>
                  <a:lnTo>
                    <a:pt x="80055" y="101543"/>
                  </a:lnTo>
                  <a:lnTo>
                    <a:pt x="80608" y="101563"/>
                  </a:lnTo>
                  <a:lnTo>
                    <a:pt x="81162" y="101563"/>
                  </a:lnTo>
                  <a:lnTo>
                    <a:pt x="81715" y="101553"/>
                  </a:lnTo>
                  <a:lnTo>
                    <a:pt x="82259" y="101533"/>
                  </a:lnTo>
                  <a:lnTo>
                    <a:pt x="82803" y="101494"/>
                  </a:lnTo>
                  <a:lnTo>
                    <a:pt x="83336" y="101435"/>
                  </a:lnTo>
                  <a:lnTo>
                    <a:pt x="83870" y="101365"/>
                  </a:lnTo>
                  <a:lnTo>
                    <a:pt x="84404" y="101286"/>
                  </a:lnTo>
                  <a:lnTo>
                    <a:pt x="84928" y="101187"/>
                  </a:lnTo>
                  <a:lnTo>
                    <a:pt x="85452" y="101069"/>
                  </a:lnTo>
                  <a:lnTo>
                    <a:pt x="85966" y="100950"/>
                  </a:lnTo>
                  <a:lnTo>
                    <a:pt x="86480" y="100812"/>
                  </a:lnTo>
                  <a:lnTo>
                    <a:pt x="86984" y="100654"/>
                  </a:lnTo>
                  <a:lnTo>
                    <a:pt x="87488" y="100486"/>
                  </a:lnTo>
                  <a:lnTo>
                    <a:pt x="87982" y="100308"/>
                  </a:lnTo>
                  <a:lnTo>
                    <a:pt x="88466" y="100120"/>
                  </a:lnTo>
                  <a:lnTo>
                    <a:pt x="88951" y="99912"/>
                  </a:lnTo>
                  <a:lnTo>
                    <a:pt x="89425" y="99705"/>
                  </a:lnTo>
                  <a:lnTo>
                    <a:pt x="89900" y="99468"/>
                  </a:lnTo>
                  <a:lnTo>
                    <a:pt x="90364" y="99230"/>
                  </a:lnTo>
                  <a:lnTo>
                    <a:pt x="90819" y="98983"/>
                  </a:lnTo>
                  <a:lnTo>
                    <a:pt x="91264" y="98716"/>
                  </a:lnTo>
                  <a:lnTo>
                    <a:pt x="91709" y="98440"/>
                  </a:lnTo>
                  <a:lnTo>
                    <a:pt x="92143" y="98153"/>
                  </a:lnTo>
                  <a:lnTo>
                    <a:pt x="92569" y="97856"/>
                  </a:lnTo>
                  <a:lnTo>
                    <a:pt x="92984" y="97550"/>
                  </a:lnTo>
                  <a:lnTo>
                    <a:pt x="93399" y="97224"/>
                  </a:lnTo>
                  <a:lnTo>
                    <a:pt x="93794" y="96898"/>
                  </a:lnTo>
                  <a:lnTo>
                    <a:pt x="94190" y="96561"/>
                  </a:lnTo>
                  <a:lnTo>
                    <a:pt x="94575" y="96206"/>
                  </a:lnTo>
                  <a:lnTo>
                    <a:pt x="94951" y="95850"/>
                  </a:lnTo>
                  <a:lnTo>
                    <a:pt x="95316" y="95484"/>
                  </a:lnTo>
                  <a:lnTo>
                    <a:pt x="95662" y="95099"/>
                  </a:lnTo>
                  <a:lnTo>
                    <a:pt x="96008" y="94713"/>
                  </a:lnTo>
                  <a:lnTo>
                    <a:pt x="96344" y="94318"/>
                  </a:lnTo>
                  <a:lnTo>
                    <a:pt x="96671" y="93912"/>
                  </a:lnTo>
                  <a:lnTo>
                    <a:pt x="96987" y="93497"/>
                  </a:lnTo>
                  <a:lnTo>
                    <a:pt x="97293" y="93072"/>
                  </a:lnTo>
                  <a:lnTo>
                    <a:pt x="97580" y="92637"/>
                  </a:lnTo>
                  <a:lnTo>
                    <a:pt x="97867" y="92202"/>
                  </a:lnTo>
                  <a:lnTo>
                    <a:pt x="98133" y="91748"/>
                  </a:lnTo>
                  <a:lnTo>
                    <a:pt x="98400" y="91293"/>
                  </a:lnTo>
                  <a:lnTo>
                    <a:pt x="98647" y="90829"/>
                  </a:lnTo>
                  <a:lnTo>
                    <a:pt x="98875" y="90364"/>
                  </a:lnTo>
                  <a:lnTo>
                    <a:pt x="99102" y="89880"/>
                  </a:lnTo>
                  <a:lnTo>
                    <a:pt x="99310" y="89395"/>
                  </a:lnTo>
                  <a:lnTo>
                    <a:pt x="99507" y="88911"/>
                  </a:lnTo>
                  <a:lnTo>
                    <a:pt x="99695" y="88407"/>
                  </a:lnTo>
                  <a:lnTo>
                    <a:pt x="99863" y="87903"/>
                  </a:lnTo>
                  <a:lnTo>
                    <a:pt x="100021" y="87399"/>
                  </a:lnTo>
                  <a:lnTo>
                    <a:pt x="100170" y="86875"/>
                  </a:lnTo>
                  <a:lnTo>
                    <a:pt x="100298" y="86351"/>
                  </a:lnTo>
                  <a:lnTo>
                    <a:pt x="100417" y="85827"/>
                  </a:lnTo>
                  <a:lnTo>
                    <a:pt x="100525" y="85293"/>
                  </a:lnTo>
                  <a:lnTo>
                    <a:pt x="100614" y="84750"/>
                  </a:lnTo>
                  <a:lnTo>
                    <a:pt x="100684" y="84206"/>
                  </a:lnTo>
                  <a:lnTo>
                    <a:pt x="100743" y="83662"/>
                  </a:lnTo>
                  <a:lnTo>
                    <a:pt x="100792" y="83109"/>
                  </a:lnTo>
                  <a:lnTo>
                    <a:pt x="100822" y="82545"/>
                  </a:lnTo>
                  <a:lnTo>
                    <a:pt x="100832" y="81982"/>
                  </a:lnTo>
                  <a:lnTo>
                    <a:pt x="100832" y="81419"/>
                  </a:lnTo>
                  <a:lnTo>
                    <a:pt x="99715" y="17219"/>
                  </a:lnTo>
                  <a:lnTo>
                    <a:pt x="99715" y="17219"/>
                  </a:lnTo>
                  <a:lnTo>
                    <a:pt x="99191" y="16844"/>
                  </a:lnTo>
                  <a:lnTo>
                    <a:pt x="98549" y="16409"/>
                  </a:lnTo>
                  <a:lnTo>
                    <a:pt x="97669" y="15816"/>
                  </a:lnTo>
                  <a:lnTo>
                    <a:pt x="96562" y="15104"/>
                  </a:lnTo>
                  <a:lnTo>
                    <a:pt x="95929" y="14708"/>
                  </a:lnTo>
                  <a:lnTo>
                    <a:pt x="95237" y="14283"/>
                  </a:lnTo>
                  <a:lnTo>
                    <a:pt x="94496" y="13829"/>
                  </a:lnTo>
                  <a:lnTo>
                    <a:pt x="93695" y="13354"/>
                  </a:lnTo>
                  <a:lnTo>
                    <a:pt x="92855" y="12870"/>
                  </a:lnTo>
                  <a:lnTo>
                    <a:pt x="91966" y="12366"/>
                  </a:lnTo>
                  <a:lnTo>
                    <a:pt x="91027" y="11842"/>
                  </a:lnTo>
                  <a:lnTo>
                    <a:pt x="90038" y="11308"/>
                  </a:lnTo>
                  <a:lnTo>
                    <a:pt x="89010" y="10765"/>
                  </a:lnTo>
                  <a:lnTo>
                    <a:pt x="87943" y="10211"/>
                  </a:lnTo>
                  <a:lnTo>
                    <a:pt x="86836" y="9648"/>
                  </a:lnTo>
                  <a:lnTo>
                    <a:pt x="85679" y="9084"/>
                  </a:lnTo>
                  <a:lnTo>
                    <a:pt x="84483" y="8521"/>
                  </a:lnTo>
                  <a:lnTo>
                    <a:pt x="83257" y="7957"/>
                  </a:lnTo>
                  <a:lnTo>
                    <a:pt x="81992" y="7394"/>
                  </a:lnTo>
                  <a:lnTo>
                    <a:pt x="80687" y="6840"/>
                  </a:lnTo>
                  <a:lnTo>
                    <a:pt x="79353" y="6287"/>
                  </a:lnTo>
                  <a:lnTo>
                    <a:pt x="77979" y="5743"/>
                  </a:lnTo>
                  <a:lnTo>
                    <a:pt x="76585" y="5219"/>
                  </a:lnTo>
                  <a:lnTo>
                    <a:pt x="75874" y="4953"/>
                  </a:lnTo>
                  <a:lnTo>
                    <a:pt x="75152" y="4696"/>
                  </a:lnTo>
                  <a:lnTo>
                    <a:pt x="74421" y="4448"/>
                  </a:lnTo>
                  <a:lnTo>
                    <a:pt x="73689" y="4201"/>
                  </a:lnTo>
                  <a:lnTo>
                    <a:pt x="72948" y="3954"/>
                  </a:lnTo>
                  <a:lnTo>
                    <a:pt x="72207" y="3717"/>
                  </a:lnTo>
                  <a:lnTo>
                    <a:pt x="71446" y="3480"/>
                  </a:lnTo>
                  <a:lnTo>
                    <a:pt x="70684" y="3252"/>
                  </a:lnTo>
                  <a:lnTo>
                    <a:pt x="69923" y="3025"/>
                  </a:lnTo>
                  <a:lnTo>
                    <a:pt x="69152" y="2808"/>
                  </a:lnTo>
                  <a:lnTo>
                    <a:pt x="68371" y="2590"/>
                  </a:lnTo>
                  <a:lnTo>
                    <a:pt x="67591" y="2392"/>
                  </a:lnTo>
                  <a:lnTo>
                    <a:pt x="66800" y="2185"/>
                  </a:lnTo>
                  <a:lnTo>
                    <a:pt x="65999" y="1997"/>
                  </a:lnTo>
                  <a:lnTo>
                    <a:pt x="65199" y="1809"/>
                  </a:lnTo>
                  <a:lnTo>
                    <a:pt x="64398" y="1631"/>
                  </a:lnTo>
                  <a:lnTo>
                    <a:pt x="63587" y="1463"/>
                  </a:lnTo>
                  <a:lnTo>
                    <a:pt x="62767" y="1305"/>
                  </a:lnTo>
                  <a:lnTo>
                    <a:pt x="61947" y="1147"/>
                  </a:lnTo>
                  <a:lnTo>
                    <a:pt x="61126" y="999"/>
                  </a:lnTo>
                  <a:lnTo>
                    <a:pt x="60296" y="860"/>
                  </a:lnTo>
                  <a:lnTo>
                    <a:pt x="59466" y="732"/>
                  </a:lnTo>
                  <a:lnTo>
                    <a:pt x="58625" y="613"/>
                  </a:lnTo>
                  <a:lnTo>
                    <a:pt x="57785" y="505"/>
                  </a:lnTo>
                  <a:lnTo>
                    <a:pt x="56945" y="406"/>
                  </a:lnTo>
                  <a:lnTo>
                    <a:pt x="56095" y="317"/>
                  </a:lnTo>
                  <a:lnTo>
                    <a:pt x="55245" y="238"/>
                  </a:lnTo>
                  <a:lnTo>
                    <a:pt x="54385" y="178"/>
                  </a:lnTo>
                  <a:lnTo>
                    <a:pt x="53525" y="119"/>
                  </a:lnTo>
                  <a:lnTo>
                    <a:pt x="52665" y="70"/>
                  </a:lnTo>
                  <a:lnTo>
                    <a:pt x="51805" y="40"/>
                  </a:lnTo>
                  <a:lnTo>
                    <a:pt x="50935" y="10"/>
                  </a:lnTo>
                  <a:lnTo>
                    <a:pt x="50066" y="0"/>
                  </a:lnTo>
                  <a:lnTo>
                    <a:pt x="49196" y="0"/>
                  </a:lnTo>
                  <a:lnTo>
                    <a:pt x="48326" y="20"/>
                  </a:lnTo>
                  <a:lnTo>
                    <a:pt x="47446" y="40"/>
                  </a:lnTo>
                  <a:lnTo>
                    <a:pt x="46576" y="80"/>
                  </a:lnTo>
                  <a:lnTo>
                    <a:pt x="45697" y="139"/>
                  </a:lnTo>
                  <a:lnTo>
                    <a:pt x="44817" y="208"/>
                  </a:lnTo>
                  <a:lnTo>
                    <a:pt x="43937" y="287"/>
                  </a:lnTo>
                  <a:lnTo>
                    <a:pt x="43057" y="376"/>
                  </a:lnTo>
                  <a:lnTo>
                    <a:pt x="42168" y="485"/>
                  </a:lnTo>
                  <a:lnTo>
                    <a:pt x="41288" y="613"/>
                  </a:lnTo>
                  <a:lnTo>
                    <a:pt x="40399" y="752"/>
                  </a:lnTo>
                  <a:lnTo>
                    <a:pt x="39519" y="900"/>
                  </a:lnTo>
                  <a:lnTo>
                    <a:pt x="38629" y="1078"/>
                  </a:lnTo>
                  <a:lnTo>
                    <a:pt x="37750" y="1256"/>
                  </a:lnTo>
                  <a:lnTo>
                    <a:pt x="36860" y="1463"/>
                  </a:lnTo>
                  <a:lnTo>
                    <a:pt x="35980" y="1681"/>
                  </a:lnTo>
                  <a:lnTo>
                    <a:pt x="35091" y="1908"/>
                  </a:lnTo>
                  <a:lnTo>
                    <a:pt x="34211" y="2165"/>
                  </a:lnTo>
                  <a:lnTo>
                    <a:pt x="33321" y="2432"/>
                  </a:lnTo>
                  <a:lnTo>
                    <a:pt x="32442" y="2719"/>
                  </a:lnTo>
                  <a:lnTo>
                    <a:pt x="31562" y="3025"/>
                  </a:lnTo>
                  <a:lnTo>
                    <a:pt x="30672" y="3341"/>
                  </a:lnTo>
                  <a:lnTo>
                    <a:pt x="29793" y="3687"/>
                  </a:lnTo>
                  <a:lnTo>
                    <a:pt x="28923" y="4043"/>
                  </a:lnTo>
                  <a:lnTo>
                    <a:pt x="28043" y="4419"/>
                  </a:lnTo>
                  <a:lnTo>
                    <a:pt x="27163" y="4814"/>
                  </a:lnTo>
                  <a:lnTo>
                    <a:pt x="26294" y="5229"/>
                  </a:lnTo>
                  <a:lnTo>
                    <a:pt x="25424" y="5664"/>
                  </a:lnTo>
                  <a:lnTo>
                    <a:pt x="24554" y="6119"/>
                  </a:lnTo>
                  <a:lnTo>
                    <a:pt x="23684" y="6593"/>
                  </a:lnTo>
                  <a:lnTo>
                    <a:pt x="22824" y="7088"/>
                  </a:lnTo>
                  <a:lnTo>
                    <a:pt x="21964" y="7602"/>
                  </a:lnTo>
                  <a:lnTo>
                    <a:pt x="21104" y="8135"/>
                  </a:lnTo>
                  <a:lnTo>
                    <a:pt x="20244" y="8699"/>
                  </a:lnTo>
                  <a:lnTo>
                    <a:pt x="19394" y="9272"/>
                  </a:lnTo>
                  <a:lnTo>
                    <a:pt x="18544" y="9875"/>
                  </a:lnTo>
                  <a:lnTo>
                    <a:pt x="17704" y="1049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3192700" y="2705750"/>
              <a:ext cx="2303575" cy="931650"/>
            </a:xfrm>
            <a:custGeom>
              <a:rect b="b" l="l" r="r" t="t"/>
              <a:pathLst>
                <a:path extrusionOk="0" h="37266" w="92143">
                  <a:moveTo>
                    <a:pt x="29505" y="1"/>
                  </a:moveTo>
                  <a:lnTo>
                    <a:pt x="28151" y="11"/>
                  </a:lnTo>
                  <a:lnTo>
                    <a:pt x="26777" y="40"/>
                  </a:lnTo>
                  <a:lnTo>
                    <a:pt x="25403" y="70"/>
                  </a:lnTo>
                  <a:lnTo>
                    <a:pt x="24029" y="120"/>
                  </a:lnTo>
                  <a:lnTo>
                    <a:pt x="10231" y="120"/>
                  </a:lnTo>
                  <a:lnTo>
                    <a:pt x="9835" y="129"/>
                  </a:lnTo>
                  <a:lnTo>
                    <a:pt x="9450" y="159"/>
                  </a:lnTo>
                  <a:lnTo>
                    <a:pt x="9064" y="199"/>
                  </a:lnTo>
                  <a:lnTo>
                    <a:pt x="8689" y="268"/>
                  </a:lnTo>
                  <a:lnTo>
                    <a:pt x="8313" y="347"/>
                  </a:lnTo>
                  <a:lnTo>
                    <a:pt x="7947" y="436"/>
                  </a:lnTo>
                  <a:lnTo>
                    <a:pt x="7591" y="554"/>
                  </a:lnTo>
                  <a:lnTo>
                    <a:pt x="7236" y="683"/>
                  </a:lnTo>
                  <a:lnTo>
                    <a:pt x="6890" y="821"/>
                  </a:lnTo>
                  <a:lnTo>
                    <a:pt x="6554" y="980"/>
                  </a:lnTo>
                  <a:lnTo>
                    <a:pt x="6218" y="1148"/>
                  </a:lnTo>
                  <a:lnTo>
                    <a:pt x="5901" y="1335"/>
                  </a:lnTo>
                  <a:lnTo>
                    <a:pt x="5585" y="1543"/>
                  </a:lnTo>
                  <a:lnTo>
                    <a:pt x="5288" y="1751"/>
                  </a:lnTo>
                  <a:lnTo>
                    <a:pt x="4992" y="1978"/>
                  </a:lnTo>
                  <a:lnTo>
                    <a:pt x="4715" y="2225"/>
                  </a:lnTo>
                  <a:lnTo>
                    <a:pt x="4438" y="2472"/>
                  </a:lnTo>
                  <a:lnTo>
                    <a:pt x="4181" y="2739"/>
                  </a:lnTo>
                  <a:lnTo>
                    <a:pt x="3934" y="3016"/>
                  </a:lnTo>
                  <a:lnTo>
                    <a:pt x="3697" y="3292"/>
                  </a:lnTo>
                  <a:lnTo>
                    <a:pt x="3480" y="3599"/>
                  </a:lnTo>
                  <a:lnTo>
                    <a:pt x="3262" y="3905"/>
                  </a:lnTo>
                  <a:lnTo>
                    <a:pt x="3064" y="4222"/>
                  </a:lnTo>
                  <a:lnTo>
                    <a:pt x="2886" y="4548"/>
                  </a:lnTo>
                  <a:lnTo>
                    <a:pt x="2718" y="4884"/>
                  </a:lnTo>
                  <a:lnTo>
                    <a:pt x="2560" y="5230"/>
                  </a:lnTo>
                  <a:lnTo>
                    <a:pt x="2432" y="5576"/>
                  </a:lnTo>
                  <a:lnTo>
                    <a:pt x="2303" y="5942"/>
                  </a:lnTo>
                  <a:lnTo>
                    <a:pt x="2195" y="6307"/>
                  </a:lnTo>
                  <a:lnTo>
                    <a:pt x="2106" y="6683"/>
                  </a:lnTo>
                  <a:lnTo>
                    <a:pt x="2036" y="7068"/>
                  </a:lnTo>
                  <a:lnTo>
                    <a:pt x="1987" y="7454"/>
                  </a:lnTo>
                  <a:lnTo>
                    <a:pt x="0" y="24307"/>
                  </a:lnTo>
                  <a:lnTo>
                    <a:pt x="277" y="24188"/>
                  </a:lnTo>
                  <a:lnTo>
                    <a:pt x="633" y="24060"/>
                  </a:lnTo>
                  <a:lnTo>
                    <a:pt x="1127" y="23892"/>
                  </a:lnTo>
                  <a:lnTo>
                    <a:pt x="1779" y="23704"/>
                  </a:lnTo>
                  <a:lnTo>
                    <a:pt x="2165" y="23595"/>
                  </a:lnTo>
                  <a:lnTo>
                    <a:pt x="2580" y="23486"/>
                  </a:lnTo>
                  <a:lnTo>
                    <a:pt x="3045" y="23368"/>
                  </a:lnTo>
                  <a:lnTo>
                    <a:pt x="3549" y="23249"/>
                  </a:lnTo>
                  <a:lnTo>
                    <a:pt x="4083" y="23131"/>
                  </a:lnTo>
                  <a:lnTo>
                    <a:pt x="4666" y="23022"/>
                  </a:lnTo>
                  <a:lnTo>
                    <a:pt x="5288" y="22903"/>
                  </a:lnTo>
                  <a:lnTo>
                    <a:pt x="5951" y="22785"/>
                  </a:lnTo>
                  <a:lnTo>
                    <a:pt x="6652" y="22676"/>
                  </a:lnTo>
                  <a:lnTo>
                    <a:pt x="7394" y="22567"/>
                  </a:lnTo>
                  <a:lnTo>
                    <a:pt x="8185" y="22468"/>
                  </a:lnTo>
                  <a:lnTo>
                    <a:pt x="9015" y="22369"/>
                  </a:lnTo>
                  <a:lnTo>
                    <a:pt x="9895" y="22280"/>
                  </a:lnTo>
                  <a:lnTo>
                    <a:pt x="10814" y="22192"/>
                  </a:lnTo>
                  <a:lnTo>
                    <a:pt x="11773" y="22122"/>
                  </a:lnTo>
                  <a:lnTo>
                    <a:pt x="12781" y="22063"/>
                  </a:lnTo>
                  <a:lnTo>
                    <a:pt x="13829" y="22004"/>
                  </a:lnTo>
                  <a:lnTo>
                    <a:pt x="14926" y="21964"/>
                  </a:lnTo>
                  <a:lnTo>
                    <a:pt x="16072" y="21944"/>
                  </a:lnTo>
                  <a:lnTo>
                    <a:pt x="17258" y="21935"/>
                  </a:lnTo>
                  <a:lnTo>
                    <a:pt x="18494" y="21935"/>
                  </a:lnTo>
                  <a:lnTo>
                    <a:pt x="19779" y="21954"/>
                  </a:lnTo>
                  <a:lnTo>
                    <a:pt x="21103" y="21994"/>
                  </a:lnTo>
                  <a:lnTo>
                    <a:pt x="22487" y="22043"/>
                  </a:lnTo>
                  <a:lnTo>
                    <a:pt x="23911" y="22122"/>
                  </a:lnTo>
                  <a:lnTo>
                    <a:pt x="25383" y="22211"/>
                  </a:lnTo>
                  <a:lnTo>
                    <a:pt x="26906" y="22330"/>
                  </a:lnTo>
                  <a:lnTo>
                    <a:pt x="28477" y="22468"/>
                  </a:lnTo>
                  <a:lnTo>
                    <a:pt x="30098" y="22626"/>
                  </a:lnTo>
                  <a:lnTo>
                    <a:pt x="31779" y="22814"/>
                  </a:lnTo>
                  <a:lnTo>
                    <a:pt x="33499" y="23022"/>
                  </a:lnTo>
                  <a:lnTo>
                    <a:pt x="35268" y="23259"/>
                  </a:lnTo>
                  <a:lnTo>
                    <a:pt x="37096" y="23526"/>
                  </a:lnTo>
                  <a:lnTo>
                    <a:pt x="38974" y="23822"/>
                  </a:lnTo>
                  <a:lnTo>
                    <a:pt x="40902" y="24149"/>
                  </a:lnTo>
                  <a:lnTo>
                    <a:pt x="42889" y="24504"/>
                  </a:lnTo>
                  <a:lnTo>
                    <a:pt x="44925" y="24890"/>
                  </a:lnTo>
                  <a:lnTo>
                    <a:pt x="47011" y="25305"/>
                  </a:lnTo>
                  <a:lnTo>
                    <a:pt x="49155" y="25760"/>
                  </a:lnTo>
                  <a:lnTo>
                    <a:pt x="51350" y="26244"/>
                  </a:lnTo>
                  <a:lnTo>
                    <a:pt x="53603" y="26768"/>
                  </a:lnTo>
                  <a:lnTo>
                    <a:pt x="55906" y="27322"/>
                  </a:lnTo>
                  <a:lnTo>
                    <a:pt x="58269" y="27924"/>
                  </a:lnTo>
                  <a:lnTo>
                    <a:pt x="59475" y="28231"/>
                  </a:lnTo>
                  <a:lnTo>
                    <a:pt x="60691" y="28557"/>
                  </a:lnTo>
                  <a:lnTo>
                    <a:pt x="61916" y="28883"/>
                  </a:lnTo>
                  <a:lnTo>
                    <a:pt x="63162" y="29229"/>
                  </a:lnTo>
                  <a:lnTo>
                    <a:pt x="64427" y="29585"/>
                  </a:lnTo>
                  <a:lnTo>
                    <a:pt x="65692" y="29951"/>
                  </a:lnTo>
                  <a:lnTo>
                    <a:pt x="66987" y="30317"/>
                  </a:lnTo>
                  <a:lnTo>
                    <a:pt x="68282" y="30702"/>
                  </a:lnTo>
                  <a:lnTo>
                    <a:pt x="69596" y="31097"/>
                  </a:lnTo>
                  <a:lnTo>
                    <a:pt x="70931" y="31503"/>
                  </a:lnTo>
                  <a:lnTo>
                    <a:pt x="72275" y="31918"/>
                  </a:lnTo>
                  <a:lnTo>
                    <a:pt x="73629" y="32353"/>
                  </a:lnTo>
                  <a:lnTo>
                    <a:pt x="75003" y="32788"/>
                  </a:lnTo>
                  <a:lnTo>
                    <a:pt x="76397" y="33242"/>
                  </a:lnTo>
                  <a:lnTo>
                    <a:pt x="77800" y="33697"/>
                  </a:lnTo>
                  <a:lnTo>
                    <a:pt x="79214" y="34171"/>
                  </a:lnTo>
                  <a:lnTo>
                    <a:pt x="80647" y="34656"/>
                  </a:lnTo>
                  <a:lnTo>
                    <a:pt x="82100" y="35160"/>
                  </a:lnTo>
                  <a:lnTo>
                    <a:pt x="83563" y="35664"/>
                  </a:lnTo>
                  <a:lnTo>
                    <a:pt x="85036" y="36188"/>
                  </a:lnTo>
                  <a:lnTo>
                    <a:pt x="86528" y="36722"/>
                  </a:lnTo>
                  <a:lnTo>
                    <a:pt x="88041" y="37265"/>
                  </a:lnTo>
                  <a:lnTo>
                    <a:pt x="91975" y="19256"/>
                  </a:lnTo>
                  <a:lnTo>
                    <a:pt x="92034" y="18930"/>
                  </a:lnTo>
                  <a:lnTo>
                    <a:pt x="92083" y="18603"/>
                  </a:lnTo>
                  <a:lnTo>
                    <a:pt x="92123" y="18277"/>
                  </a:lnTo>
                  <a:lnTo>
                    <a:pt x="92143" y="17951"/>
                  </a:lnTo>
                  <a:lnTo>
                    <a:pt x="92143" y="17625"/>
                  </a:lnTo>
                  <a:lnTo>
                    <a:pt x="92133" y="17299"/>
                  </a:lnTo>
                  <a:lnTo>
                    <a:pt x="92113" y="16982"/>
                  </a:lnTo>
                  <a:lnTo>
                    <a:pt x="92074" y="16666"/>
                  </a:lnTo>
                  <a:lnTo>
                    <a:pt x="92024" y="16350"/>
                  </a:lnTo>
                  <a:lnTo>
                    <a:pt x="91955" y="16034"/>
                  </a:lnTo>
                  <a:lnTo>
                    <a:pt x="91876" y="15727"/>
                  </a:lnTo>
                  <a:lnTo>
                    <a:pt x="91787" y="15431"/>
                  </a:lnTo>
                  <a:lnTo>
                    <a:pt x="91678" y="15124"/>
                  </a:lnTo>
                  <a:lnTo>
                    <a:pt x="91569" y="14837"/>
                  </a:lnTo>
                  <a:lnTo>
                    <a:pt x="91441" y="14551"/>
                  </a:lnTo>
                  <a:lnTo>
                    <a:pt x="91293" y="14264"/>
                  </a:lnTo>
                  <a:lnTo>
                    <a:pt x="91144" y="13987"/>
                  </a:lnTo>
                  <a:lnTo>
                    <a:pt x="90976" y="13721"/>
                  </a:lnTo>
                  <a:lnTo>
                    <a:pt x="90798" y="13454"/>
                  </a:lnTo>
                  <a:lnTo>
                    <a:pt x="90611" y="13207"/>
                  </a:lnTo>
                  <a:lnTo>
                    <a:pt x="90413" y="12959"/>
                  </a:lnTo>
                  <a:lnTo>
                    <a:pt x="90205" y="12722"/>
                  </a:lnTo>
                  <a:lnTo>
                    <a:pt x="89988" y="12485"/>
                  </a:lnTo>
                  <a:lnTo>
                    <a:pt x="89751" y="12268"/>
                  </a:lnTo>
                  <a:lnTo>
                    <a:pt x="89513" y="12060"/>
                  </a:lnTo>
                  <a:lnTo>
                    <a:pt x="89266" y="11862"/>
                  </a:lnTo>
                  <a:lnTo>
                    <a:pt x="88999" y="11665"/>
                  </a:lnTo>
                  <a:lnTo>
                    <a:pt x="88733" y="11487"/>
                  </a:lnTo>
                  <a:lnTo>
                    <a:pt x="88456" y="11319"/>
                  </a:lnTo>
                  <a:lnTo>
                    <a:pt x="88159" y="11160"/>
                  </a:lnTo>
                  <a:lnTo>
                    <a:pt x="87863" y="11022"/>
                  </a:lnTo>
                  <a:lnTo>
                    <a:pt x="87556" y="10894"/>
                  </a:lnTo>
                  <a:lnTo>
                    <a:pt x="86548" y="10488"/>
                  </a:lnTo>
                  <a:lnTo>
                    <a:pt x="85461" y="10073"/>
                  </a:lnTo>
                  <a:lnTo>
                    <a:pt x="84304" y="9628"/>
                  </a:lnTo>
                  <a:lnTo>
                    <a:pt x="83069" y="9184"/>
                  </a:lnTo>
                  <a:lnTo>
                    <a:pt x="81764" y="8719"/>
                  </a:lnTo>
                  <a:lnTo>
                    <a:pt x="80390" y="8245"/>
                  </a:lnTo>
                  <a:lnTo>
                    <a:pt x="78947" y="7770"/>
                  </a:lnTo>
                  <a:lnTo>
                    <a:pt x="77425" y="7286"/>
                  </a:lnTo>
                  <a:lnTo>
                    <a:pt x="75843" y="6801"/>
                  </a:lnTo>
                  <a:lnTo>
                    <a:pt x="74203" y="6307"/>
                  </a:lnTo>
                  <a:lnTo>
                    <a:pt x="72483" y="5823"/>
                  </a:lnTo>
                  <a:lnTo>
                    <a:pt x="70713" y="5348"/>
                  </a:lnTo>
                  <a:lnTo>
                    <a:pt x="68875" y="4874"/>
                  </a:lnTo>
                  <a:lnTo>
                    <a:pt x="67936" y="4637"/>
                  </a:lnTo>
                  <a:lnTo>
                    <a:pt x="66977" y="4400"/>
                  </a:lnTo>
                  <a:lnTo>
                    <a:pt x="66008" y="4172"/>
                  </a:lnTo>
                  <a:lnTo>
                    <a:pt x="65020" y="3945"/>
                  </a:lnTo>
                  <a:lnTo>
                    <a:pt x="64022" y="3727"/>
                  </a:lnTo>
                  <a:lnTo>
                    <a:pt x="63013" y="3510"/>
                  </a:lnTo>
                  <a:lnTo>
                    <a:pt x="61985" y="3292"/>
                  </a:lnTo>
                  <a:lnTo>
                    <a:pt x="60938" y="3085"/>
                  </a:lnTo>
                  <a:lnTo>
                    <a:pt x="59880" y="2877"/>
                  </a:lnTo>
                  <a:lnTo>
                    <a:pt x="58812" y="2670"/>
                  </a:lnTo>
                  <a:lnTo>
                    <a:pt x="57735" y="2472"/>
                  </a:lnTo>
                  <a:lnTo>
                    <a:pt x="56638" y="2284"/>
                  </a:lnTo>
                  <a:lnTo>
                    <a:pt x="55531" y="2096"/>
                  </a:lnTo>
                  <a:lnTo>
                    <a:pt x="54404" y="1919"/>
                  </a:lnTo>
                  <a:lnTo>
                    <a:pt x="53267" y="1741"/>
                  </a:lnTo>
                  <a:lnTo>
                    <a:pt x="52121" y="1573"/>
                  </a:lnTo>
                  <a:lnTo>
                    <a:pt x="50964" y="1414"/>
                  </a:lnTo>
                  <a:lnTo>
                    <a:pt x="49788" y="1266"/>
                  </a:lnTo>
                  <a:lnTo>
                    <a:pt x="48612" y="1118"/>
                  </a:lnTo>
                  <a:lnTo>
                    <a:pt x="47416" y="980"/>
                  </a:lnTo>
                  <a:lnTo>
                    <a:pt x="46200" y="851"/>
                  </a:lnTo>
                  <a:lnTo>
                    <a:pt x="44984" y="723"/>
                  </a:lnTo>
                  <a:lnTo>
                    <a:pt x="43749" y="614"/>
                  </a:lnTo>
                  <a:lnTo>
                    <a:pt x="42513" y="505"/>
                  </a:lnTo>
                  <a:lnTo>
                    <a:pt x="41258" y="416"/>
                  </a:lnTo>
                  <a:lnTo>
                    <a:pt x="39993" y="327"/>
                  </a:lnTo>
                  <a:lnTo>
                    <a:pt x="38717" y="248"/>
                  </a:lnTo>
                  <a:lnTo>
                    <a:pt x="37433" y="179"/>
                  </a:lnTo>
                  <a:lnTo>
                    <a:pt x="36138" y="129"/>
                  </a:lnTo>
                  <a:lnTo>
                    <a:pt x="34833" y="80"/>
                  </a:lnTo>
                  <a:lnTo>
                    <a:pt x="33508" y="40"/>
                  </a:lnTo>
                  <a:lnTo>
                    <a:pt x="32184" y="21"/>
                  </a:lnTo>
                  <a:lnTo>
                    <a:pt x="308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3326125" y="3575850"/>
              <a:ext cx="1539775" cy="1539750"/>
            </a:xfrm>
            <a:custGeom>
              <a:rect b="b" l="l" r="r" t="t"/>
              <a:pathLst>
                <a:path extrusionOk="0" h="61590" w="61591">
                  <a:moveTo>
                    <a:pt x="30573" y="0"/>
                  </a:moveTo>
                  <a:lnTo>
                    <a:pt x="29802" y="10"/>
                  </a:lnTo>
                  <a:lnTo>
                    <a:pt x="29031" y="49"/>
                  </a:lnTo>
                  <a:lnTo>
                    <a:pt x="28270" y="99"/>
                  </a:lnTo>
                  <a:lnTo>
                    <a:pt x="27509" y="168"/>
                  </a:lnTo>
                  <a:lnTo>
                    <a:pt x="26758" y="267"/>
                  </a:lnTo>
                  <a:lnTo>
                    <a:pt x="26007" y="376"/>
                  </a:lnTo>
                  <a:lnTo>
                    <a:pt x="25265" y="494"/>
                  </a:lnTo>
                  <a:lnTo>
                    <a:pt x="24524" y="643"/>
                  </a:lnTo>
                  <a:lnTo>
                    <a:pt x="23783" y="811"/>
                  </a:lnTo>
                  <a:lnTo>
                    <a:pt x="23061" y="989"/>
                  </a:lnTo>
                  <a:lnTo>
                    <a:pt x="22340" y="1186"/>
                  </a:lnTo>
                  <a:lnTo>
                    <a:pt x="21618" y="1404"/>
                  </a:lnTo>
                  <a:lnTo>
                    <a:pt x="20906" y="1631"/>
                  </a:lnTo>
                  <a:lnTo>
                    <a:pt x="20205" y="1878"/>
                  </a:lnTo>
                  <a:lnTo>
                    <a:pt x="19513" y="2145"/>
                  </a:lnTo>
                  <a:lnTo>
                    <a:pt x="18821" y="2432"/>
                  </a:lnTo>
                  <a:lnTo>
                    <a:pt x="18139" y="2728"/>
                  </a:lnTo>
                  <a:lnTo>
                    <a:pt x="17467" y="3044"/>
                  </a:lnTo>
                  <a:lnTo>
                    <a:pt x="16804" y="3371"/>
                  </a:lnTo>
                  <a:lnTo>
                    <a:pt x="16152" y="3717"/>
                  </a:lnTo>
                  <a:lnTo>
                    <a:pt x="15500" y="4082"/>
                  </a:lnTo>
                  <a:lnTo>
                    <a:pt x="14867" y="4458"/>
                  </a:lnTo>
                  <a:lnTo>
                    <a:pt x="14234" y="4843"/>
                  </a:lnTo>
                  <a:lnTo>
                    <a:pt x="13622" y="5249"/>
                  </a:lnTo>
                  <a:lnTo>
                    <a:pt x="13009" y="5674"/>
                  </a:lnTo>
                  <a:lnTo>
                    <a:pt x="12416" y="6109"/>
                  </a:lnTo>
                  <a:lnTo>
                    <a:pt x="11823" y="6553"/>
                  </a:lnTo>
                  <a:lnTo>
                    <a:pt x="11249" y="7018"/>
                  </a:lnTo>
                  <a:lnTo>
                    <a:pt x="10686" y="7492"/>
                  </a:lnTo>
                  <a:lnTo>
                    <a:pt x="10132" y="7987"/>
                  </a:lnTo>
                  <a:lnTo>
                    <a:pt x="9589" y="8481"/>
                  </a:lnTo>
                  <a:lnTo>
                    <a:pt x="9055" y="9005"/>
                  </a:lnTo>
                  <a:lnTo>
                    <a:pt x="8531" y="9529"/>
                  </a:lnTo>
                  <a:lnTo>
                    <a:pt x="8027" y="10072"/>
                  </a:lnTo>
                  <a:lnTo>
                    <a:pt x="7533" y="10626"/>
                  </a:lnTo>
                  <a:lnTo>
                    <a:pt x="7058" y="11189"/>
                  </a:lnTo>
                  <a:lnTo>
                    <a:pt x="6584" y="11772"/>
                  </a:lnTo>
                  <a:lnTo>
                    <a:pt x="6129" y="12365"/>
                  </a:lnTo>
                  <a:lnTo>
                    <a:pt x="5694" y="12959"/>
                  </a:lnTo>
                  <a:lnTo>
                    <a:pt x="5269" y="13571"/>
                  </a:lnTo>
                  <a:lnTo>
                    <a:pt x="4854" y="14204"/>
                  </a:lnTo>
                  <a:lnTo>
                    <a:pt x="4459" y="14837"/>
                  </a:lnTo>
                  <a:lnTo>
                    <a:pt x="4073" y="15479"/>
                  </a:lnTo>
                  <a:lnTo>
                    <a:pt x="3707" y="16141"/>
                  </a:lnTo>
                  <a:lnTo>
                    <a:pt x="3362" y="16804"/>
                  </a:lnTo>
                  <a:lnTo>
                    <a:pt x="3025" y="17486"/>
                  </a:lnTo>
                  <a:lnTo>
                    <a:pt x="2699" y="18168"/>
                  </a:lnTo>
                  <a:lnTo>
                    <a:pt x="2403" y="18869"/>
                  </a:lnTo>
                  <a:lnTo>
                    <a:pt x="2116" y="19571"/>
                  </a:lnTo>
                  <a:lnTo>
                    <a:pt x="1839" y="20293"/>
                  </a:lnTo>
                  <a:lnTo>
                    <a:pt x="1592" y="21014"/>
                  </a:lnTo>
                  <a:lnTo>
                    <a:pt x="1355" y="21756"/>
                  </a:lnTo>
                  <a:lnTo>
                    <a:pt x="1138" y="22497"/>
                  </a:lnTo>
                  <a:lnTo>
                    <a:pt x="940" y="23248"/>
                  </a:lnTo>
                  <a:lnTo>
                    <a:pt x="762" y="24009"/>
                  </a:lnTo>
                  <a:lnTo>
                    <a:pt x="594" y="24770"/>
                  </a:lnTo>
                  <a:lnTo>
                    <a:pt x="446" y="25551"/>
                  </a:lnTo>
                  <a:lnTo>
                    <a:pt x="327" y="26332"/>
                  </a:lnTo>
                  <a:lnTo>
                    <a:pt x="218" y="27123"/>
                  </a:lnTo>
                  <a:lnTo>
                    <a:pt x="139" y="27904"/>
                  </a:lnTo>
                  <a:lnTo>
                    <a:pt x="70" y="28685"/>
                  </a:lnTo>
                  <a:lnTo>
                    <a:pt x="30" y="29466"/>
                  </a:lnTo>
                  <a:lnTo>
                    <a:pt x="1" y="30246"/>
                  </a:lnTo>
                  <a:lnTo>
                    <a:pt x="1" y="31017"/>
                  </a:lnTo>
                  <a:lnTo>
                    <a:pt x="11" y="31788"/>
                  </a:lnTo>
                  <a:lnTo>
                    <a:pt x="50" y="32559"/>
                  </a:lnTo>
                  <a:lnTo>
                    <a:pt x="100" y="33320"/>
                  </a:lnTo>
                  <a:lnTo>
                    <a:pt x="169" y="34082"/>
                  </a:lnTo>
                  <a:lnTo>
                    <a:pt x="268" y="34833"/>
                  </a:lnTo>
                  <a:lnTo>
                    <a:pt x="376" y="35584"/>
                  </a:lnTo>
                  <a:lnTo>
                    <a:pt x="495" y="36335"/>
                  </a:lnTo>
                  <a:lnTo>
                    <a:pt x="643" y="37067"/>
                  </a:lnTo>
                  <a:lnTo>
                    <a:pt x="811" y="37808"/>
                  </a:lnTo>
                  <a:lnTo>
                    <a:pt x="989" y="38530"/>
                  </a:lnTo>
                  <a:lnTo>
                    <a:pt x="1187" y="39261"/>
                  </a:lnTo>
                  <a:lnTo>
                    <a:pt x="1404" y="39973"/>
                  </a:lnTo>
                  <a:lnTo>
                    <a:pt x="1632" y="40684"/>
                  </a:lnTo>
                  <a:lnTo>
                    <a:pt x="1879" y="41386"/>
                  </a:lnTo>
                  <a:lnTo>
                    <a:pt x="2146" y="42078"/>
                  </a:lnTo>
                  <a:lnTo>
                    <a:pt x="2432" y="42770"/>
                  </a:lnTo>
                  <a:lnTo>
                    <a:pt x="2729" y="43452"/>
                  </a:lnTo>
                  <a:lnTo>
                    <a:pt x="3045" y="44124"/>
                  </a:lnTo>
                  <a:lnTo>
                    <a:pt x="3371" y="44786"/>
                  </a:lnTo>
                  <a:lnTo>
                    <a:pt x="3717" y="45439"/>
                  </a:lnTo>
                  <a:lnTo>
                    <a:pt x="4083" y="46091"/>
                  </a:lnTo>
                  <a:lnTo>
                    <a:pt x="4459" y="46724"/>
                  </a:lnTo>
                  <a:lnTo>
                    <a:pt x="4844" y="47356"/>
                  </a:lnTo>
                  <a:lnTo>
                    <a:pt x="5249" y="47969"/>
                  </a:lnTo>
                  <a:lnTo>
                    <a:pt x="5674" y="48582"/>
                  </a:lnTo>
                  <a:lnTo>
                    <a:pt x="6109" y="49175"/>
                  </a:lnTo>
                  <a:lnTo>
                    <a:pt x="6554" y="49768"/>
                  </a:lnTo>
                  <a:lnTo>
                    <a:pt x="7019" y="50341"/>
                  </a:lnTo>
                  <a:lnTo>
                    <a:pt x="7493" y="50905"/>
                  </a:lnTo>
                  <a:lnTo>
                    <a:pt x="7987" y="51458"/>
                  </a:lnTo>
                  <a:lnTo>
                    <a:pt x="8482" y="52002"/>
                  </a:lnTo>
                  <a:lnTo>
                    <a:pt x="9006" y="52536"/>
                  </a:lnTo>
                  <a:lnTo>
                    <a:pt x="9529" y="53060"/>
                  </a:lnTo>
                  <a:lnTo>
                    <a:pt x="10073" y="53564"/>
                  </a:lnTo>
                  <a:lnTo>
                    <a:pt x="10627" y="54058"/>
                  </a:lnTo>
                  <a:lnTo>
                    <a:pt x="11190" y="54532"/>
                  </a:lnTo>
                  <a:lnTo>
                    <a:pt x="11773" y="55007"/>
                  </a:lnTo>
                  <a:lnTo>
                    <a:pt x="12356" y="55462"/>
                  </a:lnTo>
                  <a:lnTo>
                    <a:pt x="12959" y="55897"/>
                  </a:lnTo>
                  <a:lnTo>
                    <a:pt x="13572" y="56322"/>
                  </a:lnTo>
                  <a:lnTo>
                    <a:pt x="14205" y="56737"/>
                  </a:lnTo>
                  <a:lnTo>
                    <a:pt x="14837" y="57132"/>
                  </a:lnTo>
                  <a:lnTo>
                    <a:pt x="15480" y="57518"/>
                  </a:lnTo>
                  <a:lnTo>
                    <a:pt x="16142" y="57883"/>
                  </a:lnTo>
                  <a:lnTo>
                    <a:pt x="16804" y="58229"/>
                  </a:lnTo>
                  <a:lnTo>
                    <a:pt x="17486" y="58565"/>
                  </a:lnTo>
                  <a:lnTo>
                    <a:pt x="18168" y="58892"/>
                  </a:lnTo>
                  <a:lnTo>
                    <a:pt x="18870" y="59188"/>
                  </a:lnTo>
                  <a:lnTo>
                    <a:pt x="19572" y="59475"/>
                  </a:lnTo>
                  <a:lnTo>
                    <a:pt x="20294" y="59751"/>
                  </a:lnTo>
                  <a:lnTo>
                    <a:pt x="21015" y="59999"/>
                  </a:lnTo>
                  <a:lnTo>
                    <a:pt x="21756" y="60236"/>
                  </a:lnTo>
                  <a:lnTo>
                    <a:pt x="22498" y="60453"/>
                  </a:lnTo>
                  <a:lnTo>
                    <a:pt x="23249" y="60651"/>
                  </a:lnTo>
                  <a:lnTo>
                    <a:pt x="24010" y="60839"/>
                  </a:lnTo>
                  <a:lnTo>
                    <a:pt x="24771" y="60997"/>
                  </a:lnTo>
                  <a:lnTo>
                    <a:pt x="25552" y="61145"/>
                  </a:lnTo>
                  <a:lnTo>
                    <a:pt x="26333" y="61264"/>
                  </a:lnTo>
                  <a:lnTo>
                    <a:pt x="27124" y="61373"/>
                  </a:lnTo>
                  <a:lnTo>
                    <a:pt x="27905" y="61452"/>
                  </a:lnTo>
                  <a:lnTo>
                    <a:pt x="28685" y="61521"/>
                  </a:lnTo>
                  <a:lnTo>
                    <a:pt x="29466" y="61560"/>
                  </a:lnTo>
                  <a:lnTo>
                    <a:pt x="30247" y="61590"/>
                  </a:lnTo>
                  <a:lnTo>
                    <a:pt x="31018" y="61590"/>
                  </a:lnTo>
                  <a:lnTo>
                    <a:pt x="31789" y="61580"/>
                  </a:lnTo>
                  <a:lnTo>
                    <a:pt x="32560" y="61541"/>
                  </a:lnTo>
                  <a:lnTo>
                    <a:pt x="33321" y="61491"/>
                  </a:lnTo>
                  <a:lnTo>
                    <a:pt x="34082" y="61422"/>
                  </a:lnTo>
                  <a:lnTo>
                    <a:pt x="34833" y="61333"/>
                  </a:lnTo>
                  <a:lnTo>
                    <a:pt x="35585" y="61214"/>
                  </a:lnTo>
                  <a:lnTo>
                    <a:pt x="36336" y="61096"/>
                  </a:lnTo>
                  <a:lnTo>
                    <a:pt x="37067" y="60947"/>
                  </a:lnTo>
                  <a:lnTo>
                    <a:pt x="37809" y="60779"/>
                  </a:lnTo>
                  <a:lnTo>
                    <a:pt x="38530" y="60602"/>
                  </a:lnTo>
                  <a:lnTo>
                    <a:pt x="39262" y="60404"/>
                  </a:lnTo>
                  <a:lnTo>
                    <a:pt x="39973" y="60186"/>
                  </a:lnTo>
                  <a:lnTo>
                    <a:pt x="40685" y="59959"/>
                  </a:lnTo>
                  <a:lnTo>
                    <a:pt x="41387" y="59712"/>
                  </a:lnTo>
                  <a:lnTo>
                    <a:pt x="42079" y="59445"/>
                  </a:lnTo>
                  <a:lnTo>
                    <a:pt x="42771" y="59158"/>
                  </a:lnTo>
                  <a:lnTo>
                    <a:pt x="43453" y="58862"/>
                  </a:lnTo>
                  <a:lnTo>
                    <a:pt x="44125" y="58546"/>
                  </a:lnTo>
                  <a:lnTo>
                    <a:pt x="44787" y="58219"/>
                  </a:lnTo>
                  <a:lnTo>
                    <a:pt x="45439" y="57873"/>
                  </a:lnTo>
                  <a:lnTo>
                    <a:pt x="46092" y="57508"/>
                  </a:lnTo>
                  <a:lnTo>
                    <a:pt x="46724" y="57132"/>
                  </a:lnTo>
                  <a:lnTo>
                    <a:pt x="47357" y="56747"/>
                  </a:lnTo>
                  <a:lnTo>
                    <a:pt x="47970" y="56341"/>
                  </a:lnTo>
                  <a:lnTo>
                    <a:pt x="48583" y="55916"/>
                  </a:lnTo>
                  <a:lnTo>
                    <a:pt x="49176" y="55481"/>
                  </a:lnTo>
                  <a:lnTo>
                    <a:pt x="49769" y="55037"/>
                  </a:lnTo>
                  <a:lnTo>
                    <a:pt x="50342" y="54572"/>
                  </a:lnTo>
                  <a:lnTo>
                    <a:pt x="50906" y="54098"/>
                  </a:lnTo>
                  <a:lnTo>
                    <a:pt x="51459" y="53613"/>
                  </a:lnTo>
                  <a:lnTo>
                    <a:pt x="52003" y="53109"/>
                  </a:lnTo>
                  <a:lnTo>
                    <a:pt x="52536" y="52585"/>
                  </a:lnTo>
                  <a:lnTo>
                    <a:pt x="53060" y="52061"/>
                  </a:lnTo>
                  <a:lnTo>
                    <a:pt x="53564" y="51518"/>
                  </a:lnTo>
                  <a:lnTo>
                    <a:pt x="54059" y="50964"/>
                  </a:lnTo>
                  <a:lnTo>
                    <a:pt x="54533" y="50401"/>
                  </a:lnTo>
                  <a:lnTo>
                    <a:pt x="55008" y="49818"/>
                  </a:lnTo>
                  <a:lnTo>
                    <a:pt x="55462" y="49234"/>
                  </a:lnTo>
                  <a:lnTo>
                    <a:pt x="55897" y="48631"/>
                  </a:lnTo>
                  <a:lnTo>
                    <a:pt x="56322" y="48019"/>
                  </a:lnTo>
                  <a:lnTo>
                    <a:pt x="56737" y="47396"/>
                  </a:lnTo>
                  <a:lnTo>
                    <a:pt x="57133" y="46753"/>
                  </a:lnTo>
                  <a:lnTo>
                    <a:pt x="57518" y="46111"/>
                  </a:lnTo>
                  <a:lnTo>
                    <a:pt x="57884" y="45449"/>
                  </a:lnTo>
                  <a:lnTo>
                    <a:pt x="58230" y="44786"/>
                  </a:lnTo>
                  <a:lnTo>
                    <a:pt x="58566" y="44104"/>
                  </a:lnTo>
                  <a:lnTo>
                    <a:pt x="58892" y="43422"/>
                  </a:lnTo>
                  <a:lnTo>
                    <a:pt x="59189" y="42721"/>
                  </a:lnTo>
                  <a:lnTo>
                    <a:pt x="59475" y="42019"/>
                  </a:lnTo>
                  <a:lnTo>
                    <a:pt x="59752" y="41297"/>
                  </a:lnTo>
                  <a:lnTo>
                    <a:pt x="59999" y="40576"/>
                  </a:lnTo>
                  <a:lnTo>
                    <a:pt x="60236" y="39844"/>
                  </a:lnTo>
                  <a:lnTo>
                    <a:pt x="60454" y="39093"/>
                  </a:lnTo>
                  <a:lnTo>
                    <a:pt x="60652" y="38342"/>
                  </a:lnTo>
                  <a:lnTo>
                    <a:pt x="60839" y="37581"/>
                  </a:lnTo>
                  <a:lnTo>
                    <a:pt x="60998" y="36820"/>
                  </a:lnTo>
                  <a:lnTo>
                    <a:pt x="61146" y="36039"/>
                  </a:lnTo>
                  <a:lnTo>
                    <a:pt x="61264" y="35258"/>
                  </a:lnTo>
                  <a:lnTo>
                    <a:pt x="61373" y="34467"/>
                  </a:lnTo>
                  <a:lnTo>
                    <a:pt x="61452" y="33686"/>
                  </a:lnTo>
                  <a:lnTo>
                    <a:pt x="61521" y="32905"/>
                  </a:lnTo>
                  <a:lnTo>
                    <a:pt x="61561" y="32124"/>
                  </a:lnTo>
                  <a:lnTo>
                    <a:pt x="61591" y="31344"/>
                  </a:lnTo>
                  <a:lnTo>
                    <a:pt x="61591" y="30573"/>
                  </a:lnTo>
                  <a:lnTo>
                    <a:pt x="61581" y="29802"/>
                  </a:lnTo>
                  <a:lnTo>
                    <a:pt x="61541" y="29031"/>
                  </a:lnTo>
                  <a:lnTo>
                    <a:pt x="61492" y="28270"/>
                  </a:lnTo>
                  <a:lnTo>
                    <a:pt x="61423" y="27508"/>
                  </a:lnTo>
                  <a:lnTo>
                    <a:pt x="61334" y="26757"/>
                  </a:lnTo>
                  <a:lnTo>
                    <a:pt x="61225" y="26006"/>
                  </a:lnTo>
                  <a:lnTo>
                    <a:pt x="61096" y="25265"/>
                  </a:lnTo>
                  <a:lnTo>
                    <a:pt x="60948" y="24523"/>
                  </a:lnTo>
                  <a:lnTo>
                    <a:pt x="60780" y="23782"/>
                  </a:lnTo>
                  <a:lnTo>
                    <a:pt x="60602" y="23060"/>
                  </a:lnTo>
                  <a:lnTo>
                    <a:pt x="60404" y="22339"/>
                  </a:lnTo>
                  <a:lnTo>
                    <a:pt x="60187" y="21617"/>
                  </a:lnTo>
                  <a:lnTo>
                    <a:pt x="59960" y="20906"/>
                  </a:lnTo>
                  <a:lnTo>
                    <a:pt x="59713" y="20204"/>
                  </a:lnTo>
                  <a:lnTo>
                    <a:pt x="59446" y="19512"/>
                  </a:lnTo>
                  <a:lnTo>
                    <a:pt x="59159" y="18820"/>
                  </a:lnTo>
                  <a:lnTo>
                    <a:pt x="58863" y="18138"/>
                  </a:lnTo>
                  <a:lnTo>
                    <a:pt x="58546" y="17466"/>
                  </a:lnTo>
                  <a:lnTo>
                    <a:pt x="58220" y="16804"/>
                  </a:lnTo>
                  <a:lnTo>
                    <a:pt x="57874" y="16151"/>
                  </a:lnTo>
                  <a:lnTo>
                    <a:pt x="57508" y="15499"/>
                  </a:lnTo>
                  <a:lnTo>
                    <a:pt x="57133" y="14866"/>
                  </a:lnTo>
                  <a:lnTo>
                    <a:pt x="56747" y="14234"/>
                  </a:lnTo>
                  <a:lnTo>
                    <a:pt x="56342" y="13621"/>
                  </a:lnTo>
                  <a:lnTo>
                    <a:pt x="55917" y="13008"/>
                  </a:lnTo>
                  <a:lnTo>
                    <a:pt x="55482" y="12415"/>
                  </a:lnTo>
                  <a:lnTo>
                    <a:pt x="55037" y="11822"/>
                  </a:lnTo>
                  <a:lnTo>
                    <a:pt x="54573" y="11249"/>
                  </a:lnTo>
                  <a:lnTo>
                    <a:pt x="54098" y="10685"/>
                  </a:lnTo>
                  <a:lnTo>
                    <a:pt x="53604" y="10132"/>
                  </a:lnTo>
                  <a:lnTo>
                    <a:pt x="53110" y="9588"/>
                  </a:lnTo>
                  <a:lnTo>
                    <a:pt x="52586" y="9054"/>
                  </a:lnTo>
                  <a:lnTo>
                    <a:pt x="52062" y="8530"/>
                  </a:lnTo>
                  <a:lnTo>
                    <a:pt x="51518" y="8026"/>
                  </a:lnTo>
                  <a:lnTo>
                    <a:pt x="50965" y="7532"/>
                  </a:lnTo>
                  <a:lnTo>
                    <a:pt x="50401" y="7058"/>
                  </a:lnTo>
                  <a:lnTo>
                    <a:pt x="49818" y="6583"/>
                  </a:lnTo>
                  <a:lnTo>
                    <a:pt x="49235" y="6128"/>
                  </a:lnTo>
                  <a:lnTo>
                    <a:pt x="48632" y="5693"/>
                  </a:lnTo>
                  <a:lnTo>
                    <a:pt x="48019" y="5268"/>
                  </a:lnTo>
                  <a:lnTo>
                    <a:pt x="47387" y="4853"/>
                  </a:lnTo>
                  <a:lnTo>
                    <a:pt x="46754" y="4458"/>
                  </a:lnTo>
                  <a:lnTo>
                    <a:pt x="46112" y="4072"/>
                  </a:lnTo>
                  <a:lnTo>
                    <a:pt x="45449" y="3707"/>
                  </a:lnTo>
                  <a:lnTo>
                    <a:pt x="44787" y="3361"/>
                  </a:lnTo>
                  <a:lnTo>
                    <a:pt x="44105" y="3025"/>
                  </a:lnTo>
                  <a:lnTo>
                    <a:pt x="43423" y="2699"/>
                  </a:lnTo>
                  <a:lnTo>
                    <a:pt x="42721" y="2402"/>
                  </a:lnTo>
                  <a:lnTo>
                    <a:pt x="42019" y="2115"/>
                  </a:lnTo>
                  <a:lnTo>
                    <a:pt x="41298" y="1839"/>
                  </a:lnTo>
                  <a:lnTo>
                    <a:pt x="40576" y="1591"/>
                  </a:lnTo>
                  <a:lnTo>
                    <a:pt x="39845" y="1354"/>
                  </a:lnTo>
                  <a:lnTo>
                    <a:pt x="39094" y="1137"/>
                  </a:lnTo>
                  <a:lnTo>
                    <a:pt x="38342" y="939"/>
                  </a:lnTo>
                  <a:lnTo>
                    <a:pt x="37581" y="761"/>
                  </a:lnTo>
                  <a:lnTo>
                    <a:pt x="36820" y="593"/>
                  </a:lnTo>
                  <a:lnTo>
                    <a:pt x="36039" y="445"/>
                  </a:lnTo>
                  <a:lnTo>
                    <a:pt x="35259" y="326"/>
                  </a:lnTo>
                  <a:lnTo>
                    <a:pt x="34468" y="218"/>
                  </a:lnTo>
                  <a:lnTo>
                    <a:pt x="33687" y="138"/>
                  </a:lnTo>
                  <a:lnTo>
                    <a:pt x="32906" y="69"/>
                  </a:lnTo>
                  <a:lnTo>
                    <a:pt x="32125" y="30"/>
                  </a:lnTo>
                  <a:lnTo>
                    <a:pt x="313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3459575" y="3709275"/>
              <a:ext cx="1272900" cy="1272900"/>
            </a:xfrm>
            <a:custGeom>
              <a:rect b="b" l="l" r="r" t="t"/>
              <a:pathLst>
                <a:path extrusionOk="0" h="50916" w="50916">
                  <a:moveTo>
                    <a:pt x="25275" y="1"/>
                  </a:moveTo>
                  <a:lnTo>
                    <a:pt x="24632" y="11"/>
                  </a:lnTo>
                  <a:lnTo>
                    <a:pt x="24000" y="40"/>
                  </a:lnTo>
                  <a:lnTo>
                    <a:pt x="23367" y="80"/>
                  </a:lnTo>
                  <a:lnTo>
                    <a:pt x="22744" y="139"/>
                  </a:lnTo>
                  <a:lnTo>
                    <a:pt x="22122" y="218"/>
                  </a:lnTo>
                  <a:lnTo>
                    <a:pt x="21499" y="307"/>
                  </a:lnTo>
                  <a:lnTo>
                    <a:pt x="20886" y="416"/>
                  </a:lnTo>
                  <a:lnTo>
                    <a:pt x="20273" y="534"/>
                  </a:lnTo>
                  <a:lnTo>
                    <a:pt x="19661" y="673"/>
                  </a:lnTo>
                  <a:lnTo>
                    <a:pt x="19058" y="821"/>
                  </a:lnTo>
                  <a:lnTo>
                    <a:pt x="18464" y="979"/>
                  </a:lnTo>
                  <a:lnTo>
                    <a:pt x="17871" y="1157"/>
                  </a:lnTo>
                  <a:lnTo>
                    <a:pt x="17288" y="1355"/>
                  </a:lnTo>
                  <a:lnTo>
                    <a:pt x="16705" y="1562"/>
                  </a:lnTo>
                  <a:lnTo>
                    <a:pt x="16132" y="1780"/>
                  </a:lnTo>
                  <a:lnTo>
                    <a:pt x="15558" y="2007"/>
                  </a:lnTo>
                  <a:lnTo>
                    <a:pt x="14995" y="2254"/>
                  </a:lnTo>
                  <a:lnTo>
                    <a:pt x="14442" y="2521"/>
                  </a:lnTo>
                  <a:lnTo>
                    <a:pt x="13898" y="2788"/>
                  </a:lnTo>
                  <a:lnTo>
                    <a:pt x="13354" y="3075"/>
                  </a:lnTo>
                  <a:lnTo>
                    <a:pt x="12820" y="3371"/>
                  </a:lnTo>
                  <a:lnTo>
                    <a:pt x="12287" y="3688"/>
                  </a:lnTo>
                  <a:lnTo>
                    <a:pt x="11773" y="4004"/>
                  </a:lnTo>
                  <a:lnTo>
                    <a:pt x="11259" y="4340"/>
                  </a:lnTo>
                  <a:lnTo>
                    <a:pt x="10755" y="4686"/>
                  </a:lnTo>
                  <a:lnTo>
                    <a:pt x="10260" y="5052"/>
                  </a:lnTo>
                  <a:lnTo>
                    <a:pt x="9776" y="5417"/>
                  </a:lnTo>
                  <a:lnTo>
                    <a:pt x="9302" y="5803"/>
                  </a:lnTo>
                  <a:lnTo>
                    <a:pt x="8827" y="6198"/>
                  </a:lnTo>
                  <a:lnTo>
                    <a:pt x="8373" y="6603"/>
                  </a:lnTo>
                  <a:lnTo>
                    <a:pt x="7928" y="7019"/>
                  </a:lnTo>
                  <a:lnTo>
                    <a:pt x="7483" y="7444"/>
                  </a:lnTo>
                  <a:lnTo>
                    <a:pt x="7058" y="7879"/>
                  </a:lnTo>
                  <a:lnTo>
                    <a:pt x="6643" y="8323"/>
                  </a:lnTo>
                  <a:lnTo>
                    <a:pt x="6228" y="8788"/>
                  </a:lnTo>
                  <a:lnTo>
                    <a:pt x="5832" y="9252"/>
                  </a:lnTo>
                  <a:lnTo>
                    <a:pt x="5447" y="9737"/>
                  </a:lnTo>
                  <a:lnTo>
                    <a:pt x="5071" y="10221"/>
                  </a:lnTo>
                  <a:lnTo>
                    <a:pt x="4705" y="10715"/>
                  </a:lnTo>
                  <a:lnTo>
                    <a:pt x="4359" y="11219"/>
                  </a:lnTo>
                  <a:lnTo>
                    <a:pt x="4013" y="11743"/>
                  </a:lnTo>
                  <a:lnTo>
                    <a:pt x="3687" y="12267"/>
                  </a:lnTo>
                  <a:lnTo>
                    <a:pt x="3371" y="12801"/>
                  </a:lnTo>
                  <a:lnTo>
                    <a:pt x="3065" y="13345"/>
                  </a:lnTo>
                  <a:lnTo>
                    <a:pt x="2778" y="13898"/>
                  </a:lnTo>
                  <a:lnTo>
                    <a:pt x="2501" y="14452"/>
                  </a:lnTo>
                  <a:lnTo>
                    <a:pt x="2234" y="15025"/>
                  </a:lnTo>
                  <a:lnTo>
                    <a:pt x="1987" y="15598"/>
                  </a:lnTo>
                  <a:lnTo>
                    <a:pt x="1750" y="16181"/>
                  </a:lnTo>
                  <a:lnTo>
                    <a:pt x="1523" y="16775"/>
                  </a:lnTo>
                  <a:lnTo>
                    <a:pt x="1315" y="17377"/>
                  </a:lnTo>
                  <a:lnTo>
                    <a:pt x="1117" y="17980"/>
                  </a:lnTo>
                  <a:lnTo>
                    <a:pt x="939" y="18593"/>
                  </a:lnTo>
                  <a:lnTo>
                    <a:pt x="781" y="19216"/>
                  </a:lnTo>
                  <a:lnTo>
                    <a:pt x="623" y="19849"/>
                  </a:lnTo>
                  <a:lnTo>
                    <a:pt x="495" y="20481"/>
                  </a:lnTo>
                  <a:lnTo>
                    <a:pt x="376" y="21124"/>
                  </a:lnTo>
                  <a:lnTo>
                    <a:pt x="267" y="21776"/>
                  </a:lnTo>
                  <a:lnTo>
                    <a:pt x="178" y="22419"/>
                  </a:lnTo>
                  <a:lnTo>
                    <a:pt x="109" y="23071"/>
                  </a:lnTo>
                  <a:lnTo>
                    <a:pt x="60" y="23713"/>
                  </a:lnTo>
                  <a:lnTo>
                    <a:pt x="20" y="24366"/>
                  </a:lnTo>
                  <a:lnTo>
                    <a:pt x="0" y="25008"/>
                  </a:lnTo>
                  <a:lnTo>
                    <a:pt x="0" y="25641"/>
                  </a:lnTo>
                  <a:lnTo>
                    <a:pt x="10" y="26283"/>
                  </a:lnTo>
                  <a:lnTo>
                    <a:pt x="40" y="26916"/>
                  </a:lnTo>
                  <a:lnTo>
                    <a:pt x="79" y="27549"/>
                  </a:lnTo>
                  <a:lnTo>
                    <a:pt x="139" y="28171"/>
                  </a:lnTo>
                  <a:lnTo>
                    <a:pt x="218" y="28794"/>
                  </a:lnTo>
                  <a:lnTo>
                    <a:pt x="307" y="29417"/>
                  </a:lnTo>
                  <a:lnTo>
                    <a:pt x="416" y="30030"/>
                  </a:lnTo>
                  <a:lnTo>
                    <a:pt x="534" y="30642"/>
                  </a:lnTo>
                  <a:lnTo>
                    <a:pt x="673" y="31255"/>
                  </a:lnTo>
                  <a:lnTo>
                    <a:pt x="821" y="31858"/>
                  </a:lnTo>
                  <a:lnTo>
                    <a:pt x="979" y="32451"/>
                  </a:lnTo>
                  <a:lnTo>
                    <a:pt x="1157" y="33044"/>
                  </a:lnTo>
                  <a:lnTo>
                    <a:pt x="1355" y="33627"/>
                  </a:lnTo>
                  <a:lnTo>
                    <a:pt x="1562" y="34211"/>
                  </a:lnTo>
                  <a:lnTo>
                    <a:pt x="1780" y="34784"/>
                  </a:lnTo>
                  <a:lnTo>
                    <a:pt x="2007" y="35357"/>
                  </a:lnTo>
                  <a:lnTo>
                    <a:pt x="2254" y="35921"/>
                  </a:lnTo>
                  <a:lnTo>
                    <a:pt x="2521" y="36474"/>
                  </a:lnTo>
                  <a:lnTo>
                    <a:pt x="2788" y="37018"/>
                  </a:lnTo>
                  <a:lnTo>
                    <a:pt x="3074" y="37562"/>
                  </a:lnTo>
                  <a:lnTo>
                    <a:pt x="3371" y="38095"/>
                  </a:lnTo>
                  <a:lnTo>
                    <a:pt x="3687" y="38629"/>
                  </a:lnTo>
                  <a:lnTo>
                    <a:pt x="4004" y="39143"/>
                  </a:lnTo>
                  <a:lnTo>
                    <a:pt x="4340" y="39657"/>
                  </a:lnTo>
                  <a:lnTo>
                    <a:pt x="4686" y="40161"/>
                  </a:lnTo>
                  <a:lnTo>
                    <a:pt x="5051" y="40655"/>
                  </a:lnTo>
                  <a:lnTo>
                    <a:pt x="5417" y="41140"/>
                  </a:lnTo>
                  <a:lnTo>
                    <a:pt x="5803" y="41614"/>
                  </a:lnTo>
                  <a:lnTo>
                    <a:pt x="6198" y="42089"/>
                  </a:lnTo>
                  <a:lnTo>
                    <a:pt x="6603" y="42543"/>
                  </a:lnTo>
                  <a:lnTo>
                    <a:pt x="7018" y="42988"/>
                  </a:lnTo>
                  <a:lnTo>
                    <a:pt x="7443" y="43433"/>
                  </a:lnTo>
                  <a:lnTo>
                    <a:pt x="7878" y="43858"/>
                  </a:lnTo>
                  <a:lnTo>
                    <a:pt x="8323" y="44273"/>
                  </a:lnTo>
                  <a:lnTo>
                    <a:pt x="8788" y="44688"/>
                  </a:lnTo>
                  <a:lnTo>
                    <a:pt x="9252" y="45084"/>
                  </a:lnTo>
                  <a:lnTo>
                    <a:pt x="9737" y="45469"/>
                  </a:lnTo>
                  <a:lnTo>
                    <a:pt x="10221" y="45845"/>
                  </a:lnTo>
                  <a:lnTo>
                    <a:pt x="10715" y="46210"/>
                  </a:lnTo>
                  <a:lnTo>
                    <a:pt x="11219" y="46556"/>
                  </a:lnTo>
                  <a:lnTo>
                    <a:pt x="11743" y="46902"/>
                  </a:lnTo>
                  <a:lnTo>
                    <a:pt x="12267" y="47228"/>
                  </a:lnTo>
                  <a:lnTo>
                    <a:pt x="12801" y="47545"/>
                  </a:lnTo>
                  <a:lnTo>
                    <a:pt x="13344" y="47851"/>
                  </a:lnTo>
                  <a:lnTo>
                    <a:pt x="13898" y="48138"/>
                  </a:lnTo>
                  <a:lnTo>
                    <a:pt x="14451" y="48415"/>
                  </a:lnTo>
                  <a:lnTo>
                    <a:pt x="15025" y="48681"/>
                  </a:lnTo>
                  <a:lnTo>
                    <a:pt x="15598" y="48929"/>
                  </a:lnTo>
                  <a:lnTo>
                    <a:pt x="16181" y="49166"/>
                  </a:lnTo>
                  <a:lnTo>
                    <a:pt x="16774" y="49393"/>
                  </a:lnTo>
                  <a:lnTo>
                    <a:pt x="17377" y="49601"/>
                  </a:lnTo>
                  <a:lnTo>
                    <a:pt x="17980" y="49798"/>
                  </a:lnTo>
                  <a:lnTo>
                    <a:pt x="18593" y="49976"/>
                  </a:lnTo>
                  <a:lnTo>
                    <a:pt x="19216" y="50135"/>
                  </a:lnTo>
                  <a:lnTo>
                    <a:pt x="19848" y="50293"/>
                  </a:lnTo>
                  <a:lnTo>
                    <a:pt x="20481" y="50421"/>
                  </a:lnTo>
                  <a:lnTo>
                    <a:pt x="21123" y="50540"/>
                  </a:lnTo>
                  <a:lnTo>
                    <a:pt x="21766" y="50648"/>
                  </a:lnTo>
                  <a:lnTo>
                    <a:pt x="22418" y="50737"/>
                  </a:lnTo>
                  <a:lnTo>
                    <a:pt x="23071" y="50807"/>
                  </a:lnTo>
                  <a:lnTo>
                    <a:pt x="23713" y="50856"/>
                  </a:lnTo>
                  <a:lnTo>
                    <a:pt x="24365" y="50896"/>
                  </a:lnTo>
                  <a:lnTo>
                    <a:pt x="25008" y="50915"/>
                  </a:lnTo>
                  <a:lnTo>
                    <a:pt x="25641" y="50915"/>
                  </a:lnTo>
                  <a:lnTo>
                    <a:pt x="26283" y="50905"/>
                  </a:lnTo>
                  <a:lnTo>
                    <a:pt x="26916" y="50876"/>
                  </a:lnTo>
                  <a:lnTo>
                    <a:pt x="27548" y="50836"/>
                  </a:lnTo>
                  <a:lnTo>
                    <a:pt x="28171" y="50777"/>
                  </a:lnTo>
                  <a:lnTo>
                    <a:pt x="28794" y="50698"/>
                  </a:lnTo>
                  <a:lnTo>
                    <a:pt x="29416" y="50609"/>
                  </a:lnTo>
                  <a:lnTo>
                    <a:pt x="30039" y="50500"/>
                  </a:lnTo>
                  <a:lnTo>
                    <a:pt x="30642" y="50382"/>
                  </a:lnTo>
                  <a:lnTo>
                    <a:pt x="31255" y="50243"/>
                  </a:lnTo>
                  <a:lnTo>
                    <a:pt x="31858" y="50095"/>
                  </a:lnTo>
                  <a:lnTo>
                    <a:pt x="32451" y="49937"/>
                  </a:lnTo>
                  <a:lnTo>
                    <a:pt x="33044" y="49759"/>
                  </a:lnTo>
                  <a:lnTo>
                    <a:pt x="33627" y="49561"/>
                  </a:lnTo>
                  <a:lnTo>
                    <a:pt x="34210" y="49354"/>
                  </a:lnTo>
                  <a:lnTo>
                    <a:pt x="34784" y="49136"/>
                  </a:lnTo>
                  <a:lnTo>
                    <a:pt x="35357" y="48909"/>
                  </a:lnTo>
                  <a:lnTo>
                    <a:pt x="35920" y="48662"/>
                  </a:lnTo>
                  <a:lnTo>
                    <a:pt x="36474" y="48395"/>
                  </a:lnTo>
                  <a:lnTo>
                    <a:pt x="37027" y="48128"/>
                  </a:lnTo>
                  <a:lnTo>
                    <a:pt x="37561" y="47841"/>
                  </a:lnTo>
                  <a:lnTo>
                    <a:pt x="38095" y="47545"/>
                  </a:lnTo>
                  <a:lnTo>
                    <a:pt x="38629" y="47228"/>
                  </a:lnTo>
                  <a:lnTo>
                    <a:pt x="39143" y="46912"/>
                  </a:lnTo>
                  <a:lnTo>
                    <a:pt x="39657" y="46576"/>
                  </a:lnTo>
                  <a:lnTo>
                    <a:pt x="40161" y="46230"/>
                  </a:lnTo>
                  <a:lnTo>
                    <a:pt x="40655" y="45864"/>
                  </a:lnTo>
                  <a:lnTo>
                    <a:pt x="41139" y="45499"/>
                  </a:lnTo>
                  <a:lnTo>
                    <a:pt x="41614" y="45113"/>
                  </a:lnTo>
                  <a:lnTo>
                    <a:pt x="42088" y="44718"/>
                  </a:lnTo>
                  <a:lnTo>
                    <a:pt x="42543" y="44313"/>
                  </a:lnTo>
                  <a:lnTo>
                    <a:pt x="42988" y="43897"/>
                  </a:lnTo>
                  <a:lnTo>
                    <a:pt x="43433" y="43472"/>
                  </a:lnTo>
                  <a:lnTo>
                    <a:pt x="43858" y="43037"/>
                  </a:lnTo>
                  <a:lnTo>
                    <a:pt x="44283" y="42593"/>
                  </a:lnTo>
                  <a:lnTo>
                    <a:pt x="44688" y="42128"/>
                  </a:lnTo>
                  <a:lnTo>
                    <a:pt x="45083" y="41664"/>
                  </a:lnTo>
                  <a:lnTo>
                    <a:pt x="45469" y="41189"/>
                  </a:lnTo>
                  <a:lnTo>
                    <a:pt x="45844" y="40695"/>
                  </a:lnTo>
                  <a:lnTo>
                    <a:pt x="46210" y="40201"/>
                  </a:lnTo>
                  <a:lnTo>
                    <a:pt x="46566" y="39697"/>
                  </a:lnTo>
                  <a:lnTo>
                    <a:pt x="46902" y="39173"/>
                  </a:lnTo>
                  <a:lnTo>
                    <a:pt x="47228" y="38649"/>
                  </a:lnTo>
                  <a:lnTo>
                    <a:pt x="47544" y="38115"/>
                  </a:lnTo>
                  <a:lnTo>
                    <a:pt x="47851" y="37571"/>
                  </a:lnTo>
                  <a:lnTo>
                    <a:pt x="48137" y="37028"/>
                  </a:lnTo>
                  <a:lnTo>
                    <a:pt x="48414" y="36464"/>
                  </a:lnTo>
                  <a:lnTo>
                    <a:pt x="48681" y="35891"/>
                  </a:lnTo>
                  <a:lnTo>
                    <a:pt x="48928" y="35318"/>
                  </a:lnTo>
                  <a:lnTo>
                    <a:pt x="49165" y="34735"/>
                  </a:lnTo>
                  <a:lnTo>
                    <a:pt x="49393" y="34141"/>
                  </a:lnTo>
                  <a:lnTo>
                    <a:pt x="49600" y="33539"/>
                  </a:lnTo>
                  <a:lnTo>
                    <a:pt x="49798" y="32936"/>
                  </a:lnTo>
                  <a:lnTo>
                    <a:pt x="49976" y="32323"/>
                  </a:lnTo>
                  <a:lnTo>
                    <a:pt x="50144" y="31700"/>
                  </a:lnTo>
                  <a:lnTo>
                    <a:pt x="50292" y="31067"/>
                  </a:lnTo>
                  <a:lnTo>
                    <a:pt x="50421" y="30435"/>
                  </a:lnTo>
                  <a:lnTo>
                    <a:pt x="50539" y="29792"/>
                  </a:lnTo>
                  <a:lnTo>
                    <a:pt x="50648" y="29150"/>
                  </a:lnTo>
                  <a:lnTo>
                    <a:pt x="50737" y="28497"/>
                  </a:lnTo>
                  <a:lnTo>
                    <a:pt x="50806" y="27845"/>
                  </a:lnTo>
                  <a:lnTo>
                    <a:pt x="50856" y="27203"/>
                  </a:lnTo>
                  <a:lnTo>
                    <a:pt x="50895" y="26560"/>
                  </a:lnTo>
                  <a:lnTo>
                    <a:pt x="50915" y="25918"/>
                  </a:lnTo>
                  <a:lnTo>
                    <a:pt x="50915" y="25275"/>
                  </a:lnTo>
                  <a:lnTo>
                    <a:pt x="50905" y="24633"/>
                  </a:lnTo>
                  <a:lnTo>
                    <a:pt x="50875" y="24000"/>
                  </a:lnTo>
                  <a:lnTo>
                    <a:pt x="50836" y="23367"/>
                  </a:lnTo>
                  <a:lnTo>
                    <a:pt x="50777" y="22745"/>
                  </a:lnTo>
                  <a:lnTo>
                    <a:pt x="50698" y="22122"/>
                  </a:lnTo>
                  <a:lnTo>
                    <a:pt x="50609" y="21499"/>
                  </a:lnTo>
                  <a:lnTo>
                    <a:pt x="50500" y="20886"/>
                  </a:lnTo>
                  <a:lnTo>
                    <a:pt x="50381" y="20274"/>
                  </a:lnTo>
                  <a:lnTo>
                    <a:pt x="50243" y="19661"/>
                  </a:lnTo>
                  <a:lnTo>
                    <a:pt x="50095" y="19058"/>
                  </a:lnTo>
                  <a:lnTo>
                    <a:pt x="49936" y="18465"/>
                  </a:lnTo>
                  <a:lnTo>
                    <a:pt x="49759" y="17872"/>
                  </a:lnTo>
                  <a:lnTo>
                    <a:pt x="49561" y="17289"/>
                  </a:lnTo>
                  <a:lnTo>
                    <a:pt x="49363" y="16705"/>
                  </a:lnTo>
                  <a:lnTo>
                    <a:pt x="49136" y="16132"/>
                  </a:lnTo>
                  <a:lnTo>
                    <a:pt x="48908" y="15559"/>
                  </a:lnTo>
                  <a:lnTo>
                    <a:pt x="48661" y="14995"/>
                  </a:lnTo>
                  <a:lnTo>
                    <a:pt x="48404" y="14442"/>
                  </a:lnTo>
                  <a:lnTo>
                    <a:pt x="48128" y="13898"/>
                  </a:lnTo>
                  <a:lnTo>
                    <a:pt x="47841" y="13355"/>
                  </a:lnTo>
                  <a:lnTo>
                    <a:pt x="47544" y="12821"/>
                  </a:lnTo>
                  <a:lnTo>
                    <a:pt x="47228" y="12287"/>
                  </a:lnTo>
                  <a:lnTo>
                    <a:pt x="46912" y="11773"/>
                  </a:lnTo>
                  <a:lnTo>
                    <a:pt x="46576" y="11259"/>
                  </a:lnTo>
                  <a:lnTo>
                    <a:pt x="46230" y="10755"/>
                  </a:lnTo>
                  <a:lnTo>
                    <a:pt x="45864" y="10261"/>
                  </a:lnTo>
                  <a:lnTo>
                    <a:pt x="45498" y="9776"/>
                  </a:lnTo>
                  <a:lnTo>
                    <a:pt x="45113" y="9302"/>
                  </a:lnTo>
                  <a:lnTo>
                    <a:pt x="44717" y="8827"/>
                  </a:lnTo>
                  <a:lnTo>
                    <a:pt x="44312" y="8373"/>
                  </a:lnTo>
                  <a:lnTo>
                    <a:pt x="43897" y="7928"/>
                  </a:lnTo>
                  <a:lnTo>
                    <a:pt x="43472" y="7483"/>
                  </a:lnTo>
                  <a:lnTo>
                    <a:pt x="43037" y="7058"/>
                  </a:lnTo>
                  <a:lnTo>
                    <a:pt x="42592" y="6643"/>
                  </a:lnTo>
                  <a:lnTo>
                    <a:pt x="42128" y="6228"/>
                  </a:lnTo>
                  <a:lnTo>
                    <a:pt x="41663" y="5832"/>
                  </a:lnTo>
                  <a:lnTo>
                    <a:pt x="41189" y="5447"/>
                  </a:lnTo>
                  <a:lnTo>
                    <a:pt x="40695" y="5071"/>
                  </a:lnTo>
                  <a:lnTo>
                    <a:pt x="40200" y="4706"/>
                  </a:lnTo>
                  <a:lnTo>
                    <a:pt x="39696" y="4360"/>
                  </a:lnTo>
                  <a:lnTo>
                    <a:pt x="39172" y="4014"/>
                  </a:lnTo>
                  <a:lnTo>
                    <a:pt x="38648" y="3688"/>
                  </a:lnTo>
                  <a:lnTo>
                    <a:pt x="38115" y="3371"/>
                  </a:lnTo>
                  <a:lnTo>
                    <a:pt x="37571" y="3065"/>
                  </a:lnTo>
                  <a:lnTo>
                    <a:pt x="37027" y="2778"/>
                  </a:lnTo>
                  <a:lnTo>
                    <a:pt x="36464" y="2501"/>
                  </a:lnTo>
                  <a:lnTo>
                    <a:pt x="35891" y="2235"/>
                  </a:lnTo>
                  <a:lnTo>
                    <a:pt x="35317" y="1987"/>
                  </a:lnTo>
                  <a:lnTo>
                    <a:pt x="34734" y="1750"/>
                  </a:lnTo>
                  <a:lnTo>
                    <a:pt x="34141" y="1523"/>
                  </a:lnTo>
                  <a:lnTo>
                    <a:pt x="33538" y="1315"/>
                  </a:lnTo>
                  <a:lnTo>
                    <a:pt x="32935" y="1118"/>
                  </a:lnTo>
                  <a:lnTo>
                    <a:pt x="32322" y="940"/>
                  </a:lnTo>
                  <a:lnTo>
                    <a:pt x="31700" y="782"/>
                  </a:lnTo>
                  <a:lnTo>
                    <a:pt x="31067" y="623"/>
                  </a:lnTo>
                  <a:lnTo>
                    <a:pt x="30435" y="495"/>
                  </a:lnTo>
                  <a:lnTo>
                    <a:pt x="29792" y="376"/>
                  </a:lnTo>
                  <a:lnTo>
                    <a:pt x="29150" y="268"/>
                  </a:lnTo>
                  <a:lnTo>
                    <a:pt x="28497" y="179"/>
                  </a:lnTo>
                  <a:lnTo>
                    <a:pt x="27845" y="109"/>
                  </a:lnTo>
                  <a:lnTo>
                    <a:pt x="27202" y="60"/>
                  </a:lnTo>
                  <a:lnTo>
                    <a:pt x="26560" y="20"/>
                  </a:lnTo>
                  <a:lnTo>
                    <a:pt x="2591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3459575" y="3709275"/>
              <a:ext cx="1272900" cy="1272900"/>
            </a:xfrm>
            <a:custGeom>
              <a:rect b="b" l="l" r="r" t="t"/>
              <a:pathLst>
                <a:path extrusionOk="0" fill="none" h="50916" w="50916">
                  <a:moveTo>
                    <a:pt x="21766" y="50648"/>
                  </a:moveTo>
                  <a:lnTo>
                    <a:pt x="21766" y="50648"/>
                  </a:lnTo>
                  <a:lnTo>
                    <a:pt x="21123" y="50540"/>
                  </a:lnTo>
                  <a:lnTo>
                    <a:pt x="20481" y="50421"/>
                  </a:lnTo>
                  <a:lnTo>
                    <a:pt x="19848" y="50293"/>
                  </a:lnTo>
                  <a:lnTo>
                    <a:pt x="19216" y="50135"/>
                  </a:lnTo>
                  <a:lnTo>
                    <a:pt x="18593" y="49976"/>
                  </a:lnTo>
                  <a:lnTo>
                    <a:pt x="17980" y="49798"/>
                  </a:lnTo>
                  <a:lnTo>
                    <a:pt x="17377" y="49601"/>
                  </a:lnTo>
                  <a:lnTo>
                    <a:pt x="16774" y="49393"/>
                  </a:lnTo>
                  <a:lnTo>
                    <a:pt x="16181" y="49166"/>
                  </a:lnTo>
                  <a:lnTo>
                    <a:pt x="15598" y="48929"/>
                  </a:lnTo>
                  <a:lnTo>
                    <a:pt x="15025" y="48681"/>
                  </a:lnTo>
                  <a:lnTo>
                    <a:pt x="14451" y="48415"/>
                  </a:lnTo>
                  <a:lnTo>
                    <a:pt x="13898" y="48138"/>
                  </a:lnTo>
                  <a:lnTo>
                    <a:pt x="13344" y="47851"/>
                  </a:lnTo>
                  <a:lnTo>
                    <a:pt x="12801" y="47545"/>
                  </a:lnTo>
                  <a:lnTo>
                    <a:pt x="12267" y="47228"/>
                  </a:lnTo>
                  <a:lnTo>
                    <a:pt x="11743" y="46902"/>
                  </a:lnTo>
                  <a:lnTo>
                    <a:pt x="11219" y="46556"/>
                  </a:lnTo>
                  <a:lnTo>
                    <a:pt x="10715" y="46210"/>
                  </a:lnTo>
                  <a:lnTo>
                    <a:pt x="10221" y="45845"/>
                  </a:lnTo>
                  <a:lnTo>
                    <a:pt x="9737" y="45469"/>
                  </a:lnTo>
                  <a:lnTo>
                    <a:pt x="9252" y="45084"/>
                  </a:lnTo>
                  <a:lnTo>
                    <a:pt x="8788" y="44688"/>
                  </a:lnTo>
                  <a:lnTo>
                    <a:pt x="8323" y="44273"/>
                  </a:lnTo>
                  <a:lnTo>
                    <a:pt x="7878" y="43858"/>
                  </a:lnTo>
                  <a:lnTo>
                    <a:pt x="7443" y="43433"/>
                  </a:lnTo>
                  <a:lnTo>
                    <a:pt x="7018" y="42988"/>
                  </a:lnTo>
                  <a:lnTo>
                    <a:pt x="6603" y="42543"/>
                  </a:lnTo>
                  <a:lnTo>
                    <a:pt x="6198" y="42089"/>
                  </a:lnTo>
                  <a:lnTo>
                    <a:pt x="5803" y="41614"/>
                  </a:lnTo>
                  <a:lnTo>
                    <a:pt x="5417" y="41140"/>
                  </a:lnTo>
                  <a:lnTo>
                    <a:pt x="5051" y="40655"/>
                  </a:lnTo>
                  <a:lnTo>
                    <a:pt x="4686" y="40161"/>
                  </a:lnTo>
                  <a:lnTo>
                    <a:pt x="4340" y="39657"/>
                  </a:lnTo>
                  <a:lnTo>
                    <a:pt x="4004" y="39143"/>
                  </a:lnTo>
                  <a:lnTo>
                    <a:pt x="3687" y="38629"/>
                  </a:lnTo>
                  <a:lnTo>
                    <a:pt x="3371" y="38095"/>
                  </a:lnTo>
                  <a:lnTo>
                    <a:pt x="3074" y="37562"/>
                  </a:lnTo>
                  <a:lnTo>
                    <a:pt x="2788" y="37018"/>
                  </a:lnTo>
                  <a:lnTo>
                    <a:pt x="2521" y="36474"/>
                  </a:lnTo>
                  <a:lnTo>
                    <a:pt x="2254" y="35921"/>
                  </a:lnTo>
                  <a:lnTo>
                    <a:pt x="2007" y="35357"/>
                  </a:lnTo>
                  <a:lnTo>
                    <a:pt x="1780" y="34784"/>
                  </a:lnTo>
                  <a:lnTo>
                    <a:pt x="1562" y="34211"/>
                  </a:lnTo>
                  <a:lnTo>
                    <a:pt x="1355" y="33627"/>
                  </a:lnTo>
                  <a:lnTo>
                    <a:pt x="1157" y="33044"/>
                  </a:lnTo>
                  <a:lnTo>
                    <a:pt x="979" y="32451"/>
                  </a:lnTo>
                  <a:lnTo>
                    <a:pt x="821" y="31858"/>
                  </a:lnTo>
                  <a:lnTo>
                    <a:pt x="673" y="31255"/>
                  </a:lnTo>
                  <a:lnTo>
                    <a:pt x="534" y="30642"/>
                  </a:lnTo>
                  <a:lnTo>
                    <a:pt x="416" y="30030"/>
                  </a:lnTo>
                  <a:lnTo>
                    <a:pt x="307" y="29417"/>
                  </a:lnTo>
                  <a:lnTo>
                    <a:pt x="218" y="28794"/>
                  </a:lnTo>
                  <a:lnTo>
                    <a:pt x="139" y="28171"/>
                  </a:lnTo>
                  <a:lnTo>
                    <a:pt x="79" y="27549"/>
                  </a:lnTo>
                  <a:lnTo>
                    <a:pt x="40" y="26916"/>
                  </a:lnTo>
                  <a:lnTo>
                    <a:pt x="10" y="26283"/>
                  </a:lnTo>
                  <a:lnTo>
                    <a:pt x="0" y="25641"/>
                  </a:lnTo>
                  <a:lnTo>
                    <a:pt x="0" y="25008"/>
                  </a:lnTo>
                  <a:lnTo>
                    <a:pt x="20" y="24366"/>
                  </a:lnTo>
                  <a:lnTo>
                    <a:pt x="60" y="23713"/>
                  </a:lnTo>
                  <a:lnTo>
                    <a:pt x="109" y="23071"/>
                  </a:lnTo>
                  <a:lnTo>
                    <a:pt x="178" y="22419"/>
                  </a:lnTo>
                  <a:lnTo>
                    <a:pt x="267" y="21776"/>
                  </a:lnTo>
                  <a:lnTo>
                    <a:pt x="267" y="21776"/>
                  </a:lnTo>
                  <a:lnTo>
                    <a:pt x="376" y="21124"/>
                  </a:lnTo>
                  <a:lnTo>
                    <a:pt x="495" y="20481"/>
                  </a:lnTo>
                  <a:lnTo>
                    <a:pt x="623" y="19849"/>
                  </a:lnTo>
                  <a:lnTo>
                    <a:pt x="781" y="19216"/>
                  </a:lnTo>
                  <a:lnTo>
                    <a:pt x="939" y="18593"/>
                  </a:lnTo>
                  <a:lnTo>
                    <a:pt x="1117" y="17980"/>
                  </a:lnTo>
                  <a:lnTo>
                    <a:pt x="1315" y="17377"/>
                  </a:lnTo>
                  <a:lnTo>
                    <a:pt x="1523" y="16775"/>
                  </a:lnTo>
                  <a:lnTo>
                    <a:pt x="1750" y="16181"/>
                  </a:lnTo>
                  <a:lnTo>
                    <a:pt x="1987" y="15598"/>
                  </a:lnTo>
                  <a:lnTo>
                    <a:pt x="2234" y="15025"/>
                  </a:lnTo>
                  <a:lnTo>
                    <a:pt x="2501" y="14452"/>
                  </a:lnTo>
                  <a:lnTo>
                    <a:pt x="2778" y="13898"/>
                  </a:lnTo>
                  <a:lnTo>
                    <a:pt x="3065" y="13345"/>
                  </a:lnTo>
                  <a:lnTo>
                    <a:pt x="3371" y="12801"/>
                  </a:lnTo>
                  <a:lnTo>
                    <a:pt x="3687" y="12267"/>
                  </a:lnTo>
                  <a:lnTo>
                    <a:pt x="4013" y="11743"/>
                  </a:lnTo>
                  <a:lnTo>
                    <a:pt x="4359" y="11219"/>
                  </a:lnTo>
                  <a:lnTo>
                    <a:pt x="4705" y="10715"/>
                  </a:lnTo>
                  <a:lnTo>
                    <a:pt x="5071" y="10221"/>
                  </a:lnTo>
                  <a:lnTo>
                    <a:pt x="5447" y="9737"/>
                  </a:lnTo>
                  <a:lnTo>
                    <a:pt x="5832" y="9252"/>
                  </a:lnTo>
                  <a:lnTo>
                    <a:pt x="6228" y="8788"/>
                  </a:lnTo>
                  <a:lnTo>
                    <a:pt x="6643" y="8323"/>
                  </a:lnTo>
                  <a:lnTo>
                    <a:pt x="7058" y="7879"/>
                  </a:lnTo>
                  <a:lnTo>
                    <a:pt x="7483" y="7444"/>
                  </a:lnTo>
                  <a:lnTo>
                    <a:pt x="7928" y="7019"/>
                  </a:lnTo>
                  <a:lnTo>
                    <a:pt x="8373" y="6603"/>
                  </a:lnTo>
                  <a:lnTo>
                    <a:pt x="8827" y="6198"/>
                  </a:lnTo>
                  <a:lnTo>
                    <a:pt x="9302" y="5803"/>
                  </a:lnTo>
                  <a:lnTo>
                    <a:pt x="9776" y="5417"/>
                  </a:lnTo>
                  <a:lnTo>
                    <a:pt x="10260" y="5052"/>
                  </a:lnTo>
                  <a:lnTo>
                    <a:pt x="10755" y="4686"/>
                  </a:lnTo>
                  <a:lnTo>
                    <a:pt x="11259" y="4340"/>
                  </a:lnTo>
                  <a:lnTo>
                    <a:pt x="11773" y="4004"/>
                  </a:lnTo>
                  <a:lnTo>
                    <a:pt x="12287" y="3688"/>
                  </a:lnTo>
                  <a:lnTo>
                    <a:pt x="12820" y="3371"/>
                  </a:lnTo>
                  <a:lnTo>
                    <a:pt x="13354" y="3075"/>
                  </a:lnTo>
                  <a:lnTo>
                    <a:pt x="13898" y="2788"/>
                  </a:lnTo>
                  <a:lnTo>
                    <a:pt x="14442" y="2521"/>
                  </a:lnTo>
                  <a:lnTo>
                    <a:pt x="14995" y="2254"/>
                  </a:lnTo>
                  <a:lnTo>
                    <a:pt x="15558" y="2007"/>
                  </a:lnTo>
                  <a:lnTo>
                    <a:pt x="16132" y="1780"/>
                  </a:lnTo>
                  <a:lnTo>
                    <a:pt x="16705" y="1562"/>
                  </a:lnTo>
                  <a:lnTo>
                    <a:pt x="17288" y="1355"/>
                  </a:lnTo>
                  <a:lnTo>
                    <a:pt x="17871" y="1157"/>
                  </a:lnTo>
                  <a:lnTo>
                    <a:pt x="18464" y="979"/>
                  </a:lnTo>
                  <a:lnTo>
                    <a:pt x="19058" y="821"/>
                  </a:lnTo>
                  <a:lnTo>
                    <a:pt x="19661" y="673"/>
                  </a:lnTo>
                  <a:lnTo>
                    <a:pt x="20273" y="534"/>
                  </a:lnTo>
                  <a:lnTo>
                    <a:pt x="20886" y="416"/>
                  </a:lnTo>
                  <a:lnTo>
                    <a:pt x="21499" y="307"/>
                  </a:lnTo>
                  <a:lnTo>
                    <a:pt x="22122" y="218"/>
                  </a:lnTo>
                  <a:lnTo>
                    <a:pt x="22744" y="139"/>
                  </a:lnTo>
                  <a:lnTo>
                    <a:pt x="23367" y="80"/>
                  </a:lnTo>
                  <a:lnTo>
                    <a:pt x="24000" y="40"/>
                  </a:lnTo>
                  <a:lnTo>
                    <a:pt x="24632" y="11"/>
                  </a:lnTo>
                  <a:lnTo>
                    <a:pt x="25275" y="1"/>
                  </a:lnTo>
                  <a:lnTo>
                    <a:pt x="25917" y="1"/>
                  </a:lnTo>
                  <a:lnTo>
                    <a:pt x="26560" y="20"/>
                  </a:lnTo>
                  <a:lnTo>
                    <a:pt x="27202" y="60"/>
                  </a:lnTo>
                  <a:lnTo>
                    <a:pt x="27845" y="109"/>
                  </a:lnTo>
                  <a:lnTo>
                    <a:pt x="28497" y="179"/>
                  </a:lnTo>
                  <a:lnTo>
                    <a:pt x="29150" y="268"/>
                  </a:lnTo>
                  <a:lnTo>
                    <a:pt x="29150" y="268"/>
                  </a:lnTo>
                  <a:lnTo>
                    <a:pt x="29792" y="376"/>
                  </a:lnTo>
                  <a:lnTo>
                    <a:pt x="30435" y="495"/>
                  </a:lnTo>
                  <a:lnTo>
                    <a:pt x="31067" y="623"/>
                  </a:lnTo>
                  <a:lnTo>
                    <a:pt x="31700" y="782"/>
                  </a:lnTo>
                  <a:lnTo>
                    <a:pt x="32322" y="940"/>
                  </a:lnTo>
                  <a:lnTo>
                    <a:pt x="32935" y="1118"/>
                  </a:lnTo>
                  <a:lnTo>
                    <a:pt x="33538" y="1315"/>
                  </a:lnTo>
                  <a:lnTo>
                    <a:pt x="34141" y="1523"/>
                  </a:lnTo>
                  <a:lnTo>
                    <a:pt x="34734" y="1750"/>
                  </a:lnTo>
                  <a:lnTo>
                    <a:pt x="35317" y="1987"/>
                  </a:lnTo>
                  <a:lnTo>
                    <a:pt x="35891" y="2235"/>
                  </a:lnTo>
                  <a:lnTo>
                    <a:pt x="36464" y="2501"/>
                  </a:lnTo>
                  <a:lnTo>
                    <a:pt x="37027" y="2778"/>
                  </a:lnTo>
                  <a:lnTo>
                    <a:pt x="37571" y="3065"/>
                  </a:lnTo>
                  <a:lnTo>
                    <a:pt x="38115" y="3371"/>
                  </a:lnTo>
                  <a:lnTo>
                    <a:pt x="38648" y="3688"/>
                  </a:lnTo>
                  <a:lnTo>
                    <a:pt x="39172" y="4014"/>
                  </a:lnTo>
                  <a:lnTo>
                    <a:pt x="39696" y="4360"/>
                  </a:lnTo>
                  <a:lnTo>
                    <a:pt x="40200" y="4706"/>
                  </a:lnTo>
                  <a:lnTo>
                    <a:pt x="40695" y="5071"/>
                  </a:lnTo>
                  <a:lnTo>
                    <a:pt x="41189" y="5447"/>
                  </a:lnTo>
                  <a:lnTo>
                    <a:pt x="41663" y="5832"/>
                  </a:lnTo>
                  <a:lnTo>
                    <a:pt x="42128" y="6228"/>
                  </a:lnTo>
                  <a:lnTo>
                    <a:pt x="42592" y="6643"/>
                  </a:lnTo>
                  <a:lnTo>
                    <a:pt x="43037" y="7058"/>
                  </a:lnTo>
                  <a:lnTo>
                    <a:pt x="43472" y="7483"/>
                  </a:lnTo>
                  <a:lnTo>
                    <a:pt x="43897" y="7928"/>
                  </a:lnTo>
                  <a:lnTo>
                    <a:pt x="44312" y="8373"/>
                  </a:lnTo>
                  <a:lnTo>
                    <a:pt x="44717" y="8827"/>
                  </a:lnTo>
                  <a:lnTo>
                    <a:pt x="45113" y="9302"/>
                  </a:lnTo>
                  <a:lnTo>
                    <a:pt x="45498" y="9776"/>
                  </a:lnTo>
                  <a:lnTo>
                    <a:pt x="45864" y="10261"/>
                  </a:lnTo>
                  <a:lnTo>
                    <a:pt x="46230" y="10755"/>
                  </a:lnTo>
                  <a:lnTo>
                    <a:pt x="46576" y="11259"/>
                  </a:lnTo>
                  <a:lnTo>
                    <a:pt x="46912" y="11773"/>
                  </a:lnTo>
                  <a:lnTo>
                    <a:pt x="47228" y="12287"/>
                  </a:lnTo>
                  <a:lnTo>
                    <a:pt x="47544" y="12821"/>
                  </a:lnTo>
                  <a:lnTo>
                    <a:pt x="47841" y="13355"/>
                  </a:lnTo>
                  <a:lnTo>
                    <a:pt x="48128" y="13898"/>
                  </a:lnTo>
                  <a:lnTo>
                    <a:pt x="48404" y="14442"/>
                  </a:lnTo>
                  <a:lnTo>
                    <a:pt x="48661" y="14995"/>
                  </a:lnTo>
                  <a:lnTo>
                    <a:pt x="48908" y="15559"/>
                  </a:lnTo>
                  <a:lnTo>
                    <a:pt x="49136" y="16132"/>
                  </a:lnTo>
                  <a:lnTo>
                    <a:pt x="49363" y="16705"/>
                  </a:lnTo>
                  <a:lnTo>
                    <a:pt x="49561" y="17289"/>
                  </a:lnTo>
                  <a:lnTo>
                    <a:pt x="49759" y="17872"/>
                  </a:lnTo>
                  <a:lnTo>
                    <a:pt x="49936" y="18465"/>
                  </a:lnTo>
                  <a:lnTo>
                    <a:pt x="50095" y="19058"/>
                  </a:lnTo>
                  <a:lnTo>
                    <a:pt x="50243" y="19661"/>
                  </a:lnTo>
                  <a:lnTo>
                    <a:pt x="50381" y="20274"/>
                  </a:lnTo>
                  <a:lnTo>
                    <a:pt x="50500" y="20886"/>
                  </a:lnTo>
                  <a:lnTo>
                    <a:pt x="50609" y="21499"/>
                  </a:lnTo>
                  <a:lnTo>
                    <a:pt x="50698" y="22122"/>
                  </a:lnTo>
                  <a:lnTo>
                    <a:pt x="50777" y="22745"/>
                  </a:lnTo>
                  <a:lnTo>
                    <a:pt x="50836" y="23367"/>
                  </a:lnTo>
                  <a:lnTo>
                    <a:pt x="50875" y="24000"/>
                  </a:lnTo>
                  <a:lnTo>
                    <a:pt x="50905" y="24633"/>
                  </a:lnTo>
                  <a:lnTo>
                    <a:pt x="50915" y="25275"/>
                  </a:lnTo>
                  <a:lnTo>
                    <a:pt x="50915" y="25918"/>
                  </a:lnTo>
                  <a:lnTo>
                    <a:pt x="50895" y="26560"/>
                  </a:lnTo>
                  <a:lnTo>
                    <a:pt x="50856" y="27203"/>
                  </a:lnTo>
                  <a:lnTo>
                    <a:pt x="50806" y="27845"/>
                  </a:lnTo>
                  <a:lnTo>
                    <a:pt x="50737" y="28497"/>
                  </a:lnTo>
                  <a:lnTo>
                    <a:pt x="50648" y="29150"/>
                  </a:lnTo>
                  <a:lnTo>
                    <a:pt x="50648" y="29150"/>
                  </a:lnTo>
                  <a:lnTo>
                    <a:pt x="50539" y="29792"/>
                  </a:lnTo>
                  <a:lnTo>
                    <a:pt x="50421" y="30435"/>
                  </a:lnTo>
                  <a:lnTo>
                    <a:pt x="50292" y="31067"/>
                  </a:lnTo>
                  <a:lnTo>
                    <a:pt x="50144" y="31700"/>
                  </a:lnTo>
                  <a:lnTo>
                    <a:pt x="49976" y="32323"/>
                  </a:lnTo>
                  <a:lnTo>
                    <a:pt x="49798" y="32936"/>
                  </a:lnTo>
                  <a:lnTo>
                    <a:pt x="49600" y="33539"/>
                  </a:lnTo>
                  <a:lnTo>
                    <a:pt x="49393" y="34141"/>
                  </a:lnTo>
                  <a:lnTo>
                    <a:pt x="49165" y="34735"/>
                  </a:lnTo>
                  <a:lnTo>
                    <a:pt x="48928" y="35318"/>
                  </a:lnTo>
                  <a:lnTo>
                    <a:pt x="48681" y="35891"/>
                  </a:lnTo>
                  <a:lnTo>
                    <a:pt x="48414" y="36464"/>
                  </a:lnTo>
                  <a:lnTo>
                    <a:pt x="48137" y="37028"/>
                  </a:lnTo>
                  <a:lnTo>
                    <a:pt x="47851" y="37571"/>
                  </a:lnTo>
                  <a:lnTo>
                    <a:pt x="47544" y="38115"/>
                  </a:lnTo>
                  <a:lnTo>
                    <a:pt x="47228" y="38649"/>
                  </a:lnTo>
                  <a:lnTo>
                    <a:pt x="46902" y="39173"/>
                  </a:lnTo>
                  <a:lnTo>
                    <a:pt x="46566" y="39697"/>
                  </a:lnTo>
                  <a:lnTo>
                    <a:pt x="46210" y="40201"/>
                  </a:lnTo>
                  <a:lnTo>
                    <a:pt x="45844" y="40695"/>
                  </a:lnTo>
                  <a:lnTo>
                    <a:pt x="45469" y="41189"/>
                  </a:lnTo>
                  <a:lnTo>
                    <a:pt x="45083" y="41664"/>
                  </a:lnTo>
                  <a:lnTo>
                    <a:pt x="44688" y="42128"/>
                  </a:lnTo>
                  <a:lnTo>
                    <a:pt x="44283" y="42593"/>
                  </a:lnTo>
                  <a:lnTo>
                    <a:pt x="43858" y="43037"/>
                  </a:lnTo>
                  <a:lnTo>
                    <a:pt x="43433" y="43472"/>
                  </a:lnTo>
                  <a:lnTo>
                    <a:pt x="42988" y="43897"/>
                  </a:lnTo>
                  <a:lnTo>
                    <a:pt x="42543" y="44313"/>
                  </a:lnTo>
                  <a:lnTo>
                    <a:pt x="42088" y="44718"/>
                  </a:lnTo>
                  <a:lnTo>
                    <a:pt x="41614" y="45113"/>
                  </a:lnTo>
                  <a:lnTo>
                    <a:pt x="41139" y="45499"/>
                  </a:lnTo>
                  <a:lnTo>
                    <a:pt x="40655" y="45864"/>
                  </a:lnTo>
                  <a:lnTo>
                    <a:pt x="40161" y="46230"/>
                  </a:lnTo>
                  <a:lnTo>
                    <a:pt x="39657" y="46576"/>
                  </a:lnTo>
                  <a:lnTo>
                    <a:pt x="39143" y="46912"/>
                  </a:lnTo>
                  <a:lnTo>
                    <a:pt x="38629" y="47228"/>
                  </a:lnTo>
                  <a:lnTo>
                    <a:pt x="38095" y="47545"/>
                  </a:lnTo>
                  <a:lnTo>
                    <a:pt x="37561" y="47841"/>
                  </a:lnTo>
                  <a:lnTo>
                    <a:pt x="37027" y="48128"/>
                  </a:lnTo>
                  <a:lnTo>
                    <a:pt x="36474" y="48395"/>
                  </a:lnTo>
                  <a:lnTo>
                    <a:pt x="35920" y="48662"/>
                  </a:lnTo>
                  <a:lnTo>
                    <a:pt x="35357" y="48909"/>
                  </a:lnTo>
                  <a:lnTo>
                    <a:pt x="34784" y="49136"/>
                  </a:lnTo>
                  <a:lnTo>
                    <a:pt x="34210" y="49354"/>
                  </a:lnTo>
                  <a:lnTo>
                    <a:pt x="33627" y="49561"/>
                  </a:lnTo>
                  <a:lnTo>
                    <a:pt x="33044" y="49759"/>
                  </a:lnTo>
                  <a:lnTo>
                    <a:pt x="32451" y="49937"/>
                  </a:lnTo>
                  <a:lnTo>
                    <a:pt x="31858" y="50095"/>
                  </a:lnTo>
                  <a:lnTo>
                    <a:pt x="31255" y="50243"/>
                  </a:lnTo>
                  <a:lnTo>
                    <a:pt x="30642" y="50382"/>
                  </a:lnTo>
                  <a:lnTo>
                    <a:pt x="30039" y="50500"/>
                  </a:lnTo>
                  <a:lnTo>
                    <a:pt x="29416" y="50609"/>
                  </a:lnTo>
                  <a:lnTo>
                    <a:pt x="28794" y="50698"/>
                  </a:lnTo>
                  <a:lnTo>
                    <a:pt x="28171" y="50777"/>
                  </a:lnTo>
                  <a:lnTo>
                    <a:pt x="27548" y="50836"/>
                  </a:lnTo>
                  <a:lnTo>
                    <a:pt x="26916" y="50876"/>
                  </a:lnTo>
                  <a:lnTo>
                    <a:pt x="26283" y="50905"/>
                  </a:lnTo>
                  <a:lnTo>
                    <a:pt x="25641" y="50915"/>
                  </a:lnTo>
                  <a:lnTo>
                    <a:pt x="25008" y="50915"/>
                  </a:lnTo>
                  <a:lnTo>
                    <a:pt x="24365" y="50896"/>
                  </a:lnTo>
                  <a:lnTo>
                    <a:pt x="23713" y="50856"/>
                  </a:lnTo>
                  <a:lnTo>
                    <a:pt x="23071" y="50807"/>
                  </a:lnTo>
                  <a:lnTo>
                    <a:pt x="22418" y="50737"/>
                  </a:lnTo>
                  <a:lnTo>
                    <a:pt x="21766" y="5064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3553975" y="3803675"/>
              <a:ext cx="1084100" cy="1084100"/>
            </a:xfrm>
            <a:custGeom>
              <a:rect b="b" l="l" r="r" t="t"/>
              <a:pathLst>
                <a:path extrusionOk="0" h="43364" w="43364">
                  <a:moveTo>
                    <a:pt x="21519" y="1"/>
                  </a:moveTo>
                  <a:lnTo>
                    <a:pt x="20975" y="10"/>
                  </a:lnTo>
                  <a:lnTo>
                    <a:pt x="20431" y="30"/>
                  </a:lnTo>
                  <a:lnTo>
                    <a:pt x="19898" y="70"/>
                  </a:lnTo>
                  <a:lnTo>
                    <a:pt x="19364" y="119"/>
                  </a:lnTo>
                  <a:lnTo>
                    <a:pt x="18830" y="178"/>
                  </a:lnTo>
                  <a:lnTo>
                    <a:pt x="18306" y="258"/>
                  </a:lnTo>
                  <a:lnTo>
                    <a:pt x="17772" y="346"/>
                  </a:lnTo>
                  <a:lnTo>
                    <a:pt x="17258" y="445"/>
                  </a:lnTo>
                  <a:lnTo>
                    <a:pt x="16735" y="564"/>
                  </a:lnTo>
                  <a:lnTo>
                    <a:pt x="16230" y="692"/>
                  </a:lnTo>
                  <a:lnTo>
                    <a:pt x="15716" y="831"/>
                  </a:lnTo>
                  <a:lnTo>
                    <a:pt x="15212" y="979"/>
                  </a:lnTo>
                  <a:lnTo>
                    <a:pt x="14708" y="1147"/>
                  </a:lnTo>
                  <a:lnTo>
                    <a:pt x="14214" y="1315"/>
                  </a:lnTo>
                  <a:lnTo>
                    <a:pt x="13730" y="1503"/>
                  </a:lnTo>
                  <a:lnTo>
                    <a:pt x="13245" y="1701"/>
                  </a:lnTo>
                  <a:lnTo>
                    <a:pt x="12761" y="1918"/>
                  </a:lnTo>
                  <a:lnTo>
                    <a:pt x="12296" y="2136"/>
                  </a:lnTo>
                  <a:lnTo>
                    <a:pt x="11822" y="2363"/>
                  </a:lnTo>
                  <a:lnTo>
                    <a:pt x="11367" y="2610"/>
                  </a:lnTo>
                  <a:lnTo>
                    <a:pt x="10913" y="2867"/>
                  </a:lnTo>
                  <a:lnTo>
                    <a:pt x="10458" y="3124"/>
                  </a:lnTo>
                  <a:lnTo>
                    <a:pt x="10013" y="3401"/>
                  </a:lnTo>
                  <a:lnTo>
                    <a:pt x="9578" y="3687"/>
                  </a:lnTo>
                  <a:lnTo>
                    <a:pt x="9153" y="3984"/>
                  </a:lnTo>
                  <a:lnTo>
                    <a:pt x="8728" y="4290"/>
                  </a:lnTo>
                  <a:lnTo>
                    <a:pt x="8323" y="4607"/>
                  </a:lnTo>
                  <a:lnTo>
                    <a:pt x="7918" y="4933"/>
                  </a:lnTo>
                  <a:lnTo>
                    <a:pt x="7512" y="5269"/>
                  </a:lnTo>
                  <a:lnTo>
                    <a:pt x="7127" y="5615"/>
                  </a:lnTo>
                  <a:lnTo>
                    <a:pt x="6741" y="5961"/>
                  </a:lnTo>
                  <a:lnTo>
                    <a:pt x="6366" y="6327"/>
                  </a:lnTo>
                  <a:lnTo>
                    <a:pt x="6000" y="6702"/>
                  </a:lnTo>
                  <a:lnTo>
                    <a:pt x="5644" y="7078"/>
                  </a:lnTo>
                  <a:lnTo>
                    <a:pt x="5298" y="7473"/>
                  </a:lnTo>
                  <a:lnTo>
                    <a:pt x="4962" y="7869"/>
                  </a:lnTo>
                  <a:lnTo>
                    <a:pt x="4636" y="8274"/>
                  </a:lnTo>
                  <a:lnTo>
                    <a:pt x="4310" y="8689"/>
                  </a:lnTo>
                  <a:lnTo>
                    <a:pt x="4003" y="9114"/>
                  </a:lnTo>
                  <a:lnTo>
                    <a:pt x="3707" y="9549"/>
                  </a:lnTo>
                  <a:lnTo>
                    <a:pt x="3420" y="9994"/>
                  </a:lnTo>
                  <a:lnTo>
                    <a:pt x="3134" y="10438"/>
                  </a:lnTo>
                  <a:lnTo>
                    <a:pt x="2867" y="10893"/>
                  </a:lnTo>
                  <a:lnTo>
                    <a:pt x="2610" y="11358"/>
                  </a:lnTo>
                  <a:lnTo>
                    <a:pt x="2363" y="11822"/>
                  </a:lnTo>
                  <a:lnTo>
                    <a:pt x="2125" y="12307"/>
                  </a:lnTo>
                  <a:lnTo>
                    <a:pt x="1898" y="12791"/>
                  </a:lnTo>
                  <a:lnTo>
                    <a:pt x="1690" y="13275"/>
                  </a:lnTo>
                  <a:lnTo>
                    <a:pt x="1483" y="13779"/>
                  </a:lnTo>
                  <a:lnTo>
                    <a:pt x="1295" y="14284"/>
                  </a:lnTo>
                  <a:lnTo>
                    <a:pt x="1117" y="14788"/>
                  </a:lnTo>
                  <a:lnTo>
                    <a:pt x="949" y="15311"/>
                  </a:lnTo>
                  <a:lnTo>
                    <a:pt x="801" y="15835"/>
                  </a:lnTo>
                  <a:lnTo>
                    <a:pt x="663" y="16359"/>
                  </a:lnTo>
                  <a:lnTo>
                    <a:pt x="534" y="16903"/>
                  </a:lnTo>
                  <a:lnTo>
                    <a:pt x="415" y="17437"/>
                  </a:lnTo>
                  <a:lnTo>
                    <a:pt x="317" y="17990"/>
                  </a:lnTo>
                  <a:lnTo>
                    <a:pt x="228" y="18544"/>
                  </a:lnTo>
                  <a:lnTo>
                    <a:pt x="149" y="19097"/>
                  </a:lnTo>
                  <a:lnTo>
                    <a:pt x="89" y="19651"/>
                  </a:lnTo>
                  <a:lnTo>
                    <a:pt x="50" y="20204"/>
                  </a:lnTo>
                  <a:lnTo>
                    <a:pt x="20" y="20748"/>
                  </a:lnTo>
                  <a:lnTo>
                    <a:pt x="0" y="21301"/>
                  </a:lnTo>
                  <a:lnTo>
                    <a:pt x="0" y="21845"/>
                  </a:lnTo>
                  <a:lnTo>
                    <a:pt x="10" y="22389"/>
                  </a:lnTo>
                  <a:lnTo>
                    <a:pt x="30" y="22932"/>
                  </a:lnTo>
                  <a:lnTo>
                    <a:pt x="69" y="23466"/>
                  </a:lnTo>
                  <a:lnTo>
                    <a:pt x="119" y="24000"/>
                  </a:lnTo>
                  <a:lnTo>
                    <a:pt x="178" y="24534"/>
                  </a:lnTo>
                  <a:lnTo>
                    <a:pt x="257" y="25058"/>
                  </a:lnTo>
                  <a:lnTo>
                    <a:pt x="346" y="25591"/>
                  </a:lnTo>
                  <a:lnTo>
                    <a:pt x="445" y="26105"/>
                  </a:lnTo>
                  <a:lnTo>
                    <a:pt x="564" y="26629"/>
                  </a:lnTo>
                  <a:lnTo>
                    <a:pt x="692" y="27143"/>
                  </a:lnTo>
                  <a:lnTo>
                    <a:pt x="831" y="27647"/>
                  </a:lnTo>
                  <a:lnTo>
                    <a:pt x="979" y="28151"/>
                  </a:lnTo>
                  <a:lnTo>
                    <a:pt x="1147" y="28655"/>
                  </a:lnTo>
                  <a:lnTo>
                    <a:pt x="1315" y="29150"/>
                  </a:lnTo>
                  <a:lnTo>
                    <a:pt x="1503" y="29634"/>
                  </a:lnTo>
                  <a:lnTo>
                    <a:pt x="1700" y="30118"/>
                  </a:lnTo>
                  <a:lnTo>
                    <a:pt x="1918" y="30603"/>
                  </a:lnTo>
                  <a:lnTo>
                    <a:pt x="2135" y="31077"/>
                  </a:lnTo>
                  <a:lnTo>
                    <a:pt x="2363" y="31542"/>
                  </a:lnTo>
                  <a:lnTo>
                    <a:pt x="2610" y="32006"/>
                  </a:lnTo>
                  <a:lnTo>
                    <a:pt x="2867" y="32461"/>
                  </a:lnTo>
                  <a:lnTo>
                    <a:pt x="3124" y="32906"/>
                  </a:lnTo>
                  <a:lnTo>
                    <a:pt x="3400" y="33351"/>
                  </a:lnTo>
                  <a:lnTo>
                    <a:pt x="3687" y="33786"/>
                  </a:lnTo>
                  <a:lnTo>
                    <a:pt x="3984" y="34211"/>
                  </a:lnTo>
                  <a:lnTo>
                    <a:pt x="4290" y="34636"/>
                  </a:lnTo>
                  <a:lnTo>
                    <a:pt x="4606" y="35041"/>
                  </a:lnTo>
                  <a:lnTo>
                    <a:pt x="4933" y="35446"/>
                  </a:lnTo>
                  <a:lnTo>
                    <a:pt x="5269" y="35851"/>
                  </a:lnTo>
                  <a:lnTo>
                    <a:pt x="5615" y="36237"/>
                  </a:lnTo>
                  <a:lnTo>
                    <a:pt x="5961" y="36622"/>
                  </a:lnTo>
                  <a:lnTo>
                    <a:pt x="6326" y="36998"/>
                  </a:lnTo>
                  <a:lnTo>
                    <a:pt x="6702" y="37364"/>
                  </a:lnTo>
                  <a:lnTo>
                    <a:pt x="7077" y="37720"/>
                  </a:lnTo>
                  <a:lnTo>
                    <a:pt x="7473" y="38065"/>
                  </a:lnTo>
                  <a:lnTo>
                    <a:pt x="7868" y="38402"/>
                  </a:lnTo>
                  <a:lnTo>
                    <a:pt x="8274" y="38728"/>
                  </a:lnTo>
                  <a:lnTo>
                    <a:pt x="8689" y="39054"/>
                  </a:lnTo>
                  <a:lnTo>
                    <a:pt x="9114" y="39360"/>
                  </a:lnTo>
                  <a:lnTo>
                    <a:pt x="9549" y="39657"/>
                  </a:lnTo>
                  <a:lnTo>
                    <a:pt x="9993" y="39953"/>
                  </a:lnTo>
                  <a:lnTo>
                    <a:pt x="10438" y="40230"/>
                  </a:lnTo>
                  <a:lnTo>
                    <a:pt x="10893" y="40497"/>
                  </a:lnTo>
                  <a:lnTo>
                    <a:pt x="11357" y="40754"/>
                  </a:lnTo>
                  <a:lnTo>
                    <a:pt x="11822" y="41001"/>
                  </a:lnTo>
                  <a:lnTo>
                    <a:pt x="12306" y="41238"/>
                  </a:lnTo>
                  <a:lnTo>
                    <a:pt x="12791" y="41466"/>
                  </a:lnTo>
                  <a:lnTo>
                    <a:pt x="13275" y="41673"/>
                  </a:lnTo>
                  <a:lnTo>
                    <a:pt x="13779" y="41881"/>
                  </a:lnTo>
                  <a:lnTo>
                    <a:pt x="14283" y="42069"/>
                  </a:lnTo>
                  <a:lnTo>
                    <a:pt x="14787" y="42247"/>
                  </a:lnTo>
                  <a:lnTo>
                    <a:pt x="15311" y="42415"/>
                  </a:lnTo>
                  <a:lnTo>
                    <a:pt x="15835" y="42563"/>
                  </a:lnTo>
                  <a:lnTo>
                    <a:pt x="16359" y="42701"/>
                  </a:lnTo>
                  <a:lnTo>
                    <a:pt x="16903" y="42830"/>
                  </a:lnTo>
                  <a:lnTo>
                    <a:pt x="17436" y="42948"/>
                  </a:lnTo>
                  <a:lnTo>
                    <a:pt x="17990" y="43047"/>
                  </a:lnTo>
                  <a:lnTo>
                    <a:pt x="18543" y="43136"/>
                  </a:lnTo>
                  <a:lnTo>
                    <a:pt x="19097" y="43215"/>
                  </a:lnTo>
                  <a:lnTo>
                    <a:pt x="19650" y="43275"/>
                  </a:lnTo>
                  <a:lnTo>
                    <a:pt x="20204" y="43314"/>
                  </a:lnTo>
                  <a:lnTo>
                    <a:pt x="20748" y="43344"/>
                  </a:lnTo>
                  <a:lnTo>
                    <a:pt x="21301" y="43364"/>
                  </a:lnTo>
                  <a:lnTo>
                    <a:pt x="21845" y="43364"/>
                  </a:lnTo>
                  <a:lnTo>
                    <a:pt x="22388" y="43354"/>
                  </a:lnTo>
                  <a:lnTo>
                    <a:pt x="22932" y="43334"/>
                  </a:lnTo>
                  <a:lnTo>
                    <a:pt x="23466" y="43294"/>
                  </a:lnTo>
                  <a:lnTo>
                    <a:pt x="24000" y="43245"/>
                  </a:lnTo>
                  <a:lnTo>
                    <a:pt x="24533" y="43186"/>
                  </a:lnTo>
                  <a:lnTo>
                    <a:pt x="25057" y="43107"/>
                  </a:lnTo>
                  <a:lnTo>
                    <a:pt x="25591" y="43018"/>
                  </a:lnTo>
                  <a:lnTo>
                    <a:pt x="26105" y="42919"/>
                  </a:lnTo>
                  <a:lnTo>
                    <a:pt x="26629" y="42800"/>
                  </a:lnTo>
                  <a:lnTo>
                    <a:pt x="27143" y="42672"/>
                  </a:lnTo>
                  <a:lnTo>
                    <a:pt x="27647" y="42533"/>
                  </a:lnTo>
                  <a:lnTo>
                    <a:pt x="28151" y="42385"/>
                  </a:lnTo>
                  <a:lnTo>
                    <a:pt x="28655" y="42217"/>
                  </a:lnTo>
                  <a:lnTo>
                    <a:pt x="29149" y="42049"/>
                  </a:lnTo>
                  <a:lnTo>
                    <a:pt x="29634" y="41861"/>
                  </a:lnTo>
                  <a:lnTo>
                    <a:pt x="30118" y="41663"/>
                  </a:lnTo>
                  <a:lnTo>
                    <a:pt x="30602" y="41446"/>
                  </a:lnTo>
                  <a:lnTo>
                    <a:pt x="31077" y="41228"/>
                  </a:lnTo>
                  <a:lnTo>
                    <a:pt x="31541" y="41001"/>
                  </a:lnTo>
                  <a:lnTo>
                    <a:pt x="31996" y="40754"/>
                  </a:lnTo>
                  <a:lnTo>
                    <a:pt x="32461" y="40497"/>
                  </a:lnTo>
                  <a:lnTo>
                    <a:pt x="32905" y="40240"/>
                  </a:lnTo>
                  <a:lnTo>
                    <a:pt x="33350" y="39963"/>
                  </a:lnTo>
                  <a:lnTo>
                    <a:pt x="33785" y="39677"/>
                  </a:lnTo>
                  <a:lnTo>
                    <a:pt x="34210" y="39380"/>
                  </a:lnTo>
                  <a:lnTo>
                    <a:pt x="34635" y="39074"/>
                  </a:lnTo>
                  <a:lnTo>
                    <a:pt x="35040" y="38757"/>
                  </a:lnTo>
                  <a:lnTo>
                    <a:pt x="35446" y="38431"/>
                  </a:lnTo>
                  <a:lnTo>
                    <a:pt x="35851" y="38095"/>
                  </a:lnTo>
                  <a:lnTo>
                    <a:pt x="36237" y="37749"/>
                  </a:lnTo>
                  <a:lnTo>
                    <a:pt x="36622" y="37403"/>
                  </a:lnTo>
                  <a:lnTo>
                    <a:pt x="36998" y="37037"/>
                  </a:lnTo>
                  <a:lnTo>
                    <a:pt x="37363" y="36662"/>
                  </a:lnTo>
                  <a:lnTo>
                    <a:pt x="37719" y="36286"/>
                  </a:lnTo>
                  <a:lnTo>
                    <a:pt x="38065" y="35891"/>
                  </a:lnTo>
                  <a:lnTo>
                    <a:pt x="38401" y="35496"/>
                  </a:lnTo>
                  <a:lnTo>
                    <a:pt x="38727" y="35090"/>
                  </a:lnTo>
                  <a:lnTo>
                    <a:pt x="39054" y="34675"/>
                  </a:lnTo>
                  <a:lnTo>
                    <a:pt x="39360" y="34250"/>
                  </a:lnTo>
                  <a:lnTo>
                    <a:pt x="39657" y="33815"/>
                  </a:lnTo>
                  <a:lnTo>
                    <a:pt x="39953" y="33380"/>
                  </a:lnTo>
                  <a:lnTo>
                    <a:pt x="40230" y="32926"/>
                  </a:lnTo>
                  <a:lnTo>
                    <a:pt x="40497" y="32471"/>
                  </a:lnTo>
                  <a:lnTo>
                    <a:pt x="40754" y="32006"/>
                  </a:lnTo>
                  <a:lnTo>
                    <a:pt x="41001" y="31542"/>
                  </a:lnTo>
                  <a:lnTo>
                    <a:pt x="41238" y="31067"/>
                  </a:lnTo>
                  <a:lnTo>
                    <a:pt x="41465" y="30583"/>
                  </a:lnTo>
                  <a:lnTo>
                    <a:pt x="41673" y="30089"/>
                  </a:lnTo>
                  <a:lnTo>
                    <a:pt x="41881" y="29585"/>
                  </a:lnTo>
                  <a:lnTo>
                    <a:pt x="42068" y="29081"/>
                  </a:lnTo>
                  <a:lnTo>
                    <a:pt x="42246" y="28576"/>
                  </a:lnTo>
                  <a:lnTo>
                    <a:pt x="42414" y="28053"/>
                  </a:lnTo>
                  <a:lnTo>
                    <a:pt x="42563" y="27529"/>
                  </a:lnTo>
                  <a:lnTo>
                    <a:pt x="42701" y="27005"/>
                  </a:lnTo>
                  <a:lnTo>
                    <a:pt x="42829" y="26461"/>
                  </a:lnTo>
                  <a:lnTo>
                    <a:pt x="42948" y="25927"/>
                  </a:lnTo>
                  <a:lnTo>
                    <a:pt x="43047" y="25374"/>
                  </a:lnTo>
                  <a:lnTo>
                    <a:pt x="43136" y="24820"/>
                  </a:lnTo>
                  <a:lnTo>
                    <a:pt x="43215" y="24267"/>
                  </a:lnTo>
                  <a:lnTo>
                    <a:pt x="43274" y="23713"/>
                  </a:lnTo>
                  <a:lnTo>
                    <a:pt x="43314" y="23160"/>
                  </a:lnTo>
                  <a:lnTo>
                    <a:pt x="43343" y="22616"/>
                  </a:lnTo>
                  <a:lnTo>
                    <a:pt x="43363" y="22063"/>
                  </a:lnTo>
                  <a:lnTo>
                    <a:pt x="43363" y="21519"/>
                  </a:lnTo>
                  <a:lnTo>
                    <a:pt x="43353" y="20975"/>
                  </a:lnTo>
                  <a:lnTo>
                    <a:pt x="43334" y="20432"/>
                  </a:lnTo>
                  <a:lnTo>
                    <a:pt x="43294" y="19898"/>
                  </a:lnTo>
                  <a:lnTo>
                    <a:pt x="43245" y="19364"/>
                  </a:lnTo>
                  <a:lnTo>
                    <a:pt x="43185" y="18830"/>
                  </a:lnTo>
                  <a:lnTo>
                    <a:pt x="43106" y="18306"/>
                  </a:lnTo>
                  <a:lnTo>
                    <a:pt x="43017" y="17783"/>
                  </a:lnTo>
                  <a:lnTo>
                    <a:pt x="42918" y="17259"/>
                  </a:lnTo>
                  <a:lnTo>
                    <a:pt x="42800" y="16735"/>
                  </a:lnTo>
                  <a:lnTo>
                    <a:pt x="42671" y="16231"/>
                  </a:lnTo>
                  <a:lnTo>
                    <a:pt x="42533" y="15717"/>
                  </a:lnTo>
                  <a:lnTo>
                    <a:pt x="42385" y="15213"/>
                  </a:lnTo>
                  <a:lnTo>
                    <a:pt x="42217" y="14709"/>
                  </a:lnTo>
                  <a:lnTo>
                    <a:pt x="42049" y="14214"/>
                  </a:lnTo>
                  <a:lnTo>
                    <a:pt x="41861" y="13730"/>
                  </a:lnTo>
                  <a:lnTo>
                    <a:pt x="41663" y="13246"/>
                  </a:lnTo>
                  <a:lnTo>
                    <a:pt x="41446" y="12761"/>
                  </a:lnTo>
                  <a:lnTo>
                    <a:pt x="41228" y="12297"/>
                  </a:lnTo>
                  <a:lnTo>
                    <a:pt x="41001" y="11822"/>
                  </a:lnTo>
                  <a:lnTo>
                    <a:pt x="40754" y="11368"/>
                  </a:lnTo>
                  <a:lnTo>
                    <a:pt x="40497" y="10913"/>
                  </a:lnTo>
                  <a:lnTo>
                    <a:pt x="40240" y="10458"/>
                  </a:lnTo>
                  <a:lnTo>
                    <a:pt x="39963" y="10013"/>
                  </a:lnTo>
                  <a:lnTo>
                    <a:pt x="39676" y="9579"/>
                  </a:lnTo>
                  <a:lnTo>
                    <a:pt x="39380" y="9153"/>
                  </a:lnTo>
                  <a:lnTo>
                    <a:pt x="39073" y="8728"/>
                  </a:lnTo>
                  <a:lnTo>
                    <a:pt x="38757" y="8323"/>
                  </a:lnTo>
                  <a:lnTo>
                    <a:pt x="38431" y="7918"/>
                  </a:lnTo>
                  <a:lnTo>
                    <a:pt x="38095" y="7513"/>
                  </a:lnTo>
                  <a:lnTo>
                    <a:pt x="37749" y="7127"/>
                  </a:lnTo>
                  <a:lnTo>
                    <a:pt x="37403" y="6742"/>
                  </a:lnTo>
                  <a:lnTo>
                    <a:pt x="37037" y="6366"/>
                  </a:lnTo>
                  <a:lnTo>
                    <a:pt x="36662" y="6000"/>
                  </a:lnTo>
                  <a:lnTo>
                    <a:pt x="36286" y="5645"/>
                  </a:lnTo>
                  <a:lnTo>
                    <a:pt x="35891" y="5299"/>
                  </a:lnTo>
                  <a:lnTo>
                    <a:pt x="35495" y="4962"/>
                  </a:lnTo>
                  <a:lnTo>
                    <a:pt x="35090" y="4636"/>
                  </a:lnTo>
                  <a:lnTo>
                    <a:pt x="34675" y="4310"/>
                  </a:lnTo>
                  <a:lnTo>
                    <a:pt x="34250" y="4004"/>
                  </a:lnTo>
                  <a:lnTo>
                    <a:pt x="33815" y="3707"/>
                  </a:lnTo>
                  <a:lnTo>
                    <a:pt x="33380" y="3421"/>
                  </a:lnTo>
                  <a:lnTo>
                    <a:pt x="32925" y="3134"/>
                  </a:lnTo>
                  <a:lnTo>
                    <a:pt x="32471" y="2867"/>
                  </a:lnTo>
                  <a:lnTo>
                    <a:pt x="32006" y="2610"/>
                  </a:lnTo>
                  <a:lnTo>
                    <a:pt x="31541" y="2363"/>
                  </a:lnTo>
                  <a:lnTo>
                    <a:pt x="31067" y="2126"/>
                  </a:lnTo>
                  <a:lnTo>
                    <a:pt x="30583" y="1898"/>
                  </a:lnTo>
                  <a:lnTo>
                    <a:pt x="30088" y="1691"/>
                  </a:lnTo>
                  <a:lnTo>
                    <a:pt x="29584" y="1483"/>
                  </a:lnTo>
                  <a:lnTo>
                    <a:pt x="29080" y="1295"/>
                  </a:lnTo>
                  <a:lnTo>
                    <a:pt x="28576" y="1117"/>
                  </a:lnTo>
                  <a:lnTo>
                    <a:pt x="28052" y="949"/>
                  </a:lnTo>
                  <a:lnTo>
                    <a:pt x="27528" y="801"/>
                  </a:lnTo>
                  <a:lnTo>
                    <a:pt x="27004" y="663"/>
                  </a:lnTo>
                  <a:lnTo>
                    <a:pt x="26461" y="534"/>
                  </a:lnTo>
                  <a:lnTo>
                    <a:pt x="25927" y="416"/>
                  </a:lnTo>
                  <a:lnTo>
                    <a:pt x="25374" y="317"/>
                  </a:lnTo>
                  <a:lnTo>
                    <a:pt x="24820" y="228"/>
                  </a:lnTo>
                  <a:lnTo>
                    <a:pt x="24266" y="149"/>
                  </a:lnTo>
                  <a:lnTo>
                    <a:pt x="23713" y="89"/>
                  </a:lnTo>
                  <a:lnTo>
                    <a:pt x="23159" y="50"/>
                  </a:lnTo>
                  <a:lnTo>
                    <a:pt x="22616" y="20"/>
                  </a:lnTo>
                  <a:lnTo>
                    <a:pt x="220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3553975" y="3803675"/>
              <a:ext cx="1084100" cy="1084100"/>
            </a:xfrm>
            <a:custGeom>
              <a:rect b="b" l="l" r="r" t="t"/>
              <a:pathLst>
                <a:path extrusionOk="0" fill="none" h="43364" w="43364">
                  <a:moveTo>
                    <a:pt x="43136" y="24820"/>
                  </a:moveTo>
                  <a:lnTo>
                    <a:pt x="43136" y="24820"/>
                  </a:lnTo>
                  <a:lnTo>
                    <a:pt x="43047" y="25374"/>
                  </a:lnTo>
                  <a:lnTo>
                    <a:pt x="42948" y="25927"/>
                  </a:lnTo>
                  <a:lnTo>
                    <a:pt x="42829" y="26461"/>
                  </a:lnTo>
                  <a:lnTo>
                    <a:pt x="42701" y="27005"/>
                  </a:lnTo>
                  <a:lnTo>
                    <a:pt x="42563" y="27529"/>
                  </a:lnTo>
                  <a:lnTo>
                    <a:pt x="42414" y="28053"/>
                  </a:lnTo>
                  <a:lnTo>
                    <a:pt x="42246" y="28576"/>
                  </a:lnTo>
                  <a:lnTo>
                    <a:pt x="42068" y="29081"/>
                  </a:lnTo>
                  <a:lnTo>
                    <a:pt x="41881" y="29585"/>
                  </a:lnTo>
                  <a:lnTo>
                    <a:pt x="41673" y="30089"/>
                  </a:lnTo>
                  <a:lnTo>
                    <a:pt x="41465" y="30583"/>
                  </a:lnTo>
                  <a:lnTo>
                    <a:pt x="41238" y="31067"/>
                  </a:lnTo>
                  <a:lnTo>
                    <a:pt x="41001" y="31542"/>
                  </a:lnTo>
                  <a:lnTo>
                    <a:pt x="40754" y="32006"/>
                  </a:lnTo>
                  <a:lnTo>
                    <a:pt x="40497" y="32471"/>
                  </a:lnTo>
                  <a:lnTo>
                    <a:pt x="40230" y="32926"/>
                  </a:lnTo>
                  <a:lnTo>
                    <a:pt x="39953" y="33380"/>
                  </a:lnTo>
                  <a:lnTo>
                    <a:pt x="39657" y="33815"/>
                  </a:lnTo>
                  <a:lnTo>
                    <a:pt x="39360" y="34250"/>
                  </a:lnTo>
                  <a:lnTo>
                    <a:pt x="39054" y="34675"/>
                  </a:lnTo>
                  <a:lnTo>
                    <a:pt x="38727" y="35090"/>
                  </a:lnTo>
                  <a:lnTo>
                    <a:pt x="38401" y="35496"/>
                  </a:lnTo>
                  <a:lnTo>
                    <a:pt x="38065" y="35891"/>
                  </a:lnTo>
                  <a:lnTo>
                    <a:pt x="37719" y="36286"/>
                  </a:lnTo>
                  <a:lnTo>
                    <a:pt x="37363" y="36662"/>
                  </a:lnTo>
                  <a:lnTo>
                    <a:pt x="36998" y="37037"/>
                  </a:lnTo>
                  <a:lnTo>
                    <a:pt x="36622" y="37403"/>
                  </a:lnTo>
                  <a:lnTo>
                    <a:pt x="36237" y="37749"/>
                  </a:lnTo>
                  <a:lnTo>
                    <a:pt x="35851" y="38095"/>
                  </a:lnTo>
                  <a:lnTo>
                    <a:pt x="35446" y="38431"/>
                  </a:lnTo>
                  <a:lnTo>
                    <a:pt x="35040" y="38757"/>
                  </a:lnTo>
                  <a:lnTo>
                    <a:pt x="34635" y="39074"/>
                  </a:lnTo>
                  <a:lnTo>
                    <a:pt x="34210" y="39380"/>
                  </a:lnTo>
                  <a:lnTo>
                    <a:pt x="33785" y="39677"/>
                  </a:lnTo>
                  <a:lnTo>
                    <a:pt x="33350" y="39963"/>
                  </a:lnTo>
                  <a:lnTo>
                    <a:pt x="32905" y="40240"/>
                  </a:lnTo>
                  <a:lnTo>
                    <a:pt x="32461" y="40497"/>
                  </a:lnTo>
                  <a:lnTo>
                    <a:pt x="31996" y="40754"/>
                  </a:lnTo>
                  <a:lnTo>
                    <a:pt x="31541" y="41001"/>
                  </a:lnTo>
                  <a:lnTo>
                    <a:pt x="31077" y="41228"/>
                  </a:lnTo>
                  <a:lnTo>
                    <a:pt x="30602" y="41446"/>
                  </a:lnTo>
                  <a:lnTo>
                    <a:pt x="30118" y="41663"/>
                  </a:lnTo>
                  <a:lnTo>
                    <a:pt x="29634" y="41861"/>
                  </a:lnTo>
                  <a:lnTo>
                    <a:pt x="29149" y="42049"/>
                  </a:lnTo>
                  <a:lnTo>
                    <a:pt x="28655" y="42217"/>
                  </a:lnTo>
                  <a:lnTo>
                    <a:pt x="28151" y="42385"/>
                  </a:lnTo>
                  <a:lnTo>
                    <a:pt x="27647" y="42533"/>
                  </a:lnTo>
                  <a:lnTo>
                    <a:pt x="27143" y="42672"/>
                  </a:lnTo>
                  <a:lnTo>
                    <a:pt x="26629" y="42800"/>
                  </a:lnTo>
                  <a:lnTo>
                    <a:pt x="26105" y="42919"/>
                  </a:lnTo>
                  <a:lnTo>
                    <a:pt x="25591" y="43018"/>
                  </a:lnTo>
                  <a:lnTo>
                    <a:pt x="25057" y="43107"/>
                  </a:lnTo>
                  <a:lnTo>
                    <a:pt x="24533" y="43186"/>
                  </a:lnTo>
                  <a:lnTo>
                    <a:pt x="24000" y="43245"/>
                  </a:lnTo>
                  <a:lnTo>
                    <a:pt x="23466" y="43294"/>
                  </a:lnTo>
                  <a:lnTo>
                    <a:pt x="22932" y="43334"/>
                  </a:lnTo>
                  <a:lnTo>
                    <a:pt x="22388" y="43354"/>
                  </a:lnTo>
                  <a:lnTo>
                    <a:pt x="21845" y="43364"/>
                  </a:lnTo>
                  <a:lnTo>
                    <a:pt x="21301" y="43364"/>
                  </a:lnTo>
                  <a:lnTo>
                    <a:pt x="20748" y="43344"/>
                  </a:lnTo>
                  <a:lnTo>
                    <a:pt x="20204" y="43314"/>
                  </a:lnTo>
                  <a:lnTo>
                    <a:pt x="19650" y="43275"/>
                  </a:lnTo>
                  <a:lnTo>
                    <a:pt x="19097" y="43215"/>
                  </a:lnTo>
                  <a:lnTo>
                    <a:pt x="18543" y="43136"/>
                  </a:lnTo>
                  <a:lnTo>
                    <a:pt x="18543" y="43136"/>
                  </a:lnTo>
                  <a:lnTo>
                    <a:pt x="17990" y="43047"/>
                  </a:lnTo>
                  <a:lnTo>
                    <a:pt x="17436" y="42948"/>
                  </a:lnTo>
                  <a:lnTo>
                    <a:pt x="16903" y="42830"/>
                  </a:lnTo>
                  <a:lnTo>
                    <a:pt x="16359" y="42701"/>
                  </a:lnTo>
                  <a:lnTo>
                    <a:pt x="15835" y="42563"/>
                  </a:lnTo>
                  <a:lnTo>
                    <a:pt x="15311" y="42415"/>
                  </a:lnTo>
                  <a:lnTo>
                    <a:pt x="14787" y="42247"/>
                  </a:lnTo>
                  <a:lnTo>
                    <a:pt x="14283" y="42069"/>
                  </a:lnTo>
                  <a:lnTo>
                    <a:pt x="13779" y="41881"/>
                  </a:lnTo>
                  <a:lnTo>
                    <a:pt x="13275" y="41673"/>
                  </a:lnTo>
                  <a:lnTo>
                    <a:pt x="12791" y="41466"/>
                  </a:lnTo>
                  <a:lnTo>
                    <a:pt x="12306" y="41238"/>
                  </a:lnTo>
                  <a:lnTo>
                    <a:pt x="11822" y="41001"/>
                  </a:lnTo>
                  <a:lnTo>
                    <a:pt x="11357" y="40754"/>
                  </a:lnTo>
                  <a:lnTo>
                    <a:pt x="10893" y="40497"/>
                  </a:lnTo>
                  <a:lnTo>
                    <a:pt x="10438" y="40230"/>
                  </a:lnTo>
                  <a:lnTo>
                    <a:pt x="9993" y="39953"/>
                  </a:lnTo>
                  <a:lnTo>
                    <a:pt x="9549" y="39657"/>
                  </a:lnTo>
                  <a:lnTo>
                    <a:pt x="9114" y="39360"/>
                  </a:lnTo>
                  <a:lnTo>
                    <a:pt x="8689" y="39054"/>
                  </a:lnTo>
                  <a:lnTo>
                    <a:pt x="8274" y="38728"/>
                  </a:lnTo>
                  <a:lnTo>
                    <a:pt x="7868" y="38402"/>
                  </a:lnTo>
                  <a:lnTo>
                    <a:pt x="7473" y="38065"/>
                  </a:lnTo>
                  <a:lnTo>
                    <a:pt x="7077" y="37720"/>
                  </a:lnTo>
                  <a:lnTo>
                    <a:pt x="6702" y="37364"/>
                  </a:lnTo>
                  <a:lnTo>
                    <a:pt x="6326" y="36998"/>
                  </a:lnTo>
                  <a:lnTo>
                    <a:pt x="5961" y="36622"/>
                  </a:lnTo>
                  <a:lnTo>
                    <a:pt x="5615" y="36237"/>
                  </a:lnTo>
                  <a:lnTo>
                    <a:pt x="5269" y="35851"/>
                  </a:lnTo>
                  <a:lnTo>
                    <a:pt x="4933" y="35446"/>
                  </a:lnTo>
                  <a:lnTo>
                    <a:pt x="4606" y="35041"/>
                  </a:lnTo>
                  <a:lnTo>
                    <a:pt x="4290" y="34636"/>
                  </a:lnTo>
                  <a:lnTo>
                    <a:pt x="3984" y="34211"/>
                  </a:lnTo>
                  <a:lnTo>
                    <a:pt x="3687" y="33786"/>
                  </a:lnTo>
                  <a:lnTo>
                    <a:pt x="3400" y="33351"/>
                  </a:lnTo>
                  <a:lnTo>
                    <a:pt x="3124" y="32906"/>
                  </a:lnTo>
                  <a:lnTo>
                    <a:pt x="2867" y="32461"/>
                  </a:lnTo>
                  <a:lnTo>
                    <a:pt x="2610" y="32006"/>
                  </a:lnTo>
                  <a:lnTo>
                    <a:pt x="2363" y="31542"/>
                  </a:lnTo>
                  <a:lnTo>
                    <a:pt x="2135" y="31077"/>
                  </a:lnTo>
                  <a:lnTo>
                    <a:pt x="1918" y="30603"/>
                  </a:lnTo>
                  <a:lnTo>
                    <a:pt x="1700" y="30118"/>
                  </a:lnTo>
                  <a:lnTo>
                    <a:pt x="1503" y="29634"/>
                  </a:lnTo>
                  <a:lnTo>
                    <a:pt x="1315" y="29150"/>
                  </a:lnTo>
                  <a:lnTo>
                    <a:pt x="1147" y="28655"/>
                  </a:lnTo>
                  <a:lnTo>
                    <a:pt x="979" y="28151"/>
                  </a:lnTo>
                  <a:lnTo>
                    <a:pt x="831" y="27647"/>
                  </a:lnTo>
                  <a:lnTo>
                    <a:pt x="692" y="27143"/>
                  </a:lnTo>
                  <a:lnTo>
                    <a:pt x="564" y="26629"/>
                  </a:lnTo>
                  <a:lnTo>
                    <a:pt x="445" y="26105"/>
                  </a:lnTo>
                  <a:lnTo>
                    <a:pt x="346" y="25591"/>
                  </a:lnTo>
                  <a:lnTo>
                    <a:pt x="257" y="25058"/>
                  </a:lnTo>
                  <a:lnTo>
                    <a:pt x="178" y="24534"/>
                  </a:lnTo>
                  <a:lnTo>
                    <a:pt x="119" y="24000"/>
                  </a:lnTo>
                  <a:lnTo>
                    <a:pt x="69" y="23466"/>
                  </a:lnTo>
                  <a:lnTo>
                    <a:pt x="30" y="22932"/>
                  </a:lnTo>
                  <a:lnTo>
                    <a:pt x="10" y="22389"/>
                  </a:lnTo>
                  <a:lnTo>
                    <a:pt x="0" y="21845"/>
                  </a:lnTo>
                  <a:lnTo>
                    <a:pt x="0" y="21301"/>
                  </a:lnTo>
                  <a:lnTo>
                    <a:pt x="20" y="20748"/>
                  </a:lnTo>
                  <a:lnTo>
                    <a:pt x="50" y="20204"/>
                  </a:lnTo>
                  <a:lnTo>
                    <a:pt x="89" y="19651"/>
                  </a:lnTo>
                  <a:lnTo>
                    <a:pt x="149" y="19097"/>
                  </a:lnTo>
                  <a:lnTo>
                    <a:pt x="228" y="18544"/>
                  </a:lnTo>
                  <a:lnTo>
                    <a:pt x="228" y="18544"/>
                  </a:lnTo>
                  <a:lnTo>
                    <a:pt x="317" y="17990"/>
                  </a:lnTo>
                  <a:lnTo>
                    <a:pt x="415" y="17437"/>
                  </a:lnTo>
                  <a:lnTo>
                    <a:pt x="534" y="16903"/>
                  </a:lnTo>
                  <a:lnTo>
                    <a:pt x="663" y="16359"/>
                  </a:lnTo>
                  <a:lnTo>
                    <a:pt x="801" y="15835"/>
                  </a:lnTo>
                  <a:lnTo>
                    <a:pt x="949" y="15311"/>
                  </a:lnTo>
                  <a:lnTo>
                    <a:pt x="1117" y="14788"/>
                  </a:lnTo>
                  <a:lnTo>
                    <a:pt x="1295" y="14284"/>
                  </a:lnTo>
                  <a:lnTo>
                    <a:pt x="1483" y="13779"/>
                  </a:lnTo>
                  <a:lnTo>
                    <a:pt x="1690" y="13275"/>
                  </a:lnTo>
                  <a:lnTo>
                    <a:pt x="1898" y="12791"/>
                  </a:lnTo>
                  <a:lnTo>
                    <a:pt x="2125" y="12307"/>
                  </a:lnTo>
                  <a:lnTo>
                    <a:pt x="2363" y="11822"/>
                  </a:lnTo>
                  <a:lnTo>
                    <a:pt x="2610" y="11358"/>
                  </a:lnTo>
                  <a:lnTo>
                    <a:pt x="2867" y="10893"/>
                  </a:lnTo>
                  <a:lnTo>
                    <a:pt x="3134" y="10438"/>
                  </a:lnTo>
                  <a:lnTo>
                    <a:pt x="3420" y="9994"/>
                  </a:lnTo>
                  <a:lnTo>
                    <a:pt x="3707" y="9549"/>
                  </a:lnTo>
                  <a:lnTo>
                    <a:pt x="4003" y="9114"/>
                  </a:lnTo>
                  <a:lnTo>
                    <a:pt x="4310" y="8689"/>
                  </a:lnTo>
                  <a:lnTo>
                    <a:pt x="4636" y="8274"/>
                  </a:lnTo>
                  <a:lnTo>
                    <a:pt x="4962" y="7869"/>
                  </a:lnTo>
                  <a:lnTo>
                    <a:pt x="5298" y="7473"/>
                  </a:lnTo>
                  <a:lnTo>
                    <a:pt x="5644" y="7078"/>
                  </a:lnTo>
                  <a:lnTo>
                    <a:pt x="6000" y="6702"/>
                  </a:lnTo>
                  <a:lnTo>
                    <a:pt x="6366" y="6327"/>
                  </a:lnTo>
                  <a:lnTo>
                    <a:pt x="6741" y="5961"/>
                  </a:lnTo>
                  <a:lnTo>
                    <a:pt x="7127" y="5615"/>
                  </a:lnTo>
                  <a:lnTo>
                    <a:pt x="7512" y="5269"/>
                  </a:lnTo>
                  <a:lnTo>
                    <a:pt x="7918" y="4933"/>
                  </a:lnTo>
                  <a:lnTo>
                    <a:pt x="8323" y="4607"/>
                  </a:lnTo>
                  <a:lnTo>
                    <a:pt x="8728" y="4290"/>
                  </a:lnTo>
                  <a:lnTo>
                    <a:pt x="9153" y="3984"/>
                  </a:lnTo>
                  <a:lnTo>
                    <a:pt x="9578" y="3687"/>
                  </a:lnTo>
                  <a:lnTo>
                    <a:pt x="10013" y="3401"/>
                  </a:lnTo>
                  <a:lnTo>
                    <a:pt x="10458" y="3124"/>
                  </a:lnTo>
                  <a:lnTo>
                    <a:pt x="10913" y="2867"/>
                  </a:lnTo>
                  <a:lnTo>
                    <a:pt x="11367" y="2610"/>
                  </a:lnTo>
                  <a:lnTo>
                    <a:pt x="11822" y="2363"/>
                  </a:lnTo>
                  <a:lnTo>
                    <a:pt x="12296" y="2136"/>
                  </a:lnTo>
                  <a:lnTo>
                    <a:pt x="12761" y="1918"/>
                  </a:lnTo>
                  <a:lnTo>
                    <a:pt x="13245" y="1701"/>
                  </a:lnTo>
                  <a:lnTo>
                    <a:pt x="13730" y="1503"/>
                  </a:lnTo>
                  <a:lnTo>
                    <a:pt x="14214" y="1315"/>
                  </a:lnTo>
                  <a:lnTo>
                    <a:pt x="14708" y="1147"/>
                  </a:lnTo>
                  <a:lnTo>
                    <a:pt x="15212" y="979"/>
                  </a:lnTo>
                  <a:lnTo>
                    <a:pt x="15716" y="831"/>
                  </a:lnTo>
                  <a:lnTo>
                    <a:pt x="16230" y="692"/>
                  </a:lnTo>
                  <a:lnTo>
                    <a:pt x="16735" y="564"/>
                  </a:lnTo>
                  <a:lnTo>
                    <a:pt x="17258" y="445"/>
                  </a:lnTo>
                  <a:lnTo>
                    <a:pt x="17772" y="346"/>
                  </a:lnTo>
                  <a:lnTo>
                    <a:pt x="18306" y="258"/>
                  </a:lnTo>
                  <a:lnTo>
                    <a:pt x="18830" y="178"/>
                  </a:lnTo>
                  <a:lnTo>
                    <a:pt x="19364" y="119"/>
                  </a:lnTo>
                  <a:lnTo>
                    <a:pt x="19898" y="70"/>
                  </a:lnTo>
                  <a:lnTo>
                    <a:pt x="20431" y="30"/>
                  </a:lnTo>
                  <a:lnTo>
                    <a:pt x="20975" y="10"/>
                  </a:lnTo>
                  <a:lnTo>
                    <a:pt x="21519" y="1"/>
                  </a:lnTo>
                  <a:lnTo>
                    <a:pt x="22062" y="1"/>
                  </a:lnTo>
                  <a:lnTo>
                    <a:pt x="22616" y="20"/>
                  </a:lnTo>
                  <a:lnTo>
                    <a:pt x="23159" y="50"/>
                  </a:lnTo>
                  <a:lnTo>
                    <a:pt x="23713" y="89"/>
                  </a:lnTo>
                  <a:lnTo>
                    <a:pt x="24266" y="149"/>
                  </a:lnTo>
                  <a:lnTo>
                    <a:pt x="24820" y="228"/>
                  </a:lnTo>
                  <a:lnTo>
                    <a:pt x="24820" y="228"/>
                  </a:lnTo>
                  <a:lnTo>
                    <a:pt x="25374" y="317"/>
                  </a:lnTo>
                  <a:lnTo>
                    <a:pt x="25927" y="416"/>
                  </a:lnTo>
                  <a:lnTo>
                    <a:pt x="26461" y="534"/>
                  </a:lnTo>
                  <a:lnTo>
                    <a:pt x="27004" y="663"/>
                  </a:lnTo>
                  <a:lnTo>
                    <a:pt x="27528" y="801"/>
                  </a:lnTo>
                  <a:lnTo>
                    <a:pt x="28052" y="949"/>
                  </a:lnTo>
                  <a:lnTo>
                    <a:pt x="28576" y="1117"/>
                  </a:lnTo>
                  <a:lnTo>
                    <a:pt x="29080" y="1295"/>
                  </a:lnTo>
                  <a:lnTo>
                    <a:pt x="29584" y="1483"/>
                  </a:lnTo>
                  <a:lnTo>
                    <a:pt x="30088" y="1691"/>
                  </a:lnTo>
                  <a:lnTo>
                    <a:pt x="30583" y="1898"/>
                  </a:lnTo>
                  <a:lnTo>
                    <a:pt x="31067" y="2126"/>
                  </a:lnTo>
                  <a:lnTo>
                    <a:pt x="31541" y="2363"/>
                  </a:lnTo>
                  <a:lnTo>
                    <a:pt x="32006" y="2610"/>
                  </a:lnTo>
                  <a:lnTo>
                    <a:pt x="32471" y="2867"/>
                  </a:lnTo>
                  <a:lnTo>
                    <a:pt x="32925" y="3134"/>
                  </a:lnTo>
                  <a:lnTo>
                    <a:pt x="33380" y="3421"/>
                  </a:lnTo>
                  <a:lnTo>
                    <a:pt x="33815" y="3707"/>
                  </a:lnTo>
                  <a:lnTo>
                    <a:pt x="34250" y="4004"/>
                  </a:lnTo>
                  <a:lnTo>
                    <a:pt x="34675" y="4310"/>
                  </a:lnTo>
                  <a:lnTo>
                    <a:pt x="35090" y="4636"/>
                  </a:lnTo>
                  <a:lnTo>
                    <a:pt x="35495" y="4962"/>
                  </a:lnTo>
                  <a:lnTo>
                    <a:pt x="35891" y="5299"/>
                  </a:lnTo>
                  <a:lnTo>
                    <a:pt x="36286" y="5645"/>
                  </a:lnTo>
                  <a:lnTo>
                    <a:pt x="36662" y="6000"/>
                  </a:lnTo>
                  <a:lnTo>
                    <a:pt x="37037" y="6366"/>
                  </a:lnTo>
                  <a:lnTo>
                    <a:pt x="37403" y="6742"/>
                  </a:lnTo>
                  <a:lnTo>
                    <a:pt x="37749" y="7127"/>
                  </a:lnTo>
                  <a:lnTo>
                    <a:pt x="38095" y="7513"/>
                  </a:lnTo>
                  <a:lnTo>
                    <a:pt x="38431" y="7918"/>
                  </a:lnTo>
                  <a:lnTo>
                    <a:pt x="38757" y="8323"/>
                  </a:lnTo>
                  <a:lnTo>
                    <a:pt x="39073" y="8728"/>
                  </a:lnTo>
                  <a:lnTo>
                    <a:pt x="39380" y="9153"/>
                  </a:lnTo>
                  <a:lnTo>
                    <a:pt x="39676" y="9579"/>
                  </a:lnTo>
                  <a:lnTo>
                    <a:pt x="39963" y="10013"/>
                  </a:lnTo>
                  <a:lnTo>
                    <a:pt x="40240" y="10458"/>
                  </a:lnTo>
                  <a:lnTo>
                    <a:pt x="40497" y="10913"/>
                  </a:lnTo>
                  <a:lnTo>
                    <a:pt x="40754" y="11368"/>
                  </a:lnTo>
                  <a:lnTo>
                    <a:pt x="41001" y="11822"/>
                  </a:lnTo>
                  <a:lnTo>
                    <a:pt x="41228" y="12297"/>
                  </a:lnTo>
                  <a:lnTo>
                    <a:pt x="41446" y="12761"/>
                  </a:lnTo>
                  <a:lnTo>
                    <a:pt x="41663" y="13246"/>
                  </a:lnTo>
                  <a:lnTo>
                    <a:pt x="41861" y="13730"/>
                  </a:lnTo>
                  <a:lnTo>
                    <a:pt x="42049" y="14214"/>
                  </a:lnTo>
                  <a:lnTo>
                    <a:pt x="42217" y="14709"/>
                  </a:lnTo>
                  <a:lnTo>
                    <a:pt x="42385" y="15213"/>
                  </a:lnTo>
                  <a:lnTo>
                    <a:pt x="42533" y="15717"/>
                  </a:lnTo>
                  <a:lnTo>
                    <a:pt x="42671" y="16231"/>
                  </a:lnTo>
                  <a:lnTo>
                    <a:pt x="42800" y="16735"/>
                  </a:lnTo>
                  <a:lnTo>
                    <a:pt x="42918" y="17259"/>
                  </a:lnTo>
                  <a:lnTo>
                    <a:pt x="43017" y="17783"/>
                  </a:lnTo>
                  <a:lnTo>
                    <a:pt x="43106" y="18306"/>
                  </a:lnTo>
                  <a:lnTo>
                    <a:pt x="43185" y="18830"/>
                  </a:lnTo>
                  <a:lnTo>
                    <a:pt x="43245" y="19364"/>
                  </a:lnTo>
                  <a:lnTo>
                    <a:pt x="43294" y="19898"/>
                  </a:lnTo>
                  <a:lnTo>
                    <a:pt x="43334" y="20432"/>
                  </a:lnTo>
                  <a:lnTo>
                    <a:pt x="43353" y="20975"/>
                  </a:lnTo>
                  <a:lnTo>
                    <a:pt x="43363" y="21519"/>
                  </a:lnTo>
                  <a:lnTo>
                    <a:pt x="43363" y="22063"/>
                  </a:lnTo>
                  <a:lnTo>
                    <a:pt x="43343" y="22616"/>
                  </a:lnTo>
                  <a:lnTo>
                    <a:pt x="43314" y="23160"/>
                  </a:lnTo>
                  <a:lnTo>
                    <a:pt x="43274" y="23713"/>
                  </a:lnTo>
                  <a:lnTo>
                    <a:pt x="43215" y="24267"/>
                  </a:lnTo>
                  <a:lnTo>
                    <a:pt x="43136" y="2482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3789950" y="3952425"/>
              <a:ext cx="650425" cy="341300"/>
            </a:xfrm>
            <a:custGeom>
              <a:rect b="b" l="l" r="r" t="t"/>
              <a:pathLst>
                <a:path extrusionOk="0" h="13652" w="26017">
                  <a:moveTo>
                    <a:pt x="9391" y="1"/>
                  </a:moveTo>
                  <a:lnTo>
                    <a:pt x="8926" y="21"/>
                  </a:lnTo>
                  <a:lnTo>
                    <a:pt x="8472" y="60"/>
                  </a:lnTo>
                  <a:lnTo>
                    <a:pt x="8017" y="120"/>
                  </a:lnTo>
                  <a:lnTo>
                    <a:pt x="7562" y="199"/>
                  </a:lnTo>
                  <a:lnTo>
                    <a:pt x="7128" y="297"/>
                  </a:lnTo>
                  <a:lnTo>
                    <a:pt x="6693" y="426"/>
                  </a:lnTo>
                  <a:lnTo>
                    <a:pt x="6268" y="574"/>
                  </a:lnTo>
                  <a:lnTo>
                    <a:pt x="5852" y="732"/>
                  </a:lnTo>
                  <a:lnTo>
                    <a:pt x="5447" y="920"/>
                  </a:lnTo>
                  <a:lnTo>
                    <a:pt x="5052" y="1128"/>
                  </a:lnTo>
                  <a:lnTo>
                    <a:pt x="4656" y="1345"/>
                  </a:lnTo>
                  <a:lnTo>
                    <a:pt x="4281" y="1582"/>
                  </a:lnTo>
                  <a:lnTo>
                    <a:pt x="3925" y="1839"/>
                  </a:lnTo>
                  <a:lnTo>
                    <a:pt x="3569" y="2116"/>
                  </a:lnTo>
                  <a:lnTo>
                    <a:pt x="3233" y="2403"/>
                  </a:lnTo>
                  <a:lnTo>
                    <a:pt x="2907" y="2709"/>
                  </a:lnTo>
                  <a:lnTo>
                    <a:pt x="2600" y="3035"/>
                  </a:lnTo>
                  <a:lnTo>
                    <a:pt x="2314" y="3372"/>
                  </a:lnTo>
                  <a:lnTo>
                    <a:pt x="2037" y="3727"/>
                  </a:lnTo>
                  <a:lnTo>
                    <a:pt x="1770" y="4093"/>
                  </a:lnTo>
                  <a:lnTo>
                    <a:pt x="1533" y="4469"/>
                  </a:lnTo>
                  <a:lnTo>
                    <a:pt x="1306" y="4864"/>
                  </a:lnTo>
                  <a:lnTo>
                    <a:pt x="1098" y="5269"/>
                  </a:lnTo>
                  <a:lnTo>
                    <a:pt x="910" y="5684"/>
                  </a:lnTo>
                  <a:lnTo>
                    <a:pt x="742" y="6110"/>
                  </a:lnTo>
                  <a:lnTo>
                    <a:pt x="594" y="6554"/>
                  </a:lnTo>
                  <a:lnTo>
                    <a:pt x="465" y="6999"/>
                  </a:lnTo>
                  <a:lnTo>
                    <a:pt x="416" y="7236"/>
                  </a:lnTo>
                  <a:lnTo>
                    <a:pt x="367" y="7464"/>
                  </a:lnTo>
                  <a:lnTo>
                    <a:pt x="327" y="7701"/>
                  </a:lnTo>
                  <a:lnTo>
                    <a:pt x="288" y="7938"/>
                  </a:lnTo>
                  <a:lnTo>
                    <a:pt x="1" y="9895"/>
                  </a:lnTo>
                  <a:lnTo>
                    <a:pt x="25631" y="13651"/>
                  </a:lnTo>
                  <a:lnTo>
                    <a:pt x="25918" y="11684"/>
                  </a:lnTo>
                  <a:lnTo>
                    <a:pt x="25957" y="11447"/>
                  </a:lnTo>
                  <a:lnTo>
                    <a:pt x="25977" y="11220"/>
                  </a:lnTo>
                  <a:lnTo>
                    <a:pt x="25997" y="10983"/>
                  </a:lnTo>
                  <a:lnTo>
                    <a:pt x="26007" y="10745"/>
                  </a:lnTo>
                  <a:lnTo>
                    <a:pt x="26017" y="10281"/>
                  </a:lnTo>
                  <a:lnTo>
                    <a:pt x="26007" y="9816"/>
                  </a:lnTo>
                  <a:lnTo>
                    <a:pt x="25967" y="9352"/>
                  </a:lnTo>
                  <a:lnTo>
                    <a:pt x="25908" y="8897"/>
                  </a:lnTo>
                  <a:lnTo>
                    <a:pt x="25829" y="8452"/>
                  </a:lnTo>
                  <a:lnTo>
                    <a:pt x="25720" y="8017"/>
                  </a:lnTo>
                  <a:lnTo>
                    <a:pt x="25601" y="7582"/>
                  </a:lnTo>
                  <a:lnTo>
                    <a:pt x="25453" y="7157"/>
                  </a:lnTo>
                  <a:lnTo>
                    <a:pt x="25285" y="6742"/>
                  </a:lnTo>
                  <a:lnTo>
                    <a:pt x="25107" y="6327"/>
                  </a:lnTo>
                  <a:lnTo>
                    <a:pt x="24900" y="5932"/>
                  </a:lnTo>
                  <a:lnTo>
                    <a:pt x="24682" y="5546"/>
                  </a:lnTo>
                  <a:lnTo>
                    <a:pt x="24445" y="5170"/>
                  </a:lnTo>
                  <a:lnTo>
                    <a:pt x="24188" y="4805"/>
                  </a:lnTo>
                  <a:lnTo>
                    <a:pt x="23911" y="4459"/>
                  </a:lnTo>
                  <a:lnTo>
                    <a:pt x="23615" y="4123"/>
                  </a:lnTo>
                  <a:lnTo>
                    <a:pt x="23308" y="3797"/>
                  </a:lnTo>
                  <a:lnTo>
                    <a:pt x="22992" y="3490"/>
                  </a:lnTo>
                  <a:lnTo>
                    <a:pt x="22656" y="3194"/>
                  </a:lnTo>
                  <a:lnTo>
                    <a:pt x="22300" y="2917"/>
                  </a:lnTo>
                  <a:lnTo>
                    <a:pt x="21934" y="2660"/>
                  </a:lnTo>
                  <a:lnTo>
                    <a:pt x="21559" y="2413"/>
                  </a:lnTo>
                  <a:lnTo>
                    <a:pt x="21163" y="2185"/>
                  </a:lnTo>
                  <a:lnTo>
                    <a:pt x="20758" y="1988"/>
                  </a:lnTo>
                  <a:lnTo>
                    <a:pt x="20343" y="1800"/>
                  </a:lnTo>
                  <a:lnTo>
                    <a:pt x="19908" y="1632"/>
                  </a:lnTo>
                  <a:lnTo>
                    <a:pt x="19473" y="1484"/>
                  </a:lnTo>
                  <a:lnTo>
                    <a:pt x="19018" y="1355"/>
                  </a:lnTo>
                  <a:lnTo>
                    <a:pt x="18791" y="1306"/>
                  </a:lnTo>
                  <a:lnTo>
                    <a:pt x="18564" y="1256"/>
                  </a:lnTo>
                  <a:lnTo>
                    <a:pt x="18327" y="1207"/>
                  </a:lnTo>
                  <a:lnTo>
                    <a:pt x="18089" y="1167"/>
                  </a:lnTo>
                  <a:lnTo>
                    <a:pt x="10805" y="100"/>
                  </a:lnTo>
                  <a:lnTo>
                    <a:pt x="10567" y="70"/>
                  </a:lnTo>
                  <a:lnTo>
                    <a:pt x="10330" y="50"/>
                  </a:lnTo>
                  <a:lnTo>
                    <a:pt x="10093" y="31"/>
                  </a:lnTo>
                  <a:lnTo>
                    <a:pt x="9856" y="11"/>
                  </a:lnTo>
                  <a:lnTo>
                    <a:pt x="93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3789950" y="3952425"/>
              <a:ext cx="650425" cy="341300"/>
            </a:xfrm>
            <a:custGeom>
              <a:rect b="b" l="l" r="r" t="t"/>
              <a:pathLst>
                <a:path extrusionOk="0" fill="none" h="13652" w="26017">
                  <a:moveTo>
                    <a:pt x="25631" y="13651"/>
                  </a:moveTo>
                  <a:lnTo>
                    <a:pt x="1" y="9895"/>
                  </a:lnTo>
                  <a:lnTo>
                    <a:pt x="288" y="7938"/>
                  </a:lnTo>
                  <a:lnTo>
                    <a:pt x="288" y="7938"/>
                  </a:lnTo>
                  <a:lnTo>
                    <a:pt x="327" y="7701"/>
                  </a:lnTo>
                  <a:lnTo>
                    <a:pt x="367" y="7464"/>
                  </a:lnTo>
                  <a:lnTo>
                    <a:pt x="416" y="7236"/>
                  </a:lnTo>
                  <a:lnTo>
                    <a:pt x="465" y="6999"/>
                  </a:lnTo>
                  <a:lnTo>
                    <a:pt x="594" y="6554"/>
                  </a:lnTo>
                  <a:lnTo>
                    <a:pt x="742" y="6110"/>
                  </a:lnTo>
                  <a:lnTo>
                    <a:pt x="910" y="5684"/>
                  </a:lnTo>
                  <a:lnTo>
                    <a:pt x="1098" y="5269"/>
                  </a:lnTo>
                  <a:lnTo>
                    <a:pt x="1306" y="4864"/>
                  </a:lnTo>
                  <a:lnTo>
                    <a:pt x="1533" y="4469"/>
                  </a:lnTo>
                  <a:lnTo>
                    <a:pt x="1770" y="4093"/>
                  </a:lnTo>
                  <a:lnTo>
                    <a:pt x="2037" y="3727"/>
                  </a:lnTo>
                  <a:lnTo>
                    <a:pt x="2314" y="3372"/>
                  </a:lnTo>
                  <a:lnTo>
                    <a:pt x="2600" y="3035"/>
                  </a:lnTo>
                  <a:lnTo>
                    <a:pt x="2907" y="2709"/>
                  </a:lnTo>
                  <a:lnTo>
                    <a:pt x="3233" y="2403"/>
                  </a:lnTo>
                  <a:lnTo>
                    <a:pt x="3569" y="2116"/>
                  </a:lnTo>
                  <a:lnTo>
                    <a:pt x="3925" y="1839"/>
                  </a:lnTo>
                  <a:lnTo>
                    <a:pt x="4281" y="1582"/>
                  </a:lnTo>
                  <a:lnTo>
                    <a:pt x="4656" y="1345"/>
                  </a:lnTo>
                  <a:lnTo>
                    <a:pt x="5052" y="1128"/>
                  </a:lnTo>
                  <a:lnTo>
                    <a:pt x="5447" y="920"/>
                  </a:lnTo>
                  <a:lnTo>
                    <a:pt x="5852" y="732"/>
                  </a:lnTo>
                  <a:lnTo>
                    <a:pt x="6268" y="574"/>
                  </a:lnTo>
                  <a:lnTo>
                    <a:pt x="6693" y="426"/>
                  </a:lnTo>
                  <a:lnTo>
                    <a:pt x="7128" y="297"/>
                  </a:lnTo>
                  <a:lnTo>
                    <a:pt x="7562" y="199"/>
                  </a:lnTo>
                  <a:lnTo>
                    <a:pt x="8017" y="120"/>
                  </a:lnTo>
                  <a:lnTo>
                    <a:pt x="8472" y="60"/>
                  </a:lnTo>
                  <a:lnTo>
                    <a:pt x="8926" y="21"/>
                  </a:lnTo>
                  <a:lnTo>
                    <a:pt x="9391" y="1"/>
                  </a:lnTo>
                  <a:lnTo>
                    <a:pt x="9856" y="11"/>
                  </a:lnTo>
                  <a:lnTo>
                    <a:pt x="10093" y="31"/>
                  </a:lnTo>
                  <a:lnTo>
                    <a:pt x="10330" y="50"/>
                  </a:lnTo>
                  <a:lnTo>
                    <a:pt x="10567" y="70"/>
                  </a:lnTo>
                  <a:lnTo>
                    <a:pt x="10805" y="100"/>
                  </a:lnTo>
                  <a:lnTo>
                    <a:pt x="18089" y="1167"/>
                  </a:lnTo>
                  <a:lnTo>
                    <a:pt x="18089" y="1167"/>
                  </a:lnTo>
                  <a:lnTo>
                    <a:pt x="18327" y="1207"/>
                  </a:lnTo>
                  <a:lnTo>
                    <a:pt x="18564" y="1256"/>
                  </a:lnTo>
                  <a:lnTo>
                    <a:pt x="18791" y="1306"/>
                  </a:lnTo>
                  <a:lnTo>
                    <a:pt x="19018" y="1355"/>
                  </a:lnTo>
                  <a:lnTo>
                    <a:pt x="19473" y="1484"/>
                  </a:lnTo>
                  <a:lnTo>
                    <a:pt x="19908" y="1632"/>
                  </a:lnTo>
                  <a:lnTo>
                    <a:pt x="20343" y="1800"/>
                  </a:lnTo>
                  <a:lnTo>
                    <a:pt x="20758" y="1988"/>
                  </a:lnTo>
                  <a:lnTo>
                    <a:pt x="21163" y="2185"/>
                  </a:lnTo>
                  <a:lnTo>
                    <a:pt x="21559" y="2413"/>
                  </a:lnTo>
                  <a:lnTo>
                    <a:pt x="21934" y="2660"/>
                  </a:lnTo>
                  <a:lnTo>
                    <a:pt x="22300" y="2917"/>
                  </a:lnTo>
                  <a:lnTo>
                    <a:pt x="22656" y="3194"/>
                  </a:lnTo>
                  <a:lnTo>
                    <a:pt x="22992" y="3490"/>
                  </a:lnTo>
                  <a:lnTo>
                    <a:pt x="23308" y="3797"/>
                  </a:lnTo>
                  <a:lnTo>
                    <a:pt x="23615" y="4123"/>
                  </a:lnTo>
                  <a:lnTo>
                    <a:pt x="23911" y="4459"/>
                  </a:lnTo>
                  <a:lnTo>
                    <a:pt x="24188" y="4805"/>
                  </a:lnTo>
                  <a:lnTo>
                    <a:pt x="24445" y="5170"/>
                  </a:lnTo>
                  <a:lnTo>
                    <a:pt x="24682" y="5546"/>
                  </a:lnTo>
                  <a:lnTo>
                    <a:pt x="24900" y="5932"/>
                  </a:lnTo>
                  <a:lnTo>
                    <a:pt x="25107" y="6327"/>
                  </a:lnTo>
                  <a:lnTo>
                    <a:pt x="25285" y="6742"/>
                  </a:lnTo>
                  <a:lnTo>
                    <a:pt x="25453" y="7157"/>
                  </a:lnTo>
                  <a:lnTo>
                    <a:pt x="25601" y="7582"/>
                  </a:lnTo>
                  <a:lnTo>
                    <a:pt x="25720" y="8017"/>
                  </a:lnTo>
                  <a:lnTo>
                    <a:pt x="25829" y="8452"/>
                  </a:lnTo>
                  <a:lnTo>
                    <a:pt x="25908" y="8897"/>
                  </a:lnTo>
                  <a:lnTo>
                    <a:pt x="25967" y="9352"/>
                  </a:lnTo>
                  <a:lnTo>
                    <a:pt x="26007" y="9816"/>
                  </a:lnTo>
                  <a:lnTo>
                    <a:pt x="26017" y="10281"/>
                  </a:lnTo>
                  <a:lnTo>
                    <a:pt x="26007" y="10745"/>
                  </a:lnTo>
                  <a:lnTo>
                    <a:pt x="25997" y="10983"/>
                  </a:lnTo>
                  <a:lnTo>
                    <a:pt x="25977" y="11220"/>
                  </a:lnTo>
                  <a:lnTo>
                    <a:pt x="25957" y="11447"/>
                  </a:lnTo>
                  <a:lnTo>
                    <a:pt x="25918" y="11684"/>
                  </a:lnTo>
                  <a:lnTo>
                    <a:pt x="25631" y="136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3759800" y="4341150"/>
              <a:ext cx="650425" cy="341025"/>
            </a:xfrm>
            <a:custGeom>
              <a:rect b="b" l="l" r="r" t="t"/>
              <a:pathLst>
                <a:path extrusionOk="0" h="13641" w="26017">
                  <a:moveTo>
                    <a:pt x="386" y="0"/>
                  </a:moveTo>
                  <a:lnTo>
                    <a:pt x="100" y="1957"/>
                  </a:lnTo>
                  <a:lnTo>
                    <a:pt x="60" y="2194"/>
                  </a:lnTo>
                  <a:lnTo>
                    <a:pt x="41" y="2432"/>
                  </a:lnTo>
                  <a:lnTo>
                    <a:pt x="21" y="2669"/>
                  </a:lnTo>
                  <a:lnTo>
                    <a:pt x="1" y="2906"/>
                  </a:lnTo>
                  <a:lnTo>
                    <a:pt x="1" y="3371"/>
                  </a:lnTo>
                  <a:lnTo>
                    <a:pt x="11" y="3835"/>
                  </a:lnTo>
                  <a:lnTo>
                    <a:pt x="50" y="4300"/>
                  </a:lnTo>
                  <a:lnTo>
                    <a:pt x="110" y="4755"/>
                  </a:lnTo>
                  <a:lnTo>
                    <a:pt x="189" y="5199"/>
                  </a:lnTo>
                  <a:lnTo>
                    <a:pt x="298" y="5634"/>
                  </a:lnTo>
                  <a:lnTo>
                    <a:pt x="416" y="6069"/>
                  </a:lnTo>
                  <a:lnTo>
                    <a:pt x="564" y="6494"/>
                  </a:lnTo>
                  <a:lnTo>
                    <a:pt x="723" y="6909"/>
                  </a:lnTo>
                  <a:lnTo>
                    <a:pt x="910" y="7325"/>
                  </a:lnTo>
                  <a:lnTo>
                    <a:pt x="1118" y="7720"/>
                  </a:lnTo>
                  <a:lnTo>
                    <a:pt x="1335" y="8105"/>
                  </a:lnTo>
                  <a:lnTo>
                    <a:pt x="1573" y="8481"/>
                  </a:lnTo>
                  <a:lnTo>
                    <a:pt x="1830" y="8847"/>
                  </a:lnTo>
                  <a:lnTo>
                    <a:pt x="2106" y="9193"/>
                  </a:lnTo>
                  <a:lnTo>
                    <a:pt x="2393" y="9529"/>
                  </a:lnTo>
                  <a:lnTo>
                    <a:pt x="2709" y="9855"/>
                  </a:lnTo>
                  <a:lnTo>
                    <a:pt x="3026" y="10161"/>
                  </a:lnTo>
                  <a:lnTo>
                    <a:pt x="3362" y="10458"/>
                  </a:lnTo>
                  <a:lnTo>
                    <a:pt x="3718" y="10735"/>
                  </a:lnTo>
                  <a:lnTo>
                    <a:pt x="4083" y="10992"/>
                  </a:lnTo>
                  <a:lnTo>
                    <a:pt x="4459" y="11239"/>
                  </a:lnTo>
                  <a:lnTo>
                    <a:pt x="4854" y="11456"/>
                  </a:lnTo>
                  <a:lnTo>
                    <a:pt x="5259" y="11664"/>
                  </a:lnTo>
                  <a:lnTo>
                    <a:pt x="5675" y="11852"/>
                  </a:lnTo>
                  <a:lnTo>
                    <a:pt x="6110" y="12020"/>
                  </a:lnTo>
                  <a:lnTo>
                    <a:pt x="6544" y="12168"/>
                  </a:lnTo>
                  <a:lnTo>
                    <a:pt x="6999" y="12296"/>
                  </a:lnTo>
                  <a:lnTo>
                    <a:pt x="7226" y="12346"/>
                  </a:lnTo>
                  <a:lnTo>
                    <a:pt x="7454" y="12395"/>
                  </a:lnTo>
                  <a:lnTo>
                    <a:pt x="7691" y="12445"/>
                  </a:lnTo>
                  <a:lnTo>
                    <a:pt x="7928" y="12474"/>
                  </a:lnTo>
                  <a:lnTo>
                    <a:pt x="15213" y="13542"/>
                  </a:lnTo>
                  <a:lnTo>
                    <a:pt x="15450" y="13581"/>
                  </a:lnTo>
                  <a:lnTo>
                    <a:pt x="15688" y="13601"/>
                  </a:lnTo>
                  <a:lnTo>
                    <a:pt x="15925" y="13621"/>
                  </a:lnTo>
                  <a:lnTo>
                    <a:pt x="16162" y="13641"/>
                  </a:lnTo>
                  <a:lnTo>
                    <a:pt x="16627" y="13641"/>
                  </a:lnTo>
                  <a:lnTo>
                    <a:pt x="17091" y="13631"/>
                  </a:lnTo>
                  <a:lnTo>
                    <a:pt x="17546" y="13591"/>
                  </a:lnTo>
                  <a:lnTo>
                    <a:pt x="18000" y="13532"/>
                  </a:lnTo>
                  <a:lnTo>
                    <a:pt x="18445" y="13453"/>
                  </a:lnTo>
                  <a:lnTo>
                    <a:pt x="18890" y="13344"/>
                  </a:lnTo>
                  <a:lnTo>
                    <a:pt x="19325" y="13226"/>
                  </a:lnTo>
                  <a:lnTo>
                    <a:pt x="19750" y="13077"/>
                  </a:lnTo>
                  <a:lnTo>
                    <a:pt x="20165" y="12919"/>
                  </a:lnTo>
                  <a:lnTo>
                    <a:pt x="20570" y="12731"/>
                  </a:lnTo>
                  <a:lnTo>
                    <a:pt x="20966" y="12524"/>
                  </a:lnTo>
                  <a:lnTo>
                    <a:pt x="21361" y="12306"/>
                  </a:lnTo>
                  <a:lnTo>
                    <a:pt x="21727" y="12069"/>
                  </a:lnTo>
                  <a:lnTo>
                    <a:pt x="22093" y="11812"/>
                  </a:lnTo>
                  <a:lnTo>
                    <a:pt x="22448" y="11535"/>
                  </a:lnTo>
                  <a:lnTo>
                    <a:pt x="22785" y="11249"/>
                  </a:lnTo>
                  <a:lnTo>
                    <a:pt x="23101" y="10942"/>
                  </a:lnTo>
                  <a:lnTo>
                    <a:pt x="23417" y="10616"/>
                  </a:lnTo>
                  <a:lnTo>
                    <a:pt x="23704" y="10280"/>
                  </a:lnTo>
                  <a:lnTo>
                    <a:pt x="23981" y="9924"/>
                  </a:lnTo>
                  <a:lnTo>
                    <a:pt x="24247" y="9558"/>
                  </a:lnTo>
                  <a:lnTo>
                    <a:pt x="24485" y="9183"/>
                  </a:lnTo>
                  <a:lnTo>
                    <a:pt x="24712" y="8787"/>
                  </a:lnTo>
                  <a:lnTo>
                    <a:pt x="24920" y="8382"/>
                  </a:lnTo>
                  <a:lnTo>
                    <a:pt x="25107" y="7967"/>
                  </a:lnTo>
                  <a:lnTo>
                    <a:pt x="25275" y="7532"/>
                  </a:lnTo>
                  <a:lnTo>
                    <a:pt x="25424" y="7097"/>
                  </a:lnTo>
                  <a:lnTo>
                    <a:pt x="25542" y="6642"/>
                  </a:lnTo>
                  <a:lnTo>
                    <a:pt x="25602" y="6415"/>
                  </a:lnTo>
                  <a:lnTo>
                    <a:pt x="25651" y="6188"/>
                  </a:lnTo>
                  <a:lnTo>
                    <a:pt x="25691" y="5951"/>
                  </a:lnTo>
                  <a:lnTo>
                    <a:pt x="25730" y="5713"/>
                  </a:lnTo>
                  <a:lnTo>
                    <a:pt x="26017" y="3756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3704950" y="4316425"/>
              <a:ext cx="759150" cy="212550"/>
            </a:xfrm>
            <a:custGeom>
              <a:rect b="b" l="l" r="r" t="t"/>
              <a:pathLst>
                <a:path extrusionOk="0" h="8502" w="30366">
                  <a:moveTo>
                    <a:pt x="2353" y="1"/>
                  </a:moveTo>
                  <a:lnTo>
                    <a:pt x="2235" y="11"/>
                  </a:lnTo>
                  <a:lnTo>
                    <a:pt x="2007" y="30"/>
                  </a:lnTo>
                  <a:lnTo>
                    <a:pt x="1780" y="80"/>
                  </a:lnTo>
                  <a:lnTo>
                    <a:pt x="1562" y="149"/>
                  </a:lnTo>
                  <a:lnTo>
                    <a:pt x="1345" y="238"/>
                  </a:lnTo>
                  <a:lnTo>
                    <a:pt x="1147" y="347"/>
                  </a:lnTo>
                  <a:lnTo>
                    <a:pt x="959" y="475"/>
                  </a:lnTo>
                  <a:lnTo>
                    <a:pt x="782" y="614"/>
                  </a:lnTo>
                  <a:lnTo>
                    <a:pt x="623" y="782"/>
                  </a:lnTo>
                  <a:lnTo>
                    <a:pt x="475" y="959"/>
                  </a:lnTo>
                  <a:lnTo>
                    <a:pt x="347" y="1147"/>
                  </a:lnTo>
                  <a:lnTo>
                    <a:pt x="238" y="1355"/>
                  </a:lnTo>
                  <a:lnTo>
                    <a:pt x="149" y="1562"/>
                  </a:lnTo>
                  <a:lnTo>
                    <a:pt x="109" y="1681"/>
                  </a:lnTo>
                  <a:lnTo>
                    <a:pt x="80" y="1790"/>
                  </a:lnTo>
                  <a:lnTo>
                    <a:pt x="50" y="1908"/>
                  </a:lnTo>
                  <a:lnTo>
                    <a:pt x="30" y="2037"/>
                  </a:lnTo>
                  <a:lnTo>
                    <a:pt x="11" y="2156"/>
                  </a:lnTo>
                  <a:lnTo>
                    <a:pt x="11" y="2274"/>
                  </a:lnTo>
                  <a:lnTo>
                    <a:pt x="1" y="2393"/>
                  </a:lnTo>
                  <a:lnTo>
                    <a:pt x="11" y="2511"/>
                  </a:lnTo>
                  <a:lnTo>
                    <a:pt x="30" y="2749"/>
                  </a:lnTo>
                  <a:lnTo>
                    <a:pt x="80" y="2976"/>
                  </a:lnTo>
                  <a:lnTo>
                    <a:pt x="149" y="3193"/>
                  </a:lnTo>
                  <a:lnTo>
                    <a:pt x="238" y="3401"/>
                  </a:lnTo>
                  <a:lnTo>
                    <a:pt x="347" y="3599"/>
                  </a:lnTo>
                  <a:lnTo>
                    <a:pt x="475" y="3796"/>
                  </a:lnTo>
                  <a:lnTo>
                    <a:pt x="613" y="3964"/>
                  </a:lnTo>
                  <a:lnTo>
                    <a:pt x="782" y="4132"/>
                  </a:lnTo>
                  <a:lnTo>
                    <a:pt x="959" y="4271"/>
                  </a:lnTo>
                  <a:lnTo>
                    <a:pt x="1147" y="4399"/>
                  </a:lnTo>
                  <a:lnTo>
                    <a:pt x="1345" y="4518"/>
                  </a:lnTo>
                  <a:lnTo>
                    <a:pt x="1562" y="4607"/>
                  </a:lnTo>
                  <a:lnTo>
                    <a:pt x="1681" y="4646"/>
                  </a:lnTo>
                  <a:lnTo>
                    <a:pt x="1790" y="4676"/>
                  </a:lnTo>
                  <a:lnTo>
                    <a:pt x="1908" y="4706"/>
                  </a:lnTo>
                  <a:lnTo>
                    <a:pt x="2027" y="4725"/>
                  </a:lnTo>
                  <a:lnTo>
                    <a:pt x="27657" y="8472"/>
                  </a:lnTo>
                  <a:lnTo>
                    <a:pt x="27776" y="8491"/>
                  </a:lnTo>
                  <a:lnTo>
                    <a:pt x="27894" y="8501"/>
                  </a:lnTo>
                  <a:lnTo>
                    <a:pt x="28013" y="8501"/>
                  </a:lnTo>
                  <a:lnTo>
                    <a:pt x="28132" y="8491"/>
                  </a:lnTo>
                  <a:lnTo>
                    <a:pt x="28369" y="8472"/>
                  </a:lnTo>
                  <a:lnTo>
                    <a:pt x="28596" y="8422"/>
                  </a:lnTo>
                  <a:lnTo>
                    <a:pt x="28814" y="8353"/>
                  </a:lnTo>
                  <a:lnTo>
                    <a:pt x="29021" y="8264"/>
                  </a:lnTo>
                  <a:lnTo>
                    <a:pt x="29219" y="8155"/>
                  </a:lnTo>
                  <a:lnTo>
                    <a:pt x="29417" y="8027"/>
                  </a:lnTo>
                  <a:lnTo>
                    <a:pt x="29585" y="7888"/>
                  </a:lnTo>
                  <a:lnTo>
                    <a:pt x="29753" y="7720"/>
                  </a:lnTo>
                  <a:lnTo>
                    <a:pt x="29891" y="7552"/>
                  </a:lnTo>
                  <a:lnTo>
                    <a:pt x="30020" y="7355"/>
                  </a:lnTo>
                  <a:lnTo>
                    <a:pt x="30138" y="7157"/>
                  </a:lnTo>
                  <a:lnTo>
                    <a:pt x="30227" y="6940"/>
                  </a:lnTo>
                  <a:lnTo>
                    <a:pt x="30267" y="6821"/>
                  </a:lnTo>
                  <a:lnTo>
                    <a:pt x="30296" y="6712"/>
                  </a:lnTo>
                  <a:lnTo>
                    <a:pt x="30326" y="6594"/>
                  </a:lnTo>
                  <a:lnTo>
                    <a:pt x="30346" y="6475"/>
                  </a:lnTo>
                  <a:lnTo>
                    <a:pt x="30356" y="6347"/>
                  </a:lnTo>
                  <a:lnTo>
                    <a:pt x="30366" y="6228"/>
                  </a:lnTo>
                  <a:lnTo>
                    <a:pt x="30366" y="6109"/>
                  </a:lnTo>
                  <a:lnTo>
                    <a:pt x="30366" y="5991"/>
                  </a:lnTo>
                  <a:lnTo>
                    <a:pt x="30336" y="5753"/>
                  </a:lnTo>
                  <a:lnTo>
                    <a:pt x="30296" y="5526"/>
                  </a:lnTo>
                  <a:lnTo>
                    <a:pt x="30227" y="5309"/>
                  </a:lnTo>
                  <a:lnTo>
                    <a:pt x="30138" y="5101"/>
                  </a:lnTo>
                  <a:lnTo>
                    <a:pt x="30029" y="4903"/>
                  </a:lnTo>
                  <a:lnTo>
                    <a:pt x="29901" y="4716"/>
                  </a:lnTo>
                  <a:lnTo>
                    <a:pt x="29753" y="4538"/>
                  </a:lnTo>
                  <a:lnTo>
                    <a:pt x="29595" y="4370"/>
                  </a:lnTo>
                  <a:lnTo>
                    <a:pt x="29417" y="4231"/>
                  </a:lnTo>
                  <a:lnTo>
                    <a:pt x="29229" y="4103"/>
                  </a:lnTo>
                  <a:lnTo>
                    <a:pt x="29021" y="3994"/>
                  </a:lnTo>
                  <a:lnTo>
                    <a:pt x="28804" y="3895"/>
                  </a:lnTo>
                  <a:lnTo>
                    <a:pt x="28695" y="3866"/>
                  </a:lnTo>
                  <a:lnTo>
                    <a:pt x="28576" y="3826"/>
                  </a:lnTo>
                  <a:lnTo>
                    <a:pt x="28458" y="3806"/>
                  </a:lnTo>
                  <a:lnTo>
                    <a:pt x="28339" y="3786"/>
                  </a:lnTo>
                  <a:lnTo>
                    <a:pt x="2719" y="30"/>
                  </a:lnTo>
                  <a:lnTo>
                    <a:pt x="2600" y="11"/>
                  </a:lnTo>
                  <a:lnTo>
                    <a:pt x="2482" y="11"/>
                  </a:lnTo>
                  <a:lnTo>
                    <a:pt x="2353" y="1"/>
                  </a:lnTo>
                  <a:close/>
                </a:path>
              </a:pathLst>
            </a:custGeom>
            <a:solidFill>
              <a:srgbClr val="703B0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3722250" y="4199300"/>
              <a:ext cx="759150" cy="212300"/>
            </a:xfrm>
            <a:custGeom>
              <a:rect b="b" l="l" r="r" t="t"/>
              <a:pathLst>
                <a:path extrusionOk="0" h="8492" w="30366">
                  <a:moveTo>
                    <a:pt x="2234" y="0"/>
                  </a:moveTo>
                  <a:lnTo>
                    <a:pt x="1997" y="30"/>
                  </a:lnTo>
                  <a:lnTo>
                    <a:pt x="1770" y="70"/>
                  </a:lnTo>
                  <a:lnTo>
                    <a:pt x="1552" y="139"/>
                  </a:lnTo>
                  <a:lnTo>
                    <a:pt x="1345" y="228"/>
                  </a:lnTo>
                  <a:lnTo>
                    <a:pt x="1147" y="337"/>
                  </a:lnTo>
                  <a:lnTo>
                    <a:pt x="949" y="465"/>
                  </a:lnTo>
                  <a:lnTo>
                    <a:pt x="781" y="613"/>
                  </a:lnTo>
                  <a:lnTo>
                    <a:pt x="613" y="771"/>
                  </a:lnTo>
                  <a:lnTo>
                    <a:pt x="475" y="949"/>
                  </a:lnTo>
                  <a:lnTo>
                    <a:pt x="346" y="1137"/>
                  </a:lnTo>
                  <a:lnTo>
                    <a:pt x="228" y="1345"/>
                  </a:lnTo>
                  <a:lnTo>
                    <a:pt x="139" y="1562"/>
                  </a:lnTo>
                  <a:lnTo>
                    <a:pt x="99" y="1671"/>
                  </a:lnTo>
                  <a:lnTo>
                    <a:pt x="70" y="1790"/>
                  </a:lnTo>
                  <a:lnTo>
                    <a:pt x="40" y="1908"/>
                  </a:lnTo>
                  <a:lnTo>
                    <a:pt x="20" y="2027"/>
                  </a:lnTo>
                  <a:lnTo>
                    <a:pt x="10" y="2145"/>
                  </a:lnTo>
                  <a:lnTo>
                    <a:pt x="1" y="2264"/>
                  </a:lnTo>
                  <a:lnTo>
                    <a:pt x="1" y="2383"/>
                  </a:lnTo>
                  <a:lnTo>
                    <a:pt x="1" y="2501"/>
                  </a:lnTo>
                  <a:lnTo>
                    <a:pt x="30" y="2738"/>
                  </a:lnTo>
                  <a:lnTo>
                    <a:pt x="80" y="2966"/>
                  </a:lnTo>
                  <a:lnTo>
                    <a:pt x="139" y="3183"/>
                  </a:lnTo>
                  <a:lnTo>
                    <a:pt x="228" y="3391"/>
                  </a:lnTo>
                  <a:lnTo>
                    <a:pt x="337" y="3598"/>
                  </a:lnTo>
                  <a:lnTo>
                    <a:pt x="465" y="3786"/>
                  </a:lnTo>
                  <a:lnTo>
                    <a:pt x="613" y="3964"/>
                  </a:lnTo>
                  <a:lnTo>
                    <a:pt x="772" y="4122"/>
                  </a:lnTo>
                  <a:lnTo>
                    <a:pt x="949" y="4271"/>
                  </a:lnTo>
                  <a:lnTo>
                    <a:pt x="1137" y="4399"/>
                  </a:lnTo>
                  <a:lnTo>
                    <a:pt x="1345" y="4508"/>
                  </a:lnTo>
                  <a:lnTo>
                    <a:pt x="1562" y="4597"/>
                  </a:lnTo>
                  <a:lnTo>
                    <a:pt x="1671" y="4636"/>
                  </a:lnTo>
                  <a:lnTo>
                    <a:pt x="1790" y="4666"/>
                  </a:lnTo>
                  <a:lnTo>
                    <a:pt x="1908" y="4696"/>
                  </a:lnTo>
                  <a:lnTo>
                    <a:pt x="2027" y="4715"/>
                  </a:lnTo>
                  <a:lnTo>
                    <a:pt x="27647" y="8471"/>
                  </a:lnTo>
                  <a:lnTo>
                    <a:pt x="27766" y="8481"/>
                  </a:lnTo>
                  <a:lnTo>
                    <a:pt x="27884" y="8491"/>
                  </a:lnTo>
                  <a:lnTo>
                    <a:pt x="28132" y="8491"/>
                  </a:lnTo>
                  <a:lnTo>
                    <a:pt x="28359" y="8462"/>
                  </a:lnTo>
                  <a:lnTo>
                    <a:pt x="28586" y="8412"/>
                  </a:lnTo>
                  <a:lnTo>
                    <a:pt x="28804" y="8343"/>
                  </a:lnTo>
                  <a:lnTo>
                    <a:pt x="29021" y="8254"/>
                  </a:lnTo>
                  <a:lnTo>
                    <a:pt x="29219" y="8145"/>
                  </a:lnTo>
                  <a:lnTo>
                    <a:pt x="29407" y="8027"/>
                  </a:lnTo>
                  <a:lnTo>
                    <a:pt x="29585" y="7878"/>
                  </a:lnTo>
                  <a:lnTo>
                    <a:pt x="29743" y="7720"/>
                  </a:lnTo>
                  <a:lnTo>
                    <a:pt x="29891" y="7542"/>
                  </a:lnTo>
                  <a:lnTo>
                    <a:pt x="30020" y="7355"/>
                  </a:lnTo>
                  <a:lnTo>
                    <a:pt x="30128" y="7147"/>
                  </a:lnTo>
                  <a:lnTo>
                    <a:pt x="30217" y="6929"/>
                  </a:lnTo>
                  <a:lnTo>
                    <a:pt x="30257" y="6821"/>
                  </a:lnTo>
                  <a:lnTo>
                    <a:pt x="30286" y="6702"/>
                  </a:lnTo>
                  <a:lnTo>
                    <a:pt x="30316" y="6584"/>
                  </a:lnTo>
                  <a:lnTo>
                    <a:pt x="30336" y="6465"/>
                  </a:lnTo>
                  <a:lnTo>
                    <a:pt x="30356" y="6346"/>
                  </a:lnTo>
                  <a:lnTo>
                    <a:pt x="30356" y="6218"/>
                  </a:lnTo>
                  <a:lnTo>
                    <a:pt x="30365" y="6099"/>
                  </a:lnTo>
                  <a:lnTo>
                    <a:pt x="30356" y="5981"/>
                  </a:lnTo>
                  <a:lnTo>
                    <a:pt x="30336" y="5753"/>
                  </a:lnTo>
                  <a:lnTo>
                    <a:pt x="30286" y="5526"/>
                  </a:lnTo>
                  <a:lnTo>
                    <a:pt x="30217" y="5308"/>
                  </a:lnTo>
                  <a:lnTo>
                    <a:pt x="30128" y="5091"/>
                  </a:lnTo>
                  <a:lnTo>
                    <a:pt x="30020" y="4893"/>
                  </a:lnTo>
                  <a:lnTo>
                    <a:pt x="29891" y="4705"/>
                  </a:lnTo>
                  <a:lnTo>
                    <a:pt x="29753" y="4528"/>
                  </a:lnTo>
                  <a:lnTo>
                    <a:pt x="29585" y="4369"/>
                  </a:lnTo>
                  <a:lnTo>
                    <a:pt x="29407" y="4221"/>
                  </a:lnTo>
                  <a:lnTo>
                    <a:pt x="29219" y="4093"/>
                  </a:lnTo>
                  <a:lnTo>
                    <a:pt x="29021" y="3984"/>
                  </a:lnTo>
                  <a:lnTo>
                    <a:pt x="28804" y="3895"/>
                  </a:lnTo>
                  <a:lnTo>
                    <a:pt x="28685" y="3855"/>
                  </a:lnTo>
                  <a:lnTo>
                    <a:pt x="28576" y="3826"/>
                  </a:lnTo>
                  <a:lnTo>
                    <a:pt x="28458" y="3796"/>
                  </a:lnTo>
                  <a:lnTo>
                    <a:pt x="28339" y="3776"/>
                  </a:lnTo>
                  <a:lnTo>
                    <a:pt x="2709" y="20"/>
                  </a:lnTo>
                  <a:lnTo>
                    <a:pt x="2590" y="10"/>
                  </a:lnTo>
                  <a:lnTo>
                    <a:pt x="2472" y="0"/>
                  </a:lnTo>
                  <a:close/>
                </a:path>
              </a:pathLst>
            </a:custGeom>
            <a:solidFill>
              <a:srgbClr val="703B0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3777350" y="4317925"/>
              <a:ext cx="324975" cy="103550"/>
            </a:xfrm>
            <a:custGeom>
              <a:rect b="b" l="l" r="r" t="t"/>
              <a:pathLst>
                <a:path extrusionOk="0" h="4142" w="12999">
                  <a:moveTo>
                    <a:pt x="1" y="0"/>
                  </a:moveTo>
                  <a:lnTo>
                    <a:pt x="50" y="79"/>
                  </a:lnTo>
                  <a:lnTo>
                    <a:pt x="198" y="326"/>
                  </a:lnTo>
                  <a:lnTo>
                    <a:pt x="317" y="494"/>
                  </a:lnTo>
                  <a:lnTo>
                    <a:pt x="455" y="682"/>
                  </a:lnTo>
                  <a:lnTo>
                    <a:pt x="623" y="899"/>
                  </a:lnTo>
                  <a:lnTo>
                    <a:pt x="811" y="1137"/>
                  </a:lnTo>
                  <a:lnTo>
                    <a:pt x="1029" y="1384"/>
                  </a:lnTo>
                  <a:lnTo>
                    <a:pt x="1276" y="1641"/>
                  </a:lnTo>
                  <a:lnTo>
                    <a:pt x="1543" y="1908"/>
                  </a:lnTo>
                  <a:lnTo>
                    <a:pt x="1829" y="2175"/>
                  </a:lnTo>
                  <a:lnTo>
                    <a:pt x="2146" y="2441"/>
                  </a:lnTo>
                  <a:lnTo>
                    <a:pt x="2492" y="2708"/>
                  </a:lnTo>
                  <a:lnTo>
                    <a:pt x="2679" y="2837"/>
                  </a:lnTo>
                  <a:lnTo>
                    <a:pt x="2867" y="2955"/>
                  </a:lnTo>
                  <a:lnTo>
                    <a:pt x="3055" y="3074"/>
                  </a:lnTo>
                  <a:lnTo>
                    <a:pt x="3253" y="3193"/>
                  </a:lnTo>
                  <a:lnTo>
                    <a:pt x="3460" y="3311"/>
                  </a:lnTo>
                  <a:lnTo>
                    <a:pt x="3678" y="3410"/>
                  </a:lnTo>
                  <a:lnTo>
                    <a:pt x="3895" y="3519"/>
                  </a:lnTo>
                  <a:lnTo>
                    <a:pt x="4123" y="3618"/>
                  </a:lnTo>
                  <a:lnTo>
                    <a:pt x="4350" y="3707"/>
                  </a:lnTo>
                  <a:lnTo>
                    <a:pt x="4587" y="3786"/>
                  </a:lnTo>
                  <a:lnTo>
                    <a:pt x="4834" y="3865"/>
                  </a:lnTo>
                  <a:lnTo>
                    <a:pt x="5081" y="3934"/>
                  </a:lnTo>
                  <a:lnTo>
                    <a:pt x="5338" y="3993"/>
                  </a:lnTo>
                  <a:lnTo>
                    <a:pt x="5605" y="4043"/>
                  </a:lnTo>
                  <a:lnTo>
                    <a:pt x="5872" y="4082"/>
                  </a:lnTo>
                  <a:lnTo>
                    <a:pt x="6149" y="4112"/>
                  </a:lnTo>
                  <a:lnTo>
                    <a:pt x="6436" y="4132"/>
                  </a:lnTo>
                  <a:lnTo>
                    <a:pt x="6722" y="4142"/>
                  </a:lnTo>
                  <a:lnTo>
                    <a:pt x="7019" y="4142"/>
                  </a:lnTo>
                  <a:lnTo>
                    <a:pt x="7315" y="4132"/>
                  </a:lnTo>
                  <a:lnTo>
                    <a:pt x="7632" y="4102"/>
                  </a:lnTo>
                  <a:lnTo>
                    <a:pt x="7938" y="4063"/>
                  </a:lnTo>
                  <a:lnTo>
                    <a:pt x="8264" y="4013"/>
                  </a:lnTo>
                  <a:lnTo>
                    <a:pt x="8590" y="3944"/>
                  </a:lnTo>
                  <a:lnTo>
                    <a:pt x="8917" y="3865"/>
                  </a:lnTo>
                  <a:lnTo>
                    <a:pt x="9262" y="3776"/>
                  </a:lnTo>
                  <a:lnTo>
                    <a:pt x="9608" y="3667"/>
                  </a:lnTo>
                  <a:lnTo>
                    <a:pt x="9954" y="3539"/>
                  </a:lnTo>
                  <a:lnTo>
                    <a:pt x="10320" y="3390"/>
                  </a:lnTo>
                  <a:lnTo>
                    <a:pt x="10676" y="3232"/>
                  </a:lnTo>
                  <a:lnTo>
                    <a:pt x="11052" y="3064"/>
                  </a:lnTo>
                  <a:lnTo>
                    <a:pt x="11427" y="2866"/>
                  </a:lnTo>
                  <a:lnTo>
                    <a:pt x="11813" y="2649"/>
                  </a:lnTo>
                  <a:lnTo>
                    <a:pt x="12198" y="2422"/>
                  </a:lnTo>
                  <a:lnTo>
                    <a:pt x="12594" y="2175"/>
                  </a:lnTo>
                  <a:lnTo>
                    <a:pt x="12999" y="18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088725" y="4363375"/>
              <a:ext cx="324975" cy="103825"/>
            </a:xfrm>
            <a:custGeom>
              <a:rect b="b" l="l" r="r" t="t"/>
              <a:pathLst>
                <a:path extrusionOk="0" h="4153" w="12999">
                  <a:moveTo>
                    <a:pt x="0" y="1"/>
                  </a:moveTo>
                  <a:lnTo>
                    <a:pt x="50" y="90"/>
                  </a:lnTo>
                  <a:lnTo>
                    <a:pt x="198" y="327"/>
                  </a:lnTo>
                  <a:lnTo>
                    <a:pt x="316" y="495"/>
                  </a:lnTo>
                  <a:lnTo>
                    <a:pt x="455" y="693"/>
                  </a:lnTo>
                  <a:lnTo>
                    <a:pt x="623" y="910"/>
                  </a:lnTo>
                  <a:lnTo>
                    <a:pt x="811" y="1137"/>
                  </a:lnTo>
                  <a:lnTo>
                    <a:pt x="1028" y="1394"/>
                  </a:lnTo>
                  <a:lnTo>
                    <a:pt x="1275" y="1651"/>
                  </a:lnTo>
                  <a:lnTo>
                    <a:pt x="1542" y="1918"/>
                  </a:lnTo>
                  <a:lnTo>
                    <a:pt x="1829" y="2185"/>
                  </a:lnTo>
                  <a:lnTo>
                    <a:pt x="2145" y="2452"/>
                  </a:lnTo>
                  <a:lnTo>
                    <a:pt x="2491" y="2709"/>
                  </a:lnTo>
                  <a:lnTo>
                    <a:pt x="2669" y="2838"/>
                  </a:lnTo>
                  <a:lnTo>
                    <a:pt x="2857" y="2966"/>
                  </a:lnTo>
                  <a:lnTo>
                    <a:pt x="3054" y="3085"/>
                  </a:lnTo>
                  <a:lnTo>
                    <a:pt x="3252" y="3203"/>
                  </a:lnTo>
                  <a:lnTo>
                    <a:pt x="3460" y="3312"/>
                  </a:lnTo>
                  <a:lnTo>
                    <a:pt x="3677" y="3421"/>
                  </a:lnTo>
                  <a:lnTo>
                    <a:pt x="3895" y="3520"/>
                  </a:lnTo>
                  <a:lnTo>
                    <a:pt x="4122" y="3618"/>
                  </a:lnTo>
                  <a:lnTo>
                    <a:pt x="4349" y="3707"/>
                  </a:lnTo>
                  <a:lnTo>
                    <a:pt x="4586" y="3796"/>
                  </a:lnTo>
                  <a:lnTo>
                    <a:pt x="4834" y="3866"/>
                  </a:lnTo>
                  <a:lnTo>
                    <a:pt x="5081" y="3935"/>
                  </a:lnTo>
                  <a:lnTo>
                    <a:pt x="5338" y="3994"/>
                  </a:lnTo>
                  <a:lnTo>
                    <a:pt x="5605" y="4043"/>
                  </a:lnTo>
                  <a:lnTo>
                    <a:pt x="5871" y="4083"/>
                  </a:lnTo>
                  <a:lnTo>
                    <a:pt x="6148" y="4123"/>
                  </a:lnTo>
                  <a:lnTo>
                    <a:pt x="6435" y="4142"/>
                  </a:lnTo>
                  <a:lnTo>
                    <a:pt x="6722" y="4152"/>
                  </a:lnTo>
                  <a:lnTo>
                    <a:pt x="7018" y="4152"/>
                  </a:lnTo>
                  <a:lnTo>
                    <a:pt x="7315" y="4132"/>
                  </a:lnTo>
                  <a:lnTo>
                    <a:pt x="7631" y="4113"/>
                  </a:lnTo>
                  <a:lnTo>
                    <a:pt x="7937" y="4073"/>
                  </a:lnTo>
                  <a:lnTo>
                    <a:pt x="8263" y="4024"/>
                  </a:lnTo>
                  <a:lnTo>
                    <a:pt x="8590" y="3955"/>
                  </a:lnTo>
                  <a:lnTo>
                    <a:pt x="8916" y="3875"/>
                  </a:lnTo>
                  <a:lnTo>
                    <a:pt x="9262" y="3777"/>
                  </a:lnTo>
                  <a:lnTo>
                    <a:pt x="9608" y="3668"/>
                  </a:lnTo>
                  <a:lnTo>
                    <a:pt x="9954" y="3539"/>
                  </a:lnTo>
                  <a:lnTo>
                    <a:pt x="10310" y="3401"/>
                  </a:lnTo>
                  <a:lnTo>
                    <a:pt x="10675" y="3243"/>
                  </a:lnTo>
                  <a:lnTo>
                    <a:pt x="11051" y="3065"/>
                  </a:lnTo>
                  <a:lnTo>
                    <a:pt x="11427" y="2867"/>
                  </a:lnTo>
                  <a:lnTo>
                    <a:pt x="11812" y="2660"/>
                  </a:lnTo>
                  <a:lnTo>
                    <a:pt x="12197" y="2422"/>
                  </a:lnTo>
                  <a:lnTo>
                    <a:pt x="12593" y="2175"/>
                  </a:lnTo>
                  <a:lnTo>
                    <a:pt x="12998" y="19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3718300" y="4434550"/>
              <a:ext cx="726775" cy="156450"/>
            </a:xfrm>
            <a:custGeom>
              <a:rect b="b" l="l" r="r" t="t"/>
              <a:pathLst>
                <a:path extrusionOk="0" h="6258" w="29071">
                  <a:moveTo>
                    <a:pt x="1493" y="0"/>
                  </a:moveTo>
                  <a:lnTo>
                    <a:pt x="1325" y="99"/>
                  </a:lnTo>
                  <a:lnTo>
                    <a:pt x="1137" y="218"/>
                  </a:lnTo>
                  <a:lnTo>
                    <a:pt x="920" y="366"/>
                  </a:lnTo>
                  <a:lnTo>
                    <a:pt x="682" y="564"/>
                  </a:lnTo>
                  <a:lnTo>
                    <a:pt x="564" y="663"/>
                  </a:lnTo>
                  <a:lnTo>
                    <a:pt x="445" y="781"/>
                  </a:lnTo>
                  <a:lnTo>
                    <a:pt x="346" y="890"/>
                  </a:lnTo>
                  <a:lnTo>
                    <a:pt x="248" y="1019"/>
                  </a:lnTo>
                  <a:lnTo>
                    <a:pt x="159" y="1137"/>
                  </a:lnTo>
                  <a:lnTo>
                    <a:pt x="89" y="1276"/>
                  </a:lnTo>
                  <a:lnTo>
                    <a:pt x="40" y="1404"/>
                  </a:lnTo>
                  <a:lnTo>
                    <a:pt x="10" y="1542"/>
                  </a:lnTo>
                  <a:lnTo>
                    <a:pt x="0" y="1612"/>
                  </a:lnTo>
                  <a:lnTo>
                    <a:pt x="0" y="1681"/>
                  </a:lnTo>
                  <a:lnTo>
                    <a:pt x="0" y="1750"/>
                  </a:lnTo>
                  <a:lnTo>
                    <a:pt x="20" y="1819"/>
                  </a:lnTo>
                  <a:lnTo>
                    <a:pt x="40" y="1888"/>
                  </a:lnTo>
                  <a:lnTo>
                    <a:pt x="60" y="1958"/>
                  </a:lnTo>
                  <a:lnTo>
                    <a:pt x="99" y="2027"/>
                  </a:lnTo>
                  <a:lnTo>
                    <a:pt x="139" y="2096"/>
                  </a:lnTo>
                  <a:lnTo>
                    <a:pt x="188" y="2165"/>
                  </a:lnTo>
                  <a:lnTo>
                    <a:pt x="248" y="2234"/>
                  </a:lnTo>
                  <a:lnTo>
                    <a:pt x="317" y="2304"/>
                  </a:lnTo>
                  <a:lnTo>
                    <a:pt x="396" y="2363"/>
                  </a:lnTo>
                  <a:lnTo>
                    <a:pt x="485" y="2432"/>
                  </a:lnTo>
                  <a:lnTo>
                    <a:pt x="584" y="2501"/>
                  </a:lnTo>
                  <a:lnTo>
                    <a:pt x="682" y="2570"/>
                  </a:lnTo>
                  <a:lnTo>
                    <a:pt x="811" y="2630"/>
                  </a:lnTo>
                  <a:lnTo>
                    <a:pt x="1078" y="2758"/>
                  </a:lnTo>
                  <a:lnTo>
                    <a:pt x="1394" y="2887"/>
                  </a:lnTo>
                  <a:lnTo>
                    <a:pt x="1770" y="3005"/>
                  </a:lnTo>
                  <a:lnTo>
                    <a:pt x="2185" y="3114"/>
                  </a:lnTo>
                  <a:lnTo>
                    <a:pt x="2659" y="3223"/>
                  </a:lnTo>
                  <a:lnTo>
                    <a:pt x="3193" y="3322"/>
                  </a:lnTo>
                  <a:lnTo>
                    <a:pt x="3737" y="3411"/>
                  </a:lnTo>
                  <a:lnTo>
                    <a:pt x="4251" y="3470"/>
                  </a:lnTo>
                  <a:lnTo>
                    <a:pt x="4715" y="3509"/>
                  </a:lnTo>
                  <a:lnTo>
                    <a:pt x="5150" y="3529"/>
                  </a:lnTo>
                  <a:lnTo>
                    <a:pt x="5555" y="3539"/>
                  </a:lnTo>
                  <a:lnTo>
                    <a:pt x="5941" y="3529"/>
                  </a:lnTo>
                  <a:lnTo>
                    <a:pt x="6287" y="3500"/>
                  </a:lnTo>
                  <a:lnTo>
                    <a:pt x="6613" y="3470"/>
                  </a:lnTo>
                  <a:lnTo>
                    <a:pt x="6919" y="3420"/>
                  </a:lnTo>
                  <a:lnTo>
                    <a:pt x="7206" y="3371"/>
                  </a:lnTo>
                  <a:lnTo>
                    <a:pt x="7473" y="3312"/>
                  </a:lnTo>
                  <a:lnTo>
                    <a:pt x="7730" y="3252"/>
                  </a:lnTo>
                  <a:lnTo>
                    <a:pt x="8195" y="3124"/>
                  </a:lnTo>
                  <a:lnTo>
                    <a:pt x="8639" y="3005"/>
                  </a:lnTo>
                  <a:lnTo>
                    <a:pt x="8847" y="2956"/>
                  </a:lnTo>
                  <a:lnTo>
                    <a:pt x="9055" y="2906"/>
                  </a:lnTo>
                  <a:lnTo>
                    <a:pt x="9272" y="2877"/>
                  </a:lnTo>
                  <a:lnTo>
                    <a:pt x="9480" y="2847"/>
                  </a:lnTo>
                  <a:lnTo>
                    <a:pt x="9697" y="2837"/>
                  </a:lnTo>
                  <a:lnTo>
                    <a:pt x="9924" y="2847"/>
                  </a:lnTo>
                  <a:lnTo>
                    <a:pt x="10162" y="2867"/>
                  </a:lnTo>
                  <a:lnTo>
                    <a:pt x="10419" y="2906"/>
                  </a:lnTo>
                  <a:lnTo>
                    <a:pt x="10676" y="2976"/>
                  </a:lnTo>
                  <a:lnTo>
                    <a:pt x="10962" y="3055"/>
                  </a:lnTo>
                  <a:lnTo>
                    <a:pt x="11259" y="3173"/>
                  </a:lnTo>
                  <a:lnTo>
                    <a:pt x="11575" y="3302"/>
                  </a:lnTo>
                  <a:lnTo>
                    <a:pt x="11921" y="3470"/>
                  </a:lnTo>
                  <a:lnTo>
                    <a:pt x="12297" y="3668"/>
                  </a:lnTo>
                  <a:lnTo>
                    <a:pt x="12692" y="3895"/>
                  </a:lnTo>
                  <a:lnTo>
                    <a:pt x="13117" y="4162"/>
                  </a:lnTo>
                  <a:lnTo>
                    <a:pt x="13562" y="4429"/>
                  </a:lnTo>
                  <a:lnTo>
                    <a:pt x="13997" y="4676"/>
                  </a:lnTo>
                  <a:lnTo>
                    <a:pt x="14412" y="4913"/>
                  </a:lnTo>
                  <a:lnTo>
                    <a:pt x="14827" y="5121"/>
                  </a:lnTo>
                  <a:lnTo>
                    <a:pt x="15232" y="5308"/>
                  </a:lnTo>
                  <a:lnTo>
                    <a:pt x="15628" y="5476"/>
                  </a:lnTo>
                  <a:lnTo>
                    <a:pt x="16013" y="5625"/>
                  </a:lnTo>
                  <a:lnTo>
                    <a:pt x="16389" y="5763"/>
                  </a:lnTo>
                  <a:lnTo>
                    <a:pt x="16754" y="5872"/>
                  </a:lnTo>
                  <a:lnTo>
                    <a:pt x="17110" y="5971"/>
                  </a:lnTo>
                  <a:lnTo>
                    <a:pt x="17446" y="6060"/>
                  </a:lnTo>
                  <a:lnTo>
                    <a:pt x="17782" y="6129"/>
                  </a:lnTo>
                  <a:lnTo>
                    <a:pt x="18109" y="6178"/>
                  </a:lnTo>
                  <a:lnTo>
                    <a:pt x="18425" y="6218"/>
                  </a:lnTo>
                  <a:lnTo>
                    <a:pt x="18721" y="6238"/>
                  </a:lnTo>
                  <a:lnTo>
                    <a:pt x="19008" y="6257"/>
                  </a:lnTo>
                  <a:lnTo>
                    <a:pt x="19295" y="6257"/>
                  </a:lnTo>
                  <a:lnTo>
                    <a:pt x="19562" y="6238"/>
                  </a:lnTo>
                  <a:lnTo>
                    <a:pt x="19819" y="6218"/>
                  </a:lnTo>
                  <a:lnTo>
                    <a:pt x="20066" y="6188"/>
                  </a:lnTo>
                  <a:lnTo>
                    <a:pt x="20293" y="6139"/>
                  </a:lnTo>
                  <a:lnTo>
                    <a:pt x="20520" y="6089"/>
                  </a:lnTo>
                  <a:lnTo>
                    <a:pt x="20728" y="6020"/>
                  </a:lnTo>
                  <a:lnTo>
                    <a:pt x="20926" y="5951"/>
                  </a:lnTo>
                  <a:lnTo>
                    <a:pt x="21104" y="5872"/>
                  </a:lnTo>
                  <a:lnTo>
                    <a:pt x="21282" y="5793"/>
                  </a:lnTo>
                  <a:lnTo>
                    <a:pt x="21440" y="5694"/>
                  </a:lnTo>
                  <a:lnTo>
                    <a:pt x="21588" y="5595"/>
                  </a:lnTo>
                  <a:lnTo>
                    <a:pt x="21716" y="5496"/>
                  </a:lnTo>
                  <a:lnTo>
                    <a:pt x="21835" y="5387"/>
                  </a:lnTo>
                  <a:lnTo>
                    <a:pt x="21944" y="5279"/>
                  </a:lnTo>
                  <a:lnTo>
                    <a:pt x="22033" y="5160"/>
                  </a:lnTo>
                  <a:lnTo>
                    <a:pt x="22082" y="5101"/>
                  </a:lnTo>
                  <a:lnTo>
                    <a:pt x="22151" y="5061"/>
                  </a:lnTo>
                  <a:lnTo>
                    <a:pt x="22221" y="5022"/>
                  </a:lnTo>
                  <a:lnTo>
                    <a:pt x="22310" y="4992"/>
                  </a:lnTo>
                  <a:lnTo>
                    <a:pt x="22408" y="4972"/>
                  </a:lnTo>
                  <a:lnTo>
                    <a:pt x="22517" y="4953"/>
                  </a:lnTo>
                  <a:lnTo>
                    <a:pt x="22636" y="4953"/>
                  </a:lnTo>
                  <a:lnTo>
                    <a:pt x="22764" y="4943"/>
                  </a:lnTo>
                  <a:lnTo>
                    <a:pt x="23051" y="4962"/>
                  </a:lnTo>
                  <a:lnTo>
                    <a:pt x="23377" y="5002"/>
                  </a:lnTo>
                  <a:lnTo>
                    <a:pt x="23713" y="5051"/>
                  </a:lnTo>
                  <a:lnTo>
                    <a:pt x="24079" y="5121"/>
                  </a:lnTo>
                  <a:lnTo>
                    <a:pt x="24464" y="5200"/>
                  </a:lnTo>
                  <a:lnTo>
                    <a:pt x="24860" y="5299"/>
                  </a:lnTo>
                  <a:lnTo>
                    <a:pt x="25670" y="5496"/>
                  </a:lnTo>
                  <a:lnTo>
                    <a:pt x="26481" y="5694"/>
                  </a:lnTo>
                  <a:lnTo>
                    <a:pt x="27232" y="5882"/>
                  </a:lnTo>
                  <a:lnTo>
                    <a:pt x="27588" y="5951"/>
                  </a:lnTo>
                  <a:lnTo>
                    <a:pt x="27914" y="6020"/>
                  </a:lnTo>
                  <a:lnTo>
                    <a:pt x="28201" y="6060"/>
                  </a:lnTo>
                  <a:lnTo>
                    <a:pt x="28467" y="6079"/>
                  </a:lnTo>
                  <a:lnTo>
                    <a:pt x="28576" y="6089"/>
                  </a:lnTo>
                  <a:lnTo>
                    <a:pt x="28685" y="6089"/>
                  </a:lnTo>
                  <a:lnTo>
                    <a:pt x="28774" y="6079"/>
                  </a:lnTo>
                  <a:lnTo>
                    <a:pt x="28863" y="6060"/>
                  </a:lnTo>
                  <a:lnTo>
                    <a:pt x="28932" y="6040"/>
                  </a:lnTo>
                  <a:lnTo>
                    <a:pt x="28981" y="6010"/>
                  </a:lnTo>
                  <a:lnTo>
                    <a:pt x="29031" y="5971"/>
                  </a:lnTo>
                  <a:lnTo>
                    <a:pt x="29061" y="5921"/>
                  </a:lnTo>
                  <a:lnTo>
                    <a:pt x="29070" y="5872"/>
                  </a:lnTo>
                  <a:lnTo>
                    <a:pt x="29070" y="5803"/>
                  </a:lnTo>
                  <a:lnTo>
                    <a:pt x="29051" y="5733"/>
                  </a:lnTo>
                  <a:lnTo>
                    <a:pt x="29021" y="5644"/>
                  </a:lnTo>
                  <a:lnTo>
                    <a:pt x="28972" y="5556"/>
                  </a:lnTo>
                  <a:lnTo>
                    <a:pt x="28902" y="5447"/>
                  </a:lnTo>
                  <a:lnTo>
                    <a:pt x="28813" y="5338"/>
                  </a:lnTo>
                  <a:lnTo>
                    <a:pt x="28715" y="5210"/>
                  </a:lnTo>
                  <a:lnTo>
                    <a:pt x="28586" y="5071"/>
                  </a:lnTo>
                  <a:lnTo>
                    <a:pt x="28438" y="4923"/>
                  </a:lnTo>
                  <a:lnTo>
                    <a:pt x="28092" y="4587"/>
                  </a:lnTo>
                  <a:lnTo>
                    <a:pt x="27647" y="4191"/>
                  </a:lnTo>
                  <a:lnTo>
                    <a:pt x="27123" y="3747"/>
                  </a:lnTo>
                  <a:lnTo>
                    <a:pt x="14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3947625" y="4342625"/>
              <a:ext cx="355350" cy="207350"/>
            </a:xfrm>
            <a:custGeom>
              <a:rect b="b" l="l" r="r" t="t"/>
              <a:pathLst>
                <a:path extrusionOk="0" h="8294" w="14214">
                  <a:moveTo>
                    <a:pt x="0" y="0"/>
                  </a:moveTo>
                  <a:lnTo>
                    <a:pt x="287" y="119"/>
                  </a:lnTo>
                  <a:lnTo>
                    <a:pt x="613" y="267"/>
                  </a:lnTo>
                  <a:lnTo>
                    <a:pt x="1048" y="475"/>
                  </a:lnTo>
                  <a:lnTo>
                    <a:pt x="1295" y="594"/>
                  </a:lnTo>
                  <a:lnTo>
                    <a:pt x="1562" y="742"/>
                  </a:lnTo>
                  <a:lnTo>
                    <a:pt x="1839" y="900"/>
                  </a:lnTo>
                  <a:lnTo>
                    <a:pt x="2135" y="1078"/>
                  </a:lnTo>
                  <a:lnTo>
                    <a:pt x="2442" y="1266"/>
                  </a:lnTo>
                  <a:lnTo>
                    <a:pt x="2758" y="1473"/>
                  </a:lnTo>
                  <a:lnTo>
                    <a:pt x="3074" y="1701"/>
                  </a:lnTo>
                  <a:lnTo>
                    <a:pt x="3400" y="1938"/>
                  </a:lnTo>
                  <a:lnTo>
                    <a:pt x="3727" y="2195"/>
                  </a:lnTo>
                  <a:lnTo>
                    <a:pt x="4053" y="2472"/>
                  </a:lnTo>
                  <a:lnTo>
                    <a:pt x="4379" y="2768"/>
                  </a:lnTo>
                  <a:lnTo>
                    <a:pt x="4695" y="3084"/>
                  </a:lnTo>
                  <a:lnTo>
                    <a:pt x="5012" y="3411"/>
                  </a:lnTo>
                  <a:lnTo>
                    <a:pt x="5308" y="3757"/>
                  </a:lnTo>
                  <a:lnTo>
                    <a:pt x="5605" y="4122"/>
                  </a:lnTo>
                  <a:lnTo>
                    <a:pt x="5743" y="4320"/>
                  </a:lnTo>
                  <a:lnTo>
                    <a:pt x="5881" y="4518"/>
                  </a:lnTo>
                  <a:lnTo>
                    <a:pt x="6010" y="4715"/>
                  </a:lnTo>
                  <a:lnTo>
                    <a:pt x="6138" y="4913"/>
                  </a:lnTo>
                  <a:lnTo>
                    <a:pt x="6257" y="5130"/>
                  </a:lnTo>
                  <a:lnTo>
                    <a:pt x="6376" y="5338"/>
                  </a:lnTo>
                  <a:lnTo>
                    <a:pt x="6494" y="5556"/>
                  </a:lnTo>
                  <a:lnTo>
                    <a:pt x="6603" y="5783"/>
                  </a:lnTo>
                  <a:lnTo>
                    <a:pt x="6702" y="6010"/>
                  </a:lnTo>
                  <a:lnTo>
                    <a:pt x="6791" y="6247"/>
                  </a:lnTo>
                  <a:lnTo>
                    <a:pt x="6880" y="6485"/>
                  </a:lnTo>
                  <a:lnTo>
                    <a:pt x="6969" y="6732"/>
                  </a:lnTo>
                  <a:lnTo>
                    <a:pt x="7038" y="6979"/>
                  </a:lnTo>
                  <a:lnTo>
                    <a:pt x="7107" y="7226"/>
                  </a:lnTo>
                  <a:lnTo>
                    <a:pt x="7166" y="7493"/>
                  </a:lnTo>
                  <a:lnTo>
                    <a:pt x="7216" y="7750"/>
                  </a:lnTo>
                  <a:lnTo>
                    <a:pt x="7265" y="8017"/>
                  </a:lnTo>
                  <a:lnTo>
                    <a:pt x="7305" y="8293"/>
                  </a:lnTo>
                  <a:lnTo>
                    <a:pt x="7572" y="8195"/>
                  </a:lnTo>
                  <a:lnTo>
                    <a:pt x="7888" y="8066"/>
                  </a:lnTo>
                  <a:lnTo>
                    <a:pt x="8293" y="7878"/>
                  </a:lnTo>
                  <a:lnTo>
                    <a:pt x="8787" y="7651"/>
                  </a:lnTo>
                  <a:lnTo>
                    <a:pt x="9331" y="7374"/>
                  </a:lnTo>
                  <a:lnTo>
                    <a:pt x="9618" y="7216"/>
                  </a:lnTo>
                  <a:lnTo>
                    <a:pt x="9924" y="7048"/>
                  </a:lnTo>
                  <a:lnTo>
                    <a:pt x="10221" y="6870"/>
                  </a:lnTo>
                  <a:lnTo>
                    <a:pt x="10537" y="6682"/>
                  </a:lnTo>
                  <a:lnTo>
                    <a:pt x="10843" y="6475"/>
                  </a:lnTo>
                  <a:lnTo>
                    <a:pt x="11160" y="6257"/>
                  </a:lnTo>
                  <a:lnTo>
                    <a:pt x="11466" y="6030"/>
                  </a:lnTo>
                  <a:lnTo>
                    <a:pt x="11763" y="5793"/>
                  </a:lnTo>
                  <a:lnTo>
                    <a:pt x="12059" y="5546"/>
                  </a:lnTo>
                  <a:lnTo>
                    <a:pt x="12346" y="5279"/>
                  </a:lnTo>
                  <a:lnTo>
                    <a:pt x="12623" y="5012"/>
                  </a:lnTo>
                  <a:lnTo>
                    <a:pt x="12880" y="4725"/>
                  </a:lnTo>
                  <a:lnTo>
                    <a:pt x="13127" y="4439"/>
                  </a:lnTo>
                  <a:lnTo>
                    <a:pt x="13354" y="4132"/>
                  </a:lnTo>
                  <a:lnTo>
                    <a:pt x="13463" y="3974"/>
                  </a:lnTo>
                  <a:lnTo>
                    <a:pt x="13562" y="3816"/>
                  </a:lnTo>
                  <a:lnTo>
                    <a:pt x="13650" y="3658"/>
                  </a:lnTo>
                  <a:lnTo>
                    <a:pt x="13739" y="3490"/>
                  </a:lnTo>
                  <a:lnTo>
                    <a:pt x="13828" y="3322"/>
                  </a:lnTo>
                  <a:lnTo>
                    <a:pt x="13907" y="3154"/>
                  </a:lnTo>
                  <a:lnTo>
                    <a:pt x="13977" y="2986"/>
                  </a:lnTo>
                  <a:lnTo>
                    <a:pt x="14036" y="2808"/>
                  </a:lnTo>
                  <a:lnTo>
                    <a:pt x="14085" y="2630"/>
                  </a:lnTo>
                  <a:lnTo>
                    <a:pt x="14135" y="2452"/>
                  </a:lnTo>
                  <a:lnTo>
                    <a:pt x="14174" y="2274"/>
                  </a:lnTo>
                  <a:lnTo>
                    <a:pt x="14214" y="2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3992100" y="4058700"/>
              <a:ext cx="21025" cy="13600"/>
            </a:xfrm>
            <a:custGeom>
              <a:rect b="b" l="l" r="r" t="t"/>
              <a:pathLst>
                <a:path extrusionOk="0" h="544" w="841">
                  <a:moveTo>
                    <a:pt x="208" y="0"/>
                  </a:moveTo>
                  <a:lnTo>
                    <a:pt x="158" y="10"/>
                  </a:lnTo>
                  <a:lnTo>
                    <a:pt x="119" y="30"/>
                  </a:lnTo>
                  <a:lnTo>
                    <a:pt x="89" y="60"/>
                  </a:lnTo>
                  <a:lnTo>
                    <a:pt x="60" y="89"/>
                  </a:lnTo>
                  <a:lnTo>
                    <a:pt x="30" y="129"/>
                  </a:lnTo>
                  <a:lnTo>
                    <a:pt x="20" y="168"/>
                  </a:lnTo>
                  <a:lnTo>
                    <a:pt x="0" y="208"/>
                  </a:lnTo>
                  <a:lnTo>
                    <a:pt x="0" y="257"/>
                  </a:lnTo>
                  <a:lnTo>
                    <a:pt x="10" y="307"/>
                  </a:lnTo>
                  <a:lnTo>
                    <a:pt x="30" y="356"/>
                  </a:lnTo>
                  <a:lnTo>
                    <a:pt x="50" y="396"/>
                  </a:lnTo>
                  <a:lnTo>
                    <a:pt x="79" y="425"/>
                  </a:lnTo>
                  <a:lnTo>
                    <a:pt x="119" y="455"/>
                  </a:lnTo>
                  <a:lnTo>
                    <a:pt x="168" y="475"/>
                  </a:lnTo>
                  <a:lnTo>
                    <a:pt x="218" y="494"/>
                  </a:lnTo>
                  <a:lnTo>
                    <a:pt x="554" y="544"/>
                  </a:lnTo>
                  <a:lnTo>
                    <a:pt x="593" y="544"/>
                  </a:lnTo>
                  <a:lnTo>
                    <a:pt x="633" y="534"/>
                  </a:lnTo>
                  <a:lnTo>
                    <a:pt x="682" y="524"/>
                  </a:lnTo>
                  <a:lnTo>
                    <a:pt x="722" y="504"/>
                  </a:lnTo>
                  <a:lnTo>
                    <a:pt x="752" y="485"/>
                  </a:lnTo>
                  <a:lnTo>
                    <a:pt x="781" y="455"/>
                  </a:lnTo>
                  <a:lnTo>
                    <a:pt x="811" y="415"/>
                  </a:lnTo>
                  <a:lnTo>
                    <a:pt x="831" y="376"/>
                  </a:lnTo>
                  <a:lnTo>
                    <a:pt x="840" y="336"/>
                  </a:lnTo>
                  <a:lnTo>
                    <a:pt x="840" y="277"/>
                  </a:lnTo>
                  <a:lnTo>
                    <a:pt x="831" y="237"/>
                  </a:lnTo>
                  <a:lnTo>
                    <a:pt x="811" y="188"/>
                  </a:lnTo>
                  <a:lnTo>
                    <a:pt x="791" y="149"/>
                  </a:lnTo>
                  <a:lnTo>
                    <a:pt x="761" y="109"/>
                  </a:lnTo>
                  <a:lnTo>
                    <a:pt x="722" y="79"/>
                  </a:lnTo>
                  <a:lnTo>
                    <a:pt x="672" y="60"/>
                  </a:lnTo>
                  <a:lnTo>
                    <a:pt x="623" y="5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3992100" y="4058700"/>
              <a:ext cx="21025" cy="13600"/>
            </a:xfrm>
            <a:custGeom>
              <a:rect b="b" l="l" r="r" t="t"/>
              <a:pathLst>
                <a:path extrusionOk="0" fill="none" h="544" w="841">
                  <a:moveTo>
                    <a:pt x="247" y="0"/>
                  </a:moveTo>
                  <a:lnTo>
                    <a:pt x="247" y="0"/>
                  </a:lnTo>
                  <a:lnTo>
                    <a:pt x="208" y="0"/>
                  </a:lnTo>
                  <a:lnTo>
                    <a:pt x="158" y="10"/>
                  </a:lnTo>
                  <a:lnTo>
                    <a:pt x="119" y="30"/>
                  </a:lnTo>
                  <a:lnTo>
                    <a:pt x="89" y="60"/>
                  </a:lnTo>
                  <a:lnTo>
                    <a:pt x="60" y="89"/>
                  </a:lnTo>
                  <a:lnTo>
                    <a:pt x="30" y="129"/>
                  </a:lnTo>
                  <a:lnTo>
                    <a:pt x="20" y="168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57"/>
                  </a:lnTo>
                  <a:lnTo>
                    <a:pt x="10" y="307"/>
                  </a:lnTo>
                  <a:lnTo>
                    <a:pt x="30" y="356"/>
                  </a:lnTo>
                  <a:lnTo>
                    <a:pt x="50" y="396"/>
                  </a:lnTo>
                  <a:lnTo>
                    <a:pt x="79" y="425"/>
                  </a:lnTo>
                  <a:lnTo>
                    <a:pt x="119" y="455"/>
                  </a:lnTo>
                  <a:lnTo>
                    <a:pt x="168" y="475"/>
                  </a:lnTo>
                  <a:lnTo>
                    <a:pt x="218" y="494"/>
                  </a:lnTo>
                  <a:lnTo>
                    <a:pt x="554" y="544"/>
                  </a:lnTo>
                  <a:lnTo>
                    <a:pt x="554" y="544"/>
                  </a:lnTo>
                  <a:lnTo>
                    <a:pt x="593" y="544"/>
                  </a:lnTo>
                  <a:lnTo>
                    <a:pt x="593" y="544"/>
                  </a:lnTo>
                  <a:lnTo>
                    <a:pt x="633" y="534"/>
                  </a:lnTo>
                  <a:lnTo>
                    <a:pt x="682" y="524"/>
                  </a:lnTo>
                  <a:lnTo>
                    <a:pt x="722" y="504"/>
                  </a:lnTo>
                  <a:lnTo>
                    <a:pt x="752" y="485"/>
                  </a:lnTo>
                  <a:lnTo>
                    <a:pt x="781" y="455"/>
                  </a:lnTo>
                  <a:lnTo>
                    <a:pt x="811" y="415"/>
                  </a:lnTo>
                  <a:lnTo>
                    <a:pt x="831" y="376"/>
                  </a:lnTo>
                  <a:lnTo>
                    <a:pt x="840" y="336"/>
                  </a:lnTo>
                  <a:lnTo>
                    <a:pt x="840" y="336"/>
                  </a:lnTo>
                  <a:lnTo>
                    <a:pt x="840" y="277"/>
                  </a:lnTo>
                  <a:lnTo>
                    <a:pt x="831" y="237"/>
                  </a:lnTo>
                  <a:lnTo>
                    <a:pt x="811" y="188"/>
                  </a:lnTo>
                  <a:lnTo>
                    <a:pt x="791" y="149"/>
                  </a:lnTo>
                  <a:lnTo>
                    <a:pt x="761" y="109"/>
                  </a:lnTo>
                  <a:lnTo>
                    <a:pt x="722" y="79"/>
                  </a:lnTo>
                  <a:lnTo>
                    <a:pt x="672" y="60"/>
                  </a:lnTo>
                  <a:lnTo>
                    <a:pt x="623" y="5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4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4121825" y="3985800"/>
              <a:ext cx="21025" cy="13600"/>
            </a:xfrm>
            <a:custGeom>
              <a:rect b="b" l="l" r="r" t="t"/>
              <a:pathLst>
                <a:path extrusionOk="0" h="544" w="841">
                  <a:moveTo>
                    <a:pt x="208" y="0"/>
                  </a:moveTo>
                  <a:lnTo>
                    <a:pt x="159" y="10"/>
                  </a:lnTo>
                  <a:lnTo>
                    <a:pt x="119" y="30"/>
                  </a:lnTo>
                  <a:lnTo>
                    <a:pt x="90" y="60"/>
                  </a:lnTo>
                  <a:lnTo>
                    <a:pt x="60" y="89"/>
                  </a:lnTo>
                  <a:lnTo>
                    <a:pt x="30" y="129"/>
                  </a:lnTo>
                  <a:lnTo>
                    <a:pt x="11" y="168"/>
                  </a:lnTo>
                  <a:lnTo>
                    <a:pt x="1" y="208"/>
                  </a:lnTo>
                  <a:lnTo>
                    <a:pt x="1" y="257"/>
                  </a:lnTo>
                  <a:lnTo>
                    <a:pt x="11" y="307"/>
                  </a:lnTo>
                  <a:lnTo>
                    <a:pt x="30" y="356"/>
                  </a:lnTo>
                  <a:lnTo>
                    <a:pt x="50" y="396"/>
                  </a:lnTo>
                  <a:lnTo>
                    <a:pt x="80" y="425"/>
                  </a:lnTo>
                  <a:lnTo>
                    <a:pt x="119" y="455"/>
                  </a:lnTo>
                  <a:lnTo>
                    <a:pt x="169" y="475"/>
                  </a:lnTo>
                  <a:lnTo>
                    <a:pt x="218" y="495"/>
                  </a:lnTo>
                  <a:lnTo>
                    <a:pt x="554" y="544"/>
                  </a:lnTo>
                  <a:lnTo>
                    <a:pt x="633" y="544"/>
                  </a:lnTo>
                  <a:lnTo>
                    <a:pt x="683" y="524"/>
                  </a:lnTo>
                  <a:lnTo>
                    <a:pt x="722" y="504"/>
                  </a:lnTo>
                  <a:lnTo>
                    <a:pt x="752" y="485"/>
                  </a:lnTo>
                  <a:lnTo>
                    <a:pt x="782" y="455"/>
                  </a:lnTo>
                  <a:lnTo>
                    <a:pt x="811" y="415"/>
                  </a:lnTo>
                  <a:lnTo>
                    <a:pt x="821" y="376"/>
                  </a:lnTo>
                  <a:lnTo>
                    <a:pt x="841" y="336"/>
                  </a:lnTo>
                  <a:lnTo>
                    <a:pt x="841" y="287"/>
                  </a:lnTo>
                  <a:lnTo>
                    <a:pt x="831" y="238"/>
                  </a:lnTo>
                  <a:lnTo>
                    <a:pt x="811" y="188"/>
                  </a:lnTo>
                  <a:lnTo>
                    <a:pt x="791" y="149"/>
                  </a:lnTo>
                  <a:lnTo>
                    <a:pt x="762" y="109"/>
                  </a:lnTo>
                  <a:lnTo>
                    <a:pt x="722" y="89"/>
                  </a:lnTo>
                  <a:lnTo>
                    <a:pt x="673" y="60"/>
                  </a:lnTo>
                  <a:lnTo>
                    <a:pt x="623" y="5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4121825" y="3985800"/>
              <a:ext cx="21025" cy="13600"/>
            </a:xfrm>
            <a:custGeom>
              <a:rect b="b" l="l" r="r" t="t"/>
              <a:pathLst>
                <a:path extrusionOk="0" fill="none" h="544" w="841">
                  <a:moveTo>
                    <a:pt x="248" y="0"/>
                  </a:moveTo>
                  <a:lnTo>
                    <a:pt x="248" y="0"/>
                  </a:lnTo>
                  <a:lnTo>
                    <a:pt x="208" y="0"/>
                  </a:lnTo>
                  <a:lnTo>
                    <a:pt x="159" y="10"/>
                  </a:lnTo>
                  <a:lnTo>
                    <a:pt x="119" y="30"/>
                  </a:lnTo>
                  <a:lnTo>
                    <a:pt x="90" y="60"/>
                  </a:lnTo>
                  <a:lnTo>
                    <a:pt x="60" y="89"/>
                  </a:lnTo>
                  <a:lnTo>
                    <a:pt x="30" y="129"/>
                  </a:lnTo>
                  <a:lnTo>
                    <a:pt x="11" y="168"/>
                  </a:lnTo>
                  <a:lnTo>
                    <a:pt x="1" y="208"/>
                  </a:lnTo>
                  <a:lnTo>
                    <a:pt x="1" y="208"/>
                  </a:lnTo>
                  <a:lnTo>
                    <a:pt x="1" y="257"/>
                  </a:lnTo>
                  <a:lnTo>
                    <a:pt x="11" y="307"/>
                  </a:lnTo>
                  <a:lnTo>
                    <a:pt x="30" y="356"/>
                  </a:lnTo>
                  <a:lnTo>
                    <a:pt x="50" y="396"/>
                  </a:lnTo>
                  <a:lnTo>
                    <a:pt x="80" y="425"/>
                  </a:lnTo>
                  <a:lnTo>
                    <a:pt x="119" y="455"/>
                  </a:lnTo>
                  <a:lnTo>
                    <a:pt x="169" y="475"/>
                  </a:lnTo>
                  <a:lnTo>
                    <a:pt x="218" y="495"/>
                  </a:lnTo>
                  <a:lnTo>
                    <a:pt x="554" y="544"/>
                  </a:lnTo>
                  <a:lnTo>
                    <a:pt x="554" y="544"/>
                  </a:lnTo>
                  <a:lnTo>
                    <a:pt x="594" y="544"/>
                  </a:lnTo>
                  <a:lnTo>
                    <a:pt x="594" y="544"/>
                  </a:lnTo>
                  <a:lnTo>
                    <a:pt x="633" y="544"/>
                  </a:lnTo>
                  <a:lnTo>
                    <a:pt x="683" y="524"/>
                  </a:lnTo>
                  <a:lnTo>
                    <a:pt x="722" y="504"/>
                  </a:lnTo>
                  <a:lnTo>
                    <a:pt x="752" y="485"/>
                  </a:lnTo>
                  <a:lnTo>
                    <a:pt x="782" y="455"/>
                  </a:lnTo>
                  <a:lnTo>
                    <a:pt x="811" y="415"/>
                  </a:lnTo>
                  <a:lnTo>
                    <a:pt x="821" y="376"/>
                  </a:lnTo>
                  <a:lnTo>
                    <a:pt x="841" y="336"/>
                  </a:lnTo>
                  <a:lnTo>
                    <a:pt x="841" y="336"/>
                  </a:lnTo>
                  <a:lnTo>
                    <a:pt x="841" y="287"/>
                  </a:lnTo>
                  <a:lnTo>
                    <a:pt x="831" y="238"/>
                  </a:lnTo>
                  <a:lnTo>
                    <a:pt x="811" y="188"/>
                  </a:lnTo>
                  <a:lnTo>
                    <a:pt x="791" y="149"/>
                  </a:lnTo>
                  <a:lnTo>
                    <a:pt x="762" y="109"/>
                  </a:lnTo>
                  <a:lnTo>
                    <a:pt x="722" y="89"/>
                  </a:lnTo>
                  <a:lnTo>
                    <a:pt x="673" y="60"/>
                  </a:lnTo>
                  <a:lnTo>
                    <a:pt x="623" y="5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4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4164075" y="4039425"/>
              <a:ext cx="21050" cy="13600"/>
            </a:xfrm>
            <a:custGeom>
              <a:rect b="b" l="l" r="r" t="t"/>
              <a:pathLst>
                <a:path extrusionOk="0" h="544" w="842">
                  <a:moveTo>
                    <a:pt x="208" y="0"/>
                  </a:moveTo>
                  <a:lnTo>
                    <a:pt x="159" y="10"/>
                  </a:lnTo>
                  <a:lnTo>
                    <a:pt x="119" y="30"/>
                  </a:lnTo>
                  <a:lnTo>
                    <a:pt x="90" y="60"/>
                  </a:lnTo>
                  <a:lnTo>
                    <a:pt x="60" y="89"/>
                  </a:lnTo>
                  <a:lnTo>
                    <a:pt x="31" y="119"/>
                  </a:lnTo>
                  <a:lnTo>
                    <a:pt x="11" y="158"/>
                  </a:lnTo>
                  <a:lnTo>
                    <a:pt x="1" y="208"/>
                  </a:lnTo>
                  <a:lnTo>
                    <a:pt x="1" y="257"/>
                  </a:lnTo>
                  <a:lnTo>
                    <a:pt x="11" y="307"/>
                  </a:lnTo>
                  <a:lnTo>
                    <a:pt x="31" y="346"/>
                  </a:lnTo>
                  <a:lnTo>
                    <a:pt x="50" y="386"/>
                  </a:lnTo>
                  <a:lnTo>
                    <a:pt x="80" y="425"/>
                  </a:lnTo>
                  <a:lnTo>
                    <a:pt x="119" y="455"/>
                  </a:lnTo>
                  <a:lnTo>
                    <a:pt x="169" y="475"/>
                  </a:lnTo>
                  <a:lnTo>
                    <a:pt x="208" y="485"/>
                  </a:lnTo>
                  <a:lnTo>
                    <a:pt x="554" y="534"/>
                  </a:lnTo>
                  <a:lnTo>
                    <a:pt x="594" y="544"/>
                  </a:lnTo>
                  <a:lnTo>
                    <a:pt x="633" y="534"/>
                  </a:lnTo>
                  <a:lnTo>
                    <a:pt x="673" y="524"/>
                  </a:lnTo>
                  <a:lnTo>
                    <a:pt x="713" y="504"/>
                  </a:lnTo>
                  <a:lnTo>
                    <a:pt x="752" y="485"/>
                  </a:lnTo>
                  <a:lnTo>
                    <a:pt x="782" y="445"/>
                  </a:lnTo>
                  <a:lnTo>
                    <a:pt x="811" y="415"/>
                  </a:lnTo>
                  <a:lnTo>
                    <a:pt x="821" y="376"/>
                  </a:lnTo>
                  <a:lnTo>
                    <a:pt x="831" y="326"/>
                  </a:lnTo>
                  <a:lnTo>
                    <a:pt x="841" y="277"/>
                  </a:lnTo>
                  <a:lnTo>
                    <a:pt x="831" y="228"/>
                  </a:lnTo>
                  <a:lnTo>
                    <a:pt x="811" y="188"/>
                  </a:lnTo>
                  <a:lnTo>
                    <a:pt x="792" y="149"/>
                  </a:lnTo>
                  <a:lnTo>
                    <a:pt x="762" y="109"/>
                  </a:lnTo>
                  <a:lnTo>
                    <a:pt x="722" y="79"/>
                  </a:lnTo>
                  <a:lnTo>
                    <a:pt x="673" y="60"/>
                  </a:lnTo>
                  <a:lnTo>
                    <a:pt x="624" y="50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4164075" y="4039425"/>
              <a:ext cx="21050" cy="13600"/>
            </a:xfrm>
            <a:custGeom>
              <a:rect b="b" l="l" r="r" t="t"/>
              <a:pathLst>
                <a:path extrusionOk="0" fill="none" h="544" w="842">
                  <a:moveTo>
                    <a:pt x="248" y="0"/>
                  </a:moveTo>
                  <a:lnTo>
                    <a:pt x="248" y="0"/>
                  </a:lnTo>
                  <a:lnTo>
                    <a:pt x="208" y="0"/>
                  </a:lnTo>
                  <a:lnTo>
                    <a:pt x="159" y="10"/>
                  </a:lnTo>
                  <a:lnTo>
                    <a:pt x="119" y="30"/>
                  </a:lnTo>
                  <a:lnTo>
                    <a:pt x="90" y="60"/>
                  </a:lnTo>
                  <a:lnTo>
                    <a:pt x="60" y="89"/>
                  </a:lnTo>
                  <a:lnTo>
                    <a:pt x="31" y="119"/>
                  </a:lnTo>
                  <a:lnTo>
                    <a:pt x="11" y="158"/>
                  </a:lnTo>
                  <a:lnTo>
                    <a:pt x="1" y="208"/>
                  </a:lnTo>
                  <a:lnTo>
                    <a:pt x="1" y="208"/>
                  </a:lnTo>
                  <a:lnTo>
                    <a:pt x="1" y="257"/>
                  </a:lnTo>
                  <a:lnTo>
                    <a:pt x="11" y="307"/>
                  </a:lnTo>
                  <a:lnTo>
                    <a:pt x="31" y="346"/>
                  </a:lnTo>
                  <a:lnTo>
                    <a:pt x="50" y="386"/>
                  </a:lnTo>
                  <a:lnTo>
                    <a:pt x="80" y="425"/>
                  </a:lnTo>
                  <a:lnTo>
                    <a:pt x="119" y="455"/>
                  </a:lnTo>
                  <a:lnTo>
                    <a:pt x="169" y="475"/>
                  </a:lnTo>
                  <a:lnTo>
                    <a:pt x="208" y="485"/>
                  </a:lnTo>
                  <a:lnTo>
                    <a:pt x="554" y="534"/>
                  </a:lnTo>
                  <a:lnTo>
                    <a:pt x="554" y="534"/>
                  </a:lnTo>
                  <a:lnTo>
                    <a:pt x="594" y="544"/>
                  </a:lnTo>
                  <a:lnTo>
                    <a:pt x="594" y="544"/>
                  </a:lnTo>
                  <a:lnTo>
                    <a:pt x="633" y="534"/>
                  </a:lnTo>
                  <a:lnTo>
                    <a:pt x="673" y="524"/>
                  </a:lnTo>
                  <a:lnTo>
                    <a:pt x="713" y="504"/>
                  </a:lnTo>
                  <a:lnTo>
                    <a:pt x="752" y="485"/>
                  </a:lnTo>
                  <a:lnTo>
                    <a:pt x="782" y="445"/>
                  </a:lnTo>
                  <a:lnTo>
                    <a:pt x="811" y="415"/>
                  </a:lnTo>
                  <a:lnTo>
                    <a:pt x="821" y="376"/>
                  </a:lnTo>
                  <a:lnTo>
                    <a:pt x="831" y="326"/>
                  </a:lnTo>
                  <a:lnTo>
                    <a:pt x="831" y="326"/>
                  </a:lnTo>
                  <a:lnTo>
                    <a:pt x="841" y="277"/>
                  </a:lnTo>
                  <a:lnTo>
                    <a:pt x="831" y="228"/>
                  </a:lnTo>
                  <a:lnTo>
                    <a:pt x="811" y="188"/>
                  </a:lnTo>
                  <a:lnTo>
                    <a:pt x="792" y="149"/>
                  </a:lnTo>
                  <a:lnTo>
                    <a:pt x="762" y="109"/>
                  </a:lnTo>
                  <a:lnTo>
                    <a:pt x="722" y="79"/>
                  </a:lnTo>
                  <a:lnTo>
                    <a:pt x="673" y="60"/>
                  </a:lnTo>
                  <a:lnTo>
                    <a:pt x="624" y="5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4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4226850" y="4001125"/>
              <a:ext cx="21025" cy="13600"/>
            </a:xfrm>
            <a:custGeom>
              <a:rect b="b" l="l" r="r" t="t"/>
              <a:pathLst>
                <a:path extrusionOk="0" h="544" w="841">
                  <a:moveTo>
                    <a:pt x="208" y="0"/>
                  </a:moveTo>
                  <a:lnTo>
                    <a:pt x="159" y="20"/>
                  </a:lnTo>
                  <a:lnTo>
                    <a:pt x="119" y="40"/>
                  </a:lnTo>
                  <a:lnTo>
                    <a:pt x="89" y="59"/>
                  </a:lnTo>
                  <a:lnTo>
                    <a:pt x="60" y="89"/>
                  </a:lnTo>
                  <a:lnTo>
                    <a:pt x="30" y="129"/>
                  </a:lnTo>
                  <a:lnTo>
                    <a:pt x="10" y="168"/>
                  </a:lnTo>
                  <a:lnTo>
                    <a:pt x="1" y="208"/>
                  </a:lnTo>
                  <a:lnTo>
                    <a:pt x="1" y="267"/>
                  </a:lnTo>
                  <a:lnTo>
                    <a:pt x="10" y="307"/>
                  </a:lnTo>
                  <a:lnTo>
                    <a:pt x="30" y="356"/>
                  </a:lnTo>
                  <a:lnTo>
                    <a:pt x="50" y="396"/>
                  </a:lnTo>
                  <a:lnTo>
                    <a:pt x="80" y="435"/>
                  </a:lnTo>
                  <a:lnTo>
                    <a:pt x="119" y="455"/>
                  </a:lnTo>
                  <a:lnTo>
                    <a:pt x="169" y="485"/>
                  </a:lnTo>
                  <a:lnTo>
                    <a:pt x="208" y="494"/>
                  </a:lnTo>
                  <a:lnTo>
                    <a:pt x="554" y="544"/>
                  </a:lnTo>
                  <a:lnTo>
                    <a:pt x="633" y="544"/>
                  </a:lnTo>
                  <a:lnTo>
                    <a:pt x="683" y="534"/>
                  </a:lnTo>
                  <a:lnTo>
                    <a:pt x="712" y="514"/>
                  </a:lnTo>
                  <a:lnTo>
                    <a:pt x="752" y="485"/>
                  </a:lnTo>
                  <a:lnTo>
                    <a:pt x="781" y="455"/>
                  </a:lnTo>
                  <a:lnTo>
                    <a:pt x="811" y="415"/>
                  </a:lnTo>
                  <a:lnTo>
                    <a:pt x="821" y="376"/>
                  </a:lnTo>
                  <a:lnTo>
                    <a:pt x="841" y="336"/>
                  </a:lnTo>
                  <a:lnTo>
                    <a:pt x="841" y="287"/>
                  </a:lnTo>
                  <a:lnTo>
                    <a:pt x="831" y="237"/>
                  </a:lnTo>
                  <a:lnTo>
                    <a:pt x="811" y="188"/>
                  </a:lnTo>
                  <a:lnTo>
                    <a:pt x="791" y="148"/>
                  </a:lnTo>
                  <a:lnTo>
                    <a:pt x="762" y="119"/>
                  </a:lnTo>
                  <a:lnTo>
                    <a:pt x="722" y="89"/>
                  </a:lnTo>
                  <a:lnTo>
                    <a:pt x="673" y="69"/>
                  </a:lnTo>
                  <a:lnTo>
                    <a:pt x="623" y="5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4226850" y="4001125"/>
              <a:ext cx="21025" cy="13600"/>
            </a:xfrm>
            <a:custGeom>
              <a:rect b="b" l="l" r="r" t="t"/>
              <a:pathLst>
                <a:path extrusionOk="0" fill="none" h="544" w="841">
                  <a:moveTo>
                    <a:pt x="248" y="0"/>
                  </a:moveTo>
                  <a:lnTo>
                    <a:pt x="248" y="0"/>
                  </a:lnTo>
                  <a:lnTo>
                    <a:pt x="208" y="0"/>
                  </a:lnTo>
                  <a:lnTo>
                    <a:pt x="159" y="20"/>
                  </a:lnTo>
                  <a:lnTo>
                    <a:pt x="119" y="40"/>
                  </a:lnTo>
                  <a:lnTo>
                    <a:pt x="89" y="59"/>
                  </a:lnTo>
                  <a:lnTo>
                    <a:pt x="60" y="89"/>
                  </a:lnTo>
                  <a:lnTo>
                    <a:pt x="30" y="129"/>
                  </a:lnTo>
                  <a:lnTo>
                    <a:pt x="10" y="168"/>
                  </a:lnTo>
                  <a:lnTo>
                    <a:pt x="1" y="208"/>
                  </a:lnTo>
                  <a:lnTo>
                    <a:pt x="1" y="208"/>
                  </a:lnTo>
                  <a:lnTo>
                    <a:pt x="1" y="267"/>
                  </a:lnTo>
                  <a:lnTo>
                    <a:pt x="10" y="307"/>
                  </a:lnTo>
                  <a:lnTo>
                    <a:pt x="30" y="356"/>
                  </a:lnTo>
                  <a:lnTo>
                    <a:pt x="50" y="396"/>
                  </a:lnTo>
                  <a:lnTo>
                    <a:pt x="80" y="435"/>
                  </a:lnTo>
                  <a:lnTo>
                    <a:pt x="119" y="455"/>
                  </a:lnTo>
                  <a:lnTo>
                    <a:pt x="169" y="485"/>
                  </a:lnTo>
                  <a:lnTo>
                    <a:pt x="208" y="494"/>
                  </a:lnTo>
                  <a:lnTo>
                    <a:pt x="554" y="544"/>
                  </a:lnTo>
                  <a:lnTo>
                    <a:pt x="554" y="544"/>
                  </a:lnTo>
                  <a:lnTo>
                    <a:pt x="594" y="544"/>
                  </a:lnTo>
                  <a:lnTo>
                    <a:pt x="594" y="544"/>
                  </a:lnTo>
                  <a:lnTo>
                    <a:pt x="633" y="544"/>
                  </a:lnTo>
                  <a:lnTo>
                    <a:pt x="683" y="534"/>
                  </a:lnTo>
                  <a:lnTo>
                    <a:pt x="712" y="514"/>
                  </a:lnTo>
                  <a:lnTo>
                    <a:pt x="752" y="485"/>
                  </a:lnTo>
                  <a:lnTo>
                    <a:pt x="781" y="455"/>
                  </a:lnTo>
                  <a:lnTo>
                    <a:pt x="811" y="415"/>
                  </a:lnTo>
                  <a:lnTo>
                    <a:pt x="821" y="376"/>
                  </a:lnTo>
                  <a:lnTo>
                    <a:pt x="841" y="336"/>
                  </a:lnTo>
                  <a:lnTo>
                    <a:pt x="841" y="336"/>
                  </a:lnTo>
                  <a:lnTo>
                    <a:pt x="841" y="287"/>
                  </a:lnTo>
                  <a:lnTo>
                    <a:pt x="831" y="237"/>
                  </a:lnTo>
                  <a:lnTo>
                    <a:pt x="811" y="188"/>
                  </a:lnTo>
                  <a:lnTo>
                    <a:pt x="791" y="148"/>
                  </a:lnTo>
                  <a:lnTo>
                    <a:pt x="762" y="119"/>
                  </a:lnTo>
                  <a:lnTo>
                    <a:pt x="722" y="89"/>
                  </a:lnTo>
                  <a:lnTo>
                    <a:pt x="673" y="69"/>
                  </a:lnTo>
                  <a:lnTo>
                    <a:pt x="623" y="5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4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4301975" y="4034975"/>
              <a:ext cx="20775" cy="13600"/>
            </a:xfrm>
            <a:custGeom>
              <a:rect b="b" l="l" r="r" t="t"/>
              <a:pathLst>
                <a:path extrusionOk="0" h="544" w="831">
                  <a:moveTo>
                    <a:pt x="198" y="0"/>
                  </a:moveTo>
                  <a:lnTo>
                    <a:pt x="159" y="10"/>
                  </a:lnTo>
                  <a:lnTo>
                    <a:pt x="119" y="30"/>
                  </a:lnTo>
                  <a:lnTo>
                    <a:pt x="79" y="60"/>
                  </a:lnTo>
                  <a:lnTo>
                    <a:pt x="50" y="89"/>
                  </a:lnTo>
                  <a:lnTo>
                    <a:pt x="30" y="129"/>
                  </a:lnTo>
                  <a:lnTo>
                    <a:pt x="10" y="168"/>
                  </a:lnTo>
                  <a:lnTo>
                    <a:pt x="0" y="208"/>
                  </a:lnTo>
                  <a:lnTo>
                    <a:pt x="0" y="257"/>
                  </a:lnTo>
                  <a:lnTo>
                    <a:pt x="0" y="307"/>
                  </a:lnTo>
                  <a:lnTo>
                    <a:pt x="20" y="356"/>
                  </a:lnTo>
                  <a:lnTo>
                    <a:pt x="50" y="396"/>
                  </a:lnTo>
                  <a:lnTo>
                    <a:pt x="79" y="425"/>
                  </a:lnTo>
                  <a:lnTo>
                    <a:pt x="119" y="455"/>
                  </a:lnTo>
                  <a:lnTo>
                    <a:pt x="159" y="475"/>
                  </a:lnTo>
                  <a:lnTo>
                    <a:pt x="208" y="495"/>
                  </a:lnTo>
                  <a:lnTo>
                    <a:pt x="554" y="544"/>
                  </a:lnTo>
                  <a:lnTo>
                    <a:pt x="633" y="544"/>
                  </a:lnTo>
                  <a:lnTo>
                    <a:pt x="673" y="524"/>
                  </a:lnTo>
                  <a:lnTo>
                    <a:pt x="712" y="514"/>
                  </a:lnTo>
                  <a:lnTo>
                    <a:pt x="752" y="485"/>
                  </a:lnTo>
                  <a:lnTo>
                    <a:pt x="781" y="455"/>
                  </a:lnTo>
                  <a:lnTo>
                    <a:pt x="801" y="415"/>
                  </a:lnTo>
                  <a:lnTo>
                    <a:pt x="821" y="376"/>
                  </a:lnTo>
                  <a:lnTo>
                    <a:pt x="831" y="336"/>
                  </a:lnTo>
                  <a:lnTo>
                    <a:pt x="831" y="287"/>
                  </a:lnTo>
                  <a:lnTo>
                    <a:pt x="821" y="238"/>
                  </a:lnTo>
                  <a:lnTo>
                    <a:pt x="811" y="188"/>
                  </a:lnTo>
                  <a:lnTo>
                    <a:pt x="781" y="149"/>
                  </a:lnTo>
                  <a:lnTo>
                    <a:pt x="752" y="109"/>
                  </a:lnTo>
                  <a:lnTo>
                    <a:pt x="712" y="89"/>
                  </a:lnTo>
                  <a:lnTo>
                    <a:pt x="673" y="60"/>
                  </a:lnTo>
                  <a:lnTo>
                    <a:pt x="623" y="50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301975" y="4034975"/>
              <a:ext cx="20775" cy="13600"/>
            </a:xfrm>
            <a:custGeom>
              <a:rect b="b" l="l" r="r" t="t"/>
              <a:pathLst>
                <a:path extrusionOk="0" fill="none" h="544" w="831">
                  <a:moveTo>
                    <a:pt x="247" y="0"/>
                  </a:moveTo>
                  <a:lnTo>
                    <a:pt x="247" y="0"/>
                  </a:lnTo>
                  <a:lnTo>
                    <a:pt x="198" y="0"/>
                  </a:lnTo>
                  <a:lnTo>
                    <a:pt x="159" y="10"/>
                  </a:lnTo>
                  <a:lnTo>
                    <a:pt x="119" y="30"/>
                  </a:lnTo>
                  <a:lnTo>
                    <a:pt x="79" y="60"/>
                  </a:lnTo>
                  <a:lnTo>
                    <a:pt x="50" y="89"/>
                  </a:lnTo>
                  <a:lnTo>
                    <a:pt x="30" y="129"/>
                  </a:lnTo>
                  <a:lnTo>
                    <a:pt x="10" y="168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57"/>
                  </a:lnTo>
                  <a:lnTo>
                    <a:pt x="0" y="307"/>
                  </a:lnTo>
                  <a:lnTo>
                    <a:pt x="20" y="356"/>
                  </a:lnTo>
                  <a:lnTo>
                    <a:pt x="50" y="396"/>
                  </a:lnTo>
                  <a:lnTo>
                    <a:pt x="79" y="425"/>
                  </a:lnTo>
                  <a:lnTo>
                    <a:pt x="119" y="455"/>
                  </a:lnTo>
                  <a:lnTo>
                    <a:pt x="159" y="475"/>
                  </a:lnTo>
                  <a:lnTo>
                    <a:pt x="208" y="495"/>
                  </a:lnTo>
                  <a:lnTo>
                    <a:pt x="554" y="544"/>
                  </a:lnTo>
                  <a:lnTo>
                    <a:pt x="554" y="544"/>
                  </a:lnTo>
                  <a:lnTo>
                    <a:pt x="584" y="544"/>
                  </a:lnTo>
                  <a:lnTo>
                    <a:pt x="584" y="544"/>
                  </a:lnTo>
                  <a:lnTo>
                    <a:pt x="633" y="544"/>
                  </a:lnTo>
                  <a:lnTo>
                    <a:pt x="673" y="524"/>
                  </a:lnTo>
                  <a:lnTo>
                    <a:pt x="712" y="514"/>
                  </a:lnTo>
                  <a:lnTo>
                    <a:pt x="752" y="485"/>
                  </a:lnTo>
                  <a:lnTo>
                    <a:pt x="781" y="455"/>
                  </a:lnTo>
                  <a:lnTo>
                    <a:pt x="801" y="415"/>
                  </a:lnTo>
                  <a:lnTo>
                    <a:pt x="821" y="376"/>
                  </a:lnTo>
                  <a:lnTo>
                    <a:pt x="831" y="336"/>
                  </a:lnTo>
                  <a:lnTo>
                    <a:pt x="831" y="336"/>
                  </a:lnTo>
                  <a:lnTo>
                    <a:pt x="831" y="287"/>
                  </a:lnTo>
                  <a:lnTo>
                    <a:pt x="821" y="238"/>
                  </a:lnTo>
                  <a:lnTo>
                    <a:pt x="811" y="188"/>
                  </a:lnTo>
                  <a:lnTo>
                    <a:pt x="781" y="149"/>
                  </a:lnTo>
                  <a:lnTo>
                    <a:pt x="752" y="109"/>
                  </a:lnTo>
                  <a:lnTo>
                    <a:pt x="712" y="89"/>
                  </a:lnTo>
                  <a:lnTo>
                    <a:pt x="673" y="60"/>
                  </a:lnTo>
                  <a:lnTo>
                    <a:pt x="623" y="50"/>
                  </a:lnTo>
                  <a:lnTo>
                    <a:pt x="277" y="0"/>
                  </a:lnTo>
                  <a:lnTo>
                    <a:pt x="277" y="0"/>
                  </a:lnTo>
                  <a:lnTo>
                    <a:pt x="24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4334850" y="4070550"/>
              <a:ext cx="20775" cy="13625"/>
            </a:xfrm>
            <a:custGeom>
              <a:rect b="b" l="l" r="r" t="t"/>
              <a:pathLst>
                <a:path extrusionOk="0" h="545" w="831">
                  <a:moveTo>
                    <a:pt x="198" y="1"/>
                  </a:moveTo>
                  <a:lnTo>
                    <a:pt x="158" y="20"/>
                  </a:lnTo>
                  <a:lnTo>
                    <a:pt x="119" y="30"/>
                  </a:lnTo>
                  <a:lnTo>
                    <a:pt x="79" y="60"/>
                  </a:lnTo>
                  <a:lnTo>
                    <a:pt x="49" y="90"/>
                  </a:lnTo>
                  <a:lnTo>
                    <a:pt x="30" y="129"/>
                  </a:lnTo>
                  <a:lnTo>
                    <a:pt x="10" y="169"/>
                  </a:lnTo>
                  <a:lnTo>
                    <a:pt x="0" y="208"/>
                  </a:lnTo>
                  <a:lnTo>
                    <a:pt x="0" y="258"/>
                  </a:lnTo>
                  <a:lnTo>
                    <a:pt x="0" y="307"/>
                  </a:lnTo>
                  <a:lnTo>
                    <a:pt x="20" y="357"/>
                  </a:lnTo>
                  <a:lnTo>
                    <a:pt x="49" y="396"/>
                  </a:lnTo>
                  <a:lnTo>
                    <a:pt x="79" y="426"/>
                  </a:lnTo>
                  <a:lnTo>
                    <a:pt x="119" y="455"/>
                  </a:lnTo>
                  <a:lnTo>
                    <a:pt x="158" y="475"/>
                  </a:lnTo>
                  <a:lnTo>
                    <a:pt x="208" y="495"/>
                  </a:lnTo>
                  <a:lnTo>
                    <a:pt x="554" y="544"/>
                  </a:lnTo>
                  <a:lnTo>
                    <a:pt x="633" y="544"/>
                  </a:lnTo>
                  <a:lnTo>
                    <a:pt x="672" y="525"/>
                  </a:lnTo>
                  <a:lnTo>
                    <a:pt x="712" y="515"/>
                  </a:lnTo>
                  <a:lnTo>
                    <a:pt x="751" y="485"/>
                  </a:lnTo>
                  <a:lnTo>
                    <a:pt x="781" y="455"/>
                  </a:lnTo>
                  <a:lnTo>
                    <a:pt x="801" y="416"/>
                  </a:lnTo>
                  <a:lnTo>
                    <a:pt x="820" y="376"/>
                  </a:lnTo>
                  <a:lnTo>
                    <a:pt x="830" y="337"/>
                  </a:lnTo>
                  <a:lnTo>
                    <a:pt x="830" y="287"/>
                  </a:lnTo>
                  <a:lnTo>
                    <a:pt x="820" y="238"/>
                  </a:lnTo>
                  <a:lnTo>
                    <a:pt x="811" y="188"/>
                  </a:lnTo>
                  <a:lnTo>
                    <a:pt x="781" y="149"/>
                  </a:lnTo>
                  <a:lnTo>
                    <a:pt x="751" y="119"/>
                  </a:lnTo>
                  <a:lnTo>
                    <a:pt x="712" y="90"/>
                  </a:lnTo>
                  <a:lnTo>
                    <a:pt x="672" y="60"/>
                  </a:lnTo>
                  <a:lnTo>
                    <a:pt x="623" y="50"/>
                  </a:lnTo>
                  <a:lnTo>
                    <a:pt x="277" y="1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4334850" y="4070550"/>
              <a:ext cx="20775" cy="13625"/>
            </a:xfrm>
            <a:custGeom>
              <a:rect b="b" l="l" r="r" t="t"/>
              <a:pathLst>
                <a:path extrusionOk="0" fill="none" h="545" w="831">
                  <a:moveTo>
                    <a:pt x="247" y="1"/>
                  </a:moveTo>
                  <a:lnTo>
                    <a:pt x="247" y="1"/>
                  </a:lnTo>
                  <a:lnTo>
                    <a:pt x="198" y="1"/>
                  </a:lnTo>
                  <a:lnTo>
                    <a:pt x="158" y="20"/>
                  </a:lnTo>
                  <a:lnTo>
                    <a:pt x="119" y="30"/>
                  </a:lnTo>
                  <a:lnTo>
                    <a:pt x="79" y="60"/>
                  </a:lnTo>
                  <a:lnTo>
                    <a:pt x="49" y="90"/>
                  </a:lnTo>
                  <a:lnTo>
                    <a:pt x="30" y="129"/>
                  </a:lnTo>
                  <a:lnTo>
                    <a:pt x="10" y="169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58"/>
                  </a:lnTo>
                  <a:lnTo>
                    <a:pt x="0" y="307"/>
                  </a:lnTo>
                  <a:lnTo>
                    <a:pt x="20" y="357"/>
                  </a:lnTo>
                  <a:lnTo>
                    <a:pt x="49" y="396"/>
                  </a:lnTo>
                  <a:lnTo>
                    <a:pt x="79" y="426"/>
                  </a:lnTo>
                  <a:lnTo>
                    <a:pt x="119" y="455"/>
                  </a:lnTo>
                  <a:lnTo>
                    <a:pt x="158" y="475"/>
                  </a:lnTo>
                  <a:lnTo>
                    <a:pt x="208" y="495"/>
                  </a:lnTo>
                  <a:lnTo>
                    <a:pt x="554" y="544"/>
                  </a:lnTo>
                  <a:lnTo>
                    <a:pt x="554" y="544"/>
                  </a:lnTo>
                  <a:lnTo>
                    <a:pt x="583" y="544"/>
                  </a:lnTo>
                  <a:lnTo>
                    <a:pt x="583" y="544"/>
                  </a:lnTo>
                  <a:lnTo>
                    <a:pt x="633" y="544"/>
                  </a:lnTo>
                  <a:lnTo>
                    <a:pt x="672" y="525"/>
                  </a:lnTo>
                  <a:lnTo>
                    <a:pt x="712" y="515"/>
                  </a:lnTo>
                  <a:lnTo>
                    <a:pt x="751" y="485"/>
                  </a:lnTo>
                  <a:lnTo>
                    <a:pt x="781" y="455"/>
                  </a:lnTo>
                  <a:lnTo>
                    <a:pt x="801" y="416"/>
                  </a:lnTo>
                  <a:lnTo>
                    <a:pt x="820" y="376"/>
                  </a:lnTo>
                  <a:lnTo>
                    <a:pt x="830" y="337"/>
                  </a:lnTo>
                  <a:lnTo>
                    <a:pt x="830" y="337"/>
                  </a:lnTo>
                  <a:lnTo>
                    <a:pt x="830" y="337"/>
                  </a:lnTo>
                  <a:lnTo>
                    <a:pt x="830" y="287"/>
                  </a:lnTo>
                  <a:lnTo>
                    <a:pt x="820" y="238"/>
                  </a:lnTo>
                  <a:lnTo>
                    <a:pt x="811" y="188"/>
                  </a:lnTo>
                  <a:lnTo>
                    <a:pt x="781" y="149"/>
                  </a:lnTo>
                  <a:lnTo>
                    <a:pt x="751" y="119"/>
                  </a:lnTo>
                  <a:lnTo>
                    <a:pt x="712" y="90"/>
                  </a:lnTo>
                  <a:lnTo>
                    <a:pt x="672" y="60"/>
                  </a:lnTo>
                  <a:lnTo>
                    <a:pt x="623" y="50"/>
                  </a:lnTo>
                  <a:lnTo>
                    <a:pt x="277" y="1"/>
                  </a:lnTo>
                  <a:lnTo>
                    <a:pt x="277" y="1"/>
                  </a:lnTo>
                  <a:lnTo>
                    <a:pt x="24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4251800" y="4070800"/>
              <a:ext cx="20800" cy="13625"/>
            </a:xfrm>
            <a:custGeom>
              <a:rect b="b" l="l" r="r" t="t"/>
              <a:pathLst>
                <a:path extrusionOk="0" h="545" w="832">
                  <a:moveTo>
                    <a:pt x="248" y="1"/>
                  </a:moveTo>
                  <a:lnTo>
                    <a:pt x="199" y="10"/>
                  </a:lnTo>
                  <a:lnTo>
                    <a:pt x="159" y="20"/>
                  </a:lnTo>
                  <a:lnTo>
                    <a:pt x="119" y="40"/>
                  </a:lnTo>
                  <a:lnTo>
                    <a:pt x="90" y="60"/>
                  </a:lnTo>
                  <a:lnTo>
                    <a:pt x="50" y="99"/>
                  </a:lnTo>
                  <a:lnTo>
                    <a:pt x="30" y="129"/>
                  </a:lnTo>
                  <a:lnTo>
                    <a:pt x="11" y="169"/>
                  </a:lnTo>
                  <a:lnTo>
                    <a:pt x="1" y="218"/>
                  </a:lnTo>
                  <a:lnTo>
                    <a:pt x="1" y="267"/>
                  </a:lnTo>
                  <a:lnTo>
                    <a:pt x="11" y="317"/>
                  </a:lnTo>
                  <a:lnTo>
                    <a:pt x="21" y="356"/>
                  </a:lnTo>
                  <a:lnTo>
                    <a:pt x="50" y="396"/>
                  </a:lnTo>
                  <a:lnTo>
                    <a:pt x="80" y="435"/>
                  </a:lnTo>
                  <a:lnTo>
                    <a:pt x="119" y="465"/>
                  </a:lnTo>
                  <a:lnTo>
                    <a:pt x="159" y="485"/>
                  </a:lnTo>
                  <a:lnTo>
                    <a:pt x="208" y="495"/>
                  </a:lnTo>
                  <a:lnTo>
                    <a:pt x="554" y="544"/>
                  </a:lnTo>
                  <a:lnTo>
                    <a:pt x="633" y="544"/>
                  </a:lnTo>
                  <a:lnTo>
                    <a:pt x="673" y="534"/>
                  </a:lnTo>
                  <a:lnTo>
                    <a:pt x="713" y="515"/>
                  </a:lnTo>
                  <a:lnTo>
                    <a:pt x="752" y="485"/>
                  </a:lnTo>
                  <a:lnTo>
                    <a:pt x="782" y="455"/>
                  </a:lnTo>
                  <a:lnTo>
                    <a:pt x="801" y="426"/>
                  </a:lnTo>
                  <a:lnTo>
                    <a:pt x="821" y="386"/>
                  </a:lnTo>
                  <a:lnTo>
                    <a:pt x="831" y="337"/>
                  </a:lnTo>
                  <a:lnTo>
                    <a:pt x="831" y="287"/>
                  </a:lnTo>
                  <a:lnTo>
                    <a:pt x="831" y="238"/>
                  </a:lnTo>
                  <a:lnTo>
                    <a:pt x="811" y="198"/>
                  </a:lnTo>
                  <a:lnTo>
                    <a:pt x="782" y="149"/>
                  </a:lnTo>
                  <a:lnTo>
                    <a:pt x="752" y="119"/>
                  </a:lnTo>
                  <a:lnTo>
                    <a:pt x="713" y="90"/>
                  </a:lnTo>
                  <a:lnTo>
                    <a:pt x="673" y="70"/>
                  </a:lnTo>
                  <a:lnTo>
                    <a:pt x="624" y="60"/>
                  </a:lnTo>
                  <a:lnTo>
                    <a:pt x="278" y="1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4251800" y="4070800"/>
              <a:ext cx="20800" cy="13625"/>
            </a:xfrm>
            <a:custGeom>
              <a:rect b="b" l="l" r="r" t="t"/>
              <a:pathLst>
                <a:path extrusionOk="0" fill="none" h="545" w="832">
                  <a:moveTo>
                    <a:pt x="248" y="1"/>
                  </a:moveTo>
                  <a:lnTo>
                    <a:pt x="248" y="1"/>
                  </a:lnTo>
                  <a:lnTo>
                    <a:pt x="199" y="10"/>
                  </a:lnTo>
                  <a:lnTo>
                    <a:pt x="159" y="20"/>
                  </a:lnTo>
                  <a:lnTo>
                    <a:pt x="119" y="40"/>
                  </a:lnTo>
                  <a:lnTo>
                    <a:pt x="90" y="60"/>
                  </a:lnTo>
                  <a:lnTo>
                    <a:pt x="50" y="99"/>
                  </a:lnTo>
                  <a:lnTo>
                    <a:pt x="30" y="129"/>
                  </a:lnTo>
                  <a:lnTo>
                    <a:pt x="11" y="169"/>
                  </a:lnTo>
                  <a:lnTo>
                    <a:pt x="1" y="218"/>
                  </a:lnTo>
                  <a:lnTo>
                    <a:pt x="1" y="218"/>
                  </a:lnTo>
                  <a:lnTo>
                    <a:pt x="1" y="267"/>
                  </a:lnTo>
                  <a:lnTo>
                    <a:pt x="11" y="317"/>
                  </a:lnTo>
                  <a:lnTo>
                    <a:pt x="21" y="356"/>
                  </a:lnTo>
                  <a:lnTo>
                    <a:pt x="50" y="396"/>
                  </a:lnTo>
                  <a:lnTo>
                    <a:pt x="80" y="435"/>
                  </a:lnTo>
                  <a:lnTo>
                    <a:pt x="119" y="465"/>
                  </a:lnTo>
                  <a:lnTo>
                    <a:pt x="159" y="485"/>
                  </a:lnTo>
                  <a:lnTo>
                    <a:pt x="208" y="495"/>
                  </a:lnTo>
                  <a:lnTo>
                    <a:pt x="554" y="544"/>
                  </a:lnTo>
                  <a:lnTo>
                    <a:pt x="554" y="544"/>
                  </a:lnTo>
                  <a:lnTo>
                    <a:pt x="584" y="544"/>
                  </a:lnTo>
                  <a:lnTo>
                    <a:pt x="584" y="544"/>
                  </a:lnTo>
                  <a:lnTo>
                    <a:pt x="633" y="544"/>
                  </a:lnTo>
                  <a:lnTo>
                    <a:pt x="673" y="534"/>
                  </a:lnTo>
                  <a:lnTo>
                    <a:pt x="713" y="515"/>
                  </a:lnTo>
                  <a:lnTo>
                    <a:pt x="752" y="485"/>
                  </a:lnTo>
                  <a:lnTo>
                    <a:pt x="782" y="455"/>
                  </a:lnTo>
                  <a:lnTo>
                    <a:pt x="801" y="426"/>
                  </a:lnTo>
                  <a:lnTo>
                    <a:pt x="821" y="386"/>
                  </a:lnTo>
                  <a:lnTo>
                    <a:pt x="831" y="337"/>
                  </a:lnTo>
                  <a:lnTo>
                    <a:pt x="831" y="337"/>
                  </a:lnTo>
                  <a:lnTo>
                    <a:pt x="831" y="287"/>
                  </a:lnTo>
                  <a:lnTo>
                    <a:pt x="831" y="238"/>
                  </a:lnTo>
                  <a:lnTo>
                    <a:pt x="811" y="198"/>
                  </a:lnTo>
                  <a:lnTo>
                    <a:pt x="782" y="149"/>
                  </a:lnTo>
                  <a:lnTo>
                    <a:pt x="752" y="119"/>
                  </a:lnTo>
                  <a:lnTo>
                    <a:pt x="713" y="90"/>
                  </a:lnTo>
                  <a:lnTo>
                    <a:pt x="673" y="70"/>
                  </a:lnTo>
                  <a:lnTo>
                    <a:pt x="624" y="60"/>
                  </a:lnTo>
                  <a:lnTo>
                    <a:pt x="278" y="10"/>
                  </a:lnTo>
                  <a:lnTo>
                    <a:pt x="278" y="10"/>
                  </a:lnTo>
                  <a:lnTo>
                    <a:pt x="24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4081300" y="4071800"/>
              <a:ext cx="20775" cy="13600"/>
            </a:xfrm>
            <a:custGeom>
              <a:rect b="b" l="l" r="r" t="t"/>
              <a:pathLst>
                <a:path extrusionOk="0" h="544" w="831">
                  <a:moveTo>
                    <a:pt x="198" y="0"/>
                  </a:moveTo>
                  <a:lnTo>
                    <a:pt x="159" y="10"/>
                  </a:lnTo>
                  <a:lnTo>
                    <a:pt x="119" y="30"/>
                  </a:lnTo>
                  <a:lnTo>
                    <a:pt x="80" y="59"/>
                  </a:lnTo>
                  <a:lnTo>
                    <a:pt x="50" y="89"/>
                  </a:lnTo>
                  <a:lnTo>
                    <a:pt x="30" y="119"/>
                  </a:lnTo>
                  <a:lnTo>
                    <a:pt x="10" y="158"/>
                  </a:lnTo>
                  <a:lnTo>
                    <a:pt x="1" y="208"/>
                  </a:lnTo>
                  <a:lnTo>
                    <a:pt x="1" y="257"/>
                  </a:lnTo>
                  <a:lnTo>
                    <a:pt x="1" y="307"/>
                  </a:lnTo>
                  <a:lnTo>
                    <a:pt x="20" y="346"/>
                  </a:lnTo>
                  <a:lnTo>
                    <a:pt x="40" y="386"/>
                  </a:lnTo>
                  <a:lnTo>
                    <a:pt x="80" y="425"/>
                  </a:lnTo>
                  <a:lnTo>
                    <a:pt x="119" y="455"/>
                  </a:lnTo>
                  <a:lnTo>
                    <a:pt x="159" y="475"/>
                  </a:lnTo>
                  <a:lnTo>
                    <a:pt x="208" y="484"/>
                  </a:lnTo>
                  <a:lnTo>
                    <a:pt x="554" y="534"/>
                  </a:lnTo>
                  <a:lnTo>
                    <a:pt x="584" y="544"/>
                  </a:lnTo>
                  <a:lnTo>
                    <a:pt x="633" y="534"/>
                  </a:lnTo>
                  <a:lnTo>
                    <a:pt x="673" y="524"/>
                  </a:lnTo>
                  <a:lnTo>
                    <a:pt x="712" y="504"/>
                  </a:lnTo>
                  <a:lnTo>
                    <a:pt x="742" y="484"/>
                  </a:lnTo>
                  <a:lnTo>
                    <a:pt x="772" y="445"/>
                  </a:lnTo>
                  <a:lnTo>
                    <a:pt x="801" y="415"/>
                  </a:lnTo>
                  <a:lnTo>
                    <a:pt x="821" y="376"/>
                  </a:lnTo>
                  <a:lnTo>
                    <a:pt x="831" y="326"/>
                  </a:lnTo>
                  <a:lnTo>
                    <a:pt x="831" y="277"/>
                  </a:lnTo>
                  <a:lnTo>
                    <a:pt x="821" y="227"/>
                  </a:lnTo>
                  <a:lnTo>
                    <a:pt x="811" y="188"/>
                  </a:lnTo>
                  <a:lnTo>
                    <a:pt x="781" y="148"/>
                  </a:lnTo>
                  <a:lnTo>
                    <a:pt x="752" y="109"/>
                  </a:lnTo>
                  <a:lnTo>
                    <a:pt x="712" y="79"/>
                  </a:lnTo>
                  <a:lnTo>
                    <a:pt x="673" y="59"/>
                  </a:lnTo>
                  <a:lnTo>
                    <a:pt x="623" y="50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4081300" y="4071800"/>
              <a:ext cx="20775" cy="13600"/>
            </a:xfrm>
            <a:custGeom>
              <a:rect b="b" l="l" r="r" t="t"/>
              <a:pathLst>
                <a:path extrusionOk="0" fill="none" h="544" w="831">
                  <a:moveTo>
                    <a:pt x="238" y="0"/>
                  </a:moveTo>
                  <a:lnTo>
                    <a:pt x="238" y="0"/>
                  </a:lnTo>
                  <a:lnTo>
                    <a:pt x="198" y="0"/>
                  </a:lnTo>
                  <a:lnTo>
                    <a:pt x="159" y="10"/>
                  </a:lnTo>
                  <a:lnTo>
                    <a:pt x="119" y="30"/>
                  </a:lnTo>
                  <a:lnTo>
                    <a:pt x="80" y="59"/>
                  </a:lnTo>
                  <a:lnTo>
                    <a:pt x="50" y="89"/>
                  </a:lnTo>
                  <a:lnTo>
                    <a:pt x="30" y="119"/>
                  </a:lnTo>
                  <a:lnTo>
                    <a:pt x="10" y="158"/>
                  </a:lnTo>
                  <a:lnTo>
                    <a:pt x="1" y="208"/>
                  </a:lnTo>
                  <a:lnTo>
                    <a:pt x="1" y="208"/>
                  </a:lnTo>
                  <a:lnTo>
                    <a:pt x="1" y="257"/>
                  </a:lnTo>
                  <a:lnTo>
                    <a:pt x="1" y="307"/>
                  </a:lnTo>
                  <a:lnTo>
                    <a:pt x="20" y="346"/>
                  </a:lnTo>
                  <a:lnTo>
                    <a:pt x="40" y="386"/>
                  </a:lnTo>
                  <a:lnTo>
                    <a:pt x="80" y="425"/>
                  </a:lnTo>
                  <a:lnTo>
                    <a:pt x="119" y="455"/>
                  </a:lnTo>
                  <a:lnTo>
                    <a:pt x="159" y="475"/>
                  </a:lnTo>
                  <a:lnTo>
                    <a:pt x="208" y="484"/>
                  </a:lnTo>
                  <a:lnTo>
                    <a:pt x="554" y="534"/>
                  </a:lnTo>
                  <a:lnTo>
                    <a:pt x="554" y="534"/>
                  </a:lnTo>
                  <a:lnTo>
                    <a:pt x="584" y="544"/>
                  </a:lnTo>
                  <a:lnTo>
                    <a:pt x="584" y="544"/>
                  </a:lnTo>
                  <a:lnTo>
                    <a:pt x="633" y="534"/>
                  </a:lnTo>
                  <a:lnTo>
                    <a:pt x="673" y="524"/>
                  </a:lnTo>
                  <a:lnTo>
                    <a:pt x="712" y="504"/>
                  </a:lnTo>
                  <a:lnTo>
                    <a:pt x="742" y="484"/>
                  </a:lnTo>
                  <a:lnTo>
                    <a:pt x="772" y="445"/>
                  </a:lnTo>
                  <a:lnTo>
                    <a:pt x="801" y="415"/>
                  </a:lnTo>
                  <a:lnTo>
                    <a:pt x="821" y="376"/>
                  </a:lnTo>
                  <a:lnTo>
                    <a:pt x="831" y="326"/>
                  </a:lnTo>
                  <a:lnTo>
                    <a:pt x="831" y="326"/>
                  </a:lnTo>
                  <a:lnTo>
                    <a:pt x="831" y="277"/>
                  </a:lnTo>
                  <a:lnTo>
                    <a:pt x="821" y="227"/>
                  </a:lnTo>
                  <a:lnTo>
                    <a:pt x="811" y="188"/>
                  </a:lnTo>
                  <a:lnTo>
                    <a:pt x="781" y="148"/>
                  </a:lnTo>
                  <a:lnTo>
                    <a:pt x="752" y="109"/>
                  </a:lnTo>
                  <a:lnTo>
                    <a:pt x="712" y="79"/>
                  </a:lnTo>
                  <a:lnTo>
                    <a:pt x="673" y="59"/>
                  </a:lnTo>
                  <a:lnTo>
                    <a:pt x="623" y="50"/>
                  </a:lnTo>
                  <a:lnTo>
                    <a:pt x="277" y="0"/>
                  </a:lnTo>
                  <a:lnTo>
                    <a:pt x="277" y="0"/>
                  </a:lnTo>
                  <a:lnTo>
                    <a:pt x="23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4172975" y="4091300"/>
              <a:ext cx="21025" cy="13625"/>
            </a:xfrm>
            <a:custGeom>
              <a:rect b="b" l="l" r="r" t="t"/>
              <a:pathLst>
                <a:path extrusionOk="0" h="545" w="841">
                  <a:moveTo>
                    <a:pt x="248" y="1"/>
                  </a:moveTo>
                  <a:lnTo>
                    <a:pt x="208" y="11"/>
                  </a:lnTo>
                  <a:lnTo>
                    <a:pt x="169" y="21"/>
                  </a:lnTo>
                  <a:lnTo>
                    <a:pt x="129" y="41"/>
                  </a:lnTo>
                  <a:lnTo>
                    <a:pt x="90" y="60"/>
                  </a:lnTo>
                  <a:lnTo>
                    <a:pt x="60" y="90"/>
                  </a:lnTo>
                  <a:lnTo>
                    <a:pt x="40" y="129"/>
                  </a:lnTo>
                  <a:lnTo>
                    <a:pt x="20" y="169"/>
                  </a:lnTo>
                  <a:lnTo>
                    <a:pt x="11" y="218"/>
                  </a:lnTo>
                  <a:lnTo>
                    <a:pt x="1" y="268"/>
                  </a:lnTo>
                  <a:lnTo>
                    <a:pt x="11" y="317"/>
                  </a:lnTo>
                  <a:lnTo>
                    <a:pt x="30" y="357"/>
                  </a:lnTo>
                  <a:lnTo>
                    <a:pt x="50" y="396"/>
                  </a:lnTo>
                  <a:lnTo>
                    <a:pt x="90" y="436"/>
                  </a:lnTo>
                  <a:lnTo>
                    <a:pt x="119" y="466"/>
                  </a:lnTo>
                  <a:lnTo>
                    <a:pt x="169" y="485"/>
                  </a:lnTo>
                  <a:lnTo>
                    <a:pt x="218" y="495"/>
                  </a:lnTo>
                  <a:lnTo>
                    <a:pt x="554" y="545"/>
                  </a:lnTo>
                  <a:lnTo>
                    <a:pt x="643" y="545"/>
                  </a:lnTo>
                  <a:lnTo>
                    <a:pt x="683" y="535"/>
                  </a:lnTo>
                  <a:lnTo>
                    <a:pt x="722" y="515"/>
                  </a:lnTo>
                  <a:lnTo>
                    <a:pt x="752" y="485"/>
                  </a:lnTo>
                  <a:lnTo>
                    <a:pt x="782" y="456"/>
                  </a:lnTo>
                  <a:lnTo>
                    <a:pt x="811" y="426"/>
                  </a:lnTo>
                  <a:lnTo>
                    <a:pt x="831" y="377"/>
                  </a:lnTo>
                  <a:lnTo>
                    <a:pt x="841" y="337"/>
                  </a:lnTo>
                  <a:lnTo>
                    <a:pt x="841" y="288"/>
                  </a:lnTo>
                  <a:lnTo>
                    <a:pt x="831" y="238"/>
                  </a:lnTo>
                  <a:lnTo>
                    <a:pt x="821" y="199"/>
                  </a:lnTo>
                  <a:lnTo>
                    <a:pt x="791" y="149"/>
                  </a:lnTo>
                  <a:lnTo>
                    <a:pt x="762" y="120"/>
                  </a:lnTo>
                  <a:lnTo>
                    <a:pt x="722" y="90"/>
                  </a:lnTo>
                  <a:lnTo>
                    <a:pt x="683" y="70"/>
                  </a:lnTo>
                  <a:lnTo>
                    <a:pt x="633" y="60"/>
                  </a:lnTo>
                  <a:lnTo>
                    <a:pt x="287" y="11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4172975" y="4091300"/>
              <a:ext cx="21025" cy="13625"/>
            </a:xfrm>
            <a:custGeom>
              <a:rect b="b" l="l" r="r" t="t"/>
              <a:pathLst>
                <a:path extrusionOk="0" fill="none" h="545" w="841">
                  <a:moveTo>
                    <a:pt x="248" y="1"/>
                  </a:moveTo>
                  <a:lnTo>
                    <a:pt x="248" y="1"/>
                  </a:lnTo>
                  <a:lnTo>
                    <a:pt x="208" y="11"/>
                  </a:lnTo>
                  <a:lnTo>
                    <a:pt x="169" y="21"/>
                  </a:lnTo>
                  <a:lnTo>
                    <a:pt x="129" y="41"/>
                  </a:lnTo>
                  <a:lnTo>
                    <a:pt x="90" y="60"/>
                  </a:lnTo>
                  <a:lnTo>
                    <a:pt x="60" y="90"/>
                  </a:lnTo>
                  <a:lnTo>
                    <a:pt x="40" y="129"/>
                  </a:lnTo>
                  <a:lnTo>
                    <a:pt x="20" y="169"/>
                  </a:lnTo>
                  <a:lnTo>
                    <a:pt x="11" y="218"/>
                  </a:lnTo>
                  <a:lnTo>
                    <a:pt x="11" y="218"/>
                  </a:lnTo>
                  <a:lnTo>
                    <a:pt x="1" y="268"/>
                  </a:lnTo>
                  <a:lnTo>
                    <a:pt x="11" y="317"/>
                  </a:lnTo>
                  <a:lnTo>
                    <a:pt x="30" y="357"/>
                  </a:lnTo>
                  <a:lnTo>
                    <a:pt x="50" y="396"/>
                  </a:lnTo>
                  <a:lnTo>
                    <a:pt x="90" y="436"/>
                  </a:lnTo>
                  <a:lnTo>
                    <a:pt x="119" y="466"/>
                  </a:lnTo>
                  <a:lnTo>
                    <a:pt x="169" y="485"/>
                  </a:lnTo>
                  <a:lnTo>
                    <a:pt x="218" y="495"/>
                  </a:lnTo>
                  <a:lnTo>
                    <a:pt x="554" y="545"/>
                  </a:lnTo>
                  <a:lnTo>
                    <a:pt x="554" y="545"/>
                  </a:lnTo>
                  <a:lnTo>
                    <a:pt x="594" y="545"/>
                  </a:lnTo>
                  <a:lnTo>
                    <a:pt x="594" y="545"/>
                  </a:lnTo>
                  <a:lnTo>
                    <a:pt x="643" y="545"/>
                  </a:lnTo>
                  <a:lnTo>
                    <a:pt x="683" y="535"/>
                  </a:lnTo>
                  <a:lnTo>
                    <a:pt x="722" y="515"/>
                  </a:lnTo>
                  <a:lnTo>
                    <a:pt x="752" y="485"/>
                  </a:lnTo>
                  <a:lnTo>
                    <a:pt x="782" y="456"/>
                  </a:lnTo>
                  <a:lnTo>
                    <a:pt x="811" y="426"/>
                  </a:lnTo>
                  <a:lnTo>
                    <a:pt x="831" y="377"/>
                  </a:lnTo>
                  <a:lnTo>
                    <a:pt x="841" y="337"/>
                  </a:lnTo>
                  <a:lnTo>
                    <a:pt x="841" y="337"/>
                  </a:lnTo>
                  <a:lnTo>
                    <a:pt x="841" y="288"/>
                  </a:lnTo>
                  <a:lnTo>
                    <a:pt x="831" y="238"/>
                  </a:lnTo>
                  <a:lnTo>
                    <a:pt x="821" y="199"/>
                  </a:lnTo>
                  <a:lnTo>
                    <a:pt x="791" y="149"/>
                  </a:lnTo>
                  <a:lnTo>
                    <a:pt x="762" y="120"/>
                  </a:lnTo>
                  <a:lnTo>
                    <a:pt x="722" y="90"/>
                  </a:lnTo>
                  <a:lnTo>
                    <a:pt x="683" y="70"/>
                  </a:lnTo>
                  <a:lnTo>
                    <a:pt x="633" y="60"/>
                  </a:lnTo>
                  <a:lnTo>
                    <a:pt x="287" y="11"/>
                  </a:lnTo>
                  <a:lnTo>
                    <a:pt x="287" y="11"/>
                  </a:lnTo>
                  <a:lnTo>
                    <a:pt x="24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4051650" y="4016675"/>
              <a:ext cx="21025" cy="13625"/>
            </a:xfrm>
            <a:custGeom>
              <a:rect b="b" l="l" r="r" t="t"/>
              <a:pathLst>
                <a:path extrusionOk="0" h="545" w="841">
                  <a:moveTo>
                    <a:pt x="208" y="1"/>
                  </a:moveTo>
                  <a:lnTo>
                    <a:pt x="159" y="11"/>
                  </a:lnTo>
                  <a:lnTo>
                    <a:pt x="119" y="31"/>
                  </a:lnTo>
                  <a:lnTo>
                    <a:pt x="89" y="60"/>
                  </a:lnTo>
                  <a:lnTo>
                    <a:pt x="60" y="90"/>
                  </a:lnTo>
                  <a:lnTo>
                    <a:pt x="30" y="120"/>
                  </a:lnTo>
                  <a:lnTo>
                    <a:pt x="10" y="169"/>
                  </a:lnTo>
                  <a:lnTo>
                    <a:pt x="0" y="208"/>
                  </a:lnTo>
                  <a:lnTo>
                    <a:pt x="0" y="258"/>
                  </a:lnTo>
                  <a:lnTo>
                    <a:pt x="10" y="307"/>
                  </a:lnTo>
                  <a:lnTo>
                    <a:pt x="20" y="347"/>
                  </a:lnTo>
                  <a:lnTo>
                    <a:pt x="50" y="396"/>
                  </a:lnTo>
                  <a:lnTo>
                    <a:pt x="80" y="426"/>
                  </a:lnTo>
                  <a:lnTo>
                    <a:pt x="119" y="456"/>
                  </a:lnTo>
                  <a:lnTo>
                    <a:pt x="159" y="475"/>
                  </a:lnTo>
                  <a:lnTo>
                    <a:pt x="208" y="485"/>
                  </a:lnTo>
                  <a:lnTo>
                    <a:pt x="554" y="535"/>
                  </a:lnTo>
                  <a:lnTo>
                    <a:pt x="594" y="545"/>
                  </a:lnTo>
                  <a:lnTo>
                    <a:pt x="633" y="535"/>
                  </a:lnTo>
                  <a:lnTo>
                    <a:pt x="673" y="525"/>
                  </a:lnTo>
                  <a:lnTo>
                    <a:pt x="712" y="505"/>
                  </a:lnTo>
                  <a:lnTo>
                    <a:pt x="752" y="485"/>
                  </a:lnTo>
                  <a:lnTo>
                    <a:pt x="781" y="456"/>
                  </a:lnTo>
                  <a:lnTo>
                    <a:pt x="811" y="416"/>
                  </a:lnTo>
                  <a:lnTo>
                    <a:pt x="821" y="376"/>
                  </a:lnTo>
                  <a:lnTo>
                    <a:pt x="831" y="327"/>
                  </a:lnTo>
                  <a:lnTo>
                    <a:pt x="841" y="278"/>
                  </a:lnTo>
                  <a:lnTo>
                    <a:pt x="831" y="228"/>
                  </a:lnTo>
                  <a:lnTo>
                    <a:pt x="811" y="189"/>
                  </a:lnTo>
                  <a:lnTo>
                    <a:pt x="791" y="149"/>
                  </a:lnTo>
                  <a:lnTo>
                    <a:pt x="752" y="110"/>
                  </a:lnTo>
                  <a:lnTo>
                    <a:pt x="722" y="80"/>
                  </a:lnTo>
                  <a:lnTo>
                    <a:pt x="673" y="60"/>
                  </a:lnTo>
                  <a:lnTo>
                    <a:pt x="623" y="50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4051650" y="4016675"/>
              <a:ext cx="21025" cy="13625"/>
            </a:xfrm>
            <a:custGeom>
              <a:rect b="b" l="l" r="r" t="t"/>
              <a:pathLst>
                <a:path extrusionOk="0" fill="none" h="545" w="841">
                  <a:moveTo>
                    <a:pt x="248" y="1"/>
                  </a:moveTo>
                  <a:lnTo>
                    <a:pt x="248" y="1"/>
                  </a:lnTo>
                  <a:lnTo>
                    <a:pt x="208" y="1"/>
                  </a:lnTo>
                  <a:lnTo>
                    <a:pt x="159" y="11"/>
                  </a:lnTo>
                  <a:lnTo>
                    <a:pt x="119" y="31"/>
                  </a:lnTo>
                  <a:lnTo>
                    <a:pt x="89" y="60"/>
                  </a:lnTo>
                  <a:lnTo>
                    <a:pt x="60" y="90"/>
                  </a:lnTo>
                  <a:lnTo>
                    <a:pt x="30" y="120"/>
                  </a:lnTo>
                  <a:lnTo>
                    <a:pt x="10" y="169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58"/>
                  </a:lnTo>
                  <a:lnTo>
                    <a:pt x="10" y="307"/>
                  </a:lnTo>
                  <a:lnTo>
                    <a:pt x="20" y="347"/>
                  </a:lnTo>
                  <a:lnTo>
                    <a:pt x="50" y="396"/>
                  </a:lnTo>
                  <a:lnTo>
                    <a:pt x="80" y="426"/>
                  </a:lnTo>
                  <a:lnTo>
                    <a:pt x="119" y="456"/>
                  </a:lnTo>
                  <a:lnTo>
                    <a:pt x="159" y="475"/>
                  </a:lnTo>
                  <a:lnTo>
                    <a:pt x="208" y="485"/>
                  </a:lnTo>
                  <a:lnTo>
                    <a:pt x="554" y="535"/>
                  </a:lnTo>
                  <a:lnTo>
                    <a:pt x="554" y="535"/>
                  </a:lnTo>
                  <a:lnTo>
                    <a:pt x="594" y="545"/>
                  </a:lnTo>
                  <a:lnTo>
                    <a:pt x="594" y="545"/>
                  </a:lnTo>
                  <a:lnTo>
                    <a:pt x="633" y="535"/>
                  </a:lnTo>
                  <a:lnTo>
                    <a:pt x="673" y="525"/>
                  </a:lnTo>
                  <a:lnTo>
                    <a:pt x="712" y="505"/>
                  </a:lnTo>
                  <a:lnTo>
                    <a:pt x="752" y="485"/>
                  </a:lnTo>
                  <a:lnTo>
                    <a:pt x="781" y="456"/>
                  </a:lnTo>
                  <a:lnTo>
                    <a:pt x="811" y="416"/>
                  </a:lnTo>
                  <a:lnTo>
                    <a:pt x="821" y="376"/>
                  </a:lnTo>
                  <a:lnTo>
                    <a:pt x="831" y="327"/>
                  </a:lnTo>
                  <a:lnTo>
                    <a:pt x="831" y="327"/>
                  </a:lnTo>
                  <a:lnTo>
                    <a:pt x="841" y="278"/>
                  </a:lnTo>
                  <a:lnTo>
                    <a:pt x="831" y="228"/>
                  </a:lnTo>
                  <a:lnTo>
                    <a:pt x="811" y="189"/>
                  </a:lnTo>
                  <a:lnTo>
                    <a:pt x="791" y="149"/>
                  </a:lnTo>
                  <a:lnTo>
                    <a:pt x="752" y="110"/>
                  </a:lnTo>
                  <a:lnTo>
                    <a:pt x="722" y="80"/>
                  </a:lnTo>
                  <a:lnTo>
                    <a:pt x="673" y="60"/>
                  </a:lnTo>
                  <a:lnTo>
                    <a:pt x="623" y="50"/>
                  </a:lnTo>
                  <a:lnTo>
                    <a:pt x="287" y="1"/>
                  </a:lnTo>
                  <a:lnTo>
                    <a:pt x="287" y="1"/>
                  </a:lnTo>
                  <a:lnTo>
                    <a:pt x="24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4012100" y="3969725"/>
              <a:ext cx="20800" cy="13625"/>
            </a:xfrm>
            <a:custGeom>
              <a:rect b="b" l="l" r="r" t="t"/>
              <a:pathLst>
                <a:path extrusionOk="0" h="545" w="832">
                  <a:moveTo>
                    <a:pt x="199" y="1"/>
                  </a:moveTo>
                  <a:lnTo>
                    <a:pt x="159" y="11"/>
                  </a:lnTo>
                  <a:lnTo>
                    <a:pt x="120" y="30"/>
                  </a:lnTo>
                  <a:lnTo>
                    <a:pt x="80" y="60"/>
                  </a:lnTo>
                  <a:lnTo>
                    <a:pt x="50" y="90"/>
                  </a:lnTo>
                  <a:lnTo>
                    <a:pt x="31" y="129"/>
                  </a:lnTo>
                  <a:lnTo>
                    <a:pt x="11" y="169"/>
                  </a:lnTo>
                  <a:lnTo>
                    <a:pt x="1" y="208"/>
                  </a:lnTo>
                  <a:lnTo>
                    <a:pt x="1" y="258"/>
                  </a:lnTo>
                  <a:lnTo>
                    <a:pt x="1" y="307"/>
                  </a:lnTo>
                  <a:lnTo>
                    <a:pt x="21" y="357"/>
                  </a:lnTo>
                  <a:lnTo>
                    <a:pt x="50" y="396"/>
                  </a:lnTo>
                  <a:lnTo>
                    <a:pt x="80" y="426"/>
                  </a:lnTo>
                  <a:lnTo>
                    <a:pt x="120" y="456"/>
                  </a:lnTo>
                  <a:lnTo>
                    <a:pt x="159" y="475"/>
                  </a:lnTo>
                  <a:lnTo>
                    <a:pt x="209" y="495"/>
                  </a:lnTo>
                  <a:lnTo>
                    <a:pt x="554" y="544"/>
                  </a:lnTo>
                  <a:lnTo>
                    <a:pt x="584" y="544"/>
                  </a:lnTo>
                  <a:lnTo>
                    <a:pt x="634" y="535"/>
                  </a:lnTo>
                  <a:lnTo>
                    <a:pt x="673" y="525"/>
                  </a:lnTo>
                  <a:lnTo>
                    <a:pt x="713" y="505"/>
                  </a:lnTo>
                  <a:lnTo>
                    <a:pt x="752" y="485"/>
                  </a:lnTo>
                  <a:lnTo>
                    <a:pt x="782" y="456"/>
                  </a:lnTo>
                  <a:lnTo>
                    <a:pt x="802" y="416"/>
                  </a:lnTo>
                  <a:lnTo>
                    <a:pt x="821" y="376"/>
                  </a:lnTo>
                  <a:lnTo>
                    <a:pt x="831" y="327"/>
                  </a:lnTo>
                  <a:lnTo>
                    <a:pt x="831" y="278"/>
                  </a:lnTo>
                  <a:lnTo>
                    <a:pt x="831" y="238"/>
                  </a:lnTo>
                  <a:lnTo>
                    <a:pt x="811" y="189"/>
                  </a:lnTo>
                  <a:lnTo>
                    <a:pt x="782" y="149"/>
                  </a:lnTo>
                  <a:lnTo>
                    <a:pt x="752" y="110"/>
                  </a:lnTo>
                  <a:lnTo>
                    <a:pt x="713" y="80"/>
                  </a:lnTo>
                  <a:lnTo>
                    <a:pt x="673" y="60"/>
                  </a:lnTo>
                  <a:lnTo>
                    <a:pt x="624" y="50"/>
                  </a:lnTo>
                  <a:lnTo>
                    <a:pt x="278" y="1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4012100" y="3969725"/>
              <a:ext cx="20800" cy="13625"/>
            </a:xfrm>
            <a:custGeom>
              <a:rect b="b" l="l" r="r" t="t"/>
              <a:pathLst>
                <a:path extrusionOk="0" fill="none" h="545" w="832">
                  <a:moveTo>
                    <a:pt x="248" y="1"/>
                  </a:moveTo>
                  <a:lnTo>
                    <a:pt x="248" y="1"/>
                  </a:lnTo>
                  <a:lnTo>
                    <a:pt x="199" y="1"/>
                  </a:lnTo>
                  <a:lnTo>
                    <a:pt x="159" y="11"/>
                  </a:lnTo>
                  <a:lnTo>
                    <a:pt x="120" y="30"/>
                  </a:lnTo>
                  <a:lnTo>
                    <a:pt x="80" y="60"/>
                  </a:lnTo>
                  <a:lnTo>
                    <a:pt x="50" y="90"/>
                  </a:lnTo>
                  <a:lnTo>
                    <a:pt x="31" y="129"/>
                  </a:lnTo>
                  <a:lnTo>
                    <a:pt x="11" y="169"/>
                  </a:lnTo>
                  <a:lnTo>
                    <a:pt x="1" y="208"/>
                  </a:lnTo>
                  <a:lnTo>
                    <a:pt x="1" y="208"/>
                  </a:lnTo>
                  <a:lnTo>
                    <a:pt x="1" y="258"/>
                  </a:lnTo>
                  <a:lnTo>
                    <a:pt x="1" y="307"/>
                  </a:lnTo>
                  <a:lnTo>
                    <a:pt x="21" y="357"/>
                  </a:lnTo>
                  <a:lnTo>
                    <a:pt x="50" y="396"/>
                  </a:lnTo>
                  <a:lnTo>
                    <a:pt x="80" y="426"/>
                  </a:lnTo>
                  <a:lnTo>
                    <a:pt x="120" y="456"/>
                  </a:lnTo>
                  <a:lnTo>
                    <a:pt x="159" y="475"/>
                  </a:lnTo>
                  <a:lnTo>
                    <a:pt x="209" y="495"/>
                  </a:lnTo>
                  <a:lnTo>
                    <a:pt x="554" y="544"/>
                  </a:lnTo>
                  <a:lnTo>
                    <a:pt x="554" y="544"/>
                  </a:lnTo>
                  <a:lnTo>
                    <a:pt x="584" y="544"/>
                  </a:lnTo>
                  <a:lnTo>
                    <a:pt x="584" y="544"/>
                  </a:lnTo>
                  <a:lnTo>
                    <a:pt x="634" y="535"/>
                  </a:lnTo>
                  <a:lnTo>
                    <a:pt x="673" y="525"/>
                  </a:lnTo>
                  <a:lnTo>
                    <a:pt x="713" y="505"/>
                  </a:lnTo>
                  <a:lnTo>
                    <a:pt x="752" y="485"/>
                  </a:lnTo>
                  <a:lnTo>
                    <a:pt x="782" y="456"/>
                  </a:lnTo>
                  <a:lnTo>
                    <a:pt x="802" y="416"/>
                  </a:lnTo>
                  <a:lnTo>
                    <a:pt x="821" y="376"/>
                  </a:lnTo>
                  <a:lnTo>
                    <a:pt x="831" y="327"/>
                  </a:lnTo>
                  <a:lnTo>
                    <a:pt x="831" y="327"/>
                  </a:lnTo>
                  <a:lnTo>
                    <a:pt x="831" y="278"/>
                  </a:lnTo>
                  <a:lnTo>
                    <a:pt x="831" y="238"/>
                  </a:lnTo>
                  <a:lnTo>
                    <a:pt x="811" y="189"/>
                  </a:lnTo>
                  <a:lnTo>
                    <a:pt x="782" y="149"/>
                  </a:lnTo>
                  <a:lnTo>
                    <a:pt x="752" y="110"/>
                  </a:lnTo>
                  <a:lnTo>
                    <a:pt x="713" y="80"/>
                  </a:lnTo>
                  <a:lnTo>
                    <a:pt x="673" y="60"/>
                  </a:lnTo>
                  <a:lnTo>
                    <a:pt x="624" y="50"/>
                  </a:lnTo>
                  <a:lnTo>
                    <a:pt x="278" y="1"/>
                  </a:lnTo>
                  <a:lnTo>
                    <a:pt x="278" y="1"/>
                  </a:lnTo>
                  <a:lnTo>
                    <a:pt x="24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3942925" y="4000625"/>
              <a:ext cx="21025" cy="13625"/>
            </a:xfrm>
            <a:custGeom>
              <a:rect b="b" l="l" r="r" t="t"/>
              <a:pathLst>
                <a:path extrusionOk="0" h="545" w="841">
                  <a:moveTo>
                    <a:pt x="247" y="0"/>
                  </a:moveTo>
                  <a:lnTo>
                    <a:pt x="208" y="10"/>
                  </a:lnTo>
                  <a:lnTo>
                    <a:pt x="158" y="20"/>
                  </a:lnTo>
                  <a:lnTo>
                    <a:pt x="119" y="40"/>
                  </a:lnTo>
                  <a:lnTo>
                    <a:pt x="89" y="60"/>
                  </a:lnTo>
                  <a:lnTo>
                    <a:pt x="60" y="89"/>
                  </a:lnTo>
                  <a:lnTo>
                    <a:pt x="30" y="129"/>
                  </a:lnTo>
                  <a:lnTo>
                    <a:pt x="10" y="168"/>
                  </a:lnTo>
                  <a:lnTo>
                    <a:pt x="0" y="218"/>
                  </a:lnTo>
                  <a:lnTo>
                    <a:pt x="0" y="267"/>
                  </a:lnTo>
                  <a:lnTo>
                    <a:pt x="10" y="307"/>
                  </a:lnTo>
                  <a:lnTo>
                    <a:pt x="30" y="356"/>
                  </a:lnTo>
                  <a:lnTo>
                    <a:pt x="50" y="396"/>
                  </a:lnTo>
                  <a:lnTo>
                    <a:pt x="79" y="435"/>
                  </a:lnTo>
                  <a:lnTo>
                    <a:pt x="119" y="465"/>
                  </a:lnTo>
                  <a:lnTo>
                    <a:pt x="168" y="485"/>
                  </a:lnTo>
                  <a:lnTo>
                    <a:pt x="218" y="495"/>
                  </a:lnTo>
                  <a:lnTo>
                    <a:pt x="554" y="544"/>
                  </a:lnTo>
                  <a:lnTo>
                    <a:pt x="633" y="544"/>
                  </a:lnTo>
                  <a:lnTo>
                    <a:pt x="682" y="534"/>
                  </a:lnTo>
                  <a:lnTo>
                    <a:pt x="722" y="514"/>
                  </a:lnTo>
                  <a:lnTo>
                    <a:pt x="752" y="485"/>
                  </a:lnTo>
                  <a:lnTo>
                    <a:pt x="781" y="455"/>
                  </a:lnTo>
                  <a:lnTo>
                    <a:pt x="811" y="416"/>
                  </a:lnTo>
                  <a:lnTo>
                    <a:pt x="821" y="376"/>
                  </a:lnTo>
                  <a:lnTo>
                    <a:pt x="840" y="336"/>
                  </a:lnTo>
                  <a:lnTo>
                    <a:pt x="840" y="287"/>
                  </a:lnTo>
                  <a:lnTo>
                    <a:pt x="831" y="238"/>
                  </a:lnTo>
                  <a:lnTo>
                    <a:pt x="811" y="188"/>
                  </a:lnTo>
                  <a:lnTo>
                    <a:pt x="791" y="149"/>
                  </a:lnTo>
                  <a:lnTo>
                    <a:pt x="761" y="119"/>
                  </a:lnTo>
                  <a:lnTo>
                    <a:pt x="722" y="89"/>
                  </a:lnTo>
                  <a:lnTo>
                    <a:pt x="672" y="70"/>
                  </a:lnTo>
                  <a:lnTo>
                    <a:pt x="623" y="6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EEC7B3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3942925" y="4000625"/>
              <a:ext cx="21025" cy="13625"/>
            </a:xfrm>
            <a:custGeom>
              <a:rect b="b" l="l" r="r" t="t"/>
              <a:pathLst>
                <a:path extrusionOk="0" fill="none" h="545" w="841">
                  <a:moveTo>
                    <a:pt x="247" y="0"/>
                  </a:moveTo>
                  <a:lnTo>
                    <a:pt x="247" y="0"/>
                  </a:lnTo>
                  <a:lnTo>
                    <a:pt x="208" y="10"/>
                  </a:lnTo>
                  <a:lnTo>
                    <a:pt x="158" y="20"/>
                  </a:lnTo>
                  <a:lnTo>
                    <a:pt x="119" y="40"/>
                  </a:lnTo>
                  <a:lnTo>
                    <a:pt x="89" y="60"/>
                  </a:lnTo>
                  <a:lnTo>
                    <a:pt x="60" y="89"/>
                  </a:lnTo>
                  <a:lnTo>
                    <a:pt x="30" y="129"/>
                  </a:lnTo>
                  <a:lnTo>
                    <a:pt x="10" y="168"/>
                  </a:lnTo>
                  <a:lnTo>
                    <a:pt x="0" y="218"/>
                  </a:lnTo>
                  <a:lnTo>
                    <a:pt x="0" y="218"/>
                  </a:lnTo>
                  <a:lnTo>
                    <a:pt x="0" y="267"/>
                  </a:lnTo>
                  <a:lnTo>
                    <a:pt x="10" y="307"/>
                  </a:lnTo>
                  <a:lnTo>
                    <a:pt x="30" y="356"/>
                  </a:lnTo>
                  <a:lnTo>
                    <a:pt x="50" y="396"/>
                  </a:lnTo>
                  <a:lnTo>
                    <a:pt x="79" y="435"/>
                  </a:lnTo>
                  <a:lnTo>
                    <a:pt x="119" y="465"/>
                  </a:lnTo>
                  <a:lnTo>
                    <a:pt x="168" y="485"/>
                  </a:lnTo>
                  <a:lnTo>
                    <a:pt x="218" y="495"/>
                  </a:lnTo>
                  <a:lnTo>
                    <a:pt x="554" y="544"/>
                  </a:lnTo>
                  <a:lnTo>
                    <a:pt x="554" y="544"/>
                  </a:lnTo>
                  <a:lnTo>
                    <a:pt x="593" y="544"/>
                  </a:lnTo>
                  <a:lnTo>
                    <a:pt x="593" y="544"/>
                  </a:lnTo>
                  <a:lnTo>
                    <a:pt x="633" y="544"/>
                  </a:lnTo>
                  <a:lnTo>
                    <a:pt x="682" y="534"/>
                  </a:lnTo>
                  <a:lnTo>
                    <a:pt x="722" y="514"/>
                  </a:lnTo>
                  <a:lnTo>
                    <a:pt x="752" y="485"/>
                  </a:lnTo>
                  <a:lnTo>
                    <a:pt x="781" y="455"/>
                  </a:lnTo>
                  <a:lnTo>
                    <a:pt x="811" y="416"/>
                  </a:lnTo>
                  <a:lnTo>
                    <a:pt x="821" y="376"/>
                  </a:lnTo>
                  <a:lnTo>
                    <a:pt x="840" y="336"/>
                  </a:lnTo>
                  <a:lnTo>
                    <a:pt x="840" y="336"/>
                  </a:lnTo>
                  <a:lnTo>
                    <a:pt x="840" y="287"/>
                  </a:lnTo>
                  <a:lnTo>
                    <a:pt x="831" y="238"/>
                  </a:lnTo>
                  <a:lnTo>
                    <a:pt x="811" y="188"/>
                  </a:lnTo>
                  <a:lnTo>
                    <a:pt x="791" y="149"/>
                  </a:lnTo>
                  <a:lnTo>
                    <a:pt x="761" y="119"/>
                  </a:lnTo>
                  <a:lnTo>
                    <a:pt x="722" y="89"/>
                  </a:lnTo>
                  <a:lnTo>
                    <a:pt x="672" y="70"/>
                  </a:lnTo>
                  <a:lnTo>
                    <a:pt x="623" y="6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4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3631325" y="2004225"/>
              <a:ext cx="1593875" cy="1476500"/>
            </a:xfrm>
            <a:custGeom>
              <a:rect b="b" l="l" r="r" t="t"/>
              <a:pathLst>
                <a:path extrusionOk="0" h="59060" w="63755">
                  <a:moveTo>
                    <a:pt x="25186" y="0"/>
                  </a:moveTo>
                  <a:lnTo>
                    <a:pt x="24958" y="10"/>
                  </a:lnTo>
                  <a:lnTo>
                    <a:pt x="24731" y="30"/>
                  </a:lnTo>
                  <a:lnTo>
                    <a:pt x="24504" y="49"/>
                  </a:lnTo>
                  <a:lnTo>
                    <a:pt x="24266" y="79"/>
                  </a:lnTo>
                  <a:lnTo>
                    <a:pt x="24029" y="109"/>
                  </a:lnTo>
                  <a:lnTo>
                    <a:pt x="23792" y="158"/>
                  </a:lnTo>
                  <a:lnTo>
                    <a:pt x="23545" y="208"/>
                  </a:lnTo>
                  <a:lnTo>
                    <a:pt x="23298" y="257"/>
                  </a:lnTo>
                  <a:lnTo>
                    <a:pt x="23051" y="326"/>
                  </a:lnTo>
                  <a:lnTo>
                    <a:pt x="22794" y="395"/>
                  </a:lnTo>
                  <a:lnTo>
                    <a:pt x="22537" y="475"/>
                  </a:lnTo>
                  <a:lnTo>
                    <a:pt x="22270" y="563"/>
                  </a:lnTo>
                  <a:lnTo>
                    <a:pt x="22003" y="662"/>
                  </a:lnTo>
                  <a:lnTo>
                    <a:pt x="21736" y="761"/>
                  </a:lnTo>
                  <a:lnTo>
                    <a:pt x="21459" y="880"/>
                  </a:lnTo>
                  <a:lnTo>
                    <a:pt x="21182" y="998"/>
                  </a:lnTo>
                  <a:lnTo>
                    <a:pt x="20629" y="1236"/>
                  </a:lnTo>
                  <a:lnTo>
                    <a:pt x="20115" y="1433"/>
                  </a:lnTo>
                  <a:lnTo>
                    <a:pt x="19631" y="1601"/>
                  </a:lnTo>
                  <a:lnTo>
                    <a:pt x="19176" y="1740"/>
                  </a:lnTo>
                  <a:lnTo>
                    <a:pt x="18741" y="1848"/>
                  </a:lnTo>
                  <a:lnTo>
                    <a:pt x="18336" y="1937"/>
                  </a:lnTo>
                  <a:lnTo>
                    <a:pt x="17950" y="2007"/>
                  </a:lnTo>
                  <a:lnTo>
                    <a:pt x="17575" y="2066"/>
                  </a:lnTo>
                  <a:lnTo>
                    <a:pt x="17229" y="2096"/>
                  </a:lnTo>
                  <a:lnTo>
                    <a:pt x="16883" y="2125"/>
                  </a:lnTo>
                  <a:lnTo>
                    <a:pt x="16556" y="2135"/>
                  </a:lnTo>
                  <a:lnTo>
                    <a:pt x="16240" y="2145"/>
                  </a:lnTo>
                  <a:lnTo>
                    <a:pt x="15617" y="2155"/>
                  </a:lnTo>
                  <a:lnTo>
                    <a:pt x="15015" y="2165"/>
                  </a:lnTo>
                  <a:lnTo>
                    <a:pt x="14708" y="2175"/>
                  </a:lnTo>
                  <a:lnTo>
                    <a:pt x="14402" y="2204"/>
                  </a:lnTo>
                  <a:lnTo>
                    <a:pt x="14085" y="2234"/>
                  </a:lnTo>
                  <a:lnTo>
                    <a:pt x="13759" y="2293"/>
                  </a:lnTo>
                  <a:lnTo>
                    <a:pt x="13423" y="2362"/>
                  </a:lnTo>
                  <a:lnTo>
                    <a:pt x="13077" y="2451"/>
                  </a:lnTo>
                  <a:lnTo>
                    <a:pt x="12711" y="2570"/>
                  </a:lnTo>
                  <a:lnTo>
                    <a:pt x="12336" y="2708"/>
                  </a:lnTo>
                  <a:lnTo>
                    <a:pt x="11931" y="2876"/>
                  </a:lnTo>
                  <a:lnTo>
                    <a:pt x="11506" y="3074"/>
                  </a:lnTo>
                  <a:lnTo>
                    <a:pt x="11061" y="3311"/>
                  </a:lnTo>
                  <a:lnTo>
                    <a:pt x="10586" y="3588"/>
                  </a:lnTo>
                  <a:lnTo>
                    <a:pt x="10082" y="3904"/>
                  </a:lnTo>
                  <a:lnTo>
                    <a:pt x="9548" y="4260"/>
                  </a:lnTo>
                  <a:lnTo>
                    <a:pt x="8985" y="4656"/>
                  </a:lnTo>
                  <a:lnTo>
                    <a:pt x="8372" y="5110"/>
                  </a:lnTo>
                  <a:lnTo>
                    <a:pt x="8066" y="5348"/>
                  </a:lnTo>
                  <a:lnTo>
                    <a:pt x="7769" y="5585"/>
                  </a:lnTo>
                  <a:lnTo>
                    <a:pt x="7473" y="5842"/>
                  </a:lnTo>
                  <a:lnTo>
                    <a:pt x="7186" y="6089"/>
                  </a:lnTo>
                  <a:lnTo>
                    <a:pt x="6909" y="6346"/>
                  </a:lnTo>
                  <a:lnTo>
                    <a:pt x="6633" y="6613"/>
                  </a:lnTo>
                  <a:lnTo>
                    <a:pt x="6366" y="6880"/>
                  </a:lnTo>
                  <a:lnTo>
                    <a:pt x="6109" y="7146"/>
                  </a:lnTo>
                  <a:lnTo>
                    <a:pt x="5862" y="7423"/>
                  </a:lnTo>
                  <a:lnTo>
                    <a:pt x="5614" y="7710"/>
                  </a:lnTo>
                  <a:lnTo>
                    <a:pt x="5367" y="7987"/>
                  </a:lnTo>
                  <a:lnTo>
                    <a:pt x="5140" y="8273"/>
                  </a:lnTo>
                  <a:lnTo>
                    <a:pt x="4913" y="8570"/>
                  </a:lnTo>
                  <a:lnTo>
                    <a:pt x="4695" y="8866"/>
                  </a:lnTo>
                  <a:lnTo>
                    <a:pt x="4478" y="9163"/>
                  </a:lnTo>
                  <a:lnTo>
                    <a:pt x="4270" y="9459"/>
                  </a:lnTo>
                  <a:lnTo>
                    <a:pt x="4063" y="9766"/>
                  </a:lnTo>
                  <a:lnTo>
                    <a:pt x="3865" y="10072"/>
                  </a:lnTo>
                  <a:lnTo>
                    <a:pt x="3677" y="10389"/>
                  </a:lnTo>
                  <a:lnTo>
                    <a:pt x="3489" y="10705"/>
                  </a:lnTo>
                  <a:lnTo>
                    <a:pt x="3311" y="11021"/>
                  </a:lnTo>
                  <a:lnTo>
                    <a:pt x="3143" y="11347"/>
                  </a:lnTo>
                  <a:lnTo>
                    <a:pt x="2975" y="11664"/>
                  </a:lnTo>
                  <a:lnTo>
                    <a:pt x="2807" y="12000"/>
                  </a:lnTo>
                  <a:lnTo>
                    <a:pt x="2649" y="12326"/>
                  </a:lnTo>
                  <a:lnTo>
                    <a:pt x="2501" y="12662"/>
                  </a:lnTo>
                  <a:lnTo>
                    <a:pt x="2214" y="13334"/>
                  </a:lnTo>
                  <a:lnTo>
                    <a:pt x="1947" y="14016"/>
                  </a:lnTo>
                  <a:lnTo>
                    <a:pt x="1700" y="14708"/>
                  </a:lnTo>
                  <a:lnTo>
                    <a:pt x="1473" y="15410"/>
                  </a:lnTo>
                  <a:lnTo>
                    <a:pt x="1265" y="16112"/>
                  </a:lnTo>
                  <a:lnTo>
                    <a:pt x="1068" y="16833"/>
                  </a:lnTo>
                  <a:lnTo>
                    <a:pt x="900" y="17555"/>
                  </a:lnTo>
                  <a:lnTo>
                    <a:pt x="741" y="18276"/>
                  </a:lnTo>
                  <a:lnTo>
                    <a:pt x="603" y="19008"/>
                  </a:lnTo>
                  <a:lnTo>
                    <a:pt x="484" y="19749"/>
                  </a:lnTo>
                  <a:lnTo>
                    <a:pt x="376" y="20490"/>
                  </a:lnTo>
                  <a:lnTo>
                    <a:pt x="287" y="21232"/>
                  </a:lnTo>
                  <a:lnTo>
                    <a:pt x="208" y="21973"/>
                  </a:lnTo>
                  <a:lnTo>
                    <a:pt x="138" y="22714"/>
                  </a:lnTo>
                  <a:lnTo>
                    <a:pt x="89" y="23466"/>
                  </a:lnTo>
                  <a:lnTo>
                    <a:pt x="49" y="24207"/>
                  </a:lnTo>
                  <a:lnTo>
                    <a:pt x="20" y="24958"/>
                  </a:lnTo>
                  <a:lnTo>
                    <a:pt x="0" y="25700"/>
                  </a:lnTo>
                  <a:lnTo>
                    <a:pt x="0" y="26441"/>
                  </a:lnTo>
                  <a:lnTo>
                    <a:pt x="10" y="27202"/>
                  </a:lnTo>
                  <a:lnTo>
                    <a:pt x="30" y="27993"/>
                  </a:lnTo>
                  <a:lnTo>
                    <a:pt x="59" y="28813"/>
                  </a:lnTo>
                  <a:lnTo>
                    <a:pt x="109" y="29663"/>
                  </a:lnTo>
                  <a:lnTo>
                    <a:pt x="178" y="30533"/>
                  </a:lnTo>
                  <a:lnTo>
                    <a:pt x="247" y="31423"/>
                  </a:lnTo>
                  <a:lnTo>
                    <a:pt x="336" y="32332"/>
                  </a:lnTo>
                  <a:lnTo>
                    <a:pt x="425" y="33261"/>
                  </a:lnTo>
                  <a:lnTo>
                    <a:pt x="534" y="34190"/>
                  </a:lnTo>
                  <a:lnTo>
                    <a:pt x="652" y="35129"/>
                  </a:lnTo>
                  <a:lnTo>
                    <a:pt x="781" y="36078"/>
                  </a:lnTo>
                  <a:lnTo>
                    <a:pt x="919" y="37027"/>
                  </a:lnTo>
                  <a:lnTo>
                    <a:pt x="1058" y="37976"/>
                  </a:lnTo>
                  <a:lnTo>
                    <a:pt x="1216" y="38915"/>
                  </a:lnTo>
                  <a:lnTo>
                    <a:pt x="1374" y="39844"/>
                  </a:lnTo>
                  <a:lnTo>
                    <a:pt x="1542" y="40763"/>
                  </a:lnTo>
                  <a:lnTo>
                    <a:pt x="1710" y="41673"/>
                  </a:lnTo>
                  <a:lnTo>
                    <a:pt x="1898" y="42562"/>
                  </a:lnTo>
                  <a:lnTo>
                    <a:pt x="2076" y="43432"/>
                  </a:lnTo>
                  <a:lnTo>
                    <a:pt x="2273" y="44282"/>
                  </a:lnTo>
                  <a:lnTo>
                    <a:pt x="2461" y="45093"/>
                  </a:lnTo>
                  <a:lnTo>
                    <a:pt x="2659" y="45884"/>
                  </a:lnTo>
                  <a:lnTo>
                    <a:pt x="2867" y="46645"/>
                  </a:lnTo>
                  <a:lnTo>
                    <a:pt x="3064" y="47356"/>
                  </a:lnTo>
                  <a:lnTo>
                    <a:pt x="3272" y="48038"/>
                  </a:lnTo>
                  <a:lnTo>
                    <a:pt x="3479" y="48671"/>
                  </a:lnTo>
                  <a:lnTo>
                    <a:pt x="3687" y="49264"/>
                  </a:lnTo>
                  <a:lnTo>
                    <a:pt x="3904" y="49808"/>
                  </a:lnTo>
                  <a:lnTo>
                    <a:pt x="4112" y="50292"/>
                  </a:lnTo>
                  <a:lnTo>
                    <a:pt x="4221" y="50519"/>
                  </a:lnTo>
                  <a:lnTo>
                    <a:pt x="4320" y="50727"/>
                  </a:lnTo>
                  <a:lnTo>
                    <a:pt x="4428" y="50925"/>
                  </a:lnTo>
                  <a:lnTo>
                    <a:pt x="4537" y="51103"/>
                  </a:lnTo>
                  <a:lnTo>
                    <a:pt x="4636" y="51271"/>
                  </a:lnTo>
                  <a:lnTo>
                    <a:pt x="4745" y="51419"/>
                  </a:lnTo>
                  <a:lnTo>
                    <a:pt x="4952" y="51696"/>
                  </a:lnTo>
                  <a:lnTo>
                    <a:pt x="5180" y="51963"/>
                  </a:lnTo>
                  <a:lnTo>
                    <a:pt x="5417" y="52220"/>
                  </a:lnTo>
                  <a:lnTo>
                    <a:pt x="5664" y="52467"/>
                  </a:lnTo>
                  <a:lnTo>
                    <a:pt x="5921" y="52694"/>
                  </a:lnTo>
                  <a:lnTo>
                    <a:pt x="6198" y="52921"/>
                  </a:lnTo>
                  <a:lnTo>
                    <a:pt x="6474" y="53129"/>
                  </a:lnTo>
                  <a:lnTo>
                    <a:pt x="6751" y="53327"/>
                  </a:lnTo>
                  <a:lnTo>
                    <a:pt x="7048" y="53504"/>
                  </a:lnTo>
                  <a:lnTo>
                    <a:pt x="7344" y="53673"/>
                  </a:lnTo>
                  <a:lnTo>
                    <a:pt x="7651" y="53821"/>
                  </a:lnTo>
                  <a:lnTo>
                    <a:pt x="7957" y="53959"/>
                  </a:lnTo>
                  <a:lnTo>
                    <a:pt x="8273" y="54078"/>
                  </a:lnTo>
                  <a:lnTo>
                    <a:pt x="8590" y="54187"/>
                  </a:lnTo>
                  <a:lnTo>
                    <a:pt x="8906" y="54275"/>
                  </a:lnTo>
                  <a:lnTo>
                    <a:pt x="9222" y="54345"/>
                  </a:lnTo>
                  <a:lnTo>
                    <a:pt x="9548" y="54394"/>
                  </a:lnTo>
                  <a:lnTo>
                    <a:pt x="9875" y="54424"/>
                  </a:lnTo>
                  <a:lnTo>
                    <a:pt x="10201" y="54434"/>
                  </a:lnTo>
                  <a:lnTo>
                    <a:pt x="10517" y="54424"/>
                  </a:lnTo>
                  <a:lnTo>
                    <a:pt x="10843" y="54394"/>
                  </a:lnTo>
                  <a:lnTo>
                    <a:pt x="11160" y="54345"/>
                  </a:lnTo>
                  <a:lnTo>
                    <a:pt x="11476" y="54266"/>
                  </a:lnTo>
                  <a:lnTo>
                    <a:pt x="11792" y="54177"/>
                  </a:lnTo>
                  <a:lnTo>
                    <a:pt x="12099" y="54058"/>
                  </a:lnTo>
                  <a:lnTo>
                    <a:pt x="12247" y="53989"/>
                  </a:lnTo>
                  <a:lnTo>
                    <a:pt x="12395" y="53910"/>
                  </a:lnTo>
                  <a:lnTo>
                    <a:pt x="12543" y="53831"/>
                  </a:lnTo>
                  <a:lnTo>
                    <a:pt x="12692" y="53742"/>
                  </a:lnTo>
                  <a:lnTo>
                    <a:pt x="12840" y="53653"/>
                  </a:lnTo>
                  <a:lnTo>
                    <a:pt x="12988" y="53554"/>
                  </a:lnTo>
                  <a:lnTo>
                    <a:pt x="13127" y="53445"/>
                  </a:lnTo>
                  <a:lnTo>
                    <a:pt x="13265" y="53336"/>
                  </a:lnTo>
                  <a:lnTo>
                    <a:pt x="13403" y="53218"/>
                  </a:lnTo>
                  <a:lnTo>
                    <a:pt x="13542" y="53089"/>
                  </a:lnTo>
                  <a:lnTo>
                    <a:pt x="13680" y="52961"/>
                  </a:lnTo>
                  <a:lnTo>
                    <a:pt x="13809" y="52822"/>
                  </a:lnTo>
                  <a:lnTo>
                    <a:pt x="13937" y="52674"/>
                  </a:lnTo>
                  <a:lnTo>
                    <a:pt x="14066" y="52526"/>
                  </a:lnTo>
                  <a:lnTo>
                    <a:pt x="14115" y="52645"/>
                  </a:lnTo>
                  <a:lnTo>
                    <a:pt x="14273" y="53000"/>
                  </a:lnTo>
                  <a:lnTo>
                    <a:pt x="14392" y="53238"/>
                  </a:lnTo>
                  <a:lnTo>
                    <a:pt x="14530" y="53524"/>
                  </a:lnTo>
                  <a:lnTo>
                    <a:pt x="14688" y="53841"/>
                  </a:lnTo>
                  <a:lnTo>
                    <a:pt x="14886" y="54187"/>
                  </a:lnTo>
                  <a:lnTo>
                    <a:pt x="15094" y="54552"/>
                  </a:lnTo>
                  <a:lnTo>
                    <a:pt x="15331" y="54938"/>
                  </a:lnTo>
                  <a:lnTo>
                    <a:pt x="15598" y="55333"/>
                  </a:lnTo>
                  <a:lnTo>
                    <a:pt x="15884" y="55738"/>
                  </a:lnTo>
                  <a:lnTo>
                    <a:pt x="16191" y="56144"/>
                  </a:lnTo>
                  <a:lnTo>
                    <a:pt x="16527" y="56539"/>
                  </a:lnTo>
                  <a:lnTo>
                    <a:pt x="16705" y="56737"/>
                  </a:lnTo>
                  <a:lnTo>
                    <a:pt x="16883" y="56934"/>
                  </a:lnTo>
                  <a:lnTo>
                    <a:pt x="17070" y="57122"/>
                  </a:lnTo>
                  <a:lnTo>
                    <a:pt x="17268" y="57300"/>
                  </a:lnTo>
                  <a:lnTo>
                    <a:pt x="17466" y="57488"/>
                  </a:lnTo>
                  <a:lnTo>
                    <a:pt x="17673" y="57656"/>
                  </a:lnTo>
                  <a:lnTo>
                    <a:pt x="17881" y="57824"/>
                  </a:lnTo>
                  <a:lnTo>
                    <a:pt x="18098" y="57982"/>
                  </a:lnTo>
                  <a:lnTo>
                    <a:pt x="18326" y="58130"/>
                  </a:lnTo>
                  <a:lnTo>
                    <a:pt x="18553" y="58269"/>
                  </a:lnTo>
                  <a:lnTo>
                    <a:pt x="18780" y="58407"/>
                  </a:lnTo>
                  <a:lnTo>
                    <a:pt x="19018" y="58526"/>
                  </a:lnTo>
                  <a:lnTo>
                    <a:pt x="19265" y="58635"/>
                  </a:lnTo>
                  <a:lnTo>
                    <a:pt x="19512" y="58743"/>
                  </a:lnTo>
                  <a:lnTo>
                    <a:pt x="19769" y="58822"/>
                  </a:lnTo>
                  <a:lnTo>
                    <a:pt x="20036" y="58901"/>
                  </a:lnTo>
                  <a:lnTo>
                    <a:pt x="20303" y="58961"/>
                  </a:lnTo>
                  <a:lnTo>
                    <a:pt x="20570" y="59010"/>
                  </a:lnTo>
                  <a:lnTo>
                    <a:pt x="20856" y="59040"/>
                  </a:lnTo>
                  <a:lnTo>
                    <a:pt x="21133" y="59060"/>
                  </a:lnTo>
                  <a:lnTo>
                    <a:pt x="21420" y="59060"/>
                  </a:lnTo>
                  <a:lnTo>
                    <a:pt x="21716" y="59040"/>
                  </a:lnTo>
                  <a:lnTo>
                    <a:pt x="22023" y="59010"/>
                  </a:lnTo>
                  <a:lnTo>
                    <a:pt x="22319" y="58951"/>
                  </a:lnTo>
                  <a:lnTo>
                    <a:pt x="22635" y="58882"/>
                  </a:lnTo>
                  <a:lnTo>
                    <a:pt x="22952" y="58793"/>
                  </a:lnTo>
                  <a:lnTo>
                    <a:pt x="23268" y="58674"/>
                  </a:lnTo>
                  <a:lnTo>
                    <a:pt x="23594" y="58546"/>
                  </a:lnTo>
                  <a:lnTo>
                    <a:pt x="23930" y="58387"/>
                  </a:lnTo>
                  <a:lnTo>
                    <a:pt x="24266" y="58209"/>
                  </a:lnTo>
                  <a:lnTo>
                    <a:pt x="24602" y="58012"/>
                  </a:lnTo>
                  <a:lnTo>
                    <a:pt x="24958" y="57784"/>
                  </a:lnTo>
                  <a:lnTo>
                    <a:pt x="25304" y="57537"/>
                  </a:lnTo>
                  <a:lnTo>
                    <a:pt x="25660" y="57261"/>
                  </a:lnTo>
                  <a:lnTo>
                    <a:pt x="26026" y="56964"/>
                  </a:lnTo>
                  <a:lnTo>
                    <a:pt x="26391" y="56628"/>
                  </a:lnTo>
                  <a:lnTo>
                    <a:pt x="26451" y="56687"/>
                  </a:lnTo>
                  <a:lnTo>
                    <a:pt x="26599" y="56855"/>
                  </a:lnTo>
                  <a:lnTo>
                    <a:pt x="26846" y="57083"/>
                  </a:lnTo>
                  <a:lnTo>
                    <a:pt x="27014" y="57221"/>
                  </a:lnTo>
                  <a:lnTo>
                    <a:pt x="27202" y="57369"/>
                  </a:lnTo>
                  <a:lnTo>
                    <a:pt x="27410" y="57527"/>
                  </a:lnTo>
                  <a:lnTo>
                    <a:pt x="27637" y="57686"/>
                  </a:lnTo>
                  <a:lnTo>
                    <a:pt x="27894" y="57844"/>
                  </a:lnTo>
                  <a:lnTo>
                    <a:pt x="28171" y="58002"/>
                  </a:lnTo>
                  <a:lnTo>
                    <a:pt x="28467" y="58150"/>
                  </a:lnTo>
                  <a:lnTo>
                    <a:pt x="28793" y="58289"/>
                  </a:lnTo>
                  <a:lnTo>
                    <a:pt x="29129" y="58417"/>
                  </a:lnTo>
                  <a:lnTo>
                    <a:pt x="29495" y="58526"/>
                  </a:lnTo>
                  <a:lnTo>
                    <a:pt x="29683" y="58575"/>
                  </a:lnTo>
                  <a:lnTo>
                    <a:pt x="29881" y="58625"/>
                  </a:lnTo>
                  <a:lnTo>
                    <a:pt x="30078" y="58664"/>
                  </a:lnTo>
                  <a:lnTo>
                    <a:pt x="30286" y="58694"/>
                  </a:lnTo>
                  <a:lnTo>
                    <a:pt x="30493" y="58723"/>
                  </a:lnTo>
                  <a:lnTo>
                    <a:pt x="30711" y="58743"/>
                  </a:lnTo>
                  <a:lnTo>
                    <a:pt x="30928" y="58753"/>
                  </a:lnTo>
                  <a:lnTo>
                    <a:pt x="31156" y="58763"/>
                  </a:lnTo>
                  <a:lnTo>
                    <a:pt x="31383" y="58763"/>
                  </a:lnTo>
                  <a:lnTo>
                    <a:pt x="31620" y="58753"/>
                  </a:lnTo>
                  <a:lnTo>
                    <a:pt x="31858" y="58733"/>
                  </a:lnTo>
                  <a:lnTo>
                    <a:pt x="32105" y="58704"/>
                  </a:lnTo>
                  <a:lnTo>
                    <a:pt x="32352" y="58674"/>
                  </a:lnTo>
                  <a:lnTo>
                    <a:pt x="32609" y="58625"/>
                  </a:lnTo>
                  <a:lnTo>
                    <a:pt x="32866" y="58565"/>
                  </a:lnTo>
                  <a:lnTo>
                    <a:pt x="33133" y="58496"/>
                  </a:lnTo>
                  <a:lnTo>
                    <a:pt x="33400" y="58427"/>
                  </a:lnTo>
                  <a:lnTo>
                    <a:pt x="33666" y="58338"/>
                  </a:lnTo>
                  <a:lnTo>
                    <a:pt x="33943" y="58229"/>
                  </a:lnTo>
                  <a:lnTo>
                    <a:pt x="34230" y="58121"/>
                  </a:lnTo>
                  <a:lnTo>
                    <a:pt x="34516" y="57992"/>
                  </a:lnTo>
                  <a:lnTo>
                    <a:pt x="34803" y="57854"/>
                  </a:lnTo>
                  <a:lnTo>
                    <a:pt x="35100" y="57705"/>
                  </a:lnTo>
                  <a:lnTo>
                    <a:pt x="35396" y="57537"/>
                  </a:lnTo>
                  <a:lnTo>
                    <a:pt x="35703" y="57359"/>
                  </a:lnTo>
                  <a:lnTo>
                    <a:pt x="36009" y="57172"/>
                  </a:lnTo>
                  <a:lnTo>
                    <a:pt x="36315" y="56964"/>
                  </a:lnTo>
                  <a:lnTo>
                    <a:pt x="36632" y="56737"/>
                  </a:lnTo>
                  <a:lnTo>
                    <a:pt x="36948" y="56499"/>
                  </a:lnTo>
                  <a:lnTo>
                    <a:pt x="37274" y="56242"/>
                  </a:lnTo>
                  <a:lnTo>
                    <a:pt x="37600" y="55976"/>
                  </a:lnTo>
                  <a:lnTo>
                    <a:pt x="37936" y="55689"/>
                  </a:lnTo>
                  <a:lnTo>
                    <a:pt x="37996" y="55738"/>
                  </a:lnTo>
                  <a:lnTo>
                    <a:pt x="38164" y="55877"/>
                  </a:lnTo>
                  <a:lnTo>
                    <a:pt x="38441" y="56074"/>
                  </a:lnTo>
                  <a:lnTo>
                    <a:pt x="38618" y="56193"/>
                  </a:lnTo>
                  <a:lnTo>
                    <a:pt x="38816" y="56312"/>
                  </a:lnTo>
                  <a:lnTo>
                    <a:pt x="39044" y="56440"/>
                  </a:lnTo>
                  <a:lnTo>
                    <a:pt x="39291" y="56559"/>
                  </a:lnTo>
                  <a:lnTo>
                    <a:pt x="39557" y="56687"/>
                  </a:lnTo>
                  <a:lnTo>
                    <a:pt x="39854" y="56806"/>
                  </a:lnTo>
                  <a:lnTo>
                    <a:pt x="40160" y="56905"/>
                  </a:lnTo>
                  <a:lnTo>
                    <a:pt x="40497" y="57004"/>
                  </a:lnTo>
                  <a:lnTo>
                    <a:pt x="40842" y="57083"/>
                  </a:lnTo>
                  <a:lnTo>
                    <a:pt x="41218" y="57142"/>
                  </a:lnTo>
                  <a:lnTo>
                    <a:pt x="41406" y="57172"/>
                  </a:lnTo>
                  <a:lnTo>
                    <a:pt x="41604" y="57191"/>
                  </a:lnTo>
                  <a:lnTo>
                    <a:pt x="41801" y="57201"/>
                  </a:lnTo>
                  <a:lnTo>
                    <a:pt x="42207" y="57201"/>
                  </a:lnTo>
                  <a:lnTo>
                    <a:pt x="42424" y="57191"/>
                  </a:lnTo>
                  <a:lnTo>
                    <a:pt x="42641" y="57172"/>
                  </a:lnTo>
                  <a:lnTo>
                    <a:pt x="42859" y="57152"/>
                  </a:lnTo>
                  <a:lnTo>
                    <a:pt x="43076" y="57122"/>
                  </a:lnTo>
                  <a:lnTo>
                    <a:pt x="43304" y="57073"/>
                  </a:lnTo>
                  <a:lnTo>
                    <a:pt x="43541" y="57023"/>
                  </a:lnTo>
                  <a:lnTo>
                    <a:pt x="43768" y="56964"/>
                  </a:lnTo>
                  <a:lnTo>
                    <a:pt x="44005" y="56895"/>
                  </a:lnTo>
                  <a:lnTo>
                    <a:pt x="44243" y="56816"/>
                  </a:lnTo>
                  <a:lnTo>
                    <a:pt x="44490" y="56717"/>
                  </a:lnTo>
                  <a:lnTo>
                    <a:pt x="44737" y="56618"/>
                  </a:lnTo>
                  <a:lnTo>
                    <a:pt x="44984" y="56499"/>
                  </a:lnTo>
                  <a:lnTo>
                    <a:pt x="45231" y="56381"/>
                  </a:lnTo>
                  <a:lnTo>
                    <a:pt x="45488" y="56242"/>
                  </a:lnTo>
                  <a:lnTo>
                    <a:pt x="45745" y="56084"/>
                  </a:lnTo>
                  <a:lnTo>
                    <a:pt x="46002" y="55926"/>
                  </a:lnTo>
                  <a:lnTo>
                    <a:pt x="46269" y="55748"/>
                  </a:lnTo>
                  <a:lnTo>
                    <a:pt x="46536" y="55560"/>
                  </a:lnTo>
                  <a:lnTo>
                    <a:pt x="46803" y="55353"/>
                  </a:lnTo>
                  <a:lnTo>
                    <a:pt x="47070" y="55135"/>
                  </a:lnTo>
                  <a:lnTo>
                    <a:pt x="47337" y="54898"/>
                  </a:lnTo>
                  <a:lnTo>
                    <a:pt x="47613" y="54651"/>
                  </a:lnTo>
                  <a:lnTo>
                    <a:pt x="47880" y="54384"/>
                  </a:lnTo>
                  <a:lnTo>
                    <a:pt x="48157" y="54098"/>
                  </a:lnTo>
                  <a:lnTo>
                    <a:pt x="48434" y="53801"/>
                  </a:lnTo>
                  <a:lnTo>
                    <a:pt x="48720" y="53485"/>
                  </a:lnTo>
                  <a:lnTo>
                    <a:pt x="48997" y="53159"/>
                  </a:lnTo>
                  <a:lnTo>
                    <a:pt x="49284" y="52813"/>
                  </a:lnTo>
                  <a:lnTo>
                    <a:pt x="49561" y="52447"/>
                  </a:lnTo>
                  <a:lnTo>
                    <a:pt x="49847" y="52071"/>
                  </a:lnTo>
                  <a:lnTo>
                    <a:pt x="50134" y="51696"/>
                  </a:lnTo>
                  <a:lnTo>
                    <a:pt x="50717" y="50885"/>
                  </a:lnTo>
                  <a:lnTo>
                    <a:pt x="51300" y="50045"/>
                  </a:lnTo>
                  <a:lnTo>
                    <a:pt x="51883" y="49175"/>
                  </a:lnTo>
                  <a:lnTo>
                    <a:pt x="52467" y="48266"/>
                  </a:lnTo>
                  <a:lnTo>
                    <a:pt x="53050" y="47337"/>
                  </a:lnTo>
                  <a:lnTo>
                    <a:pt x="53633" y="46388"/>
                  </a:lnTo>
                  <a:lnTo>
                    <a:pt x="54206" y="45419"/>
                  </a:lnTo>
                  <a:lnTo>
                    <a:pt x="54779" y="44431"/>
                  </a:lnTo>
                  <a:lnTo>
                    <a:pt x="55333" y="43452"/>
                  </a:lnTo>
                  <a:lnTo>
                    <a:pt x="55887" y="42464"/>
                  </a:lnTo>
                  <a:lnTo>
                    <a:pt x="56430" y="41475"/>
                  </a:lnTo>
                  <a:lnTo>
                    <a:pt x="56954" y="40497"/>
                  </a:lnTo>
                  <a:lnTo>
                    <a:pt x="57468" y="39528"/>
                  </a:lnTo>
                  <a:lnTo>
                    <a:pt x="57972" y="38579"/>
                  </a:lnTo>
                  <a:lnTo>
                    <a:pt x="58911" y="36740"/>
                  </a:lnTo>
                  <a:lnTo>
                    <a:pt x="59761" y="35030"/>
                  </a:lnTo>
                  <a:lnTo>
                    <a:pt x="60522" y="33479"/>
                  </a:lnTo>
                  <a:lnTo>
                    <a:pt x="61175" y="32124"/>
                  </a:lnTo>
                  <a:lnTo>
                    <a:pt x="61708" y="31008"/>
                  </a:lnTo>
                  <a:lnTo>
                    <a:pt x="62104" y="30167"/>
                  </a:lnTo>
                  <a:lnTo>
                    <a:pt x="62430" y="29446"/>
                  </a:lnTo>
                  <a:lnTo>
                    <a:pt x="62479" y="29327"/>
                  </a:lnTo>
                  <a:lnTo>
                    <a:pt x="62618" y="28971"/>
                  </a:lnTo>
                  <a:lnTo>
                    <a:pt x="62806" y="28418"/>
                  </a:lnTo>
                  <a:lnTo>
                    <a:pt x="62914" y="28072"/>
                  </a:lnTo>
                  <a:lnTo>
                    <a:pt x="63023" y="27686"/>
                  </a:lnTo>
                  <a:lnTo>
                    <a:pt x="63142" y="27261"/>
                  </a:lnTo>
                  <a:lnTo>
                    <a:pt x="63250" y="26797"/>
                  </a:lnTo>
                  <a:lnTo>
                    <a:pt x="63369" y="26303"/>
                  </a:lnTo>
                  <a:lnTo>
                    <a:pt x="63468" y="25769"/>
                  </a:lnTo>
                  <a:lnTo>
                    <a:pt x="63557" y="25215"/>
                  </a:lnTo>
                  <a:lnTo>
                    <a:pt x="63636" y="24642"/>
                  </a:lnTo>
                  <a:lnTo>
                    <a:pt x="63695" y="24039"/>
                  </a:lnTo>
                  <a:lnTo>
                    <a:pt x="63735" y="23416"/>
                  </a:lnTo>
                  <a:lnTo>
                    <a:pt x="63745" y="23110"/>
                  </a:lnTo>
                  <a:lnTo>
                    <a:pt x="63755" y="22784"/>
                  </a:lnTo>
                  <a:lnTo>
                    <a:pt x="63755" y="22467"/>
                  </a:lnTo>
                  <a:lnTo>
                    <a:pt x="63745" y="22141"/>
                  </a:lnTo>
                  <a:lnTo>
                    <a:pt x="63735" y="21815"/>
                  </a:lnTo>
                  <a:lnTo>
                    <a:pt x="63705" y="21489"/>
                  </a:lnTo>
                  <a:lnTo>
                    <a:pt x="63675" y="21153"/>
                  </a:lnTo>
                  <a:lnTo>
                    <a:pt x="63636" y="20827"/>
                  </a:lnTo>
                  <a:lnTo>
                    <a:pt x="63587" y="20490"/>
                  </a:lnTo>
                  <a:lnTo>
                    <a:pt x="63527" y="20164"/>
                  </a:lnTo>
                  <a:lnTo>
                    <a:pt x="63458" y="19828"/>
                  </a:lnTo>
                  <a:lnTo>
                    <a:pt x="63389" y="19492"/>
                  </a:lnTo>
                  <a:lnTo>
                    <a:pt x="63300" y="19166"/>
                  </a:lnTo>
                  <a:lnTo>
                    <a:pt x="63201" y="18830"/>
                  </a:lnTo>
                  <a:lnTo>
                    <a:pt x="63092" y="18504"/>
                  </a:lnTo>
                  <a:lnTo>
                    <a:pt x="62964" y="18178"/>
                  </a:lnTo>
                  <a:lnTo>
                    <a:pt x="62835" y="17851"/>
                  </a:lnTo>
                  <a:lnTo>
                    <a:pt x="62687" y="17525"/>
                  </a:lnTo>
                  <a:lnTo>
                    <a:pt x="62529" y="17209"/>
                  </a:lnTo>
                  <a:lnTo>
                    <a:pt x="62351" y="16893"/>
                  </a:lnTo>
                  <a:lnTo>
                    <a:pt x="62173" y="16576"/>
                  </a:lnTo>
                  <a:lnTo>
                    <a:pt x="61965" y="16270"/>
                  </a:lnTo>
                  <a:lnTo>
                    <a:pt x="61758" y="15963"/>
                  </a:lnTo>
                  <a:lnTo>
                    <a:pt x="61521" y="15667"/>
                  </a:lnTo>
                  <a:lnTo>
                    <a:pt x="61283" y="15370"/>
                  </a:lnTo>
                  <a:lnTo>
                    <a:pt x="61017" y="15084"/>
                  </a:lnTo>
                  <a:lnTo>
                    <a:pt x="60750" y="14797"/>
                  </a:lnTo>
                  <a:lnTo>
                    <a:pt x="60453" y="14520"/>
                  </a:lnTo>
                  <a:lnTo>
                    <a:pt x="60147" y="14253"/>
                  </a:lnTo>
                  <a:lnTo>
                    <a:pt x="59821" y="13987"/>
                  </a:lnTo>
                  <a:lnTo>
                    <a:pt x="59475" y="13730"/>
                  </a:lnTo>
                  <a:lnTo>
                    <a:pt x="59109" y="13482"/>
                  </a:lnTo>
                  <a:lnTo>
                    <a:pt x="58397" y="13028"/>
                  </a:lnTo>
                  <a:lnTo>
                    <a:pt x="57735" y="12622"/>
                  </a:lnTo>
                  <a:lnTo>
                    <a:pt x="57112" y="12277"/>
                  </a:lnTo>
                  <a:lnTo>
                    <a:pt x="56539" y="11970"/>
                  </a:lnTo>
                  <a:lnTo>
                    <a:pt x="56015" y="11723"/>
                  </a:lnTo>
                  <a:lnTo>
                    <a:pt x="55521" y="11506"/>
                  </a:lnTo>
                  <a:lnTo>
                    <a:pt x="55066" y="11337"/>
                  </a:lnTo>
                  <a:lnTo>
                    <a:pt x="54641" y="11199"/>
                  </a:lnTo>
                  <a:lnTo>
                    <a:pt x="54256" y="11090"/>
                  </a:lnTo>
                  <a:lnTo>
                    <a:pt x="53900" y="11011"/>
                  </a:lnTo>
                  <a:lnTo>
                    <a:pt x="53564" y="10952"/>
                  </a:lnTo>
                  <a:lnTo>
                    <a:pt x="53247" y="10903"/>
                  </a:lnTo>
                  <a:lnTo>
                    <a:pt x="52961" y="10883"/>
                  </a:lnTo>
                  <a:lnTo>
                    <a:pt x="52684" y="10863"/>
                  </a:lnTo>
                  <a:lnTo>
                    <a:pt x="52180" y="10853"/>
                  </a:lnTo>
                  <a:lnTo>
                    <a:pt x="51715" y="10843"/>
                  </a:lnTo>
                  <a:lnTo>
                    <a:pt x="51488" y="10824"/>
                  </a:lnTo>
                  <a:lnTo>
                    <a:pt x="51261" y="10794"/>
                  </a:lnTo>
                  <a:lnTo>
                    <a:pt x="51043" y="10754"/>
                  </a:lnTo>
                  <a:lnTo>
                    <a:pt x="50816" y="10685"/>
                  </a:lnTo>
                  <a:lnTo>
                    <a:pt x="50579" y="10596"/>
                  </a:lnTo>
                  <a:lnTo>
                    <a:pt x="50332" y="10478"/>
                  </a:lnTo>
                  <a:lnTo>
                    <a:pt x="50075" y="10339"/>
                  </a:lnTo>
                  <a:lnTo>
                    <a:pt x="49808" y="10151"/>
                  </a:lnTo>
                  <a:lnTo>
                    <a:pt x="49521" y="9934"/>
                  </a:lnTo>
                  <a:lnTo>
                    <a:pt x="49215" y="9667"/>
                  </a:lnTo>
                  <a:lnTo>
                    <a:pt x="48888" y="9361"/>
                  </a:lnTo>
                  <a:lnTo>
                    <a:pt x="48533" y="8995"/>
                  </a:lnTo>
                  <a:lnTo>
                    <a:pt x="48147" y="8580"/>
                  </a:lnTo>
                  <a:lnTo>
                    <a:pt x="47732" y="8105"/>
                  </a:lnTo>
                  <a:lnTo>
                    <a:pt x="47514" y="7868"/>
                  </a:lnTo>
                  <a:lnTo>
                    <a:pt x="47307" y="7631"/>
                  </a:lnTo>
                  <a:lnTo>
                    <a:pt x="47089" y="7413"/>
                  </a:lnTo>
                  <a:lnTo>
                    <a:pt x="46872" y="7206"/>
                  </a:lnTo>
                  <a:lnTo>
                    <a:pt x="46664" y="7008"/>
                  </a:lnTo>
                  <a:lnTo>
                    <a:pt x="46447" y="6830"/>
                  </a:lnTo>
                  <a:lnTo>
                    <a:pt x="46239" y="6662"/>
                  </a:lnTo>
                  <a:lnTo>
                    <a:pt x="46022" y="6504"/>
                  </a:lnTo>
                  <a:lnTo>
                    <a:pt x="45804" y="6356"/>
                  </a:lnTo>
                  <a:lnTo>
                    <a:pt x="45597" y="6207"/>
                  </a:lnTo>
                  <a:lnTo>
                    <a:pt x="45379" y="6089"/>
                  </a:lnTo>
                  <a:lnTo>
                    <a:pt x="45172" y="5960"/>
                  </a:lnTo>
                  <a:lnTo>
                    <a:pt x="44964" y="5852"/>
                  </a:lnTo>
                  <a:lnTo>
                    <a:pt x="44747" y="5753"/>
                  </a:lnTo>
                  <a:lnTo>
                    <a:pt x="44539" y="5664"/>
                  </a:lnTo>
                  <a:lnTo>
                    <a:pt x="44322" y="5575"/>
                  </a:lnTo>
                  <a:lnTo>
                    <a:pt x="44114" y="5506"/>
                  </a:lnTo>
                  <a:lnTo>
                    <a:pt x="43907" y="5436"/>
                  </a:lnTo>
                  <a:lnTo>
                    <a:pt x="43689" y="5377"/>
                  </a:lnTo>
                  <a:lnTo>
                    <a:pt x="43482" y="5318"/>
                  </a:lnTo>
                  <a:lnTo>
                    <a:pt x="43274" y="5268"/>
                  </a:lnTo>
                  <a:lnTo>
                    <a:pt x="43066" y="5229"/>
                  </a:lnTo>
                  <a:lnTo>
                    <a:pt x="42641" y="5160"/>
                  </a:lnTo>
                  <a:lnTo>
                    <a:pt x="42226" y="5120"/>
                  </a:lnTo>
                  <a:lnTo>
                    <a:pt x="41811" y="5091"/>
                  </a:lnTo>
                  <a:lnTo>
                    <a:pt x="41396" y="5071"/>
                  </a:lnTo>
                  <a:lnTo>
                    <a:pt x="40566" y="5071"/>
                  </a:lnTo>
                  <a:lnTo>
                    <a:pt x="40151" y="5081"/>
                  </a:lnTo>
                  <a:lnTo>
                    <a:pt x="39320" y="5100"/>
                  </a:lnTo>
                  <a:lnTo>
                    <a:pt x="38915" y="5110"/>
                  </a:lnTo>
                  <a:lnTo>
                    <a:pt x="38500" y="5110"/>
                  </a:lnTo>
                  <a:lnTo>
                    <a:pt x="38095" y="5100"/>
                  </a:lnTo>
                  <a:lnTo>
                    <a:pt x="37689" y="5091"/>
                  </a:lnTo>
                  <a:lnTo>
                    <a:pt x="37284" y="5051"/>
                  </a:lnTo>
                  <a:lnTo>
                    <a:pt x="36869" y="5002"/>
                  </a:lnTo>
                  <a:lnTo>
                    <a:pt x="36464" y="4932"/>
                  </a:lnTo>
                  <a:lnTo>
                    <a:pt x="36266" y="4883"/>
                  </a:lnTo>
                  <a:lnTo>
                    <a:pt x="36068" y="4834"/>
                  </a:lnTo>
                  <a:lnTo>
                    <a:pt x="35861" y="4774"/>
                  </a:lnTo>
                  <a:lnTo>
                    <a:pt x="35663" y="4715"/>
                  </a:lnTo>
                  <a:lnTo>
                    <a:pt x="35455" y="4636"/>
                  </a:lnTo>
                  <a:lnTo>
                    <a:pt x="35258" y="4557"/>
                  </a:lnTo>
                  <a:lnTo>
                    <a:pt x="35060" y="4468"/>
                  </a:lnTo>
                  <a:lnTo>
                    <a:pt x="34853" y="4379"/>
                  </a:lnTo>
                  <a:lnTo>
                    <a:pt x="34655" y="4270"/>
                  </a:lnTo>
                  <a:lnTo>
                    <a:pt x="34457" y="4161"/>
                  </a:lnTo>
                  <a:lnTo>
                    <a:pt x="34062" y="3914"/>
                  </a:lnTo>
                  <a:lnTo>
                    <a:pt x="33666" y="3677"/>
                  </a:lnTo>
                  <a:lnTo>
                    <a:pt x="32905" y="3183"/>
                  </a:lnTo>
                  <a:lnTo>
                    <a:pt x="32164" y="2699"/>
                  </a:lnTo>
                  <a:lnTo>
                    <a:pt x="31423" y="2224"/>
                  </a:lnTo>
                  <a:lnTo>
                    <a:pt x="30691" y="1759"/>
                  </a:lnTo>
                  <a:lnTo>
                    <a:pt x="30325" y="1542"/>
                  </a:lnTo>
                  <a:lnTo>
                    <a:pt x="29960" y="1334"/>
                  </a:lnTo>
                  <a:lnTo>
                    <a:pt x="29594" y="1137"/>
                  </a:lnTo>
                  <a:lnTo>
                    <a:pt x="29228" y="959"/>
                  </a:lnTo>
                  <a:lnTo>
                    <a:pt x="28853" y="781"/>
                  </a:lnTo>
                  <a:lnTo>
                    <a:pt x="28467" y="623"/>
                  </a:lnTo>
                  <a:lnTo>
                    <a:pt x="28082" y="475"/>
                  </a:lnTo>
                  <a:lnTo>
                    <a:pt x="27696" y="356"/>
                  </a:lnTo>
                  <a:lnTo>
                    <a:pt x="27301" y="237"/>
                  </a:lnTo>
                  <a:lnTo>
                    <a:pt x="26896" y="148"/>
                  </a:lnTo>
                  <a:lnTo>
                    <a:pt x="26480" y="79"/>
                  </a:lnTo>
                  <a:lnTo>
                    <a:pt x="26065" y="30"/>
                  </a:lnTo>
                  <a:lnTo>
                    <a:pt x="25848" y="20"/>
                  </a:lnTo>
                  <a:lnTo>
                    <a:pt x="25630" y="10"/>
                  </a:lnTo>
                  <a:lnTo>
                    <a:pt x="25413" y="0"/>
                  </a:lnTo>
                  <a:close/>
                </a:path>
              </a:pathLst>
            </a:custGeom>
            <a:solidFill>
              <a:srgbClr val="E3A382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3874225" y="2301725"/>
              <a:ext cx="136425" cy="1063600"/>
            </a:xfrm>
            <a:custGeom>
              <a:rect b="b" l="l" r="r" t="t"/>
              <a:pathLst>
                <a:path extrusionOk="0" h="42544" w="5457">
                  <a:moveTo>
                    <a:pt x="5457" y="1"/>
                  </a:moveTo>
                  <a:lnTo>
                    <a:pt x="5378" y="317"/>
                  </a:lnTo>
                  <a:lnTo>
                    <a:pt x="5140" y="1217"/>
                  </a:lnTo>
                  <a:lnTo>
                    <a:pt x="4775" y="2640"/>
                  </a:lnTo>
                  <a:lnTo>
                    <a:pt x="4320" y="4538"/>
                  </a:lnTo>
                  <a:lnTo>
                    <a:pt x="4063" y="5645"/>
                  </a:lnTo>
                  <a:lnTo>
                    <a:pt x="3786" y="6841"/>
                  </a:lnTo>
                  <a:lnTo>
                    <a:pt x="3500" y="8136"/>
                  </a:lnTo>
                  <a:lnTo>
                    <a:pt x="3203" y="9500"/>
                  </a:lnTo>
                  <a:lnTo>
                    <a:pt x="2906" y="10943"/>
                  </a:lnTo>
                  <a:lnTo>
                    <a:pt x="2610" y="12455"/>
                  </a:lnTo>
                  <a:lnTo>
                    <a:pt x="2304" y="14017"/>
                  </a:lnTo>
                  <a:lnTo>
                    <a:pt x="2007" y="15638"/>
                  </a:lnTo>
                  <a:lnTo>
                    <a:pt x="1720" y="17299"/>
                  </a:lnTo>
                  <a:lnTo>
                    <a:pt x="1444" y="18999"/>
                  </a:lnTo>
                  <a:lnTo>
                    <a:pt x="1187" y="20729"/>
                  </a:lnTo>
                  <a:lnTo>
                    <a:pt x="939" y="22478"/>
                  </a:lnTo>
                  <a:lnTo>
                    <a:pt x="831" y="23358"/>
                  </a:lnTo>
                  <a:lnTo>
                    <a:pt x="722" y="24247"/>
                  </a:lnTo>
                  <a:lnTo>
                    <a:pt x="613" y="25127"/>
                  </a:lnTo>
                  <a:lnTo>
                    <a:pt x="524" y="26017"/>
                  </a:lnTo>
                  <a:lnTo>
                    <a:pt x="425" y="26906"/>
                  </a:lnTo>
                  <a:lnTo>
                    <a:pt x="346" y="27786"/>
                  </a:lnTo>
                  <a:lnTo>
                    <a:pt x="277" y="28676"/>
                  </a:lnTo>
                  <a:lnTo>
                    <a:pt x="208" y="29555"/>
                  </a:lnTo>
                  <a:lnTo>
                    <a:pt x="149" y="30435"/>
                  </a:lnTo>
                  <a:lnTo>
                    <a:pt x="99" y="31305"/>
                  </a:lnTo>
                  <a:lnTo>
                    <a:pt x="60" y="32175"/>
                  </a:lnTo>
                  <a:lnTo>
                    <a:pt x="30" y="33035"/>
                  </a:lnTo>
                  <a:lnTo>
                    <a:pt x="10" y="33885"/>
                  </a:lnTo>
                  <a:lnTo>
                    <a:pt x="0" y="34735"/>
                  </a:lnTo>
                  <a:lnTo>
                    <a:pt x="0" y="35565"/>
                  </a:lnTo>
                  <a:lnTo>
                    <a:pt x="10" y="36395"/>
                  </a:lnTo>
                  <a:lnTo>
                    <a:pt x="40" y="37206"/>
                  </a:lnTo>
                  <a:lnTo>
                    <a:pt x="70" y="38016"/>
                  </a:lnTo>
                  <a:lnTo>
                    <a:pt x="119" y="38807"/>
                  </a:lnTo>
                  <a:lnTo>
                    <a:pt x="188" y="39578"/>
                  </a:lnTo>
                  <a:lnTo>
                    <a:pt x="257" y="40339"/>
                  </a:lnTo>
                  <a:lnTo>
                    <a:pt x="346" y="41091"/>
                  </a:lnTo>
                  <a:lnTo>
                    <a:pt x="455" y="41822"/>
                  </a:lnTo>
                  <a:lnTo>
                    <a:pt x="574" y="42534"/>
                  </a:lnTo>
                  <a:lnTo>
                    <a:pt x="673" y="42544"/>
                  </a:lnTo>
                  <a:lnTo>
                    <a:pt x="959" y="42544"/>
                  </a:lnTo>
                  <a:lnTo>
                    <a:pt x="1157" y="42534"/>
                  </a:lnTo>
                  <a:lnTo>
                    <a:pt x="1394" y="42514"/>
                  </a:lnTo>
                  <a:lnTo>
                    <a:pt x="1651" y="42464"/>
                  </a:lnTo>
                  <a:lnTo>
                    <a:pt x="1928" y="42405"/>
                  </a:lnTo>
                  <a:lnTo>
                    <a:pt x="2224" y="42316"/>
                  </a:lnTo>
                  <a:lnTo>
                    <a:pt x="2373" y="42267"/>
                  </a:lnTo>
                  <a:lnTo>
                    <a:pt x="2531" y="42198"/>
                  </a:lnTo>
                  <a:lnTo>
                    <a:pt x="2689" y="42128"/>
                  </a:lnTo>
                  <a:lnTo>
                    <a:pt x="2847" y="42049"/>
                  </a:lnTo>
                  <a:lnTo>
                    <a:pt x="3005" y="41960"/>
                  </a:lnTo>
                  <a:lnTo>
                    <a:pt x="3163" y="41852"/>
                  </a:lnTo>
                  <a:lnTo>
                    <a:pt x="3322" y="41743"/>
                  </a:lnTo>
                  <a:lnTo>
                    <a:pt x="3470" y="41624"/>
                  </a:lnTo>
                  <a:lnTo>
                    <a:pt x="3628" y="41486"/>
                  </a:lnTo>
                  <a:lnTo>
                    <a:pt x="3776" y="41338"/>
                  </a:lnTo>
                  <a:lnTo>
                    <a:pt x="3925" y="41179"/>
                  </a:lnTo>
                  <a:lnTo>
                    <a:pt x="4073" y="41011"/>
                  </a:lnTo>
                  <a:lnTo>
                    <a:pt x="4211" y="40824"/>
                  </a:lnTo>
                  <a:lnTo>
                    <a:pt x="4350" y="40626"/>
                  </a:lnTo>
                  <a:lnTo>
                    <a:pt x="4320" y="40379"/>
                  </a:lnTo>
                  <a:lnTo>
                    <a:pt x="4231" y="39667"/>
                  </a:lnTo>
                  <a:lnTo>
                    <a:pt x="4102" y="38530"/>
                  </a:lnTo>
                  <a:lnTo>
                    <a:pt x="3944" y="36988"/>
                  </a:lnTo>
                  <a:lnTo>
                    <a:pt x="3865" y="36079"/>
                  </a:lnTo>
                  <a:lnTo>
                    <a:pt x="3776" y="35091"/>
                  </a:lnTo>
                  <a:lnTo>
                    <a:pt x="3697" y="34013"/>
                  </a:lnTo>
                  <a:lnTo>
                    <a:pt x="3618" y="32857"/>
                  </a:lnTo>
                  <a:lnTo>
                    <a:pt x="3539" y="31631"/>
                  </a:lnTo>
                  <a:lnTo>
                    <a:pt x="3470" y="30326"/>
                  </a:lnTo>
                  <a:lnTo>
                    <a:pt x="3411" y="28962"/>
                  </a:lnTo>
                  <a:lnTo>
                    <a:pt x="3361" y="27539"/>
                  </a:lnTo>
                  <a:lnTo>
                    <a:pt x="3322" y="26066"/>
                  </a:lnTo>
                  <a:lnTo>
                    <a:pt x="3302" y="24534"/>
                  </a:lnTo>
                  <a:lnTo>
                    <a:pt x="3292" y="22953"/>
                  </a:lnTo>
                  <a:lnTo>
                    <a:pt x="3302" y="21332"/>
                  </a:lnTo>
                  <a:lnTo>
                    <a:pt x="3332" y="19671"/>
                  </a:lnTo>
                  <a:lnTo>
                    <a:pt x="3381" y="17971"/>
                  </a:lnTo>
                  <a:lnTo>
                    <a:pt x="3450" y="16241"/>
                  </a:lnTo>
                  <a:lnTo>
                    <a:pt x="3500" y="15361"/>
                  </a:lnTo>
                  <a:lnTo>
                    <a:pt x="3549" y="14482"/>
                  </a:lnTo>
                  <a:lnTo>
                    <a:pt x="3608" y="13602"/>
                  </a:lnTo>
                  <a:lnTo>
                    <a:pt x="3677" y="12702"/>
                  </a:lnTo>
                  <a:lnTo>
                    <a:pt x="3747" y="11813"/>
                  </a:lnTo>
                  <a:lnTo>
                    <a:pt x="3826" y="10913"/>
                  </a:lnTo>
                  <a:lnTo>
                    <a:pt x="3915" y="10004"/>
                  </a:lnTo>
                  <a:lnTo>
                    <a:pt x="4014" y="9104"/>
                  </a:lnTo>
                  <a:lnTo>
                    <a:pt x="4112" y="8195"/>
                  </a:lnTo>
                  <a:lnTo>
                    <a:pt x="4231" y="7286"/>
                  </a:lnTo>
                  <a:lnTo>
                    <a:pt x="4350" y="6376"/>
                  </a:lnTo>
                  <a:lnTo>
                    <a:pt x="4478" y="5457"/>
                  </a:lnTo>
                  <a:lnTo>
                    <a:pt x="4616" y="4548"/>
                  </a:lnTo>
                  <a:lnTo>
                    <a:pt x="4765" y="3638"/>
                  </a:lnTo>
                  <a:lnTo>
                    <a:pt x="4923" y="2729"/>
                  </a:lnTo>
                  <a:lnTo>
                    <a:pt x="5091" y="1820"/>
                  </a:lnTo>
                  <a:lnTo>
                    <a:pt x="5269" y="910"/>
                  </a:lnTo>
                  <a:lnTo>
                    <a:pt x="5457" y="1"/>
                  </a:lnTo>
                  <a:close/>
                </a:path>
              </a:pathLst>
            </a:custGeom>
            <a:solidFill>
              <a:srgbClr val="D3896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4241675" y="2404525"/>
              <a:ext cx="156200" cy="1052225"/>
            </a:xfrm>
            <a:custGeom>
              <a:rect b="b" l="l" r="r" t="t"/>
              <a:pathLst>
                <a:path extrusionOk="0" h="42089" w="6248">
                  <a:moveTo>
                    <a:pt x="6248" y="1"/>
                  </a:moveTo>
                  <a:lnTo>
                    <a:pt x="5951" y="1276"/>
                  </a:lnTo>
                  <a:lnTo>
                    <a:pt x="5615" y="2778"/>
                  </a:lnTo>
                  <a:lnTo>
                    <a:pt x="5180" y="4755"/>
                  </a:lnTo>
                  <a:lnTo>
                    <a:pt x="4676" y="7157"/>
                  </a:lnTo>
                  <a:lnTo>
                    <a:pt x="4112" y="9905"/>
                  </a:lnTo>
                  <a:lnTo>
                    <a:pt x="3806" y="11398"/>
                  </a:lnTo>
                  <a:lnTo>
                    <a:pt x="3510" y="12949"/>
                  </a:lnTo>
                  <a:lnTo>
                    <a:pt x="3203" y="14551"/>
                  </a:lnTo>
                  <a:lnTo>
                    <a:pt x="2897" y="16201"/>
                  </a:lnTo>
                  <a:lnTo>
                    <a:pt x="2590" y="17882"/>
                  </a:lnTo>
                  <a:lnTo>
                    <a:pt x="2284" y="19602"/>
                  </a:lnTo>
                  <a:lnTo>
                    <a:pt x="1997" y="21341"/>
                  </a:lnTo>
                  <a:lnTo>
                    <a:pt x="1711" y="23091"/>
                  </a:lnTo>
                  <a:lnTo>
                    <a:pt x="1444" y="24850"/>
                  </a:lnTo>
                  <a:lnTo>
                    <a:pt x="1187" y="26600"/>
                  </a:lnTo>
                  <a:lnTo>
                    <a:pt x="949" y="28340"/>
                  </a:lnTo>
                  <a:lnTo>
                    <a:pt x="732" y="30059"/>
                  </a:lnTo>
                  <a:lnTo>
                    <a:pt x="534" y="31750"/>
                  </a:lnTo>
                  <a:lnTo>
                    <a:pt x="366" y="33400"/>
                  </a:lnTo>
                  <a:lnTo>
                    <a:pt x="297" y="34211"/>
                  </a:lnTo>
                  <a:lnTo>
                    <a:pt x="228" y="35012"/>
                  </a:lnTo>
                  <a:lnTo>
                    <a:pt x="169" y="35802"/>
                  </a:lnTo>
                  <a:lnTo>
                    <a:pt x="119" y="36563"/>
                  </a:lnTo>
                  <a:lnTo>
                    <a:pt x="80" y="37324"/>
                  </a:lnTo>
                  <a:lnTo>
                    <a:pt x="40" y="38056"/>
                  </a:lnTo>
                  <a:lnTo>
                    <a:pt x="20" y="38777"/>
                  </a:lnTo>
                  <a:lnTo>
                    <a:pt x="1" y="39479"/>
                  </a:lnTo>
                  <a:lnTo>
                    <a:pt x="1" y="40161"/>
                  </a:lnTo>
                  <a:lnTo>
                    <a:pt x="1" y="40824"/>
                  </a:lnTo>
                  <a:lnTo>
                    <a:pt x="20" y="41466"/>
                  </a:lnTo>
                  <a:lnTo>
                    <a:pt x="40" y="42089"/>
                  </a:lnTo>
                  <a:lnTo>
                    <a:pt x="1977" y="40616"/>
                  </a:lnTo>
                  <a:lnTo>
                    <a:pt x="2096" y="39203"/>
                  </a:lnTo>
                  <a:lnTo>
                    <a:pt x="2402" y="35407"/>
                  </a:lnTo>
                  <a:lnTo>
                    <a:pt x="2620" y="32827"/>
                  </a:lnTo>
                  <a:lnTo>
                    <a:pt x="2877" y="29891"/>
                  </a:lnTo>
                  <a:lnTo>
                    <a:pt x="3154" y="26699"/>
                  </a:lnTo>
                  <a:lnTo>
                    <a:pt x="3460" y="23338"/>
                  </a:lnTo>
                  <a:lnTo>
                    <a:pt x="3786" y="19869"/>
                  </a:lnTo>
                  <a:lnTo>
                    <a:pt x="4132" y="16399"/>
                  </a:lnTo>
                  <a:lnTo>
                    <a:pt x="4488" y="12989"/>
                  </a:lnTo>
                  <a:lnTo>
                    <a:pt x="4666" y="11348"/>
                  </a:lnTo>
                  <a:lnTo>
                    <a:pt x="4844" y="9747"/>
                  </a:lnTo>
                  <a:lnTo>
                    <a:pt x="5032" y="8205"/>
                  </a:lnTo>
                  <a:lnTo>
                    <a:pt x="5210" y="6742"/>
                  </a:lnTo>
                  <a:lnTo>
                    <a:pt x="5388" y="5358"/>
                  </a:lnTo>
                  <a:lnTo>
                    <a:pt x="5566" y="4063"/>
                  </a:lnTo>
                  <a:lnTo>
                    <a:pt x="5743" y="2867"/>
                  </a:lnTo>
                  <a:lnTo>
                    <a:pt x="5911" y="1780"/>
                  </a:lnTo>
                  <a:lnTo>
                    <a:pt x="6079" y="821"/>
                  </a:lnTo>
                  <a:lnTo>
                    <a:pt x="6248" y="1"/>
                  </a:lnTo>
                  <a:close/>
                </a:path>
              </a:pathLst>
            </a:custGeom>
            <a:solidFill>
              <a:srgbClr val="D3896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4579725" y="2523150"/>
              <a:ext cx="197475" cy="900750"/>
            </a:xfrm>
            <a:custGeom>
              <a:rect b="b" l="l" r="r" t="t"/>
              <a:pathLst>
                <a:path extrusionOk="0" h="36030" w="7899">
                  <a:moveTo>
                    <a:pt x="7898" y="0"/>
                  </a:moveTo>
                  <a:lnTo>
                    <a:pt x="7473" y="2135"/>
                  </a:lnTo>
                  <a:lnTo>
                    <a:pt x="6969" y="4537"/>
                  </a:lnTo>
                  <a:lnTo>
                    <a:pt x="6406" y="7157"/>
                  </a:lnTo>
                  <a:lnTo>
                    <a:pt x="5803" y="9924"/>
                  </a:lnTo>
                  <a:lnTo>
                    <a:pt x="5160" y="12791"/>
                  </a:lnTo>
                  <a:lnTo>
                    <a:pt x="4498" y="15707"/>
                  </a:lnTo>
                  <a:lnTo>
                    <a:pt x="3836" y="18603"/>
                  </a:lnTo>
                  <a:lnTo>
                    <a:pt x="3183" y="21430"/>
                  </a:lnTo>
                  <a:lnTo>
                    <a:pt x="1958" y="26669"/>
                  </a:lnTo>
                  <a:lnTo>
                    <a:pt x="939" y="30958"/>
                  </a:lnTo>
                  <a:lnTo>
                    <a:pt x="0" y="34932"/>
                  </a:lnTo>
                  <a:lnTo>
                    <a:pt x="1869" y="36029"/>
                  </a:lnTo>
                  <a:lnTo>
                    <a:pt x="2076" y="35268"/>
                  </a:lnTo>
                  <a:lnTo>
                    <a:pt x="2294" y="34398"/>
                  </a:lnTo>
                  <a:lnTo>
                    <a:pt x="2521" y="33420"/>
                  </a:lnTo>
                  <a:lnTo>
                    <a:pt x="2748" y="32342"/>
                  </a:lnTo>
                  <a:lnTo>
                    <a:pt x="2995" y="31176"/>
                  </a:lnTo>
                  <a:lnTo>
                    <a:pt x="3233" y="29940"/>
                  </a:lnTo>
                  <a:lnTo>
                    <a:pt x="3480" y="28626"/>
                  </a:lnTo>
                  <a:lnTo>
                    <a:pt x="3727" y="27262"/>
                  </a:lnTo>
                  <a:lnTo>
                    <a:pt x="3984" y="25838"/>
                  </a:lnTo>
                  <a:lnTo>
                    <a:pt x="4231" y="24375"/>
                  </a:lnTo>
                  <a:lnTo>
                    <a:pt x="4735" y="21361"/>
                  </a:lnTo>
                  <a:lnTo>
                    <a:pt x="5229" y="18287"/>
                  </a:lnTo>
                  <a:lnTo>
                    <a:pt x="5704" y="15222"/>
                  </a:lnTo>
                  <a:lnTo>
                    <a:pt x="6149" y="12247"/>
                  </a:lnTo>
                  <a:lnTo>
                    <a:pt x="6564" y="9430"/>
                  </a:lnTo>
                  <a:lnTo>
                    <a:pt x="6939" y="6850"/>
                  </a:lnTo>
                  <a:lnTo>
                    <a:pt x="7265" y="4577"/>
                  </a:lnTo>
                  <a:lnTo>
                    <a:pt x="7730" y="1236"/>
                  </a:lnTo>
                  <a:lnTo>
                    <a:pt x="7898" y="0"/>
                  </a:lnTo>
                  <a:close/>
                </a:path>
              </a:pathLst>
            </a:custGeom>
            <a:solidFill>
              <a:srgbClr val="D3896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2457775" y="3056400"/>
              <a:ext cx="268900" cy="408500"/>
            </a:xfrm>
            <a:custGeom>
              <a:rect b="b" l="l" r="r" t="t"/>
              <a:pathLst>
                <a:path extrusionOk="0" h="16340" w="10756">
                  <a:moveTo>
                    <a:pt x="2581" y="1"/>
                  </a:moveTo>
                  <a:lnTo>
                    <a:pt x="2344" y="11"/>
                  </a:lnTo>
                  <a:lnTo>
                    <a:pt x="2106" y="41"/>
                  </a:lnTo>
                  <a:lnTo>
                    <a:pt x="1859" y="90"/>
                  </a:lnTo>
                  <a:lnTo>
                    <a:pt x="1602" y="159"/>
                  </a:lnTo>
                  <a:lnTo>
                    <a:pt x="1345" y="248"/>
                  </a:lnTo>
                  <a:lnTo>
                    <a:pt x="1088" y="357"/>
                  </a:lnTo>
                  <a:lnTo>
                    <a:pt x="821" y="495"/>
                  </a:lnTo>
                  <a:lnTo>
                    <a:pt x="555" y="663"/>
                  </a:lnTo>
                  <a:lnTo>
                    <a:pt x="288" y="851"/>
                  </a:lnTo>
                  <a:lnTo>
                    <a:pt x="248" y="881"/>
                  </a:lnTo>
                  <a:lnTo>
                    <a:pt x="209" y="930"/>
                  </a:lnTo>
                  <a:lnTo>
                    <a:pt x="169" y="999"/>
                  </a:lnTo>
                  <a:lnTo>
                    <a:pt x="120" y="1088"/>
                  </a:lnTo>
                  <a:lnTo>
                    <a:pt x="70" y="1197"/>
                  </a:lnTo>
                  <a:lnTo>
                    <a:pt x="41" y="1325"/>
                  </a:lnTo>
                  <a:lnTo>
                    <a:pt x="11" y="1474"/>
                  </a:lnTo>
                  <a:lnTo>
                    <a:pt x="1" y="1652"/>
                  </a:lnTo>
                  <a:lnTo>
                    <a:pt x="21" y="1849"/>
                  </a:lnTo>
                  <a:lnTo>
                    <a:pt x="31" y="1968"/>
                  </a:lnTo>
                  <a:lnTo>
                    <a:pt x="60" y="2077"/>
                  </a:lnTo>
                  <a:lnTo>
                    <a:pt x="90" y="2205"/>
                  </a:lnTo>
                  <a:lnTo>
                    <a:pt x="129" y="2334"/>
                  </a:lnTo>
                  <a:lnTo>
                    <a:pt x="169" y="2472"/>
                  </a:lnTo>
                  <a:lnTo>
                    <a:pt x="228" y="2610"/>
                  </a:lnTo>
                  <a:lnTo>
                    <a:pt x="298" y="2759"/>
                  </a:lnTo>
                  <a:lnTo>
                    <a:pt x="377" y="2917"/>
                  </a:lnTo>
                  <a:lnTo>
                    <a:pt x="466" y="3085"/>
                  </a:lnTo>
                  <a:lnTo>
                    <a:pt x="564" y="3253"/>
                  </a:lnTo>
                  <a:lnTo>
                    <a:pt x="683" y="3431"/>
                  </a:lnTo>
                  <a:lnTo>
                    <a:pt x="812" y="3619"/>
                  </a:lnTo>
                  <a:lnTo>
                    <a:pt x="950" y="3836"/>
                  </a:lnTo>
                  <a:lnTo>
                    <a:pt x="1118" y="4093"/>
                  </a:lnTo>
                  <a:lnTo>
                    <a:pt x="1503" y="4746"/>
                  </a:lnTo>
                  <a:lnTo>
                    <a:pt x="1948" y="5536"/>
                  </a:lnTo>
                  <a:lnTo>
                    <a:pt x="2452" y="6456"/>
                  </a:lnTo>
                  <a:lnTo>
                    <a:pt x="2986" y="7464"/>
                  </a:lnTo>
                  <a:lnTo>
                    <a:pt x="3540" y="8531"/>
                  </a:lnTo>
                  <a:lnTo>
                    <a:pt x="4666" y="10735"/>
                  </a:lnTo>
                  <a:lnTo>
                    <a:pt x="5734" y="12841"/>
                  </a:lnTo>
                  <a:lnTo>
                    <a:pt x="6624" y="14630"/>
                  </a:lnTo>
                  <a:lnTo>
                    <a:pt x="7464" y="16340"/>
                  </a:lnTo>
                  <a:lnTo>
                    <a:pt x="10755" y="9450"/>
                  </a:lnTo>
                  <a:lnTo>
                    <a:pt x="5596" y="1375"/>
                  </a:lnTo>
                  <a:lnTo>
                    <a:pt x="5487" y="1256"/>
                  </a:lnTo>
                  <a:lnTo>
                    <a:pt x="5358" y="1138"/>
                  </a:lnTo>
                  <a:lnTo>
                    <a:pt x="5180" y="989"/>
                  </a:lnTo>
                  <a:lnTo>
                    <a:pt x="4953" y="811"/>
                  </a:lnTo>
                  <a:lnTo>
                    <a:pt x="4686" y="634"/>
                  </a:lnTo>
                  <a:lnTo>
                    <a:pt x="4538" y="545"/>
                  </a:lnTo>
                  <a:lnTo>
                    <a:pt x="4380" y="456"/>
                  </a:lnTo>
                  <a:lnTo>
                    <a:pt x="4212" y="377"/>
                  </a:lnTo>
                  <a:lnTo>
                    <a:pt x="4034" y="298"/>
                  </a:lnTo>
                  <a:lnTo>
                    <a:pt x="3846" y="228"/>
                  </a:lnTo>
                  <a:lnTo>
                    <a:pt x="3658" y="159"/>
                  </a:lnTo>
                  <a:lnTo>
                    <a:pt x="3451" y="110"/>
                  </a:lnTo>
                  <a:lnTo>
                    <a:pt x="3243" y="60"/>
                  </a:lnTo>
                  <a:lnTo>
                    <a:pt x="3036" y="31"/>
                  </a:lnTo>
                  <a:lnTo>
                    <a:pt x="2808" y="11"/>
                  </a:lnTo>
                  <a:lnTo>
                    <a:pt x="2581" y="1"/>
                  </a:lnTo>
                  <a:close/>
                </a:path>
              </a:pathLst>
            </a:custGeom>
            <a:solidFill>
              <a:srgbClr val="C4765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2397500" y="2638300"/>
              <a:ext cx="783600" cy="946200"/>
            </a:xfrm>
            <a:custGeom>
              <a:rect b="b" l="l" r="r" t="t"/>
              <a:pathLst>
                <a:path extrusionOk="0" h="37848" w="31344">
                  <a:moveTo>
                    <a:pt x="17871" y="1"/>
                  </a:moveTo>
                  <a:lnTo>
                    <a:pt x="0" y="9628"/>
                  </a:lnTo>
                  <a:lnTo>
                    <a:pt x="18356" y="37848"/>
                  </a:lnTo>
                  <a:lnTo>
                    <a:pt x="31344" y="30850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2462000" y="2529075"/>
              <a:ext cx="149025" cy="232550"/>
            </a:xfrm>
            <a:custGeom>
              <a:rect b="b" l="l" r="r" t="t"/>
              <a:pathLst>
                <a:path extrusionOk="0" h="9302" w="5961">
                  <a:moveTo>
                    <a:pt x="1334" y="1"/>
                  </a:moveTo>
                  <a:lnTo>
                    <a:pt x="0" y="712"/>
                  </a:lnTo>
                  <a:lnTo>
                    <a:pt x="4626" y="9302"/>
                  </a:lnTo>
                  <a:lnTo>
                    <a:pt x="5960" y="8580"/>
                  </a:lnTo>
                  <a:lnTo>
                    <a:pt x="13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2216850" y="2528325"/>
              <a:ext cx="283225" cy="81575"/>
            </a:xfrm>
            <a:custGeom>
              <a:rect b="b" l="l" r="r" t="t"/>
              <a:pathLst>
                <a:path extrusionOk="0" h="3263" w="11329">
                  <a:moveTo>
                    <a:pt x="11131" y="1"/>
                  </a:moveTo>
                  <a:lnTo>
                    <a:pt x="1" y="1869"/>
                  </a:lnTo>
                  <a:lnTo>
                    <a:pt x="198" y="3263"/>
                  </a:lnTo>
                  <a:lnTo>
                    <a:pt x="11328" y="1395"/>
                  </a:lnTo>
                  <a:lnTo>
                    <a:pt x="111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2356225" y="2589375"/>
              <a:ext cx="529825" cy="332625"/>
            </a:xfrm>
            <a:custGeom>
              <a:rect b="b" l="l" r="r" t="t"/>
              <a:pathLst>
                <a:path extrusionOk="0" h="13305" w="21193">
                  <a:moveTo>
                    <a:pt x="19759" y="0"/>
                  </a:moveTo>
                  <a:lnTo>
                    <a:pt x="1" y="10646"/>
                  </a:lnTo>
                  <a:lnTo>
                    <a:pt x="1434" y="13305"/>
                  </a:lnTo>
                  <a:lnTo>
                    <a:pt x="21193" y="2659"/>
                  </a:lnTo>
                  <a:lnTo>
                    <a:pt x="197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2571950" y="2964725"/>
              <a:ext cx="622000" cy="769775"/>
            </a:xfrm>
            <a:custGeom>
              <a:rect b="b" l="l" r="r" t="t"/>
              <a:pathLst>
                <a:path extrusionOk="0" h="30791" w="24880">
                  <a:moveTo>
                    <a:pt x="12494" y="1"/>
                  </a:moveTo>
                  <a:lnTo>
                    <a:pt x="12356" y="11"/>
                  </a:lnTo>
                  <a:lnTo>
                    <a:pt x="12218" y="21"/>
                  </a:lnTo>
                  <a:lnTo>
                    <a:pt x="12069" y="40"/>
                  </a:lnTo>
                  <a:lnTo>
                    <a:pt x="11921" y="60"/>
                  </a:lnTo>
                  <a:lnTo>
                    <a:pt x="11763" y="90"/>
                  </a:lnTo>
                  <a:lnTo>
                    <a:pt x="11605" y="129"/>
                  </a:lnTo>
                  <a:lnTo>
                    <a:pt x="11437" y="179"/>
                  </a:lnTo>
                  <a:lnTo>
                    <a:pt x="11269" y="238"/>
                  </a:lnTo>
                  <a:lnTo>
                    <a:pt x="11091" y="307"/>
                  </a:lnTo>
                  <a:lnTo>
                    <a:pt x="10903" y="376"/>
                  </a:lnTo>
                  <a:lnTo>
                    <a:pt x="10715" y="456"/>
                  </a:lnTo>
                  <a:lnTo>
                    <a:pt x="10527" y="554"/>
                  </a:lnTo>
                  <a:lnTo>
                    <a:pt x="10122" y="762"/>
                  </a:lnTo>
                  <a:lnTo>
                    <a:pt x="9707" y="1009"/>
                  </a:lnTo>
                  <a:lnTo>
                    <a:pt x="9262" y="1296"/>
                  </a:lnTo>
                  <a:lnTo>
                    <a:pt x="8808" y="1612"/>
                  </a:lnTo>
                  <a:lnTo>
                    <a:pt x="8363" y="1938"/>
                  </a:lnTo>
                  <a:lnTo>
                    <a:pt x="7928" y="2274"/>
                  </a:lnTo>
                  <a:lnTo>
                    <a:pt x="7493" y="2610"/>
                  </a:lnTo>
                  <a:lnTo>
                    <a:pt x="7078" y="2966"/>
                  </a:lnTo>
                  <a:lnTo>
                    <a:pt x="6663" y="3332"/>
                  </a:lnTo>
                  <a:lnTo>
                    <a:pt x="6257" y="3698"/>
                  </a:lnTo>
                  <a:lnTo>
                    <a:pt x="5862" y="4073"/>
                  </a:lnTo>
                  <a:lnTo>
                    <a:pt x="5486" y="4459"/>
                  </a:lnTo>
                  <a:lnTo>
                    <a:pt x="5111" y="4844"/>
                  </a:lnTo>
                  <a:lnTo>
                    <a:pt x="4745" y="5240"/>
                  </a:lnTo>
                  <a:lnTo>
                    <a:pt x="4399" y="5645"/>
                  </a:lnTo>
                  <a:lnTo>
                    <a:pt x="4053" y="6050"/>
                  </a:lnTo>
                  <a:lnTo>
                    <a:pt x="3727" y="6455"/>
                  </a:lnTo>
                  <a:lnTo>
                    <a:pt x="3411" y="6871"/>
                  </a:lnTo>
                  <a:lnTo>
                    <a:pt x="3104" y="7286"/>
                  </a:lnTo>
                  <a:lnTo>
                    <a:pt x="2818" y="7701"/>
                  </a:lnTo>
                  <a:lnTo>
                    <a:pt x="2531" y="8126"/>
                  </a:lnTo>
                  <a:lnTo>
                    <a:pt x="2274" y="8541"/>
                  </a:lnTo>
                  <a:lnTo>
                    <a:pt x="2017" y="8966"/>
                  </a:lnTo>
                  <a:lnTo>
                    <a:pt x="1780" y="9391"/>
                  </a:lnTo>
                  <a:lnTo>
                    <a:pt x="1562" y="9816"/>
                  </a:lnTo>
                  <a:lnTo>
                    <a:pt x="1355" y="10241"/>
                  </a:lnTo>
                  <a:lnTo>
                    <a:pt x="1157" y="10666"/>
                  </a:lnTo>
                  <a:lnTo>
                    <a:pt x="979" y="11081"/>
                  </a:lnTo>
                  <a:lnTo>
                    <a:pt x="821" y="11506"/>
                  </a:lnTo>
                  <a:lnTo>
                    <a:pt x="673" y="11921"/>
                  </a:lnTo>
                  <a:lnTo>
                    <a:pt x="544" y="12337"/>
                  </a:lnTo>
                  <a:lnTo>
                    <a:pt x="436" y="12742"/>
                  </a:lnTo>
                  <a:lnTo>
                    <a:pt x="337" y="13147"/>
                  </a:lnTo>
                  <a:lnTo>
                    <a:pt x="267" y="13552"/>
                  </a:lnTo>
                  <a:lnTo>
                    <a:pt x="208" y="13948"/>
                  </a:lnTo>
                  <a:lnTo>
                    <a:pt x="119" y="14689"/>
                  </a:lnTo>
                  <a:lnTo>
                    <a:pt x="60" y="15421"/>
                  </a:lnTo>
                  <a:lnTo>
                    <a:pt x="20" y="16122"/>
                  </a:lnTo>
                  <a:lnTo>
                    <a:pt x="1" y="16814"/>
                  </a:lnTo>
                  <a:lnTo>
                    <a:pt x="1" y="17467"/>
                  </a:lnTo>
                  <a:lnTo>
                    <a:pt x="20" y="18109"/>
                  </a:lnTo>
                  <a:lnTo>
                    <a:pt x="60" y="18732"/>
                  </a:lnTo>
                  <a:lnTo>
                    <a:pt x="119" y="19325"/>
                  </a:lnTo>
                  <a:lnTo>
                    <a:pt x="198" y="19898"/>
                  </a:lnTo>
                  <a:lnTo>
                    <a:pt x="287" y="20462"/>
                  </a:lnTo>
                  <a:lnTo>
                    <a:pt x="406" y="20995"/>
                  </a:lnTo>
                  <a:lnTo>
                    <a:pt x="524" y="21509"/>
                  </a:lnTo>
                  <a:lnTo>
                    <a:pt x="673" y="22013"/>
                  </a:lnTo>
                  <a:lnTo>
                    <a:pt x="821" y="22488"/>
                  </a:lnTo>
                  <a:lnTo>
                    <a:pt x="999" y="22953"/>
                  </a:lnTo>
                  <a:lnTo>
                    <a:pt x="1177" y="23397"/>
                  </a:lnTo>
                  <a:lnTo>
                    <a:pt x="1375" y="23822"/>
                  </a:lnTo>
                  <a:lnTo>
                    <a:pt x="1582" y="24228"/>
                  </a:lnTo>
                  <a:lnTo>
                    <a:pt x="1809" y="24623"/>
                  </a:lnTo>
                  <a:lnTo>
                    <a:pt x="2037" y="24999"/>
                  </a:lnTo>
                  <a:lnTo>
                    <a:pt x="2284" y="25354"/>
                  </a:lnTo>
                  <a:lnTo>
                    <a:pt x="2531" y="25700"/>
                  </a:lnTo>
                  <a:lnTo>
                    <a:pt x="2798" y="26027"/>
                  </a:lnTo>
                  <a:lnTo>
                    <a:pt x="3065" y="26343"/>
                  </a:lnTo>
                  <a:lnTo>
                    <a:pt x="3342" y="26639"/>
                  </a:lnTo>
                  <a:lnTo>
                    <a:pt x="3628" y="26926"/>
                  </a:lnTo>
                  <a:lnTo>
                    <a:pt x="3915" y="27193"/>
                  </a:lnTo>
                  <a:lnTo>
                    <a:pt x="4221" y="27450"/>
                  </a:lnTo>
                  <a:lnTo>
                    <a:pt x="4518" y="27697"/>
                  </a:lnTo>
                  <a:lnTo>
                    <a:pt x="4824" y="27924"/>
                  </a:lnTo>
                  <a:lnTo>
                    <a:pt x="5140" y="28142"/>
                  </a:lnTo>
                  <a:lnTo>
                    <a:pt x="5457" y="28349"/>
                  </a:lnTo>
                  <a:lnTo>
                    <a:pt x="5773" y="28547"/>
                  </a:lnTo>
                  <a:lnTo>
                    <a:pt x="6099" y="28725"/>
                  </a:lnTo>
                  <a:lnTo>
                    <a:pt x="6416" y="28903"/>
                  </a:lnTo>
                  <a:lnTo>
                    <a:pt x="6742" y="29061"/>
                  </a:lnTo>
                  <a:lnTo>
                    <a:pt x="7068" y="29209"/>
                  </a:lnTo>
                  <a:lnTo>
                    <a:pt x="7394" y="29358"/>
                  </a:lnTo>
                  <a:lnTo>
                    <a:pt x="7720" y="29486"/>
                  </a:lnTo>
                  <a:lnTo>
                    <a:pt x="8037" y="29605"/>
                  </a:lnTo>
                  <a:lnTo>
                    <a:pt x="8363" y="29723"/>
                  </a:lnTo>
                  <a:lnTo>
                    <a:pt x="8679" y="29832"/>
                  </a:lnTo>
                  <a:lnTo>
                    <a:pt x="8995" y="29931"/>
                  </a:lnTo>
                  <a:lnTo>
                    <a:pt x="9302" y="30020"/>
                  </a:lnTo>
                  <a:lnTo>
                    <a:pt x="9905" y="30178"/>
                  </a:lnTo>
                  <a:lnTo>
                    <a:pt x="10498" y="30307"/>
                  </a:lnTo>
                  <a:lnTo>
                    <a:pt x="11051" y="30415"/>
                  </a:lnTo>
                  <a:lnTo>
                    <a:pt x="11575" y="30504"/>
                  </a:lnTo>
                  <a:lnTo>
                    <a:pt x="12060" y="30583"/>
                  </a:lnTo>
                  <a:lnTo>
                    <a:pt x="12504" y="30633"/>
                  </a:lnTo>
                  <a:lnTo>
                    <a:pt x="13246" y="30722"/>
                  </a:lnTo>
                  <a:lnTo>
                    <a:pt x="13750" y="30781"/>
                  </a:lnTo>
                  <a:lnTo>
                    <a:pt x="13849" y="30791"/>
                  </a:lnTo>
                  <a:lnTo>
                    <a:pt x="13948" y="30791"/>
                  </a:lnTo>
                  <a:lnTo>
                    <a:pt x="14056" y="30781"/>
                  </a:lnTo>
                  <a:lnTo>
                    <a:pt x="14175" y="30771"/>
                  </a:lnTo>
                  <a:lnTo>
                    <a:pt x="14293" y="30751"/>
                  </a:lnTo>
                  <a:lnTo>
                    <a:pt x="14412" y="30722"/>
                  </a:lnTo>
                  <a:lnTo>
                    <a:pt x="14679" y="30633"/>
                  </a:lnTo>
                  <a:lnTo>
                    <a:pt x="14966" y="30524"/>
                  </a:lnTo>
                  <a:lnTo>
                    <a:pt x="15262" y="30376"/>
                  </a:lnTo>
                  <a:lnTo>
                    <a:pt x="15569" y="30208"/>
                  </a:lnTo>
                  <a:lnTo>
                    <a:pt x="15895" y="30010"/>
                  </a:lnTo>
                  <a:lnTo>
                    <a:pt x="16241" y="29783"/>
                  </a:lnTo>
                  <a:lnTo>
                    <a:pt x="16587" y="29536"/>
                  </a:lnTo>
                  <a:lnTo>
                    <a:pt x="16952" y="29249"/>
                  </a:lnTo>
                  <a:lnTo>
                    <a:pt x="17318" y="28952"/>
                  </a:lnTo>
                  <a:lnTo>
                    <a:pt x="17694" y="28616"/>
                  </a:lnTo>
                  <a:lnTo>
                    <a:pt x="18069" y="28270"/>
                  </a:lnTo>
                  <a:lnTo>
                    <a:pt x="18455" y="27895"/>
                  </a:lnTo>
                  <a:lnTo>
                    <a:pt x="18840" y="27499"/>
                  </a:lnTo>
                  <a:lnTo>
                    <a:pt x="19226" y="27074"/>
                  </a:lnTo>
                  <a:lnTo>
                    <a:pt x="19611" y="26639"/>
                  </a:lnTo>
                  <a:lnTo>
                    <a:pt x="19987" y="26175"/>
                  </a:lnTo>
                  <a:lnTo>
                    <a:pt x="20372" y="25700"/>
                  </a:lnTo>
                  <a:lnTo>
                    <a:pt x="20748" y="25196"/>
                  </a:lnTo>
                  <a:lnTo>
                    <a:pt x="21114" y="24682"/>
                  </a:lnTo>
                  <a:lnTo>
                    <a:pt x="21479" y="24149"/>
                  </a:lnTo>
                  <a:lnTo>
                    <a:pt x="21825" y="23595"/>
                  </a:lnTo>
                  <a:lnTo>
                    <a:pt x="22171" y="23032"/>
                  </a:lnTo>
                  <a:lnTo>
                    <a:pt x="22498" y="22448"/>
                  </a:lnTo>
                  <a:lnTo>
                    <a:pt x="22814" y="21855"/>
                  </a:lnTo>
                  <a:lnTo>
                    <a:pt x="23120" y="21243"/>
                  </a:lnTo>
                  <a:lnTo>
                    <a:pt x="23407" y="20620"/>
                  </a:lnTo>
                  <a:lnTo>
                    <a:pt x="23674" y="19977"/>
                  </a:lnTo>
                  <a:lnTo>
                    <a:pt x="23921" y="19335"/>
                  </a:lnTo>
                  <a:lnTo>
                    <a:pt x="24039" y="19009"/>
                  </a:lnTo>
                  <a:lnTo>
                    <a:pt x="24148" y="18673"/>
                  </a:lnTo>
                  <a:lnTo>
                    <a:pt x="24346" y="18030"/>
                  </a:lnTo>
                  <a:lnTo>
                    <a:pt x="24514" y="17417"/>
                  </a:lnTo>
                  <a:lnTo>
                    <a:pt x="24642" y="16854"/>
                  </a:lnTo>
                  <a:lnTo>
                    <a:pt x="24751" y="16320"/>
                  </a:lnTo>
                  <a:lnTo>
                    <a:pt x="24820" y="15816"/>
                  </a:lnTo>
                  <a:lnTo>
                    <a:pt x="24860" y="15351"/>
                  </a:lnTo>
                  <a:lnTo>
                    <a:pt x="24880" y="14916"/>
                  </a:lnTo>
                  <a:lnTo>
                    <a:pt x="24880" y="14511"/>
                  </a:lnTo>
                  <a:lnTo>
                    <a:pt x="24860" y="14136"/>
                  </a:lnTo>
                  <a:lnTo>
                    <a:pt x="24810" y="13790"/>
                  </a:lnTo>
                  <a:lnTo>
                    <a:pt x="24751" y="13473"/>
                  </a:lnTo>
                  <a:lnTo>
                    <a:pt x="24672" y="13187"/>
                  </a:lnTo>
                  <a:lnTo>
                    <a:pt x="24573" y="12920"/>
                  </a:lnTo>
                  <a:lnTo>
                    <a:pt x="24474" y="12683"/>
                  </a:lnTo>
                  <a:lnTo>
                    <a:pt x="24356" y="12465"/>
                  </a:lnTo>
                  <a:lnTo>
                    <a:pt x="24227" y="12267"/>
                  </a:lnTo>
                  <a:lnTo>
                    <a:pt x="24099" y="12090"/>
                  </a:lnTo>
                  <a:lnTo>
                    <a:pt x="23960" y="11931"/>
                  </a:lnTo>
                  <a:lnTo>
                    <a:pt x="23822" y="11803"/>
                  </a:lnTo>
                  <a:lnTo>
                    <a:pt x="23684" y="11674"/>
                  </a:lnTo>
                  <a:lnTo>
                    <a:pt x="23545" y="11576"/>
                  </a:lnTo>
                  <a:lnTo>
                    <a:pt x="23407" y="11487"/>
                  </a:lnTo>
                  <a:lnTo>
                    <a:pt x="23278" y="11407"/>
                  </a:lnTo>
                  <a:lnTo>
                    <a:pt x="23150" y="11348"/>
                  </a:lnTo>
                  <a:lnTo>
                    <a:pt x="23031" y="11299"/>
                  </a:lnTo>
                  <a:lnTo>
                    <a:pt x="22923" y="11259"/>
                  </a:lnTo>
                  <a:lnTo>
                    <a:pt x="22735" y="11210"/>
                  </a:lnTo>
                  <a:lnTo>
                    <a:pt x="22616" y="11180"/>
                  </a:lnTo>
                  <a:lnTo>
                    <a:pt x="22577" y="11170"/>
                  </a:lnTo>
                  <a:lnTo>
                    <a:pt x="22626" y="10716"/>
                  </a:lnTo>
                  <a:lnTo>
                    <a:pt x="22656" y="10291"/>
                  </a:lnTo>
                  <a:lnTo>
                    <a:pt x="22666" y="9895"/>
                  </a:lnTo>
                  <a:lnTo>
                    <a:pt x="22656" y="9529"/>
                  </a:lnTo>
                  <a:lnTo>
                    <a:pt x="22616" y="9203"/>
                  </a:lnTo>
                  <a:lnTo>
                    <a:pt x="22567" y="8897"/>
                  </a:lnTo>
                  <a:lnTo>
                    <a:pt x="22507" y="8620"/>
                  </a:lnTo>
                  <a:lnTo>
                    <a:pt x="22428" y="8373"/>
                  </a:lnTo>
                  <a:lnTo>
                    <a:pt x="22339" y="8146"/>
                  </a:lnTo>
                  <a:lnTo>
                    <a:pt x="22231" y="7948"/>
                  </a:lnTo>
                  <a:lnTo>
                    <a:pt x="22122" y="7770"/>
                  </a:lnTo>
                  <a:lnTo>
                    <a:pt x="21993" y="7612"/>
                  </a:lnTo>
                  <a:lnTo>
                    <a:pt x="21865" y="7473"/>
                  </a:lnTo>
                  <a:lnTo>
                    <a:pt x="21727" y="7355"/>
                  </a:lnTo>
                  <a:lnTo>
                    <a:pt x="21588" y="7256"/>
                  </a:lnTo>
                  <a:lnTo>
                    <a:pt x="21450" y="7167"/>
                  </a:lnTo>
                  <a:lnTo>
                    <a:pt x="21302" y="7098"/>
                  </a:lnTo>
                  <a:lnTo>
                    <a:pt x="21153" y="7039"/>
                  </a:lnTo>
                  <a:lnTo>
                    <a:pt x="21005" y="6999"/>
                  </a:lnTo>
                  <a:lnTo>
                    <a:pt x="20867" y="6959"/>
                  </a:lnTo>
                  <a:lnTo>
                    <a:pt x="20718" y="6940"/>
                  </a:lnTo>
                  <a:lnTo>
                    <a:pt x="20590" y="6920"/>
                  </a:lnTo>
                  <a:lnTo>
                    <a:pt x="20461" y="6920"/>
                  </a:lnTo>
                  <a:lnTo>
                    <a:pt x="20333" y="6910"/>
                  </a:lnTo>
                  <a:lnTo>
                    <a:pt x="20125" y="6930"/>
                  </a:lnTo>
                  <a:lnTo>
                    <a:pt x="19957" y="6950"/>
                  </a:lnTo>
                  <a:lnTo>
                    <a:pt x="19809" y="6969"/>
                  </a:lnTo>
                  <a:lnTo>
                    <a:pt x="19908" y="6722"/>
                  </a:lnTo>
                  <a:lnTo>
                    <a:pt x="20026" y="6445"/>
                  </a:lnTo>
                  <a:lnTo>
                    <a:pt x="20155" y="6080"/>
                  </a:lnTo>
                  <a:lnTo>
                    <a:pt x="20303" y="5645"/>
                  </a:lnTo>
                  <a:lnTo>
                    <a:pt x="20451" y="5161"/>
                  </a:lnTo>
                  <a:lnTo>
                    <a:pt x="20521" y="4904"/>
                  </a:lnTo>
                  <a:lnTo>
                    <a:pt x="20590" y="4637"/>
                  </a:lnTo>
                  <a:lnTo>
                    <a:pt x="20649" y="4380"/>
                  </a:lnTo>
                  <a:lnTo>
                    <a:pt x="20699" y="4103"/>
                  </a:lnTo>
                  <a:lnTo>
                    <a:pt x="20748" y="3836"/>
                  </a:lnTo>
                  <a:lnTo>
                    <a:pt x="20778" y="3579"/>
                  </a:lnTo>
                  <a:lnTo>
                    <a:pt x="20797" y="3312"/>
                  </a:lnTo>
                  <a:lnTo>
                    <a:pt x="20807" y="3065"/>
                  </a:lnTo>
                  <a:lnTo>
                    <a:pt x="20797" y="2818"/>
                  </a:lnTo>
                  <a:lnTo>
                    <a:pt x="20778" y="2581"/>
                  </a:lnTo>
                  <a:lnTo>
                    <a:pt x="20728" y="2363"/>
                  </a:lnTo>
                  <a:lnTo>
                    <a:pt x="20708" y="2254"/>
                  </a:lnTo>
                  <a:lnTo>
                    <a:pt x="20669" y="2156"/>
                  </a:lnTo>
                  <a:lnTo>
                    <a:pt x="20629" y="2057"/>
                  </a:lnTo>
                  <a:lnTo>
                    <a:pt x="20590" y="1958"/>
                  </a:lnTo>
                  <a:lnTo>
                    <a:pt x="20540" y="1879"/>
                  </a:lnTo>
                  <a:lnTo>
                    <a:pt x="20491" y="1790"/>
                  </a:lnTo>
                  <a:lnTo>
                    <a:pt x="20422" y="1711"/>
                  </a:lnTo>
                  <a:lnTo>
                    <a:pt x="20362" y="1642"/>
                  </a:lnTo>
                  <a:lnTo>
                    <a:pt x="20283" y="1582"/>
                  </a:lnTo>
                  <a:lnTo>
                    <a:pt x="20204" y="1513"/>
                  </a:lnTo>
                  <a:lnTo>
                    <a:pt x="20115" y="1464"/>
                  </a:lnTo>
                  <a:lnTo>
                    <a:pt x="20026" y="1414"/>
                  </a:lnTo>
                  <a:lnTo>
                    <a:pt x="19928" y="1375"/>
                  </a:lnTo>
                  <a:lnTo>
                    <a:pt x="19819" y="1345"/>
                  </a:lnTo>
                  <a:lnTo>
                    <a:pt x="19700" y="1325"/>
                  </a:lnTo>
                  <a:lnTo>
                    <a:pt x="19582" y="1306"/>
                  </a:lnTo>
                  <a:lnTo>
                    <a:pt x="19453" y="1296"/>
                  </a:lnTo>
                  <a:lnTo>
                    <a:pt x="19315" y="1296"/>
                  </a:lnTo>
                  <a:lnTo>
                    <a:pt x="19028" y="1306"/>
                  </a:lnTo>
                  <a:lnTo>
                    <a:pt x="18751" y="1335"/>
                  </a:lnTo>
                  <a:lnTo>
                    <a:pt x="18484" y="1385"/>
                  </a:lnTo>
                  <a:lnTo>
                    <a:pt x="18218" y="1444"/>
                  </a:lnTo>
                  <a:lnTo>
                    <a:pt x="17961" y="1513"/>
                  </a:lnTo>
                  <a:lnTo>
                    <a:pt x="17713" y="1592"/>
                  </a:lnTo>
                  <a:lnTo>
                    <a:pt x="17466" y="1681"/>
                  </a:lnTo>
                  <a:lnTo>
                    <a:pt x="17229" y="1780"/>
                  </a:lnTo>
                  <a:lnTo>
                    <a:pt x="17002" y="1889"/>
                  </a:lnTo>
                  <a:lnTo>
                    <a:pt x="16774" y="2007"/>
                  </a:lnTo>
                  <a:lnTo>
                    <a:pt x="16567" y="2126"/>
                  </a:lnTo>
                  <a:lnTo>
                    <a:pt x="16359" y="2254"/>
                  </a:lnTo>
                  <a:lnTo>
                    <a:pt x="16162" y="2383"/>
                  </a:lnTo>
                  <a:lnTo>
                    <a:pt x="15964" y="2511"/>
                  </a:lnTo>
                  <a:lnTo>
                    <a:pt x="15786" y="2650"/>
                  </a:lnTo>
                  <a:lnTo>
                    <a:pt x="15618" y="2778"/>
                  </a:lnTo>
                  <a:lnTo>
                    <a:pt x="15292" y="3055"/>
                  </a:lnTo>
                  <a:lnTo>
                    <a:pt x="15015" y="3312"/>
                  </a:lnTo>
                  <a:lnTo>
                    <a:pt x="14768" y="3549"/>
                  </a:lnTo>
                  <a:lnTo>
                    <a:pt x="14570" y="3767"/>
                  </a:lnTo>
                  <a:lnTo>
                    <a:pt x="14412" y="3955"/>
                  </a:lnTo>
                  <a:lnTo>
                    <a:pt x="14293" y="4093"/>
                  </a:lnTo>
                  <a:lnTo>
                    <a:pt x="14195" y="4222"/>
                  </a:lnTo>
                  <a:lnTo>
                    <a:pt x="14284" y="3984"/>
                  </a:lnTo>
                  <a:lnTo>
                    <a:pt x="14353" y="3737"/>
                  </a:lnTo>
                  <a:lnTo>
                    <a:pt x="14412" y="3500"/>
                  </a:lnTo>
                  <a:lnTo>
                    <a:pt x="14461" y="3243"/>
                  </a:lnTo>
                  <a:lnTo>
                    <a:pt x="14501" y="2996"/>
                  </a:lnTo>
                  <a:lnTo>
                    <a:pt x="14521" y="2749"/>
                  </a:lnTo>
                  <a:lnTo>
                    <a:pt x="14531" y="2502"/>
                  </a:lnTo>
                  <a:lnTo>
                    <a:pt x="14521" y="2254"/>
                  </a:lnTo>
                  <a:lnTo>
                    <a:pt x="14501" y="2017"/>
                  </a:lnTo>
                  <a:lnTo>
                    <a:pt x="14461" y="1780"/>
                  </a:lnTo>
                  <a:lnTo>
                    <a:pt x="14412" y="1553"/>
                  </a:lnTo>
                  <a:lnTo>
                    <a:pt x="14343" y="1345"/>
                  </a:lnTo>
                  <a:lnTo>
                    <a:pt x="14264" y="1138"/>
                  </a:lnTo>
                  <a:lnTo>
                    <a:pt x="14165" y="940"/>
                  </a:lnTo>
                  <a:lnTo>
                    <a:pt x="14046" y="762"/>
                  </a:lnTo>
                  <a:lnTo>
                    <a:pt x="13918" y="594"/>
                  </a:lnTo>
                  <a:lnTo>
                    <a:pt x="13849" y="525"/>
                  </a:lnTo>
                  <a:lnTo>
                    <a:pt x="13770" y="446"/>
                  </a:lnTo>
                  <a:lnTo>
                    <a:pt x="13691" y="386"/>
                  </a:lnTo>
                  <a:lnTo>
                    <a:pt x="13602" y="317"/>
                  </a:lnTo>
                  <a:lnTo>
                    <a:pt x="13513" y="268"/>
                  </a:lnTo>
                  <a:lnTo>
                    <a:pt x="13414" y="208"/>
                  </a:lnTo>
                  <a:lnTo>
                    <a:pt x="13315" y="169"/>
                  </a:lnTo>
                  <a:lnTo>
                    <a:pt x="13216" y="119"/>
                  </a:lnTo>
                  <a:lnTo>
                    <a:pt x="13107" y="90"/>
                  </a:lnTo>
                  <a:lnTo>
                    <a:pt x="12999" y="60"/>
                  </a:lnTo>
                  <a:lnTo>
                    <a:pt x="12880" y="40"/>
                  </a:lnTo>
                  <a:lnTo>
                    <a:pt x="12751" y="21"/>
                  </a:lnTo>
                  <a:lnTo>
                    <a:pt x="12633" y="11"/>
                  </a:lnTo>
                  <a:lnTo>
                    <a:pt x="12494" y="1"/>
                  </a:lnTo>
                  <a:close/>
                </a:path>
              </a:pathLst>
            </a:custGeom>
            <a:solidFill>
              <a:srgbClr val="D38C6C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2726650" y="3017125"/>
              <a:ext cx="208075" cy="322500"/>
            </a:xfrm>
            <a:custGeom>
              <a:rect b="b" l="l" r="r" t="t"/>
              <a:pathLst>
                <a:path extrusionOk="0" h="12900" w="8323">
                  <a:moveTo>
                    <a:pt x="8313" y="0"/>
                  </a:moveTo>
                  <a:lnTo>
                    <a:pt x="7819" y="534"/>
                  </a:lnTo>
                  <a:lnTo>
                    <a:pt x="7344" y="1068"/>
                  </a:lnTo>
                  <a:lnTo>
                    <a:pt x="6870" y="1612"/>
                  </a:lnTo>
                  <a:lnTo>
                    <a:pt x="6425" y="2165"/>
                  </a:lnTo>
                  <a:lnTo>
                    <a:pt x="5980" y="2719"/>
                  </a:lnTo>
                  <a:lnTo>
                    <a:pt x="5555" y="3272"/>
                  </a:lnTo>
                  <a:lnTo>
                    <a:pt x="5150" y="3826"/>
                  </a:lnTo>
                  <a:lnTo>
                    <a:pt x="4755" y="4379"/>
                  </a:lnTo>
                  <a:lnTo>
                    <a:pt x="4379" y="4933"/>
                  </a:lnTo>
                  <a:lnTo>
                    <a:pt x="4013" y="5476"/>
                  </a:lnTo>
                  <a:lnTo>
                    <a:pt x="3667" y="6020"/>
                  </a:lnTo>
                  <a:lnTo>
                    <a:pt x="3331" y="6544"/>
                  </a:lnTo>
                  <a:lnTo>
                    <a:pt x="3015" y="7068"/>
                  </a:lnTo>
                  <a:lnTo>
                    <a:pt x="2709" y="7572"/>
                  </a:lnTo>
                  <a:lnTo>
                    <a:pt x="2422" y="8076"/>
                  </a:lnTo>
                  <a:lnTo>
                    <a:pt x="2145" y="8550"/>
                  </a:lnTo>
                  <a:lnTo>
                    <a:pt x="1651" y="9460"/>
                  </a:lnTo>
                  <a:lnTo>
                    <a:pt x="1216" y="10300"/>
                  </a:lnTo>
                  <a:lnTo>
                    <a:pt x="850" y="11041"/>
                  </a:lnTo>
                  <a:lnTo>
                    <a:pt x="544" y="11674"/>
                  </a:lnTo>
                  <a:lnTo>
                    <a:pt x="307" y="12188"/>
                  </a:lnTo>
                  <a:lnTo>
                    <a:pt x="139" y="12573"/>
                  </a:lnTo>
                  <a:lnTo>
                    <a:pt x="0" y="12900"/>
                  </a:lnTo>
                  <a:lnTo>
                    <a:pt x="277" y="12346"/>
                  </a:lnTo>
                  <a:lnTo>
                    <a:pt x="554" y="11792"/>
                  </a:lnTo>
                  <a:lnTo>
                    <a:pt x="850" y="11249"/>
                  </a:lnTo>
                  <a:lnTo>
                    <a:pt x="1147" y="10715"/>
                  </a:lnTo>
                  <a:lnTo>
                    <a:pt x="1463" y="10191"/>
                  </a:lnTo>
                  <a:lnTo>
                    <a:pt x="1779" y="9677"/>
                  </a:lnTo>
                  <a:lnTo>
                    <a:pt x="2106" y="9173"/>
                  </a:lnTo>
                  <a:lnTo>
                    <a:pt x="2432" y="8679"/>
                  </a:lnTo>
                  <a:lnTo>
                    <a:pt x="2768" y="8204"/>
                  </a:lnTo>
                  <a:lnTo>
                    <a:pt x="3104" y="7740"/>
                  </a:lnTo>
                  <a:lnTo>
                    <a:pt x="3430" y="7285"/>
                  </a:lnTo>
                  <a:lnTo>
                    <a:pt x="3766" y="6850"/>
                  </a:lnTo>
                  <a:lnTo>
                    <a:pt x="4092" y="6425"/>
                  </a:lnTo>
                  <a:lnTo>
                    <a:pt x="4419" y="6020"/>
                  </a:lnTo>
                  <a:lnTo>
                    <a:pt x="5051" y="5259"/>
                  </a:lnTo>
                  <a:lnTo>
                    <a:pt x="5654" y="4567"/>
                  </a:lnTo>
                  <a:lnTo>
                    <a:pt x="6218" y="3944"/>
                  </a:lnTo>
                  <a:lnTo>
                    <a:pt x="6712" y="3410"/>
                  </a:lnTo>
                  <a:lnTo>
                    <a:pt x="7147" y="2956"/>
                  </a:lnTo>
                  <a:lnTo>
                    <a:pt x="7512" y="2600"/>
                  </a:lnTo>
                  <a:lnTo>
                    <a:pt x="7779" y="2333"/>
                  </a:lnTo>
                  <a:lnTo>
                    <a:pt x="8007" y="2126"/>
                  </a:lnTo>
                  <a:lnTo>
                    <a:pt x="8076" y="1888"/>
                  </a:lnTo>
                  <a:lnTo>
                    <a:pt x="8135" y="1671"/>
                  </a:lnTo>
                  <a:lnTo>
                    <a:pt x="8185" y="1453"/>
                  </a:lnTo>
                  <a:lnTo>
                    <a:pt x="8224" y="1256"/>
                  </a:lnTo>
                  <a:lnTo>
                    <a:pt x="8283" y="900"/>
                  </a:lnTo>
                  <a:lnTo>
                    <a:pt x="8313" y="593"/>
                  </a:lnTo>
                  <a:lnTo>
                    <a:pt x="8323" y="336"/>
                  </a:lnTo>
                  <a:lnTo>
                    <a:pt x="8323" y="158"/>
                  </a:lnTo>
                  <a:lnTo>
                    <a:pt x="8313" y="0"/>
                  </a:lnTo>
                  <a:close/>
                </a:path>
              </a:pathLst>
            </a:custGeom>
            <a:solidFill>
              <a:srgbClr val="C4765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2883075" y="3056400"/>
              <a:ext cx="208075" cy="354150"/>
            </a:xfrm>
            <a:custGeom>
              <a:rect b="b" l="l" r="r" t="t"/>
              <a:pathLst>
                <a:path extrusionOk="0" h="14166" w="8323">
                  <a:moveTo>
                    <a:pt x="8323" y="1"/>
                  </a:moveTo>
                  <a:lnTo>
                    <a:pt x="8026" y="377"/>
                  </a:lnTo>
                  <a:lnTo>
                    <a:pt x="7730" y="782"/>
                  </a:lnTo>
                  <a:lnTo>
                    <a:pt x="7413" y="1217"/>
                  </a:lnTo>
                  <a:lnTo>
                    <a:pt x="7097" y="1681"/>
                  </a:lnTo>
                  <a:lnTo>
                    <a:pt x="6771" y="2176"/>
                  </a:lnTo>
                  <a:lnTo>
                    <a:pt x="6435" y="2699"/>
                  </a:lnTo>
                  <a:lnTo>
                    <a:pt x="6089" y="3233"/>
                  </a:lnTo>
                  <a:lnTo>
                    <a:pt x="5743" y="3787"/>
                  </a:lnTo>
                  <a:lnTo>
                    <a:pt x="5051" y="4943"/>
                  </a:lnTo>
                  <a:lnTo>
                    <a:pt x="4359" y="6119"/>
                  </a:lnTo>
                  <a:lnTo>
                    <a:pt x="3677" y="7315"/>
                  </a:lnTo>
                  <a:lnTo>
                    <a:pt x="3025" y="8482"/>
                  </a:lnTo>
                  <a:lnTo>
                    <a:pt x="2412" y="9609"/>
                  </a:lnTo>
                  <a:lnTo>
                    <a:pt x="1839" y="10666"/>
                  </a:lnTo>
                  <a:lnTo>
                    <a:pt x="870" y="12475"/>
                  </a:lnTo>
                  <a:lnTo>
                    <a:pt x="227" y="13711"/>
                  </a:lnTo>
                  <a:lnTo>
                    <a:pt x="0" y="14165"/>
                  </a:lnTo>
                  <a:lnTo>
                    <a:pt x="1048" y="12574"/>
                  </a:lnTo>
                  <a:lnTo>
                    <a:pt x="2234" y="10815"/>
                  </a:lnTo>
                  <a:lnTo>
                    <a:pt x="3460" y="9006"/>
                  </a:lnTo>
                  <a:lnTo>
                    <a:pt x="4646" y="7266"/>
                  </a:lnTo>
                  <a:lnTo>
                    <a:pt x="6573" y="4449"/>
                  </a:lnTo>
                  <a:lnTo>
                    <a:pt x="7364" y="3302"/>
                  </a:lnTo>
                  <a:lnTo>
                    <a:pt x="7463" y="3144"/>
                  </a:lnTo>
                  <a:lnTo>
                    <a:pt x="7552" y="2947"/>
                  </a:lnTo>
                  <a:lnTo>
                    <a:pt x="7641" y="2729"/>
                  </a:lnTo>
                  <a:lnTo>
                    <a:pt x="7730" y="2472"/>
                  </a:lnTo>
                  <a:lnTo>
                    <a:pt x="7819" y="2205"/>
                  </a:lnTo>
                  <a:lnTo>
                    <a:pt x="7898" y="1928"/>
                  </a:lnTo>
                  <a:lnTo>
                    <a:pt x="8036" y="1375"/>
                  </a:lnTo>
                  <a:lnTo>
                    <a:pt x="8155" y="851"/>
                  </a:lnTo>
                  <a:lnTo>
                    <a:pt x="8244" y="416"/>
                  </a:lnTo>
                  <a:lnTo>
                    <a:pt x="8323" y="1"/>
                  </a:lnTo>
                  <a:close/>
                </a:path>
              </a:pathLst>
            </a:custGeom>
            <a:solidFill>
              <a:srgbClr val="C4765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3041700" y="3243975"/>
              <a:ext cx="120125" cy="220925"/>
            </a:xfrm>
            <a:custGeom>
              <a:rect b="b" l="l" r="r" t="t"/>
              <a:pathLst>
                <a:path extrusionOk="0" h="8837" w="4805">
                  <a:moveTo>
                    <a:pt x="3787" y="0"/>
                  </a:moveTo>
                  <a:lnTo>
                    <a:pt x="3381" y="1018"/>
                  </a:lnTo>
                  <a:lnTo>
                    <a:pt x="2946" y="2106"/>
                  </a:lnTo>
                  <a:lnTo>
                    <a:pt x="2403" y="3440"/>
                  </a:lnTo>
                  <a:lnTo>
                    <a:pt x="1790" y="4883"/>
                  </a:lnTo>
                  <a:lnTo>
                    <a:pt x="1157" y="6346"/>
                  </a:lnTo>
                  <a:lnTo>
                    <a:pt x="851" y="7048"/>
                  </a:lnTo>
                  <a:lnTo>
                    <a:pt x="545" y="7700"/>
                  </a:lnTo>
                  <a:lnTo>
                    <a:pt x="268" y="8303"/>
                  </a:lnTo>
                  <a:lnTo>
                    <a:pt x="1" y="8837"/>
                  </a:lnTo>
                  <a:lnTo>
                    <a:pt x="159" y="8619"/>
                  </a:lnTo>
                  <a:lnTo>
                    <a:pt x="594" y="8026"/>
                  </a:lnTo>
                  <a:lnTo>
                    <a:pt x="881" y="7601"/>
                  </a:lnTo>
                  <a:lnTo>
                    <a:pt x="1217" y="7117"/>
                  </a:lnTo>
                  <a:lnTo>
                    <a:pt x="1582" y="6573"/>
                  </a:lnTo>
                  <a:lnTo>
                    <a:pt x="1978" y="5970"/>
                  </a:lnTo>
                  <a:lnTo>
                    <a:pt x="2373" y="5338"/>
                  </a:lnTo>
                  <a:lnTo>
                    <a:pt x="2778" y="4666"/>
                  </a:lnTo>
                  <a:lnTo>
                    <a:pt x="3184" y="3964"/>
                  </a:lnTo>
                  <a:lnTo>
                    <a:pt x="3569" y="3252"/>
                  </a:lnTo>
                  <a:lnTo>
                    <a:pt x="3757" y="2896"/>
                  </a:lnTo>
                  <a:lnTo>
                    <a:pt x="3935" y="2541"/>
                  </a:lnTo>
                  <a:lnTo>
                    <a:pt x="4103" y="2175"/>
                  </a:lnTo>
                  <a:lnTo>
                    <a:pt x="4271" y="1819"/>
                  </a:lnTo>
                  <a:lnTo>
                    <a:pt x="4419" y="1473"/>
                  </a:lnTo>
                  <a:lnTo>
                    <a:pt x="4558" y="1117"/>
                  </a:lnTo>
                  <a:lnTo>
                    <a:pt x="4686" y="781"/>
                  </a:lnTo>
                  <a:lnTo>
                    <a:pt x="4805" y="435"/>
                  </a:lnTo>
                  <a:lnTo>
                    <a:pt x="4765" y="406"/>
                  </a:lnTo>
                  <a:lnTo>
                    <a:pt x="4716" y="366"/>
                  </a:lnTo>
                  <a:lnTo>
                    <a:pt x="4627" y="307"/>
                  </a:lnTo>
                  <a:lnTo>
                    <a:pt x="4498" y="237"/>
                  </a:lnTo>
                  <a:lnTo>
                    <a:pt x="4320" y="168"/>
                  </a:lnTo>
                  <a:lnTo>
                    <a:pt x="4083" y="89"/>
                  </a:lnTo>
                  <a:lnTo>
                    <a:pt x="3787" y="0"/>
                  </a:lnTo>
                  <a:close/>
                </a:path>
              </a:pathLst>
            </a:custGeom>
            <a:solidFill>
              <a:srgbClr val="C47657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2250700" y="3271400"/>
              <a:ext cx="533800" cy="866900"/>
            </a:xfrm>
            <a:custGeom>
              <a:rect b="b" l="l" r="r" t="t"/>
              <a:pathLst>
                <a:path extrusionOk="0" h="34676" w="21352">
                  <a:moveTo>
                    <a:pt x="1889" y="0"/>
                  </a:moveTo>
                  <a:lnTo>
                    <a:pt x="1" y="34675"/>
                  </a:lnTo>
                  <a:lnTo>
                    <a:pt x="21351" y="34675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2259850" y="3156250"/>
              <a:ext cx="514500" cy="131225"/>
            </a:xfrm>
            <a:custGeom>
              <a:rect b="b" l="l" r="r" t="t"/>
              <a:pathLst>
                <a:path extrusionOk="0" h="5249" w="20580">
                  <a:moveTo>
                    <a:pt x="1" y="0"/>
                  </a:moveTo>
                  <a:lnTo>
                    <a:pt x="1" y="5249"/>
                  </a:lnTo>
                  <a:lnTo>
                    <a:pt x="20580" y="5249"/>
                  </a:lnTo>
                  <a:lnTo>
                    <a:pt x="205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2425175" y="2844150"/>
              <a:ext cx="183875" cy="351175"/>
            </a:xfrm>
            <a:custGeom>
              <a:rect b="b" l="l" r="r" t="t"/>
              <a:pathLst>
                <a:path extrusionOk="0" h="14047" w="7355">
                  <a:moveTo>
                    <a:pt x="1908" y="0"/>
                  </a:moveTo>
                  <a:lnTo>
                    <a:pt x="0" y="14046"/>
                  </a:lnTo>
                  <a:lnTo>
                    <a:pt x="7354" y="14046"/>
                  </a:lnTo>
                  <a:lnTo>
                    <a:pt x="54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1928475" y="3463900"/>
              <a:ext cx="415175" cy="674150"/>
            </a:xfrm>
            <a:custGeom>
              <a:rect b="b" l="l" r="r" t="t"/>
              <a:pathLst>
                <a:path extrusionOk="0" h="26966" w="16607">
                  <a:moveTo>
                    <a:pt x="1463" y="0"/>
                  </a:moveTo>
                  <a:lnTo>
                    <a:pt x="1" y="26965"/>
                  </a:lnTo>
                  <a:lnTo>
                    <a:pt x="16606" y="26965"/>
                  </a:lnTo>
                  <a:lnTo>
                    <a:pt x="151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1935650" y="3374450"/>
              <a:ext cx="400100" cy="101825"/>
            </a:xfrm>
            <a:custGeom>
              <a:rect b="b" l="l" r="r" t="t"/>
              <a:pathLst>
                <a:path extrusionOk="0" h="4073" w="16004">
                  <a:moveTo>
                    <a:pt x="0" y="0"/>
                  </a:moveTo>
                  <a:lnTo>
                    <a:pt x="0" y="4073"/>
                  </a:lnTo>
                  <a:lnTo>
                    <a:pt x="16003" y="4073"/>
                  </a:lnTo>
                  <a:lnTo>
                    <a:pt x="160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2064150" y="3131525"/>
              <a:ext cx="143100" cy="273100"/>
            </a:xfrm>
            <a:custGeom>
              <a:rect b="b" l="l" r="r" t="t"/>
              <a:pathLst>
                <a:path extrusionOk="0" h="10924" w="5724">
                  <a:moveTo>
                    <a:pt x="1483" y="1"/>
                  </a:moveTo>
                  <a:lnTo>
                    <a:pt x="0" y="10923"/>
                  </a:lnTo>
                  <a:lnTo>
                    <a:pt x="5723" y="10923"/>
                  </a:lnTo>
                  <a:lnTo>
                    <a:pt x="42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00000" lIns="100000" spcFirstLastPara="1" rIns="100000" wrap="square" tIns="10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14"/>
          <p:cNvGrpSpPr/>
          <p:nvPr/>
        </p:nvGrpSpPr>
        <p:grpSpPr>
          <a:xfrm>
            <a:off x="751614" y="1225350"/>
            <a:ext cx="1980294" cy="798100"/>
            <a:chOff x="457200" y="1228250"/>
            <a:chExt cx="2113216" cy="798100"/>
          </a:xfrm>
        </p:grpSpPr>
        <p:sp>
          <p:nvSpPr>
            <p:cNvPr id="201" name="Google Shape;201;p14"/>
            <p:cNvSpPr/>
            <p:nvPr/>
          </p:nvSpPr>
          <p:spPr>
            <a:xfrm>
              <a:off x="1860016" y="1228250"/>
              <a:ext cx="710400" cy="627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202" name="Google Shape;202;p14"/>
            <p:cNvGrpSpPr/>
            <p:nvPr/>
          </p:nvGrpSpPr>
          <p:grpSpPr>
            <a:xfrm>
              <a:off x="457200" y="1374950"/>
              <a:ext cx="1485900" cy="651400"/>
              <a:chOff x="457200" y="1391100"/>
              <a:chExt cx="1485900" cy="651400"/>
            </a:xfrm>
          </p:grpSpPr>
          <p:sp>
            <p:nvSpPr>
              <p:cNvPr id="203" name="Google Shape;203;p14"/>
              <p:cNvSpPr txBox="1"/>
              <p:nvPr/>
            </p:nvSpPr>
            <p:spPr>
              <a:xfrm>
                <a:off x="457200" y="1391100"/>
                <a:ext cx="14859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Introduction</a:t>
                </a:r>
                <a:endParaRPr b="1" sz="180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04" name="Google Shape;204;p14"/>
              <p:cNvSpPr txBox="1"/>
              <p:nvPr/>
            </p:nvSpPr>
            <p:spPr>
              <a:xfrm>
                <a:off x="457200" y="1415200"/>
                <a:ext cx="1485900" cy="62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05" name="Google Shape;205;p14"/>
          <p:cNvGrpSpPr/>
          <p:nvPr/>
        </p:nvGrpSpPr>
        <p:grpSpPr>
          <a:xfrm>
            <a:off x="205148" y="2025300"/>
            <a:ext cx="2512159" cy="898342"/>
            <a:chOff x="43398" y="2596459"/>
            <a:chExt cx="2527069" cy="903673"/>
          </a:xfrm>
        </p:grpSpPr>
        <p:sp>
          <p:nvSpPr>
            <p:cNvPr id="206" name="Google Shape;206;p14"/>
            <p:cNvSpPr/>
            <p:nvPr/>
          </p:nvSpPr>
          <p:spPr>
            <a:xfrm>
              <a:off x="1944967" y="2596459"/>
              <a:ext cx="625500" cy="627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0900" lIns="90900" spcFirstLastPara="1" rIns="90900" wrap="square" tIns="90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89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b="1" sz="1789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7" name="Google Shape;207;p14"/>
            <p:cNvSpPr txBox="1"/>
            <p:nvPr/>
          </p:nvSpPr>
          <p:spPr>
            <a:xfrm>
              <a:off x="43398" y="2702132"/>
              <a:ext cx="2125800" cy="7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900" lIns="90900" spcFirstLastPara="1" rIns="90900" wrap="square" tIns="9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789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Data Processing and Summary Statistics</a:t>
              </a:r>
              <a:endParaRPr b="1" sz="17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7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89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08" name="Google Shape;208;p14"/>
          <p:cNvGrpSpPr/>
          <p:nvPr/>
        </p:nvGrpSpPr>
        <p:grpSpPr>
          <a:xfrm>
            <a:off x="589085" y="2821550"/>
            <a:ext cx="2113200" cy="627300"/>
            <a:chOff x="457200" y="2821550"/>
            <a:chExt cx="2113200" cy="627300"/>
          </a:xfrm>
        </p:grpSpPr>
        <p:sp>
          <p:nvSpPr>
            <p:cNvPr id="209" name="Google Shape;209;p14"/>
            <p:cNvSpPr/>
            <p:nvPr/>
          </p:nvSpPr>
          <p:spPr>
            <a:xfrm>
              <a:off x="1943100" y="2821550"/>
              <a:ext cx="627300" cy="627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0" name="Google Shape;210;p14"/>
            <p:cNvSpPr txBox="1"/>
            <p:nvPr/>
          </p:nvSpPr>
          <p:spPr>
            <a:xfrm>
              <a:off x="457200" y="2969300"/>
              <a:ext cx="14859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Results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1" name="Google Shape;211;p14"/>
          <p:cNvGrpSpPr/>
          <p:nvPr/>
        </p:nvGrpSpPr>
        <p:grpSpPr>
          <a:xfrm>
            <a:off x="6444975" y="1140325"/>
            <a:ext cx="2001218" cy="627300"/>
            <a:chOff x="5720498" y="1140325"/>
            <a:chExt cx="2647815" cy="627300"/>
          </a:xfrm>
        </p:grpSpPr>
        <p:sp>
          <p:nvSpPr>
            <p:cNvPr id="212" name="Google Shape;212;p14"/>
            <p:cNvSpPr/>
            <p:nvPr/>
          </p:nvSpPr>
          <p:spPr>
            <a:xfrm>
              <a:off x="5720498" y="1140325"/>
              <a:ext cx="816300" cy="627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3" name="Google Shape;213;p14"/>
            <p:cNvSpPr txBox="1"/>
            <p:nvPr/>
          </p:nvSpPr>
          <p:spPr>
            <a:xfrm>
              <a:off x="6347813" y="1330320"/>
              <a:ext cx="20205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Experimental Design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4" name="Google Shape;214;p14"/>
          <p:cNvGrpSpPr/>
          <p:nvPr/>
        </p:nvGrpSpPr>
        <p:grpSpPr>
          <a:xfrm>
            <a:off x="6462257" y="2023438"/>
            <a:ext cx="2297862" cy="627300"/>
            <a:chOff x="6388938" y="2596450"/>
            <a:chExt cx="2297863" cy="627300"/>
          </a:xfrm>
        </p:grpSpPr>
        <p:sp>
          <p:nvSpPr>
            <p:cNvPr id="215" name="Google Shape;215;p14"/>
            <p:cNvSpPr/>
            <p:nvPr/>
          </p:nvSpPr>
          <p:spPr>
            <a:xfrm>
              <a:off x="6388938" y="2596450"/>
              <a:ext cx="627300" cy="627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6" name="Google Shape;216;p14"/>
            <p:cNvSpPr txBox="1"/>
            <p:nvPr/>
          </p:nvSpPr>
          <p:spPr>
            <a:xfrm>
              <a:off x="7200900" y="2744200"/>
              <a:ext cx="14859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Methodology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7" name="Google Shape;217;p14"/>
          <p:cNvGrpSpPr/>
          <p:nvPr/>
        </p:nvGrpSpPr>
        <p:grpSpPr>
          <a:xfrm>
            <a:off x="6470688" y="2821550"/>
            <a:ext cx="2394900" cy="627300"/>
            <a:chOff x="6573600" y="3933975"/>
            <a:chExt cx="2394900" cy="627300"/>
          </a:xfrm>
        </p:grpSpPr>
        <p:sp>
          <p:nvSpPr>
            <p:cNvPr id="218" name="Google Shape;218;p14"/>
            <p:cNvSpPr/>
            <p:nvPr/>
          </p:nvSpPr>
          <p:spPr>
            <a:xfrm>
              <a:off x="6573600" y="3933975"/>
              <a:ext cx="627300" cy="627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9" name="Google Shape;219;p14"/>
            <p:cNvSpPr txBox="1"/>
            <p:nvPr/>
          </p:nvSpPr>
          <p:spPr>
            <a:xfrm>
              <a:off x="7200900" y="4070900"/>
              <a:ext cx="1767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Business Insight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20" name="Google Shape;220;p14"/>
          <p:cNvGrpSpPr/>
          <p:nvPr/>
        </p:nvGrpSpPr>
        <p:grpSpPr>
          <a:xfrm>
            <a:off x="582588" y="3691996"/>
            <a:ext cx="2113200" cy="627300"/>
            <a:chOff x="457200" y="2821550"/>
            <a:chExt cx="2113200" cy="627300"/>
          </a:xfrm>
        </p:grpSpPr>
        <p:sp>
          <p:nvSpPr>
            <p:cNvPr id="221" name="Google Shape;221;p14"/>
            <p:cNvSpPr/>
            <p:nvPr/>
          </p:nvSpPr>
          <p:spPr>
            <a:xfrm>
              <a:off x="1943100" y="2821550"/>
              <a:ext cx="627300" cy="627300"/>
            </a:xfrm>
            <a:prstGeom prst="ellipse">
              <a:avLst/>
            </a:prstGeom>
            <a:solidFill>
              <a:srgbClr val="BA4C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07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2" name="Google Shape;222;p14"/>
            <p:cNvSpPr txBox="1"/>
            <p:nvPr/>
          </p:nvSpPr>
          <p:spPr>
            <a:xfrm>
              <a:off x="457200" y="2969300"/>
              <a:ext cx="14859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Limitations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23" name="Google Shape;223;p14"/>
          <p:cNvGrpSpPr/>
          <p:nvPr/>
        </p:nvGrpSpPr>
        <p:grpSpPr>
          <a:xfrm>
            <a:off x="6485727" y="3706650"/>
            <a:ext cx="2113200" cy="627300"/>
            <a:chOff x="6573600" y="3933975"/>
            <a:chExt cx="2113200" cy="627300"/>
          </a:xfrm>
        </p:grpSpPr>
        <p:sp>
          <p:nvSpPr>
            <p:cNvPr id="224" name="Google Shape;224;p14"/>
            <p:cNvSpPr/>
            <p:nvPr/>
          </p:nvSpPr>
          <p:spPr>
            <a:xfrm>
              <a:off x="6573600" y="3933975"/>
              <a:ext cx="627300" cy="627300"/>
            </a:xfrm>
            <a:prstGeom prst="ellipse">
              <a:avLst/>
            </a:prstGeom>
            <a:solidFill>
              <a:srgbClr val="F9CC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08</a:t>
              </a:r>
              <a:endParaRPr b="1" sz="18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5" name="Google Shape;225;p14"/>
            <p:cNvSpPr txBox="1"/>
            <p:nvPr/>
          </p:nvSpPr>
          <p:spPr>
            <a:xfrm>
              <a:off x="7200900" y="4070906"/>
              <a:ext cx="14859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Conclusion 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Question:</a:t>
            </a:r>
            <a:endParaRPr/>
          </a:p>
        </p:txBody>
      </p:sp>
      <p:grpSp>
        <p:nvGrpSpPr>
          <p:cNvPr id="231" name="Google Shape;231;p15"/>
          <p:cNvGrpSpPr/>
          <p:nvPr/>
        </p:nvGrpSpPr>
        <p:grpSpPr>
          <a:xfrm>
            <a:off x="7313425" y="2424204"/>
            <a:ext cx="708725" cy="708702"/>
            <a:chOff x="250575" y="2663000"/>
            <a:chExt cx="708725" cy="554150"/>
          </a:xfrm>
        </p:grpSpPr>
        <p:sp>
          <p:nvSpPr>
            <p:cNvPr id="232" name="Google Shape;232;p15"/>
            <p:cNvSpPr/>
            <p:nvPr/>
          </p:nvSpPr>
          <p:spPr>
            <a:xfrm>
              <a:off x="250575" y="2663000"/>
              <a:ext cx="708725" cy="264400"/>
            </a:xfrm>
            <a:custGeom>
              <a:rect b="b" l="l" r="r" t="t"/>
              <a:pathLst>
                <a:path extrusionOk="0" h="10576" w="28349">
                  <a:moveTo>
                    <a:pt x="13325" y="5759"/>
                  </a:moveTo>
                  <a:lnTo>
                    <a:pt x="13325" y="7420"/>
                  </a:lnTo>
                  <a:lnTo>
                    <a:pt x="11517" y="7420"/>
                  </a:lnTo>
                  <a:lnTo>
                    <a:pt x="11517" y="5759"/>
                  </a:lnTo>
                  <a:close/>
                  <a:moveTo>
                    <a:pt x="2233" y="0"/>
                  </a:moveTo>
                  <a:lnTo>
                    <a:pt x="1994" y="37"/>
                  </a:lnTo>
                  <a:lnTo>
                    <a:pt x="1754" y="111"/>
                  </a:lnTo>
                  <a:lnTo>
                    <a:pt x="1514" y="185"/>
                  </a:lnTo>
                  <a:lnTo>
                    <a:pt x="1311" y="296"/>
                  </a:lnTo>
                  <a:lnTo>
                    <a:pt x="1089" y="425"/>
                  </a:lnTo>
                  <a:lnTo>
                    <a:pt x="905" y="554"/>
                  </a:lnTo>
                  <a:lnTo>
                    <a:pt x="720" y="720"/>
                  </a:lnTo>
                  <a:lnTo>
                    <a:pt x="572" y="905"/>
                  </a:lnTo>
                  <a:lnTo>
                    <a:pt x="425" y="1089"/>
                  </a:lnTo>
                  <a:lnTo>
                    <a:pt x="296" y="1292"/>
                  </a:lnTo>
                  <a:lnTo>
                    <a:pt x="203" y="1514"/>
                  </a:lnTo>
                  <a:lnTo>
                    <a:pt x="111" y="1735"/>
                  </a:lnTo>
                  <a:lnTo>
                    <a:pt x="56" y="1975"/>
                  </a:lnTo>
                  <a:lnTo>
                    <a:pt x="19" y="2234"/>
                  </a:lnTo>
                  <a:lnTo>
                    <a:pt x="0" y="2492"/>
                  </a:lnTo>
                  <a:lnTo>
                    <a:pt x="19" y="2732"/>
                  </a:lnTo>
                  <a:lnTo>
                    <a:pt x="56" y="2990"/>
                  </a:lnTo>
                  <a:lnTo>
                    <a:pt x="111" y="3230"/>
                  </a:lnTo>
                  <a:lnTo>
                    <a:pt x="203" y="3452"/>
                  </a:lnTo>
                  <a:lnTo>
                    <a:pt x="296" y="3673"/>
                  </a:lnTo>
                  <a:lnTo>
                    <a:pt x="425" y="3876"/>
                  </a:lnTo>
                  <a:lnTo>
                    <a:pt x="572" y="4061"/>
                  </a:lnTo>
                  <a:lnTo>
                    <a:pt x="720" y="4245"/>
                  </a:lnTo>
                  <a:lnTo>
                    <a:pt x="905" y="4411"/>
                  </a:lnTo>
                  <a:lnTo>
                    <a:pt x="1089" y="4541"/>
                  </a:lnTo>
                  <a:lnTo>
                    <a:pt x="1311" y="4670"/>
                  </a:lnTo>
                  <a:lnTo>
                    <a:pt x="1514" y="4780"/>
                  </a:lnTo>
                  <a:lnTo>
                    <a:pt x="1754" y="4854"/>
                  </a:lnTo>
                  <a:lnTo>
                    <a:pt x="1994" y="4928"/>
                  </a:lnTo>
                  <a:lnTo>
                    <a:pt x="2233" y="4965"/>
                  </a:lnTo>
                  <a:lnTo>
                    <a:pt x="2492" y="4983"/>
                  </a:lnTo>
                  <a:lnTo>
                    <a:pt x="5057" y="4983"/>
                  </a:lnTo>
                  <a:lnTo>
                    <a:pt x="5131" y="5260"/>
                  </a:lnTo>
                  <a:lnTo>
                    <a:pt x="5205" y="5556"/>
                  </a:lnTo>
                  <a:lnTo>
                    <a:pt x="5316" y="5832"/>
                  </a:lnTo>
                  <a:lnTo>
                    <a:pt x="5426" y="6109"/>
                  </a:lnTo>
                  <a:lnTo>
                    <a:pt x="5537" y="6368"/>
                  </a:lnTo>
                  <a:lnTo>
                    <a:pt x="5685" y="6626"/>
                  </a:lnTo>
                  <a:lnTo>
                    <a:pt x="5814" y="6884"/>
                  </a:lnTo>
                  <a:lnTo>
                    <a:pt x="5980" y="7143"/>
                  </a:lnTo>
                  <a:lnTo>
                    <a:pt x="6128" y="7383"/>
                  </a:lnTo>
                  <a:lnTo>
                    <a:pt x="6312" y="7604"/>
                  </a:lnTo>
                  <a:lnTo>
                    <a:pt x="6478" y="7844"/>
                  </a:lnTo>
                  <a:lnTo>
                    <a:pt x="6681" y="8066"/>
                  </a:lnTo>
                  <a:lnTo>
                    <a:pt x="6884" y="8269"/>
                  </a:lnTo>
                  <a:lnTo>
                    <a:pt x="7087" y="8472"/>
                  </a:lnTo>
                  <a:lnTo>
                    <a:pt x="7290" y="8675"/>
                  </a:lnTo>
                  <a:lnTo>
                    <a:pt x="7530" y="8859"/>
                  </a:lnTo>
                  <a:lnTo>
                    <a:pt x="7752" y="9025"/>
                  </a:lnTo>
                  <a:lnTo>
                    <a:pt x="7992" y="9191"/>
                  </a:lnTo>
                  <a:lnTo>
                    <a:pt x="8232" y="9357"/>
                  </a:lnTo>
                  <a:lnTo>
                    <a:pt x="8490" y="9505"/>
                  </a:lnTo>
                  <a:lnTo>
                    <a:pt x="8748" y="9634"/>
                  </a:lnTo>
                  <a:lnTo>
                    <a:pt x="9007" y="9763"/>
                  </a:lnTo>
                  <a:lnTo>
                    <a:pt x="9284" y="9893"/>
                  </a:lnTo>
                  <a:lnTo>
                    <a:pt x="9560" y="9985"/>
                  </a:lnTo>
                  <a:lnTo>
                    <a:pt x="9837" y="10077"/>
                  </a:lnTo>
                  <a:lnTo>
                    <a:pt x="10132" y="10170"/>
                  </a:lnTo>
                  <a:lnTo>
                    <a:pt x="10428" y="10243"/>
                  </a:lnTo>
                  <a:lnTo>
                    <a:pt x="10723" y="10299"/>
                  </a:lnTo>
                  <a:lnTo>
                    <a:pt x="11018" y="10336"/>
                  </a:lnTo>
                  <a:lnTo>
                    <a:pt x="11314" y="10373"/>
                  </a:lnTo>
                  <a:lnTo>
                    <a:pt x="11627" y="10391"/>
                  </a:lnTo>
                  <a:lnTo>
                    <a:pt x="11941" y="10409"/>
                  </a:lnTo>
                  <a:lnTo>
                    <a:pt x="17662" y="10409"/>
                  </a:lnTo>
                  <a:lnTo>
                    <a:pt x="17939" y="10446"/>
                  </a:lnTo>
                  <a:lnTo>
                    <a:pt x="18216" y="10502"/>
                  </a:lnTo>
                  <a:lnTo>
                    <a:pt x="18474" y="10576"/>
                  </a:lnTo>
                  <a:lnTo>
                    <a:pt x="18474" y="3322"/>
                  </a:lnTo>
                  <a:lnTo>
                    <a:pt x="2492" y="3322"/>
                  </a:lnTo>
                  <a:lnTo>
                    <a:pt x="2326" y="3304"/>
                  </a:lnTo>
                  <a:lnTo>
                    <a:pt x="2160" y="3249"/>
                  </a:lnTo>
                  <a:lnTo>
                    <a:pt x="2030" y="3175"/>
                  </a:lnTo>
                  <a:lnTo>
                    <a:pt x="1901" y="3064"/>
                  </a:lnTo>
                  <a:lnTo>
                    <a:pt x="1809" y="2953"/>
                  </a:lnTo>
                  <a:lnTo>
                    <a:pt x="1717" y="2806"/>
                  </a:lnTo>
                  <a:lnTo>
                    <a:pt x="1680" y="2658"/>
                  </a:lnTo>
                  <a:lnTo>
                    <a:pt x="1661" y="2492"/>
                  </a:lnTo>
                  <a:lnTo>
                    <a:pt x="1680" y="2307"/>
                  </a:lnTo>
                  <a:lnTo>
                    <a:pt x="1717" y="2160"/>
                  </a:lnTo>
                  <a:lnTo>
                    <a:pt x="1809" y="2012"/>
                  </a:lnTo>
                  <a:lnTo>
                    <a:pt x="1901" y="1901"/>
                  </a:lnTo>
                  <a:lnTo>
                    <a:pt x="2030" y="1791"/>
                  </a:lnTo>
                  <a:lnTo>
                    <a:pt x="2160" y="1717"/>
                  </a:lnTo>
                  <a:lnTo>
                    <a:pt x="2326" y="1661"/>
                  </a:lnTo>
                  <a:lnTo>
                    <a:pt x="28348" y="1661"/>
                  </a:lnTo>
                  <a:lnTo>
                    <a:pt x="28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250575" y="2663000"/>
              <a:ext cx="708725" cy="264400"/>
            </a:xfrm>
            <a:custGeom>
              <a:rect b="b" l="l" r="r" t="t"/>
              <a:pathLst>
                <a:path extrusionOk="0" fill="none" h="10576" w="28349">
                  <a:moveTo>
                    <a:pt x="18474" y="3322"/>
                  </a:moveTo>
                  <a:lnTo>
                    <a:pt x="2492" y="3322"/>
                  </a:lnTo>
                  <a:lnTo>
                    <a:pt x="2492" y="3322"/>
                  </a:lnTo>
                  <a:lnTo>
                    <a:pt x="2326" y="3304"/>
                  </a:lnTo>
                  <a:lnTo>
                    <a:pt x="2160" y="3249"/>
                  </a:lnTo>
                  <a:lnTo>
                    <a:pt x="2030" y="3175"/>
                  </a:lnTo>
                  <a:lnTo>
                    <a:pt x="1901" y="3064"/>
                  </a:lnTo>
                  <a:lnTo>
                    <a:pt x="1809" y="2953"/>
                  </a:lnTo>
                  <a:lnTo>
                    <a:pt x="1717" y="2806"/>
                  </a:lnTo>
                  <a:lnTo>
                    <a:pt x="1680" y="2658"/>
                  </a:lnTo>
                  <a:lnTo>
                    <a:pt x="1661" y="2492"/>
                  </a:lnTo>
                  <a:lnTo>
                    <a:pt x="1661" y="2492"/>
                  </a:lnTo>
                  <a:lnTo>
                    <a:pt x="1680" y="2307"/>
                  </a:lnTo>
                  <a:lnTo>
                    <a:pt x="1717" y="2160"/>
                  </a:lnTo>
                  <a:lnTo>
                    <a:pt x="1809" y="2012"/>
                  </a:lnTo>
                  <a:lnTo>
                    <a:pt x="1901" y="1901"/>
                  </a:lnTo>
                  <a:lnTo>
                    <a:pt x="2030" y="1791"/>
                  </a:lnTo>
                  <a:lnTo>
                    <a:pt x="2160" y="1717"/>
                  </a:lnTo>
                  <a:lnTo>
                    <a:pt x="2326" y="1661"/>
                  </a:lnTo>
                  <a:lnTo>
                    <a:pt x="2492" y="1661"/>
                  </a:lnTo>
                  <a:lnTo>
                    <a:pt x="28348" y="1661"/>
                  </a:lnTo>
                  <a:lnTo>
                    <a:pt x="28348" y="0"/>
                  </a:lnTo>
                  <a:lnTo>
                    <a:pt x="2492" y="0"/>
                  </a:lnTo>
                  <a:lnTo>
                    <a:pt x="2492" y="0"/>
                  </a:lnTo>
                  <a:lnTo>
                    <a:pt x="2233" y="0"/>
                  </a:lnTo>
                  <a:lnTo>
                    <a:pt x="1994" y="37"/>
                  </a:lnTo>
                  <a:lnTo>
                    <a:pt x="1754" y="111"/>
                  </a:lnTo>
                  <a:lnTo>
                    <a:pt x="1514" y="185"/>
                  </a:lnTo>
                  <a:lnTo>
                    <a:pt x="1311" y="296"/>
                  </a:lnTo>
                  <a:lnTo>
                    <a:pt x="1089" y="425"/>
                  </a:lnTo>
                  <a:lnTo>
                    <a:pt x="905" y="554"/>
                  </a:lnTo>
                  <a:lnTo>
                    <a:pt x="720" y="720"/>
                  </a:lnTo>
                  <a:lnTo>
                    <a:pt x="572" y="905"/>
                  </a:lnTo>
                  <a:lnTo>
                    <a:pt x="425" y="1089"/>
                  </a:lnTo>
                  <a:lnTo>
                    <a:pt x="296" y="1292"/>
                  </a:lnTo>
                  <a:lnTo>
                    <a:pt x="203" y="1514"/>
                  </a:lnTo>
                  <a:lnTo>
                    <a:pt x="111" y="1735"/>
                  </a:lnTo>
                  <a:lnTo>
                    <a:pt x="56" y="1975"/>
                  </a:lnTo>
                  <a:lnTo>
                    <a:pt x="19" y="2234"/>
                  </a:lnTo>
                  <a:lnTo>
                    <a:pt x="0" y="2492"/>
                  </a:lnTo>
                  <a:lnTo>
                    <a:pt x="0" y="2492"/>
                  </a:lnTo>
                  <a:lnTo>
                    <a:pt x="19" y="2732"/>
                  </a:lnTo>
                  <a:lnTo>
                    <a:pt x="56" y="2990"/>
                  </a:lnTo>
                  <a:lnTo>
                    <a:pt x="111" y="3230"/>
                  </a:lnTo>
                  <a:lnTo>
                    <a:pt x="203" y="3452"/>
                  </a:lnTo>
                  <a:lnTo>
                    <a:pt x="296" y="3673"/>
                  </a:lnTo>
                  <a:lnTo>
                    <a:pt x="425" y="3876"/>
                  </a:lnTo>
                  <a:lnTo>
                    <a:pt x="572" y="4061"/>
                  </a:lnTo>
                  <a:lnTo>
                    <a:pt x="720" y="4245"/>
                  </a:lnTo>
                  <a:lnTo>
                    <a:pt x="905" y="4411"/>
                  </a:lnTo>
                  <a:lnTo>
                    <a:pt x="1089" y="4541"/>
                  </a:lnTo>
                  <a:lnTo>
                    <a:pt x="1311" y="4670"/>
                  </a:lnTo>
                  <a:lnTo>
                    <a:pt x="1514" y="4780"/>
                  </a:lnTo>
                  <a:lnTo>
                    <a:pt x="1754" y="4854"/>
                  </a:lnTo>
                  <a:lnTo>
                    <a:pt x="1994" y="4928"/>
                  </a:lnTo>
                  <a:lnTo>
                    <a:pt x="2233" y="4965"/>
                  </a:lnTo>
                  <a:lnTo>
                    <a:pt x="2492" y="4983"/>
                  </a:lnTo>
                  <a:lnTo>
                    <a:pt x="5057" y="4983"/>
                  </a:lnTo>
                  <a:lnTo>
                    <a:pt x="5057" y="4983"/>
                  </a:lnTo>
                  <a:lnTo>
                    <a:pt x="5131" y="5260"/>
                  </a:lnTo>
                  <a:lnTo>
                    <a:pt x="5205" y="5556"/>
                  </a:lnTo>
                  <a:lnTo>
                    <a:pt x="5316" y="5832"/>
                  </a:lnTo>
                  <a:lnTo>
                    <a:pt x="5426" y="6109"/>
                  </a:lnTo>
                  <a:lnTo>
                    <a:pt x="5537" y="6368"/>
                  </a:lnTo>
                  <a:lnTo>
                    <a:pt x="5685" y="6626"/>
                  </a:lnTo>
                  <a:lnTo>
                    <a:pt x="5814" y="6884"/>
                  </a:lnTo>
                  <a:lnTo>
                    <a:pt x="5980" y="7143"/>
                  </a:lnTo>
                  <a:lnTo>
                    <a:pt x="6128" y="7383"/>
                  </a:lnTo>
                  <a:lnTo>
                    <a:pt x="6312" y="7604"/>
                  </a:lnTo>
                  <a:lnTo>
                    <a:pt x="6478" y="7844"/>
                  </a:lnTo>
                  <a:lnTo>
                    <a:pt x="6681" y="8066"/>
                  </a:lnTo>
                  <a:lnTo>
                    <a:pt x="6884" y="8269"/>
                  </a:lnTo>
                  <a:lnTo>
                    <a:pt x="7087" y="8472"/>
                  </a:lnTo>
                  <a:lnTo>
                    <a:pt x="7290" y="8675"/>
                  </a:lnTo>
                  <a:lnTo>
                    <a:pt x="7530" y="8859"/>
                  </a:lnTo>
                  <a:lnTo>
                    <a:pt x="7752" y="9025"/>
                  </a:lnTo>
                  <a:lnTo>
                    <a:pt x="7992" y="9191"/>
                  </a:lnTo>
                  <a:lnTo>
                    <a:pt x="8232" y="9357"/>
                  </a:lnTo>
                  <a:lnTo>
                    <a:pt x="8490" y="9505"/>
                  </a:lnTo>
                  <a:lnTo>
                    <a:pt x="8748" y="9634"/>
                  </a:lnTo>
                  <a:lnTo>
                    <a:pt x="9007" y="9763"/>
                  </a:lnTo>
                  <a:lnTo>
                    <a:pt x="9284" y="9893"/>
                  </a:lnTo>
                  <a:lnTo>
                    <a:pt x="9560" y="9985"/>
                  </a:lnTo>
                  <a:lnTo>
                    <a:pt x="9837" y="10077"/>
                  </a:lnTo>
                  <a:lnTo>
                    <a:pt x="10132" y="10170"/>
                  </a:lnTo>
                  <a:lnTo>
                    <a:pt x="10428" y="10243"/>
                  </a:lnTo>
                  <a:lnTo>
                    <a:pt x="10723" y="10299"/>
                  </a:lnTo>
                  <a:lnTo>
                    <a:pt x="11018" y="10336"/>
                  </a:lnTo>
                  <a:lnTo>
                    <a:pt x="11314" y="10373"/>
                  </a:lnTo>
                  <a:lnTo>
                    <a:pt x="11627" y="10391"/>
                  </a:lnTo>
                  <a:lnTo>
                    <a:pt x="11941" y="10409"/>
                  </a:lnTo>
                  <a:lnTo>
                    <a:pt x="17367" y="10409"/>
                  </a:lnTo>
                  <a:lnTo>
                    <a:pt x="17367" y="10409"/>
                  </a:lnTo>
                  <a:lnTo>
                    <a:pt x="17662" y="10409"/>
                  </a:lnTo>
                  <a:lnTo>
                    <a:pt x="17939" y="10446"/>
                  </a:lnTo>
                  <a:lnTo>
                    <a:pt x="18216" y="10502"/>
                  </a:lnTo>
                  <a:lnTo>
                    <a:pt x="18474" y="10576"/>
                  </a:lnTo>
                  <a:lnTo>
                    <a:pt x="18474" y="3322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538475" y="2806950"/>
              <a:ext cx="45250" cy="41550"/>
            </a:xfrm>
            <a:custGeom>
              <a:rect b="b" l="l" r="r" t="t"/>
              <a:pathLst>
                <a:path extrusionOk="0" fill="none" h="1662" w="1810">
                  <a:moveTo>
                    <a:pt x="1" y="1"/>
                  </a:moveTo>
                  <a:lnTo>
                    <a:pt x="1809" y="1"/>
                  </a:lnTo>
                  <a:lnTo>
                    <a:pt x="1809" y="1662"/>
                  </a:lnTo>
                  <a:lnTo>
                    <a:pt x="1" y="1662"/>
                  </a:ln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538475" y="28069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95475" y="3046425"/>
              <a:ext cx="159675" cy="154575"/>
            </a:xfrm>
            <a:custGeom>
              <a:rect b="b" l="l" r="r" t="t"/>
              <a:pathLst>
                <a:path extrusionOk="0" h="6183" w="6387">
                  <a:moveTo>
                    <a:pt x="1" y="0"/>
                  </a:moveTo>
                  <a:lnTo>
                    <a:pt x="1" y="6183"/>
                  </a:lnTo>
                  <a:lnTo>
                    <a:pt x="536" y="6053"/>
                  </a:lnTo>
                  <a:lnTo>
                    <a:pt x="1089" y="5906"/>
                  </a:lnTo>
                  <a:lnTo>
                    <a:pt x="1606" y="5703"/>
                  </a:lnTo>
                  <a:lnTo>
                    <a:pt x="2123" y="5481"/>
                  </a:lnTo>
                  <a:lnTo>
                    <a:pt x="2621" y="5205"/>
                  </a:lnTo>
                  <a:lnTo>
                    <a:pt x="3101" y="4909"/>
                  </a:lnTo>
                  <a:lnTo>
                    <a:pt x="3562" y="4577"/>
                  </a:lnTo>
                  <a:lnTo>
                    <a:pt x="3987" y="4189"/>
                  </a:lnTo>
                  <a:lnTo>
                    <a:pt x="4208" y="3968"/>
                  </a:lnTo>
                  <a:lnTo>
                    <a:pt x="4430" y="3747"/>
                  </a:lnTo>
                  <a:lnTo>
                    <a:pt x="4633" y="3525"/>
                  </a:lnTo>
                  <a:lnTo>
                    <a:pt x="4836" y="3285"/>
                  </a:lnTo>
                  <a:lnTo>
                    <a:pt x="5020" y="3045"/>
                  </a:lnTo>
                  <a:lnTo>
                    <a:pt x="5187" y="2787"/>
                  </a:lnTo>
                  <a:lnTo>
                    <a:pt x="5353" y="2528"/>
                  </a:lnTo>
                  <a:lnTo>
                    <a:pt x="5519" y="2270"/>
                  </a:lnTo>
                  <a:lnTo>
                    <a:pt x="5666" y="2012"/>
                  </a:lnTo>
                  <a:lnTo>
                    <a:pt x="5796" y="1735"/>
                  </a:lnTo>
                  <a:lnTo>
                    <a:pt x="5925" y="1458"/>
                  </a:lnTo>
                  <a:lnTo>
                    <a:pt x="6036" y="1163"/>
                  </a:lnTo>
                  <a:lnTo>
                    <a:pt x="6146" y="886"/>
                  </a:lnTo>
                  <a:lnTo>
                    <a:pt x="6239" y="591"/>
                  </a:lnTo>
                  <a:lnTo>
                    <a:pt x="6312" y="295"/>
                  </a:lnTo>
                  <a:lnTo>
                    <a:pt x="6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95475" y="3046425"/>
              <a:ext cx="159675" cy="154575"/>
            </a:xfrm>
            <a:custGeom>
              <a:rect b="b" l="l" r="r" t="t"/>
              <a:pathLst>
                <a:path extrusionOk="0" fill="none" h="6183" w="6387">
                  <a:moveTo>
                    <a:pt x="6386" y="0"/>
                  </a:moveTo>
                  <a:lnTo>
                    <a:pt x="6386" y="0"/>
                  </a:lnTo>
                  <a:lnTo>
                    <a:pt x="6312" y="295"/>
                  </a:lnTo>
                  <a:lnTo>
                    <a:pt x="6239" y="591"/>
                  </a:lnTo>
                  <a:lnTo>
                    <a:pt x="6146" y="886"/>
                  </a:lnTo>
                  <a:lnTo>
                    <a:pt x="6036" y="1163"/>
                  </a:lnTo>
                  <a:lnTo>
                    <a:pt x="5925" y="1458"/>
                  </a:lnTo>
                  <a:lnTo>
                    <a:pt x="5796" y="1735"/>
                  </a:lnTo>
                  <a:lnTo>
                    <a:pt x="5666" y="2012"/>
                  </a:lnTo>
                  <a:lnTo>
                    <a:pt x="5519" y="2270"/>
                  </a:lnTo>
                  <a:lnTo>
                    <a:pt x="5353" y="2528"/>
                  </a:lnTo>
                  <a:lnTo>
                    <a:pt x="5187" y="2787"/>
                  </a:lnTo>
                  <a:lnTo>
                    <a:pt x="5020" y="3045"/>
                  </a:lnTo>
                  <a:lnTo>
                    <a:pt x="4836" y="3285"/>
                  </a:lnTo>
                  <a:lnTo>
                    <a:pt x="4633" y="3525"/>
                  </a:lnTo>
                  <a:lnTo>
                    <a:pt x="4430" y="3747"/>
                  </a:lnTo>
                  <a:lnTo>
                    <a:pt x="4208" y="3968"/>
                  </a:lnTo>
                  <a:lnTo>
                    <a:pt x="3987" y="4189"/>
                  </a:lnTo>
                  <a:lnTo>
                    <a:pt x="3987" y="4189"/>
                  </a:lnTo>
                  <a:lnTo>
                    <a:pt x="3562" y="4577"/>
                  </a:lnTo>
                  <a:lnTo>
                    <a:pt x="3101" y="4909"/>
                  </a:lnTo>
                  <a:lnTo>
                    <a:pt x="2621" y="5205"/>
                  </a:lnTo>
                  <a:lnTo>
                    <a:pt x="2123" y="5481"/>
                  </a:lnTo>
                  <a:lnTo>
                    <a:pt x="1606" y="5703"/>
                  </a:lnTo>
                  <a:lnTo>
                    <a:pt x="1089" y="5906"/>
                  </a:lnTo>
                  <a:lnTo>
                    <a:pt x="536" y="6053"/>
                  </a:lnTo>
                  <a:lnTo>
                    <a:pt x="1" y="6183"/>
                  </a:lnTo>
                  <a:lnTo>
                    <a:pt x="1" y="0"/>
                  </a:lnTo>
                  <a:lnTo>
                    <a:pt x="638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955125" y="30464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639525" y="3071800"/>
              <a:ext cx="114450" cy="132900"/>
            </a:xfrm>
            <a:custGeom>
              <a:rect b="b" l="l" r="r" t="t"/>
              <a:pathLst>
                <a:path extrusionOk="0" h="5316" w="4578">
                  <a:moveTo>
                    <a:pt x="4578" y="0"/>
                  </a:moveTo>
                  <a:lnTo>
                    <a:pt x="4393" y="222"/>
                  </a:lnTo>
                  <a:lnTo>
                    <a:pt x="4227" y="425"/>
                  </a:lnTo>
                  <a:lnTo>
                    <a:pt x="4024" y="628"/>
                  </a:lnTo>
                  <a:lnTo>
                    <a:pt x="3821" y="812"/>
                  </a:lnTo>
                  <a:lnTo>
                    <a:pt x="3599" y="978"/>
                  </a:lnTo>
                  <a:lnTo>
                    <a:pt x="3359" y="1126"/>
                  </a:lnTo>
                  <a:lnTo>
                    <a:pt x="3119" y="1255"/>
                  </a:lnTo>
                  <a:lnTo>
                    <a:pt x="2861" y="1366"/>
                  </a:lnTo>
                  <a:lnTo>
                    <a:pt x="2566" y="1458"/>
                  </a:lnTo>
                  <a:lnTo>
                    <a:pt x="2252" y="1532"/>
                  </a:lnTo>
                  <a:lnTo>
                    <a:pt x="1938" y="1569"/>
                  </a:lnTo>
                  <a:lnTo>
                    <a:pt x="1625" y="1587"/>
                  </a:lnTo>
                  <a:lnTo>
                    <a:pt x="997" y="1587"/>
                  </a:lnTo>
                  <a:lnTo>
                    <a:pt x="370" y="1569"/>
                  </a:lnTo>
                  <a:lnTo>
                    <a:pt x="407" y="1938"/>
                  </a:lnTo>
                  <a:lnTo>
                    <a:pt x="407" y="2289"/>
                  </a:lnTo>
                  <a:lnTo>
                    <a:pt x="407" y="2473"/>
                  </a:lnTo>
                  <a:lnTo>
                    <a:pt x="388" y="2695"/>
                  </a:lnTo>
                  <a:lnTo>
                    <a:pt x="296" y="3267"/>
                  </a:lnTo>
                  <a:lnTo>
                    <a:pt x="0" y="4577"/>
                  </a:lnTo>
                  <a:lnTo>
                    <a:pt x="277" y="4706"/>
                  </a:lnTo>
                  <a:lnTo>
                    <a:pt x="554" y="4817"/>
                  </a:lnTo>
                  <a:lnTo>
                    <a:pt x="831" y="4928"/>
                  </a:lnTo>
                  <a:lnTo>
                    <a:pt x="1108" y="5002"/>
                  </a:lnTo>
                  <a:lnTo>
                    <a:pt x="1385" y="5075"/>
                  </a:lnTo>
                  <a:lnTo>
                    <a:pt x="1661" y="5131"/>
                  </a:lnTo>
                  <a:lnTo>
                    <a:pt x="2234" y="5223"/>
                  </a:lnTo>
                  <a:lnTo>
                    <a:pt x="2806" y="5278"/>
                  </a:lnTo>
                  <a:lnTo>
                    <a:pt x="3378" y="5297"/>
                  </a:lnTo>
                  <a:lnTo>
                    <a:pt x="3968" y="5315"/>
                  </a:lnTo>
                  <a:lnTo>
                    <a:pt x="4578" y="5315"/>
                  </a:lnTo>
                  <a:lnTo>
                    <a:pt x="45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639525" y="3071800"/>
              <a:ext cx="114450" cy="132900"/>
            </a:xfrm>
            <a:custGeom>
              <a:rect b="b" l="l" r="r" t="t"/>
              <a:pathLst>
                <a:path extrusionOk="0" fill="none" h="5316" w="4578">
                  <a:moveTo>
                    <a:pt x="296" y="3267"/>
                  </a:moveTo>
                  <a:lnTo>
                    <a:pt x="296" y="3267"/>
                  </a:lnTo>
                  <a:lnTo>
                    <a:pt x="388" y="2695"/>
                  </a:lnTo>
                  <a:lnTo>
                    <a:pt x="407" y="2473"/>
                  </a:lnTo>
                  <a:lnTo>
                    <a:pt x="407" y="2289"/>
                  </a:lnTo>
                  <a:lnTo>
                    <a:pt x="407" y="1938"/>
                  </a:lnTo>
                  <a:lnTo>
                    <a:pt x="370" y="1569"/>
                  </a:lnTo>
                  <a:lnTo>
                    <a:pt x="370" y="1569"/>
                  </a:lnTo>
                  <a:lnTo>
                    <a:pt x="997" y="1587"/>
                  </a:lnTo>
                  <a:lnTo>
                    <a:pt x="1625" y="1587"/>
                  </a:lnTo>
                  <a:lnTo>
                    <a:pt x="1938" y="1569"/>
                  </a:lnTo>
                  <a:lnTo>
                    <a:pt x="2252" y="1532"/>
                  </a:lnTo>
                  <a:lnTo>
                    <a:pt x="2566" y="1458"/>
                  </a:lnTo>
                  <a:lnTo>
                    <a:pt x="2861" y="1366"/>
                  </a:lnTo>
                  <a:lnTo>
                    <a:pt x="2861" y="1366"/>
                  </a:lnTo>
                  <a:lnTo>
                    <a:pt x="3119" y="1255"/>
                  </a:lnTo>
                  <a:lnTo>
                    <a:pt x="3359" y="1126"/>
                  </a:lnTo>
                  <a:lnTo>
                    <a:pt x="3599" y="978"/>
                  </a:lnTo>
                  <a:lnTo>
                    <a:pt x="3821" y="812"/>
                  </a:lnTo>
                  <a:lnTo>
                    <a:pt x="4024" y="628"/>
                  </a:lnTo>
                  <a:lnTo>
                    <a:pt x="4227" y="425"/>
                  </a:lnTo>
                  <a:lnTo>
                    <a:pt x="4393" y="222"/>
                  </a:lnTo>
                  <a:lnTo>
                    <a:pt x="4578" y="0"/>
                  </a:lnTo>
                  <a:lnTo>
                    <a:pt x="4578" y="5315"/>
                  </a:lnTo>
                  <a:lnTo>
                    <a:pt x="4578" y="5315"/>
                  </a:lnTo>
                  <a:lnTo>
                    <a:pt x="3968" y="5315"/>
                  </a:lnTo>
                  <a:lnTo>
                    <a:pt x="3378" y="5297"/>
                  </a:lnTo>
                  <a:lnTo>
                    <a:pt x="2806" y="5278"/>
                  </a:lnTo>
                  <a:lnTo>
                    <a:pt x="2234" y="5223"/>
                  </a:lnTo>
                  <a:lnTo>
                    <a:pt x="1661" y="5131"/>
                  </a:lnTo>
                  <a:lnTo>
                    <a:pt x="1385" y="5075"/>
                  </a:lnTo>
                  <a:lnTo>
                    <a:pt x="1108" y="5002"/>
                  </a:lnTo>
                  <a:lnTo>
                    <a:pt x="831" y="4928"/>
                  </a:lnTo>
                  <a:lnTo>
                    <a:pt x="554" y="4817"/>
                  </a:lnTo>
                  <a:lnTo>
                    <a:pt x="277" y="4706"/>
                  </a:lnTo>
                  <a:lnTo>
                    <a:pt x="0" y="4577"/>
                  </a:lnTo>
                  <a:lnTo>
                    <a:pt x="296" y="326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46900" y="31534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415275" y="3138700"/>
              <a:ext cx="191525" cy="78450"/>
            </a:xfrm>
            <a:custGeom>
              <a:rect b="b" l="l" r="r" t="t"/>
              <a:pathLst>
                <a:path extrusionOk="0" h="3138" w="7661">
                  <a:moveTo>
                    <a:pt x="2659" y="0"/>
                  </a:moveTo>
                  <a:lnTo>
                    <a:pt x="2382" y="19"/>
                  </a:lnTo>
                  <a:lnTo>
                    <a:pt x="2216" y="19"/>
                  </a:lnTo>
                  <a:lnTo>
                    <a:pt x="2013" y="56"/>
                  </a:lnTo>
                  <a:lnTo>
                    <a:pt x="1828" y="92"/>
                  </a:lnTo>
                  <a:lnTo>
                    <a:pt x="1607" y="166"/>
                  </a:lnTo>
                  <a:lnTo>
                    <a:pt x="1404" y="259"/>
                  </a:lnTo>
                  <a:lnTo>
                    <a:pt x="1201" y="388"/>
                  </a:lnTo>
                  <a:lnTo>
                    <a:pt x="998" y="572"/>
                  </a:lnTo>
                  <a:lnTo>
                    <a:pt x="795" y="775"/>
                  </a:lnTo>
                  <a:lnTo>
                    <a:pt x="610" y="1034"/>
                  </a:lnTo>
                  <a:lnTo>
                    <a:pt x="444" y="1329"/>
                  </a:lnTo>
                  <a:lnTo>
                    <a:pt x="296" y="1698"/>
                  </a:lnTo>
                  <a:lnTo>
                    <a:pt x="167" y="2104"/>
                  </a:lnTo>
                  <a:lnTo>
                    <a:pt x="56" y="2584"/>
                  </a:lnTo>
                  <a:lnTo>
                    <a:pt x="1" y="3138"/>
                  </a:lnTo>
                  <a:lnTo>
                    <a:pt x="5003" y="3138"/>
                  </a:lnTo>
                  <a:lnTo>
                    <a:pt x="5316" y="3119"/>
                  </a:lnTo>
                  <a:lnTo>
                    <a:pt x="5630" y="3082"/>
                  </a:lnTo>
                  <a:lnTo>
                    <a:pt x="5907" y="2990"/>
                  </a:lnTo>
                  <a:lnTo>
                    <a:pt x="6165" y="2879"/>
                  </a:lnTo>
                  <a:lnTo>
                    <a:pt x="6387" y="2732"/>
                  </a:lnTo>
                  <a:lnTo>
                    <a:pt x="6608" y="2584"/>
                  </a:lnTo>
                  <a:lnTo>
                    <a:pt x="6793" y="2381"/>
                  </a:lnTo>
                  <a:lnTo>
                    <a:pt x="6959" y="2178"/>
                  </a:lnTo>
                  <a:lnTo>
                    <a:pt x="7106" y="1956"/>
                  </a:lnTo>
                  <a:lnTo>
                    <a:pt x="7236" y="1698"/>
                  </a:lnTo>
                  <a:lnTo>
                    <a:pt x="7346" y="1440"/>
                  </a:lnTo>
                  <a:lnTo>
                    <a:pt x="7439" y="1181"/>
                  </a:lnTo>
                  <a:lnTo>
                    <a:pt x="7512" y="886"/>
                  </a:lnTo>
                  <a:lnTo>
                    <a:pt x="7586" y="609"/>
                  </a:lnTo>
                  <a:lnTo>
                    <a:pt x="7623" y="295"/>
                  </a:lnTo>
                  <a:lnTo>
                    <a:pt x="76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415275" y="3138700"/>
              <a:ext cx="191525" cy="78450"/>
            </a:xfrm>
            <a:custGeom>
              <a:rect b="b" l="l" r="r" t="t"/>
              <a:pathLst>
                <a:path extrusionOk="0" fill="none" h="3138" w="7661">
                  <a:moveTo>
                    <a:pt x="7660" y="0"/>
                  </a:moveTo>
                  <a:lnTo>
                    <a:pt x="7660" y="0"/>
                  </a:lnTo>
                  <a:lnTo>
                    <a:pt x="7623" y="295"/>
                  </a:lnTo>
                  <a:lnTo>
                    <a:pt x="7586" y="609"/>
                  </a:lnTo>
                  <a:lnTo>
                    <a:pt x="7512" y="886"/>
                  </a:lnTo>
                  <a:lnTo>
                    <a:pt x="7439" y="1181"/>
                  </a:lnTo>
                  <a:lnTo>
                    <a:pt x="7346" y="1440"/>
                  </a:lnTo>
                  <a:lnTo>
                    <a:pt x="7236" y="1698"/>
                  </a:lnTo>
                  <a:lnTo>
                    <a:pt x="7106" y="1956"/>
                  </a:lnTo>
                  <a:lnTo>
                    <a:pt x="6959" y="2178"/>
                  </a:lnTo>
                  <a:lnTo>
                    <a:pt x="6793" y="2381"/>
                  </a:lnTo>
                  <a:lnTo>
                    <a:pt x="6608" y="2584"/>
                  </a:lnTo>
                  <a:lnTo>
                    <a:pt x="6387" y="2732"/>
                  </a:lnTo>
                  <a:lnTo>
                    <a:pt x="6165" y="2879"/>
                  </a:lnTo>
                  <a:lnTo>
                    <a:pt x="5907" y="2990"/>
                  </a:lnTo>
                  <a:lnTo>
                    <a:pt x="5630" y="3082"/>
                  </a:lnTo>
                  <a:lnTo>
                    <a:pt x="5316" y="3119"/>
                  </a:lnTo>
                  <a:lnTo>
                    <a:pt x="5003" y="3138"/>
                  </a:lnTo>
                  <a:lnTo>
                    <a:pt x="1" y="3138"/>
                  </a:lnTo>
                  <a:lnTo>
                    <a:pt x="1" y="3138"/>
                  </a:lnTo>
                  <a:lnTo>
                    <a:pt x="56" y="2584"/>
                  </a:lnTo>
                  <a:lnTo>
                    <a:pt x="167" y="2104"/>
                  </a:lnTo>
                  <a:lnTo>
                    <a:pt x="296" y="1698"/>
                  </a:lnTo>
                  <a:lnTo>
                    <a:pt x="444" y="1329"/>
                  </a:lnTo>
                  <a:lnTo>
                    <a:pt x="610" y="1034"/>
                  </a:lnTo>
                  <a:lnTo>
                    <a:pt x="795" y="775"/>
                  </a:lnTo>
                  <a:lnTo>
                    <a:pt x="998" y="572"/>
                  </a:lnTo>
                  <a:lnTo>
                    <a:pt x="1201" y="388"/>
                  </a:lnTo>
                  <a:lnTo>
                    <a:pt x="1404" y="259"/>
                  </a:lnTo>
                  <a:lnTo>
                    <a:pt x="1607" y="166"/>
                  </a:lnTo>
                  <a:lnTo>
                    <a:pt x="1828" y="92"/>
                  </a:lnTo>
                  <a:lnTo>
                    <a:pt x="2013" y="56"/>
                  </a:lnTo>
                  <a:lnTo>
                    <a:pt x="2216" y="19"/>
                  </a:lnTo>
                  <a:lnTo>
                    <a:pt x="2382" y="19"/>
                  </a:lnTo>
                  <a:lnTo>
                    <a:pt x="2659" y="0"/>
                  </a:lnTo>
                  <a:lnTo>
                    <a:pt x="766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06775" y="3138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415275" y="3018725"/>
              <a:ext cx="190125" cy="78475"/>
            </a:xfrm>
            <a:custGeom>
              <a:rect b="b" l="l" r="r" t="t"/>
              <a:pathLst>
                <a:path extrusionOk="0" h="3139" w="7605">
                  <a:moveTo>
                    <a:pt x="1" y="1"/>
                  </a:moveTo>
                  <a:lnTo>
                    <a:pt x="56" y="554"/>
                  </a:lnTo>
                  <a:lnTo>
                    <a:pt x="167" y="1034"/>
                  </a:lnTo>
                  <a:lnTo>
                    <a:pt x="278" y="1459"/>
                  </a:lnTo>
                  <a:lnTo>
                    <a:pt x="444" y="1809"/>
                  </a:lnTo>
                  <a:lnTo>
                    <a:pt x="610" y="2123"/>
                  </a:lnTo>
                  <a:lnTo>
                    <a:pt x="795" y="2382"/>
                  </a:lnTo>
                  <a:lnTo>
                    <a:pt x="998" y="2585"/>
                  </a:lnTo>
                  <a:lnTo>
                    <a:pt x="1201" y="2751"/>
                  </a:lnTo>
                  <a:lnTo>
                    <a:pt x="1404" y="2880"/>
                  </a:lnTo>
                  <a:lnTo>
                    <a:pt x="1607" y="2972"/>
                  </a:lnTo>
                  <a:lnTo>
                    <a:pt x="1828" y="3046"/>
                  </a:lnTo>
                  <a:lnTo>
                    <a:pt x="2013" y="3101"/>
                  </a:lnTo>
                  <a:lnTo>
                    <a:pt x="2216" y="3120"/>
                  </a:lnTo>
                  <a:lnTo>
                    <a:pt x="2382" y="3138"/>
                  </a:lnTo>
                  <a:lnTo>
                    <a:pt x="7605" y="3138"/>
                  </a:lnTo>
                  <a:lnTo>
                    <a:pt x="7512" y="2806"/>
                  </a:lnTo>
                  <a:lnTo>
                    <a:pt x="7402" y="2492"/>
                  </a:lnTo>
                  <a:lnTo>
                    <a:pt x="7254" y="2178"/>
                  </a:lnTo>
                  <a:lnTo>
                    <a:pt x="7088" y="1883"/>
                  </a:lnTo>
                  <a:lnTo>
                    <a:pt x="6903" y="1606"/>
                  </a:lnTo>
                  <a:lnTo>
                    <a:pt x="6700" y="1348"/>
                  </a:lnTo>
                  <a:lnTo>
                    <a:pt x="6461" y="1108"/>
                  </a:lnTo>
                  <a:lnTo>
                    <a:pt x="6202" y="887"/>
                  </a:lnTo>
                  <a:lnTo>
                    <a:pt x="5944" y="702"/>
                  </a:lnTo>
                  <a:lnTo>
                    <a:pt x="5667" y="517"/>
                  </a:lnTo>
                  <a:lnTo>
                    <a:pt x="5353" y="370"/>
                  </a:lnTo>
                  <a:lnTo>
                    <a:pt x="5058" y="241"/>
                  </a:lnTo>
                  <a:lnTo>
                    <a:pt x="4726" y="130"/>
                  </a:lnTo>
                  <a:lnTo>
                    <a:pt x="4393" y="56"/>
                  </a:lnTo>
                  <a:lnTo>
                    <a:pt x="4061" y="19"/>
                  </a:lnTo>
                  <a:lnTo>
                    <a:pt x="37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415275" y="3018725"/>
              <a:ext cx="190125" cy="78475"/>
            </a:xfrm>
            <a:custGeom>
              <a:rect b="b" l="l" r="r" t="t"/>
              <a:pathLst>
                <a:path extrusionOk="0" fill="none" h="3139" w="7605">
                  <a:moveTo>
                    <a:pt x="7605" y="3138"/>
                  </a:moveTo>
                  <a:lnTo>
                    <a:pt x="2659" y="3138"/>
                  </a:lnTo>
                  <a:lnTo>
                    <a:pt x="2659" y="3138"/>
                  </a:lnTo>
                  <a:lnTo>
                    <a:pt x="2382" y="3138"/>
                  </a:lnTo>
                  <a:lnTo>
                    <a:pt x="2216" y="3120"/>
                  </a:lnTo>
                  <a:lnTo>
                    <a:pt x="2013" y="3101"/>
                  </a:lnTo>
                  <a:lnTo>
                    <a:pt x="1828" y="3046"/>
                  </a:lnTo>
                  <a:lnTo>
                    <a:pt x="1607" y="2972"/>
                  </a:lnTo>
                  <a:lnTo>
                    <a:pt x="1404" y="2880"/>
                  </a:lnTo>
                  <a:lnTo>
                    <a:pt x="1201" y="2751"/>
                  </a:lnTo>
                  <a:lnTo>
                    <a:pt x="998" y="2585"/>
                  </a:lnTo>
                  <a:lnTo>
                    <a:pt x="795" y="2382"/>
                  </a:lnTo>
                  <a:lnTo>
                    <a:pt x="610" y="2123"/>
                  </a:lnTo>
                  <a:lnTo>
                    <a:pt x="444" y="1809"/>
                  </a:lnTo>
                  <a:lnTo>
                    <a:pt x="278" y="1459"/>
                  </a:lnTo>
                  <a:lnTo>
                    <a:pt x="167" y="1034"/>
                  </a:lnTo>
                  <a:lnTo>
                    <a:pt x="56" y="554"/>
                  </a:lnTo>
                  <a:lnTo>
                    <a:pt x="1" y="1"/>
                  </a:lnTo>
                  <a:lnTo>
                    <a:pt x="3711" y="1"/>
                  </a:lnTo>
                  <a:lnTo>
                    <a:pt x="3711" y="1"/>
                  </a:lnTo>
                  <a:lnTo>
                    <a:pt x="4061" y="19"/>
                  </a:lnTo>
                  <a:lnTo>
                    <a:pt x="4393" y="56"/>
                  </a:lnTo>
                  <a:lnTo>
                    <a:pt x="4726" y="130"/>
                  </a:lnTo>
                  <a:lnTo>
                    <a:pt x="5058" y="241"/>
                  </a:lnTo>
                  <a:lnTo>
                    <a:pt x="5353" y="370"/>
                  </a:lnTo>
                  <a:lnTo>
                    <a:pt x="5667" y="517"/>
                  </a:lnTo>
                  <a:lnTo>
                    <a:pt x="5944" y="702"/>
                  </a:lnTo>
                  <a:lnTo>
                    <a:pt x="6202" y="887"/>
                  </a:lnTo>
                  <a:lnTo>
                    <a:pt x="6461" y="1108"/>
                  </a:lnTo>
                  <a:lnTo>
                    <a:pt x="6700" y="1348"/>
                  </a:lnTo>
                  <a:lnTo>
                    <a:pt x="6903" y="1606"/>
                  </a:lnTo>
                  <a:lnTo>
                    <a:pt x="7088" y="1883"/>
                  </a:lnTo>
                  <a:lnTo>
                    <a:pt x="7254" y="2178"/>
                  </a:lnTo>
                  <a:lnTo>
                    <a:pt x="7402" y="2492"/>
                  </a:lnTo>
                  <a:lnTo>
                    <a:pt x="7512" y="2806"/>
                  </a:lnTo>
                  <a:lnTo>
                    <a:pt x="7605" y="3138"/>
                  </a:lnTo>
                  <a:lnTo>
                    <a:pt x="7605" y="313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605375" y="30971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754400" y="2751575"/>
              <a:ext cx="204900" cy="253350"/>
            </a:xfrm>
            <a:custGeom>
              <a:rect b="b" l="l" r="r" t="t"/>
              <a:pathLst>
                <a:path extrusionOk="0" h="10134" w="8196">
                  <a:moveTo>
                    <a:pt x="1" y="1"/>
                  </a:moveTo>
                  <a:lnTo>
                    <a:pt x="1" y="8214"/>
                  </a:lnTo>
                  <a:lnTo>
                    <a:pt x="149" y="8417"/>
                  </a:lnTo>
                  <a:lnTo>
                    <a:pt x="278" y="8620"/>
                  </a:lnTo>
                  <a:lnTo>
                    <a:pt x="407" y="8860"/>
                  </a:lnTo>
                  <a:lnTo>
                    <a:pt x="518" y="9100"/>
                  </a:lnTo>
                  <a:lnTo>
                    <a:pt x="592" y="9358"/>
                  </a:lnTo>
                  <a:lnTo>
                    <a:pt x="665" y="9598"/>
                  </a:lnTo>
                  <a:lnTo>
                    <a:pt x="721" y="9856"/>
                  </a:lnTo>
                  <a:lnTo>
                    <a:pt x="758" y="10133"/>
                  </a:lnTo>
                  <a:lnTo>
                    <a:pt x="8195" y="10133"/>
                  </a:lnTo>
                  <a:lnTo>
                    <a:pt x="8177" y="9672"/>
                  </a:lnTo>
                  <a:lnTo>
                    <a:pt x="8158" y="9229"/>
                  </a:lnTo>
                  <a:lnTo>
                    <a:pt x="8103" y="8786"/>
                  </a:lnTo>
                  <a:lnTo>
                    <a:pt x="8029" y="8343"/>
                  </a:lnTo>
                  <a:lnTo>
                    <a:pt x="7955" y="7918"/>
                  </a:lnTo>
                  <a:lnTo>
                    <a:pt x="7845" y="7494"/>
                  </a:lnTo>
                  <a:lnTo>
                    <a:pt x="7715" y="7069"/>
                  </a:lnTo>
                  <a:lnTo>
                    <a:pt x="7568" y="6645"/>
                  </a:lnTo>
                  <a:lnTo>
                    <a:pt x="7420" y="6239"/>
                  </a:lnTo>
                  <a:lnTo>
                    <a:pt x="7236" y="5851"/>
                  </a:lnTo>
                  <a:lnTo>
                    <a:pt x="7051" y="5464"/>
                  </a:lnTo>
                  <a:lnTo>
                    <a:pt x="6848" y="5076"/>
                  </a:lnTo>
                  <a:lnTo>
                    <a:pt x="6608" y="4707"/>
                  </a:lnTo>
                  <a:lnTo>
                    <a:pt x="6387" y="4338"/>
                  </a:lnTo>
                  <a:lnTo>
                    <a:pt x="6128" y="3987"/>
                  </a:lnTo>
                  <a:lnTo>
                    <a:pt x="5851" y="3637"/>
                  </a:lnTo>
                  <a:lnTo>
                    <a:pt x="5575" y="3304"/>
                  </a:lnTo>
                  <a:lnTo>
                    <a:pt x="5279" y="2991"/>
                  </a:lnTo>
                  <a:lnTo>
                    <a:pt x="4984" y="2677"/>
                  </a:lnTo>
                  <a:lnTo>
                    <a:pt x="4652" y="2382"/>
                  </a:lnTo>
                  <a:lnTo>
                    <a:pt x="4320" y="2105"/>
                  </a:lnTo>
                  <a:lnTo>
                    <a:pt x="3987" y="1828"/>
                  </a:lnTo>
                  <a:lnTo>
                    <a:pt x="3637" y="1570"/>
                  </a:lnTo>
                  <a:lnTo>
                    <a:pt x="3268" y="1330"/>
                  </a:lnTo>
                  <a:lnTo>
                    <a:pt x="2880" y="1108"/>
                  </a:lnTo>
                  <a:lnTo>
                    <a:pt x="2511" y="905"/>
                  </a:lnTo>
                  <a:lnTo>
                    <a:pt x="2105" y="702"/>
                  </a:lnTo>
                  <a:lnTo>
                    <a:pt x="1699" y="536"/>
                  </a:lnTo>
                  <a:lnTo>
                    <a:pt x="1293" y="370"/>
                  </a:lnTo>
                  <a:lnTo>
                    <a:pt x="868" y="222"/>
                  </a:lnTo>
                  <a:lnTo>
                    <a:pt x="444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754400" y="2751575"/>
              <a:ext cx="204900" cy="253350"/>
            </a:xfrm>
            <a:custGeom>
              <a:rect b="b" l="l" r="r" t="t"/>
              <a:pathLst>
                <a:path extrusionOk="0" fill="none" h="10134" w="8196">
                  <a:moveTo>
                    <a:pt x="8195" y="10133"/>
                  </a:moveTo>
                  <a:lnTo>
                    <a:pt x="8195" y="10133"/>
                  </a:lnTo>
                  <a:lnTo>
                    <a:pt x="758" y="10133"/>
                  </a:lnTo>
                  <a:lnTo>
                    <a:pt x="758" y="10133"/>
                  </a:lnTo>
                  <a:lnTo>
                    <a:pt x="721" y="9856"/>
                  </a:lnTo>
                  <a:lnTo>
                    <a:pt x="665" y="9598"/>
                  </a:lnTo>
                  <a:lnTo>
                    <a:pt x="592" y="9358"/>
                  </a:lnTo>
                  <a:lnTo>
                    <a:pt x="518" y="9100"/>
                  </a:lnTo>
                  <a:lnTo>
                    <a:pt x="407" y="8860"/>
                  </a:lnTo>
                  <a:lnTo>
                    <a:pt x="278" y="8620"/>
                  </a:lnTo>
                  <a:lnTo>
                    <a:pt x="149" y="8417"/>
                  </a:lnTo>
                  <a:lnTo>
                    <a:pt x="1" y="8214"/>
                  </a:lnTo>
                  <a:lnTo>
                    <a:pt x="1" y="1"/>
                  </a:lnTo>
                  <a:lnTo>
                    <a:pt x="1" y="1"/>
                  </a:lnTo>
                  <a:lnTo>
                    <a:pt x="444" y="112"/>
                  </a:lnTo>
                  <a:lnTo>
                    <a:pt x="868" y="222"/>
                  </a:lnTo>
                  <a:lnTo>
                    <a:pt x="1293" y="370"/>
                  </a:lnTo>
                  <a:lnTo>
                    <a:pt x="1699" y="536"/>
                  </a:lnTo>
                  <a:lnTo>
                    <a:pt x="2105" y="702"/>
                  </a:lnTo>
                  <a:lnTo>
                    <a:pt x="2511" y="905"/>
                  </a:lnTo>
                  <a:lnTo>
                    <a:pt x="2880" y="1108"/>
                  </a:lnTo>
                  <a:lnTo>
                    <a:pt x="3268" y="1330"/>
                  </a:lnTo>
                  <a:lnTo>
                    <a:pt x="3637" y="1570"/>
                  </a:lnTo>
                  <a:lnTo>
                    <a:pt x="3987" y="1828"/>
                  </a:lnTo>
                  <a:lnTo>
                    <a:pt x="4320" y="2105"/>
                  </a:lnTo>
                  <a:lnTo>
                    <a:pt x="4652" y="2382"/>
                  </a:lnTo>
                  <a:lnTo>
                    <a:pt x="4984" y="2677"/>
                  </a:lnTo>
                  <a:lnTo>
                    <a:pt x="5279" y="2991"/>
                  </a:lnTo>
                  <a:lnTo>
                    <a:pt x="5575" y="3304"/>
                  </a:lnTo>
                  <a:lnTo>
                    <a:pt x="5851" y="3637"/>
                  </a:lnTo>
                  <a:lnTo>
                    <a:pt x="6128" y="3987"/>
                  </a:lnTo>
                  <a:lnTo>
                    <a:pt x="6387" y="4338"/>
                  </a:lnTo>
                  <a:lnTo>
                    <a:pt x="6608" y="4707"/>
                  </a:lnTo>
                  <a:lnTo>
                    <a:pt x="6848" y="5076"/>
                  </a:lnTo>
                  <a:lnTo>
                    <a:pt x="7051" y="5464"/>
                  </a:lnTo>
                  <a:lnTo>
                    <a:pt x="7236" y="5851"/>
                  </a:lnTo>
                  <a:lnTo>
                    <a:pt x="7420" y="6239"/>
                  </a:lnTo>
                  <a:lnTo>
                    <a:pt x="7568" y="6645"/>
                  </a:lnTo>
                  <a:lnTo>
                    <a:pt x="7715" y="7069"/>
                  </a:lnTo>
                  <a:lnTo>
                    <a:pt x="7845" y="7494"/>
                  </a:lnTo>
                  <a:lnTo>
                    <a:pt x="7955" y="7918"/>
                  </a:lnTo>
                  <a:lnTo>
                    <a:pt x="8029" y="8343"/>
                  </a:lnTo>
                  <a:lnTo>
                    <a:pt x="8103" y="8786"/>
                  </a:lnTo>
                  <a:lnTo>
                    <a:pt x="8158" y="9229"/>
                  </a:lnTo>
                  <a:lnTo>
                    <a:pt x="8177" y="9672"/>
                  </a:lnTo>
                  <a:lnTo>
                    <a:pt x="8195" y="10133"/>
                  </a:lnTo>
                  <a:lnTo>
                    <a:pt x="8195" y="1013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959275" y="30049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" name="Google Shape;251;p15"/>
          <p:cNvGrpSpPr/>
          <p:nvPr/>
        </p:nvGrpSpPr>
        <p:grpSpPr>
          <a:xfrm>
            <a:off x="993113" y="2424188"/>
            <a:ext cx="708725" cy="708725"/>
            <a:chOff x="4952625" y="3712200"/>
            <a:chExt cx="708725" cy="708725"/>
          </a:xfrm>
        </p:grpSpPr>
        <p:sp>
          <p:nvSpPr>
            <p:cNvPr id="252" name="Google Shape;252;p15"/>
            <p:cNvSpPr/>
            <p:nvPr/>
          </p:nvSpPr>
          <p:spPr>
            <a:xfrm>
              <a:off x="4952625" y="3801250"/>
              <a:ext cx="49850" cy="41550"/>
            </a:xfrm>
            <a:custGeom>
              <a:rect b="b" l="l" r="r" t="t"/>
              <a:pathLst>
                <a:path extrusionOk="0" h="1662" w="1994">
                  <a:moveTo>
                    <a:pt x="1" y="0"/>
                  </a:moveTo>
                  <a:lnTo>
                    <a:pt x="1" y="1661"/>
                  </a:lnTo>
                  <a:lnTo>
                    <a:pt x="1994" y="1661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5293125" y="3801250"/>
              <a:ext cx="224725" cy="41550"/>
            </a:xfrm>
            <a:custGeom>
              <a:rect b="b" l="l" r="r" t="t"/>
              <a:pathLst>
                <a:path extrusionOk="0" h="1662" w="8989">
                  <a:moveTo>
                    <a:pt x="1" y="0"/>
                  </a:moveTo>
                  <a:lnTo>
                    <a:pt x="1" y="1661"/>
                  </a:lnTo>
                  <a:lnTo>
                    <a:pt x="8989" y="1661"/>
                  </a:lnTo>
                  <a:lnTo>
                    <a:pt x="89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5127025" y="3753725"/>
              <a:ext cx="41550" cy="102450"/>
            </a:xfrm>
            <a:custGeom>
              <a:rect b="b" l="l" r="r" t="t"/>
              <a:pathLst>
                <a:path extrusionOk="0" h="4098" w="1662">
                  <a:moveTo>
                    <a:pt x="1" y="0"/>
                  </a:moveTo>
                  <a:lnTo>
                    <a:pt x="1" y="4079"/>
                  </a:lnTo>
                  <a:lnTo>
                    <a:pt x="425" y="4061"/>
                  </a:lnTo>
                  <a:lnTo>
                    <a:pt x="1256" y="4061"/>
                  </a:lnTo>
                  <a:lnTo>
                    <a:pt x="1662" y="4098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5127025" y="3753725"/>
              <a:ext cx="41550" cy="102450"/>
            </a:xfrm>
            <a:custGeom>
              <a:rect b="b" l="l" r="r" t="t"/>
              <a:pathLst>
                <a:path extrusionOk="0" fill="none" h="4098" w="1662">
                  <a:moveTo>
                    <a:pt x="1662" y="0"/>
                  </a:moveTo>
                  <a:lnTo>
                    <a:pt x="1662" y="4098"/>
                  </a:lnTo>
                  <a:lnTo>
                    <a:pt x="1662" y="4098"/>
                  </a:lnTo>
                  <a:lnTo>
                    <a:pt x="1256" y="4061"/>
                  </a:lnTo>
                  <a:lnTo>
                    <a:pt x="831" y="4061"/>
                  </a:lnTo>
                  <a:lnTo>
                    <a:pt x="425" y="4061"/>
                  </a:lnTo>
                  <a:lnTo>
                    <a:pt x="1" y="4079"/>
                  </a:lnTo>
                  <a:lnTo>
                    <a:pt x="1" y="0"/>
                  </a:lnTo>
                  <a:lnTo>
                    <a:pt x="166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5168550" y="37537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5210075" y="3753725"/>
              <a:ext cx="41550" cy="134300"/>
            </a:xfrm>
            <a:custGeom>
              <a:rect b="b" l="l" r="r" t="t"/>
              <a:pathLst>
                <a:path extrusionOk="0" h="5372" w="1662">
                  <a:moveTo>
                    <a:pt x="1" y="0"/>
                  </a:moveTo>
                  <a:lnTo>
                    <a:pt x="1" y="4596"/>
                  </a:lnTo>
                  <a:lnTo>
                    <a:pt x="444" y="4762"/>
                  </a:lnTo>
                  <a:lnTo>
                    <a:pt x="850" y="4947"/>
                  </a:lnTo>
                  <a:lnTo>
                    <a:pt x="1274" y="5150"/>
                  </a:lnTo>
                  <a:lnTo>
                    <a:pt x="1662" y="5371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5210075" y="3753725"/>
              <a:ext cx="41550" cy="134300"/>
            </a:xfrm>
            <a:custGeom>
              <a:rect b="b" l="l" r="r" t="t"/>
              <a:pathLst>
                <a:path extrusionOk="0" fill="none" h="5372" w="1662">
                  <a:moveTo>
                    <a:pt x="1662" y="0"/>
                  </a:moveTo>
                  <a:lnTo>
                    <a:pt x="1662" y="5371"/>
                  </a:lnTo>
                  <a:lnTo>
                    <a:pt x="1662" y="5371"/>
                  </a:lnTo>
                  <a:lnTo>
                    <a:pt x="1274" y="5150"/>
                  </a:lnTo>
                  <a:lnTo>
                    <a:pt x="850" y="4947"/>
                  </a:lnTo>
                  <a:lnTo>
                    <a:pt x="444" y="4762"/>
                  </a:lnTo>
                  <a:lnTo>
                    <a:pt x="1" y="4596"/>
                  </a:lnTo>
                  <a:lnTo>
                    <a:pt x="1" y="0"/>
                  </a:lnTo>
                  <a:lnTo>
                    <a:pt x="1662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5251600" y="37537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5043975" y="3753725"/>
              <a:ext cx="41550" cy="134300"/>
            </a:xfrm>
            <a:custGeom>
              <a:rect b="b" l="l" r="r" t="t"/>
              <a:pathLst>
                <a:path extrusionOk="0" h="5372" w="1662">
                  <a:moveTo>
                    <a:pt x="1" y="0"/>
                  </a:moveTo>
                  <a:lnTo>
                    <a:pt x="1" y="5371"/>
                  </a:lnTo>
                  <a:lnTo>
                    <a:pt x="407" y="5150"/>
                  </a:lnTo>
                  <a:lnTo>
                    <a:pt x="813" y="4947"/>
                  </a:lnTo>
                  <a:lnTo>
                    <a:pt x="1237" y="4762"/>
                  </a:lnTo>
                  <a:lnTo>
                    <a:pt x="1662" y="4596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5043975" y="3753725"/>
              <a:ext cx="41550" cy="134300"/>
            </a:xfrm>
            <a:custGeom>
              <a:rect b="b" l="l" r="r" t="t"/>
              <a:pathLst>
                <a:path extrusionOk="0" fill="none" h="5372" w="1662">
                  <a:moveTo>
                    <a:pt x="1" y="0"/>
                  </a:moveTo>
                  <a:lnTo>
                    <a:pt x="1" y="5371"/>
                  </a:lnTo>
                  <a:lnTo>
                    <a:pt x="1" y="5371"/>
                  </a:lnTo>
                  <a:lnTo>
                    <a:pt x="407" y="5150"/>
                  </a:lnTo>
                  <a:lnTo>
                    <a:pt x="813" y="4947"/>
                  </a:lnTo>
                  <a:lnTo>
                    <a:pt x="1237" y="4762"/>
                  </a:lnTo>
                  <a:lnTo>
                    <a:pt x="1662" y="4596"/>
                  </a:lnTo>
                  <a:lnTo>
                    <a:pt x="1662" y="0"/>
                  </a:ln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5043975" y="37537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5497075" y="3923050"/>
              <a:ext cx="156900" cy="119525"/>
            </a:xfrm>
            <a:custGeom>
              <a:rect b="b" l="l" r="r" t="t"/>
              <a:pathLst>
                <a:path extrusionOk="0" h="4781" w="6276">
                  <a:moveTo>
                    <a:pt x="2270" y="1"/>
                  </a:moveTo>
                  <a:lnTo>
                    <a:pt x="0" y="4781"/>
                  </a:lnTo>
                  <a:lnTo>
                    <a:pt x="4910" y="4781"/>
                  </a:lnTo>
                  <a:lnTo>
                    <a:pt x="6275" y="1883"/>
                  </a:lnTo>
                  <a:lnTo>
                    <a:pt x="22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5497075" y="3923050"/>
              <a:ext cx="156900" cy="119525"/>
            </a:xfrm>
            <a:custGeom>
              <a:rect b="b" l="l" r="r" t="t"/>
              <a:pathLst>
                <a:path extrusionOk="0" fill="none" h="4781" w="6276">
                  <a:moveTo>
                    <a:pt x="6275" y="1883"/>
                  </a:moveTo>
                  <a:lnTo>
                    <a:pt x="4910" y="4781"/>
                  </a:lnTo>
                  <a:lnTo>
                    <a:pt x="0" y="4781"/>
                  </a:lnTo>
                  <a:lnTo>
                    <a:pt x="2270" y="1"/>
                  </a:lnTo>
                  <a:lnTo>
                    <a:pt x="6275" y="188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5653950" y="39701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5336500" y="3927675"/>
              <a:ext cx="152750" cy="114900"/>
            </a:xfrm>
            <a:custGeom>
              <a:rect b="b" l="l" r="r" t="t"/>
              <a:pathLst>
                <a:path extrusionOk="0" h="4596" w="6110">
                  <a:moveTo>
                    <a:pt x="2732" y="0"/>
                  </a:moveTo>
                  <a:lnTo>
                    <a:pt x="2326" y="19"/>
                  </a:lnTo>
                  <a:lnTo>
                    <a:pt x="1902" y="74"/>
                  </a:lnTo>
                  <a:lnTo>
                    <a:pt x="1496" y="166"/>
                  </a:lnTo>
                  <a:lnTo>
                    <a:pt x="1108" y="296"/>
                  </a:lnTo>
                  <a:lnTo>
                    <a:pt x="721" y="443"/>
                  </a:lnTo>
                  <a:lnTo>
                    <a:pt x="351" y="628"/>
                  </a:lnTo>
                  <a:lnTo>
                    <a:pt x="1" y="849"/>
                  </a:lnTo>
                  <a:lnTo>
                    <a:pt x="148" y="1052"/>
                  </a:lnTo>
                  <a:lnTo>
                    <a:pt x="278" y="1255"/>
                  </a:lnTo>
                  <a:lnTo>
                    <a:pt x="518" y="1680"/>
                  </a:lnTo>
                  <a:lnTo>
                    <a:pt x="721" y="2123"/>
                  </a:lnTo>
                  <a:lnTo>
                    <a:pt x="924" y="2566"/>
                  </a:lnTo>
                  <a:lnTo>
                    <a:pt x="1127" y="3064"/>
                  </a:lnTo>
                  <a:lnTo>
                    <a:pt x="1330" y="3581"/>
                  </a:lnTo>
                  <a:lnTo>
                    <a:pt x="1514" y="4079"/>
                  </a:lnTo>
                  <a:lnTo>
                    <a:pt x="1680" y="4596"/>
                  </a:lnTo>
                  <a:lnTo>
                    <a:pt x="4596" y="4596"/>
                  </a:lnTo>
                  <a:lnTo>
                    <a:pt x="6110" y="1403"/>
                  </a:lnTo>
                  <a:lnTo>
                    <a:pt x="5962" y="1237"/>
                  </a:lnTo>
                  <a:lnTo>
                    <a:pt x="5796" y="1108"/>
                  </a:lnTo>
                  <a:lnTo>
                    <a:pt x="5482" y="831"/>
                  </a:lnTo>
                  <a:lnTo>
                    <a:pt x="5131" y="609"/>
                  </a:lnTo>
                  <a:lnTo>
                    <a:pt x="4762" y="425"/>
                  </a:lnTo>
                  <a:lnTo>
                    <a:pt x="4375" y="277"/>
                  </a:lnTo>
                  <a:lnTo>
                    <a:pt x="3969" y="148"/>
                  </a:lnTo>
                  <a:lnTo>
                    <a:pt x="3563" y="74"/>
                  </a:lnTo>
                  <a:lnTo>
                    <a:pt x="3157" y="19"/>
                  </a:lnTo>
                  <a:lnTo>
                    <a:pt x="27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5336500" y="3927675"/>
              <a:ext cx="152750" cy="114900"/>
            </a:xfrm>
            <a:custGeom>
              <a:rect b="b" l="l" r="r" t="t"/>
              <a:pathLst>
                <a:path extrusionOk="0" fill="none" h="4596" w="6110">
                  <a:moveTo>
                    <a:pt x="6110" y="1403"/>
                  </a:moveTo>
                  <a:lnTo>
                    <a:pt x="4596" y="4596"/>
                  </a:lnTo>
                  <a:lnTo>
                    <a:pt x="1680" y="4596"/>
                  </a:lnTo>
                  <a:lnTo>
                    <a:pt x="1680" y="4596"/>
                  </a:lnTo>
                  <a:lnTo>
                    <a:pt x="1514" y="4079"/>
                  </a:lnTo>
                  <a:lnTo>
                    <a:pt x="1330" y="3581"/>
                  </a:lnTo>
                  <a:lnTo>
                    <a:pt x="1127" y="3064"/>
                  </a:lnTo>
                  <a:lnTo>
                    <a:pt x="924" y="2566"/>
                  </a:lnTo>
                  <a:lnTo>
                    <a:pt x="924" y="2566"/>
                  </a:lnTo>
                  <a:lnTo>
                    <a:pt x="721" y="2123"/>
                  </a:lnTo>
                  <a:lnTo>
                    <a:pt x="518" y="1680"/>
                  </a:lnTo>
                  <a:lnTo>
                    <a:pt x="278" y="1255"/>
                  </a:lnTo>
                  <a:lnTo>
                    <a:pt x="148" y="1052"/>
                  </a:lnTo>
                  <a:lnTo>
                    <a:pt x="1" y="849"/>
                  </a:lnTo>
                  <a:lnTo>
                    <a:pt x="1" y="849"/>
                  </a:lnTo>
                  <a:lnTo>
                    <a:pt x="351" y="628"/>
                  </a:lnTo>
                  <a:lnTo>
                    <a:pt x="721" y="443"/>
                  </a:lnTo>
                  <a:lnTo>
                    <a:pt x="1108" y="296"/>
                  </a:lnTo>
                  <a:lnTo>
                    <a:pt x="1496" y="166"/>
                  </a:lnTo>
                  <a:lnTo>
                    <a:pt x="1902" y="74"/>
                  </a:lnTo>
                  <a:lnTo>
                    <a:pt x="2326" y="19"/>
                  </a:lnTo>
                  <a:lnTo>
                    <a:pt x="2732" y="0"/>
                  </a:lnTo>
                  <a:lnTo>
                    <a:pt x="3157" y="19"/>
                  </a:lnTo>
                  <a:lnTo>
                    <a:pt x="3563" y="74"/>
                  </a:lnTo>
                  <a:lnTo>
                    <a:pt x="3969" y="148"/>
                  </a:lnTo>
                  <a:lnTo>
                    <a:pt x="4375" y="277"/>
                  </a:lnTo>
                  <a:lnTo>
                    <a:pt x="4762" y="425"/>
                  </a:lnTo>
                  <a:lnTo>
                    <a:pt x="5131" y="609"/>
                  </a:lnTo>
                  <a:lnTo>
                    <a:pt x="5482" y="831"/>
                  </a:lnTo>
                  <a:lnTo>
                    <a:pt x="5796" y="1108"/>
                  </a:lnTo>
                  <a:lnTo>
                    <a:pt x="5962" y="1237"/>
                  </a:lnTo>
                  <a:lnTo>
                    <a:pt x="6110" y="1403"/>
                  </a:lnTo>
                  <a:lnTo>
                    <a:pt x="6110" y="140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5489225" y="39627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4984925" y="4209125"/>
              <a:ext cx="644125" cy="211800"/>
            </a:xfrm>
            <a:custGeom>
              <a:rect b="b" l="l" r="r" t="t"/>
              <a:pathLst>
                <a:path extrusionOk="0" h="8472" w="25765">
                  <a:moveTo>
                    <a:pt x="1" y="0"/>
                  </a:moveTo>
                  <a:lnTo>
                    <a:pt x="333" y="572"/>
                  </a:lnTo>
                  <a:lnTo>
                    <a:pt x="702" y="1107"/>
                  </a:lnTo>
                  <a:lnTo>
                    <a:pt x="1089" y="1624"/>
                  </a:lnTo>
                  <a:lnTo>
                    <a:pt x="1495" y="2123"/>
                  </a:lnTo>
                  <a:lnTo>
                    <a:pt x="1938" y="2584"/>
                  </a:lnTo>
                  <a:lnTo>
                    <a:pt x="2400" y="3027"/>
                  </a:lnTo>
                  <a:lnTo>
                    <a:pt x="2880" y="3451"/>
                  </a:lnTo>
                  <a:lnTo>
                    <a:pt x="3378" y="3839"/>
                  </a:lnTo>
                  <a:lnTo>
                    <a:pt x="3895" y="4208"/>
                  </a:lnTo>
                  <a:lnTo>
                    <a:pt x="4430" y="4559"/>
                  </a:lnTo>
                  <a:lnTo>
                    <a:pt x="4984" y="4872"/>
                  </a:lnTo>
                  <a:lnTo>
                    <a:pt x="5537" y="5186"/>
                  </a:lnTo>
                  <a:lnTo>
                    <a:pt x="6128" y="5463"/>
                  </a:lnTo>
                  <a:lnTo>
                    <a:pt x="6700" y="5740"/>
                  </a:lnTo>
                  <a:lnTo>
                    <a:pt x="7309" y="5980"/>
                  </a:lnTo>
                  <a:lnTo>
                    <a:pt x="7918" y="6201"/>
                  </a:lnTo>
                  <a:lnTo>
                    <a:pt x="7918" y="8471"/>
                  </a:lnTo>
                  <a:lnTo>
                    <a:pt x="17847" y="8471"/>
                  </a:lnTo>
                  <a:lnTo>
                    <a:pt x="17847" y="6201"/>
                  </a:lnTo>
                  <a:lnTo>
                    <a:pt x="18456" y="5980"/>
                  </a:lnTo>
                  <a:lnTo>
                    <a:pt x="19065" y="5740"/>
                  </a:lnTo>
                  <a:lnTo>
                    <a:pt x="19656" y="5463"/>
                  </a:lnTo>
                  <a:lnTo>
                    <a:pt x="20228" y="5186"/>
                  </a:lnTo>
                  <a:lnTo>
                    <a:pt x="20800" y="4872"/>
                  </a:lnTo>
                  <a:lnTo>
                    <a:pt x="21354" y="4559"/>
                  </a:lnTo>
                  <a:lnTo>
                    <a:pt x="21889" y="4208"/>
                  </a:lnTo>
                  <a:lnTo>
                    <a:pt x="22406" y="3839"/>
                  </a:lnTo>
                  <a:lnTo>
                    <a:pt x="22904" y="3451"/>
                  </a:lnTo>
                  <a:lnTo>
                    <a:pt x="23384" y="3027"/>
                  </a:lnTo>
                  <a:lnTo>
                    <a:pt x="23845" y="2584"/>
                  </a:lnTo>
                  <a:lnTo>
                    <a:pt x="24270" y="2123"/>
                  </a:lnTo>
                  <a:lnTo>
                    <a:pt x="24694" y="1624"/>
                  </a:lnTo>
                  <a:lnTo>
                    <a:pt x="25082" y="1107"/>
                  </a:lnTo>
                  <a:lnTo>
                    <a:pt x="25433" y="572"/>
                  </a:lnTo>
                  <a:lnTo>
                    <a:pt x="25765" y="0"/>
                  </a:lnTo>
                  <a:lnTo>
                    <a:pt x="21815" y="0"/>
                  </a:lnTo>
                  <a:lnTo>
                    <a:pt x="21815" y="1440"/>
                  </a:lnTo>
                  <a:lnTo>
                    <a:pt x="20154" y="1440"/>
                  </a:lnTo>
                  <a:lnTo>
                    <a:pt x="20154" y="0"/>
                  </a:lnTo>
                  <a:lnTo>
                    <a:pt x="17773" y="0"/>
                  </a:lnTo>
                  <a:lnTo>
                    <a:pt x="17773" y="1440"/>
                  </a:lnTo>
                  <a:lnTo>
                    <a:pt x="16112" y="1440"/>
                  </a:lnTo>
                  <a:lnTo>
                    <a:pt x="16112" y="0"/>
                  </a:lnTo>
                  <a:lnTo>
                    <a:pt x="13713" y="0"/>
                  </a:lnTo>
                  <a:lnTo>
                    <a:pt x="13713" y="1440"/>
                  </a:lnTo>
                  <a:lnTo>
                    <a:pt x="12052" y="1440"/>
                  </a:lnTo>
                  <a:lnTo>
                    <a:pt x="12052" y="0"/>
                  </a:lnTo>
                  <a:lnTo>
                    <a:pt x="9671" y="0"/>
                  </a:lnTo>
                  <a:lnTo>
                    <a:pt x="9671" y="1440"/>
                  </a:lnTo>
                  <a:lnTo>
                    <a:pt x="8010" y="1440"/>
                  </a:lnTo>
                  <a:lnTo>
                    <a:pt x="8010" y="0"/>
                  </a:lnTo>
                  <a:lnTo>
                    <a:pt x="5611" y="0"/>
                  </a:lnTo>
                  <a:lnTo>
                    <a:pt x="5611" y="1440"/>
                  </a:lnTo>
                  <a:lnTo>
                    <a:pt x="3950" y="1440"/>
                  </a:lnTo>
                  <a:lnTo>
                    <a:pt x="39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4984925" y="4209125"/>
              <a:ext cx="644125" cy="211800"/>
            </a:xfrm>
            <a:custGeom>
              <a:rect b="b" l="l" r="r" t="t"/>
              <a:pathLst>
                <a:path extrusionOk="0" fill="none" h="8472" w="25765">
                  <a:moveTo>
                    <a:pt x="21815" y="0"/>
                  </a:moveTo>
                  <a:lnTo>
                    <a:pt x="21815" y="1440"/>
                  </a:lnTo>
                  <a:lnTo>
                    <a:pt x="20154" y="1440"/>
                  </a:lnTo>
                  <a:lnTo>
                    <a:pt x="20154" y="0"/>
                  </a:lnTo>
                  <a:lnTo>
                    <a:pt x="17773" y="0"/>
                  </a:lnTo>
                  <a:lnTo>
                    <a:pt x="17773" y="1440"/>
                  </a:lnTo>
                  <a:lnTo>
                    <a:pt x="16112" y="1440"/>
                  </a:lnTo>
                  <a:lnTo>
                    <a:pt x="16112" y="0"/>
                  </a:lnTo>
                  <a:lnTo>
                    <a:pt x="13713" y="0"/>
                  </a:lnTo>
                  <a:lnTo>
                    <a:pt x="13713" y="1440"/>
                  </a:lnTo>
                  <a:lnTo>
                    <a:pt x="12052" y="1440"/>
                  </a:lnTo>
                  <a:lnTo>
                    <a:pt x="12052" y="0"/>
                  </a:lnTo>
                  <a:lnTo>
                    <a:pt x="9671" y="0"/>
                  </a:lnTo>
                  <a:lnTo>
                    <a:pt x="9671" y="1440"/>
                  </a:lnTo>
                  <a:lnTo>
                    <a:pt x="8010" y="1440"/>
                  </a:lnTo>
                  <a:lnTo>
                    <a:pt x="8010" y="0"/>
                  </a:lnTo>
                  <a:lnTo>
                    <a:pt x="5611" y="0"/>
                  </a:lnTo>
                  <a:lnTo>
                    <a:pt x="5611" y="1440"/>
                  </a:lnTo>
                  <a:lnTo>
                    <a:pt x="3950" y="1440"/>
                  </a:lnTo>
                  <a:lnTo>
                    <a:pt x="395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33" y="572"/>
                  </a:lnTo>
                  <a:lnTo>
                    <a:pt x="702" y="1107"/>
                  </a:lnTo>
                  <a:lnTo>
                    <a:pt x="1089" y="1624"/>
                  </a:lnTo>
                  <a:lnTo>
                    <a:pt x="1495" y="2123"/>
                  </a:lnTo>
                  <a:lnTo>
                    <a:pt x="1938" y="2584"/>
                  </a:lnTo>
                  <a:lnTo>
                    <a:pt x="2400" y="3027"/>
                  </a:lnTo>
                  <a:lnTo>
                    <a:pt x="2880" y="3451"/>
                  </a:lnTo>
                  <a:lnTo>
                    <a:pt x="3378" y="3839"/>
                  </a:lnTo>
                  <a:lnTo>
                    <a:pt x="3895" y="4208"/>
                  </a:lnTo>
                  <a:lnTo>
                    <a:pt x="4430" y="4559"/>
                  </a:lnTo>
                  <a:lnTo>
                    <a:pt x="4984" y="4872"/>
                  </a:lnTo>
                  <a:lnTo>
                    <a:pt x="5537" y="5186"/>
                  </a:lnTo>
                  <a:lnTo>
                    <a:pt x="6128" y="5463"/>
                  </a:lnTo>
                  <a:lnTo>
                    <a:pt x="6700" y="5740"/>
                  </a:lnTo>
                  <a:lnTo>
                    <a:pt x="7309" y="5980"/>
                  </a:lnTo>
                  <a:lnTo>
                    <a:pt x="7918" y="6201"/>
                  </a:lnTo>
                  <a:lnTo>
                    <a:pt x="7918" y="8471"/>
                  </a:lnTo>
                  <a:lnTo>
                    <a:pt x="17847" y="8471"/>
                  </a:lnTo>
                  <a:lnTo>
                    <a:pt x="17847" y="6201"/>
                  </a:lnTo>
                  <a:lnTo>
                    <a:pt x="17847" y="6201"/>
                  </a:lnTo>
                  <a:lnTo>
                    <a:pt x="18456" y="5980"/>
                  </a:lnTo>
                  <a:lnTo>
                    <a:pt x="19065" y="5740"/>
                  </a:lnTo>
                  <a:lnTo>
                    <a:pt x="19656" y="5463"/>
                  </a:lnTo>
                  <a:lnTo>
                    <a:pt x="20228" y="5186"/>
                  </a:lnTo>
                  <a:lnTo>
                    <a:pt x="20800" y="4872"/>
                  </a:lnTo>
                  <a:lnTo>
                    <a:pt x="21354" y="4559"/>
                  </a:lnTo>
                  <a:lnTo>
                    <a:pt x="21889" y="4208"/>
                  </a:lnTo>
                  <a:lnTo>
                    <a:pt x="22406" y="3839"/>
                  </a:lnTo>
                  <a:lnTo>
                    <a:pt x="22904" y="3451"/>
                  </a:lnTo>
                  <a:lnTo>
                    <a:pt x="23384" y="3027"/>
                  </a:lnTo>
                  <a:lnTo>
                    <a:pt x="23845" y="2584"/>
                  </a:lnTo>
                  <a:lnTo>
                    <a:pt x="24270" y="2123"/>
                  </a:lnTo>
                  <a:lnTo>
                    <a:pt x="24694" y="1624"/>
                  </a:lnTo>
                  <a:lnTo>
                    <a:pt x="25082" y="1107"/>
                  </a:lnTo>
                  <a:lnTo>
                    <a:pt x="25433" y="572"/>
                  </a:lnTo>
                  <a:lnTo>
                    <a:pt x="25765" y="0"/>
                  </a:lnTo>
                  <a:lnTo>
                    <a:pt x="2181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5530300" y="42091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5061975" y="3992725"/>
              <a:ext cx="171675" cy="49850"/>
            </a:xfrm>
            <a:custGeom>
              <a:rect b="b" l="l" r="r" t="t"/>
              <a:pathLst>
                <a:path extrusionOk="0" h="1994" w="6867">
                  <a:moveTo>
                    <a:pt x="3193" y="0"/>
                  </a:moveTo>
                  <a:lnTo>
                    <a:pt x="2935" y="37"/>
                  </a:lnTo>
                  <a:lnTo>
                    <a:pt x="2677" y="74"/>
                  </a:lnTo>
                  <a:lnTo>
                    <a:pt x="2437" y="130"/>
                  </a:lnTo>
                  <a:lnTo>
                    <a:pt x="2197" y="203"/>
                  </a:lnTo>
                  <a:lnTo>
                    <a:pt x="1957" y="277"/>
                  </a:lnTo>
                  <a:lnTo>
                    <a:pt x="1717" y="388"/>
                  </a:lnTo>
                  <a:lnTo>
                    <a:pt x="1496" y="499"/>
                  </a:lnTo>
                  <a:lnTo>
                    <a:pt x="1274" y="628"/>
                  </a:lnTo>
                  <a:lnTo>
                    <a:pt x="1053" y="776"/>
                  </a:lnTo>
                  <a:lnTo>
                    <a:pt x="850" y="942"/>
                  </a:lnTo>
                  <a:lnTo>
                    <a:pt x="665" y="1126"/>
                  </a:lnTo>
                  <a:lnTo>
                    <a:pt x="480" y="1329"/>
                  </a:lnTo>
                  <a:lnTo>
                    <a:pt x="314" y="1532"/>
                  </a:lnTo>
                  <a:lnTo>
                    <a:pt x="148" y="1754"/>
                  </a:lnTo>
                  <a:lnTo>
                    <a:pt x="1" y="1994"/>
                  </a:lnTo>
                  <a:lnTo>
                    <a:pt x="6866" y="1994"/>
                  </a:lnTo>
                  <a:lnTo>
                    <a:pt x="6719" y="1754"/>
                  </a:lnTo>
                  <a:lnTo>
                    <a:pt x="6571" y="1532"/>
                  </a:lnTo>
                  <a:lnTo>
                    <a:pt x="6405" y="1329"/>
                  </a:lnTo>
                  <a:lnTo>
                    <a:pt x="6220" y="1126"/>
                  </a:lnTo>
                  <a:lnTo>
                    <a:pt x="6017" y="942"/>
                  </a:lnTo>
                  <a:lnTo>
                    <a:pt x="5814" y="776"/>
                  </a:lnTo>
                  <a:lnTo>
                    <a:pt x="5611" y="628"/>
                  </a:lnTo>
                  <a:lnTo>
                    <a:pt x="5390" y="499"/>
                  </a:lnTo>
                  <a:lnTo>
                    <a:pt x="5168" y="388"/>
                  </a:lnTo>
                  <a:lnTo>
                    <a:pt x="4928" y="277"/>
                  </a:lnTo>
                  <a:lnTo>
                    <a:pt x="4688" y="185"/>
                  </a:lnTo>
                  <a:lnTo>
                    <a:pt x="4448" y="130"/>
                  </a:lnTo>
                  <a:lnTo>
                    <a:pt x="4190" y="74"/>
                  </a:lnTo>
                  <a:lnTo>
                    <a:pt x="3950" y="37"/>
                  </a:lnTo>
                  <a:lnTo>
                    <a:pt x="36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5061975" y="3992725"/>
              <a:ext cx="171675" cy="49850"/>
            </a:xfrm>
            <a:custGeom>
              <a:rect b="b" l="l" r="r" t="t"/>
              <a:pathLst>
                <a:path extrusionOk="0" fill="none" h="1994" w="6867">
                  <a:moveTo>
                    <a:pt x="6866" y="1994"/>
                  </a:moveTo>
                  <a:lnTo>
                    <a:pt x="6866" y="1994"/>
                  </a:lnTo>
                  <a:lnTo>
                    <a:pt x="1" y="1994"/>
                  </a:lnTo>
                  <a:lnTo>
                    <a:pt x="1" y="1994"/>
                  </a:lnTo>
                  <a:lnTo>
                    <a:pt x="148" y="1754"/>
                  </a:lnTo>
                  <a:lnTo>
                    <a:pt x="314" y="1532"/>
                  </a:lnTo>
                  <a:lnTo>
                    <a:pt x="480" y="1329"/>
                  </a:lnTo>
                  <a:lnTo>
                    <a:pt x="665" y="1126"/>
                  </a:lnTo>
                  <a:lnTo>
                    <a:pt x="850" y="942"/>
                  </a:lnTo>
                  <a:lnTo>
                    <a:pt x="1053" y="776"/>
                  </a:lnTo>
                  <a:lnTo>
                    <a:pt x="1274" y="628"/>
                  </a:lnTo>
                  <a:lnTo>
                    <a:pt x="1496" y="499"/>
                  </a:lnTo>
                  <a:lnTo>
                    <a:pt x="1717" y="388"/>
                  </a:lnTo>
                  <a:lnTo>
                    <a:pt x="1957" y="277"/>
                  </a:lnTo>
                  <a:lnTo>
                    <a:pt x="2197" y="203"/>
                  </a:lnTo>
                  <a:lnTo>
                    <a:pt x="2437" y="130"/>
                  </a:lnTo>
                  <a:lnTo>
                    <a:pt x="2677" y="74"/>
                  </a:lnTo>
                  <a:lnTo>
                    <a:pt x="2935" y="37"/>
                  </a:lnTo>
                  <a:lnTo>
                    <a:pt x="3193" y="0"/>
                  </a:lnTo>
                  <a:lnTo>
                    <a:pt x="3433" y="0"/>
                  </a:lnTo>
                  <a:lnTo>
                    <a:pt x="3692" y="0"/>
                  </a:lnTo>
                  <a:lnTo>
                    <a:pt x="3950" y="37"/>
                  </a:lnTo>
                  <a:lnTo>
                    <a:pt x="4190" y="74"/>
                  </a:lnTo>
                  <a:lnTo>
                    <a:pt x="4448" y="130"/>
                  </a:lnTo>
                  <a:lnTo>
                    <a:pt x="4688" y="185"/>
                  </a:lnTo>
                  <a:lnTo>
                    <a:pt x="4928" y="277"/>
                  </a:lnTo>
                  <a:lnTo>
                    <a:pt x="5168" y="388"/>
                  </a:lnTo>
                  <a:lnTo>
                    <a:pt x="5390" y="499"/>
                  </a:lnTo>
                  <a:lnTo>
                    <a:pt x="5611" y="628"/>
                  </a:lnTo>
                  <a:lnTo>
                    <a:pt x="5814" y="776"/>
                  </a:lnTo>
                  <a:lnTo>
                    <a:pt x="6017" y="942"/>
                  </a:lnTo>
                  <a:lnTo>
                    <a:pt x="6220" y="1126"/>
                  </a:lnTo>
                  <a:lnTo>
                    <a:pt x="6405" y="1329"/>
                  </a:lnTo>
                  <a:lnTo>
                    <a:pt x="6571" y="1532"/>
                  </a:lnTo>
                  <a:lnTo>
                    <a:pt x="6719" y="1754"/>
                  </a:lnTo>
                  <a:lnTo>
                    <a:pt x="6866" y="1994"/>
                  </a:lnTo>
                  <a:lnTo>
                    <a:pt x="6866" y="1994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5233625" y="40425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4952625" y="4084075"/>
              <a:ext cx="708725" cy="83550"/>
            </a:xfrm>
            <a:custGeom>
              <a:rect b="b" l="l" r="r" t="t"/>
              <a:pathLst>
                <a:path extrusionOk="0" h="3342" w="28349">
                  <a:moveTo>
                    <a:pt x="1" y="1"/>
                  </a:moveTo>
                  <a:lnTo>
                    <a:pt x="19" y="425"/>
                  </a:lnTo>
                  <a:lnTo>
                    <a:pt x="38" y="850"/>
                  </a:lnTo>
                  <a:lnTo>
                    <a:pt x="93" y="1274"/>
                  </a:lnTo>
                  <a:lnTo>
                    <a:pt x="148" y="1699"/>
                  </a:lnTo>
                  <a:lnTo>
                    <a:pt x="222" y="2105"/>
                  </a:lnTo>
                  <a:lnTo>
                    <a:pt x="314" y="2529"/>
                  </a:lnTo>
                  <a:lnTo>
                    <a:pt x="425" y="2935"/>
                  </a:lnTo>
                  <a:lnTo>
                    <a:pt x="554" y="3341"/>
                  </a:lnTo>
                  <a:lnTo>
                    <a:pt x="27795" y="3341"/>
                  </a:lnTo>
                  <a:lnTo>
                    <a:pt x="27924" y="2935"/>
                  </a:lnTo>
                  <a:lnTo>
                    <a:pt x="28035" y="2529"/>
                  </a:lnTo>
                  <a:lnTo>
                    <a:pt x="28127" y="2105"/>
                  </a:lnTo>
                  <a:lnTo>
                    <a:pt x="28201" y="1699"/>
                  </a:lnTo>
                  <a:lnTo>
                    <a:pt x="28275" y="1274"/>
                  </a:lnTo>
                  <a:lnTo>
                    <a:pt x="28312" y="850"/>
                  </a:lnTo>
                  <a:lnTo>
                    <a:pt x="28349" y="425"/>
                  </a:lnTo>
                  <a:lnTo>
                    <a:pt x="283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4952625" y="4084075"/>
              <a:ext cx="708725" cy="83550"/>
            </a:xfrm>
            <a:custGeom>
              <a:rect b="b" l="l" r="r" t="t"/>
              <a:pathLst>
                <a:path extrusionOk="0" fill="none" h="3342" w="28349">
                  <a:moveTo>
                    <a:pt x="28349" y="1"/>
                  </a:moveTo>
                  <a:lnTo>
                    <a:pt x="28349" y="1"/>
                  </a:lnTo>
                  <a:lnTo>
                    <a:pt x="28349" y="425"/>
                  </a:lnTo>
                  <a:lnTo>
                    <a:pt x="28312" y="850"/>
                  </a:lnTo>
                  <a:lnTo>
                    <a:pt x="28275" y="1274"/>
                  </a:lnTo>
                  <a:lnTo>
                    <a:pt x="28201" y="1699"/>
                  </a:lnTo>
                  <a:lnTo>
                    <a:pt x="28127" y="2105"/>
                  </a:lnTo>
                  <a:lnTo>
                    <a:pt x="28035" y="2529"/>
                  </a:lnTo>
                  <a:lnTo>
                    <a:pt x="27924" y="2935"/>
                  </a:lnTo>
                  <a:lnTo>
                    <a:pt x="27795" y="3341"/>
                  </a:lnTo>
                  <a:lnTo>
                    <a:pt x="554" y="3341"/>
                  </a:lnTo>
                  <a:lnTo>
                    <a:pt x="554" y="3341"/>
                  </a:lnTo>
                  <a:lnTo>
                    <a:pt x="425" y="2935"/>
                  </a:lnTo>
                  <a:lnTo>
                    <a:pt x="314" y="2529"/>
                  </a:lnTo>
                  <a:lnTo>
                    <a:pt x="222" y="2105"/>
                  </a:lnTo>
                  <a:lnTo>
                    <a:pt x="148" y="1699"/>
                  </a:lnTo>
                  <a:lnTo>
                    <a:pt x="93" y="1274"/>
                  </a:lnTo>
                  <a:lnTo>
                    <a:pt x="38" y="850"/>
                  </a:lnTo>
                  <a:lnTo>
                    <a:pt x="19" y="425"/>
                  </a:lnTo>
                  <a:lnTo>
                    <a:pt x="1" y="1"/>
                  </a:lnTo>
                  <a:lnTo>
                    <a:pt x="28349" y="1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5661325" y="40840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4988625" y="3712200"/>
              <a:ext cx="529225" cy="41550"/>
            </a:xfrm>
            <a:custGeom>
              <a:rect b="b" l="l" r="r" t="t"/>
              <a:pathLst>
                <a:path extrusionOk="0" h="1662" w="21169">
                  <a:moveTo>
                    <a:pt x="0" y="0"/>
                  </a:moveTo>
                  <a:lnTo>
                    <a:pt x="0" y="1661"/>
                  </a:lnTo>
                  <a:lnTo>
                    <a:pt x="21169" y="1661"/>
                  </a:lnTo>
                  <a:lnTo>
                    <a:pt x="21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4958625" y="3897225"/>
              <a:ext cx="376050" cy="145350"/>
            </a:xfrm>
            <a:custGeom>
              <a:rect b="b" l="l" r="r" t="t"/>
              <a:pathLst>
                <a:path extrusionOk="0" h="5814" w="15042">
                  <a:moveTo>
                    <a:pt x="7420" y="0"/>
                  </a:moveTo>
                  <a:lnTo>
                    <a:pt x="6940" y="19"/>
                  </a:lnTo>
                  <a:lnTo>
                    <a:pt x="6442" y="74"/>
                  </a:lnTo>
                  <a:lnTo>
                    <a:pt x="5962" y="148"/>
                  </a:lnTo>
                  <a:lnTo>
                    <a:pt x="5482" y="259"/>
                  </a:lnTo>
                  <a:lnTo>
                    <a:pt x="5002" y="406"/>
                  </a:lnTo>
                  <a:lnTo>
                    <a:pt x="4559" y="591"/>
                  </a:lnTo>
                  <a:lnTo>
                    <a:pt x="4116" y="775"/>
                  </a:lnTo>
                  <a:lnTo>
                    <a:pt x="3692" y="1015"/>
                  </a:lnTo>
                  <a:lnTo>
                    <a:pt x="3286" y="1255"/>
                  </a:lnTo>
                  <a:lnTo>
                    <a:pt x="2898" y="1532"/>
                  </a:lnTo>
                  <a:lnTo>
                    <a:pt x="2529" y="1827"/>
                  </a:lnTo>
                  <a:lnTo>
                    <a:pt x="2160" y="2159"/>
                  </a:lnTo>
                  <a:lnTo>
                    <a:pt x="1828" y="2492"/>
                  </a:lnTo>
                  <a:lnTo>
                    <a:pt x="1514" y="2861"/>
                  </a:lnTo>
                  <a:lnTo>
                    <a:pt x="1219" y="3230"/>
                  </a:lnTo>
                  <a:lnTo>
                    <a:pt x="960" y="3617"/>
                  </a:lnTo>
                  <a:lnTo>
                    <a:pt x="702" y="4042"/>
                  </a:lnTo>
                  <a:lnTo>
                    <a:pt x="499" y="4466"/>
                  </a:lnTo>
                  <a:lnTo>
                    <a:pt x="296" y="4909"/>
                  </a:lnTo>
                  <a:lnTo>
                    <a:pt x="148" y="5352"/>
                  </a:lnTo>
                  <a:lnTo>
                    <a:pt x="1" y="5814"/>
                  </a:lnTo>
                  <a:lnTo>
                    <a:pt x="2326" y="5814"/>
                  </a:lnTo>
                  <a:lnTo>
                    <a:pt x="2492" y="5426"/>
                  </a:lnTo>
                  <a:lnTo>
                    <a:pt x="2677" y="5039"/>
                  </a:lnTo>
                  <a:lnTo>
                    <a:pt x="2898" y="4669"/>
                  </a:lnTo>
                  <a:lnTo>
                    <a:pt x="3138" y="4337"/>
                  </a:lnTo>
                  <a:lnTo>
                    <a:pt x="3415" y="4005"/>
                  </a:lnTo>
                  <a:lnTo>
                    <a:pt x="3692" y="3691"/>
                  </a:lnTo>
                  <a:lnTo>
                    <a:pt x="4005" y="3414"/>
                  </a:lnTo>
                  <a:lnTo>
                    <a:pt x="4338" y="3156"/>
                  </a:lnTo>
                  <a:lnTo>
                    <a:pt x="4707" y="2935"/>
                  </a:lnTo>
                  <a:lnTo>
                    <a:pt x="5076" y="2713"/>
                  </a:lnTo>
                  <a:lnTo>
                    <a:pt x="5445" y="2547"/>
                  </a:lnTo>
                  <a:lnTo>
                    <a:pt x="5851" y="2399"/>
                  </a:lnTo>
                  <a:lnTo>
                    <a:pt x="6257" y="2270"/>
                  </a:lnTo>
                  <a:lnTo>
                    <a:pt x="6663" y="2196"/>
                  </a:lnTo>
                  <a:lnTo>
                    <a:pt x="7088" y="2141"/>
                  </a:lnTo>
                  <a:lnTo>
                    <a:pt x="7530" y="2123"/>
                  </a:lnTo>
                  <a:lnTo>
                    <a:pt x="7955" y="2141"/>
                  </a:lnTo>
                  <a:lnTo>
                    <a:pt x="8379" y="2196"/>
                  </a:lnTo>
                  <a:lnTo>
                    <a:pt x="8804" y="2270"/>
                  </a:lnTo>
                  <a:lnTo>
                    <a:pt x="9210" y="2399"/>
                  </a:lnTo>
                  <a:lnTo>
                    <a:pt x="9598" y="2547"/>
                  </a:lnTo>
                  <a:lnTo>
                    <a:pt x="9985" y="2713"/>
                  </a:lnTo>
                  <a:lnTo>
                    <a:pt x="10354" y="2916"/>
                  </a:lnTo>
                  <a:lnTo>
                    <a:pt x="10705" y="3156"/>
                  </a:lnTo>
                  <a:lnTo>
                    <a:pt x="11037" y="3414"/>
                  </a:lnTo>
                  <a:lnTo>
                    <a:pt x="11351" y="3691"/>
                  </a:lnTo>
                  <a:lnTo>
                    <a:pt x="11646" y="4005"/>
                  </a:lnTo>
                  <a:lnTo>
                    <a:pt x="11923" y="4337"/>
                  </a:lnTo>
                  <a:lnTo>
                    <a:pt x="12163" y="4669"/>
                  </a:lnTo>
                  <a:lnTo>
                    <a:pt x="12384" y="5039"/>
                  </a:lnTo>
                  <a:lnTo>
                    <a:pt x="12569" y="5426"/>
                  </a:lnTo>
                  <a:lnTo>
                    <a:pt x="12735" y="5814"/>
                  </a:lnTo>
                  <a:lnTo>
                    <a:pt x="15042" y="5814"/>
                  </a:lnTo>
                  <a:lnTo>
                    <a:pt x="14968" y="5518"/>
                  </a:lnTo>
                  <a:lnTo>
                    <a:pt x="14876" y="5223"/>
                  </a:lnTo>
                  <a:lnTo>
                    <a:pt x="14765" y="4946"/>
                  </a:lnTo>
                  <a:lnTo>
                    <a:pt x="14636" y="4651"/>
                  </a:lnTo>
                  <a:lnTo>
                    <a:pt x="14507" y="4374"/>
                  </a:lnTo>
                  <a:lnTo>
                    <a:pt x="14378" y="4097"/>
                  </a:lnTo>
                  <a:lnTo>
                    <a:pt x="14211" y="3820"/>
                  </a:lnTo>
                  <a:lnTo>
                    <a:pt x="14064" y="3562"/>
                  </a:lnTo>
                  <a:lnTo>
                    <a:pt x="13879" y="3304"/>
                  </a:lnTo>
                  <a:lnTo>
                    <a:pt x="13695" y="3064"/>
                  </a:lnTo>
                  <a:lnTo>
                    <a:pt x="13510" y="2824"/>
                  </a:lnTo>
                  <a:lnTo>
                    <a:pt x="13307" y="2584"/>
                  </a:lnTo>
                  <a:lnTo>
                    <a:pt x="13104" y="2362"/>
                  </a:lnTo>
                  <a:lnTo>
                    <a:pt x="12883" y="2141"/>
                  </a:lnTo>
                  <a:lnTo>
                    <a:pt x="12643" y="1938"/>
                  </a:lnTo>
                  <a:lnTo>
                    <a:pt x="12421" y="1735"/>
                  </a:lnTo>
                  <a:lnTo>
                    <a:pt x="12015" y="1421"/>
                  </a:lnTo>
                  <a:lnTo>
                    <a:pt x="11609" y="1163"/>
                  </a:lnTo>
                  <a:lnTo>
                    <a:pt x="11185" y="904"/>
                  </a:lnTo>
                  <a:lnTo>
                    <a:pt x="10742" y="701"/>
                  </a:lnTo>
                  <a:lnTo>
                    <a:pt x="10280" y="498"/>
                  </a:lnTo>
                  <a:lnTo>
                    <a:pt x="9819" y="351"/>
                  </a:lnTo>
                  <a:lnTo>
                    <a:pt x="9358" y="222"/>
                  </a:lnTo>
                  <a:lnTo>
                    <a:pt x="8878" y="111"/>
                  </a:lnTo>
                  <a:lnTo>
                    <a:pt x="8398" y="37"/>
                  </a:lnTo>
                  <a:lnTo>
                    <a:pt x="79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4958625" y="3897225"/>
              <a:ext cx="376050" cy="145350"/>
            </a:xfrm>
            <a:custGeom>
              <a:rect b="b" l="l" r="r" t="t"/>
              <a:pathLst>
                <a:path extrusionOk="0" fill="none" h="5814" w="15042">
                  <a:moveTo>
                    <a:pt x="12421" y="1735"/>
                  </a:moveTo>
                  <a:lnTo>
                    <a:pt x="12421" y="1735"/>
                  </a:lnTo>
                  <a:lnTo>
                    <a:pt x="12015" y="1421"/>
                  </a:lnTo>
                  <a:lnTo>
                    <a:pt x="11609" y="1163"/>
                  </a:lnTo>
                  <a:lnTo>
                    <a:pt x="11185" y="904"/>
                  </a:lnTo>
                  <a:lnTo>
                    <a:pt x="10742" y="701"/>
                  </a:lnTo>
                  <a:lnTo>
                    <a:pt x="10280" y="498"/>
                  </a:lnTo>
                  <a:lnTo>
                    <a:pt x="9819" y="351"/>
                  </a:lnTo>
                  <a:lnTo>
                    <a:pt x="9358" y="222"/>
                  </a:lnTo>
                  <a:lnTo>
                    <a:pt x="8878" y="111"/>
                  </a:lnTo>
                  <a:lnTo>
                    <a:pt x="8398" y="37"/>
                  </a:lnTo>
                  <a:lnTo>
                    <a:pt x="7918" y="0"/>
                  </a:lnTo>
                  <a:lnTo>
                    <a:pt x="7420" y="0"/>
                  </a:lnTo>
                  <a:lnTo>
                    <a:pt x="6940" y="19"/>
                  </a:lnTo>
                  <a:lnTo>
                    <a:pt x="6442" y="74"/>
                  </a:lnTo>
                  <a:lnTo>
                    <a:pt x="5962" y="148"/>
                  </a:lnTo>
                  <a:lnTo>
                    <a:pt x="5482" y="259"/>
                  </a:lnTo>
                  <a:lnTo>
                    <a:pt x="5002" y="406"/>
                  </a:lnTo>
                  <a:lnTo>
                    <a:pt x="5002" y="406"/>
                  </a:lnTo>
                  <a:lnTo>
                    <a:pt x="4559" y="591"/>
                  </a:lnTo>
                  <a:lnTo>
                    <a:pt x="4116" y="775"/>
                  </a:lnTo>
                  <a:lnTo>
                    <a:pt x="3692" y="1015"/>
                  </a:lnTo>
                  <a:lnTo>
                    <a:pt x="3286" y="1255"/>
                  </a:lnTo>
                  <a:lnTo>
                    <a:pt x="2898" y="1532"/>
                  </a:lnTo>
                  <a:lnTo>
                    <a:pt x="2529" y="1827"/>
                  </a:lnTo>
                  <a:lnTo>
                    <a:pt x="2160" y="2159"/>
                  </a:lnTo>
                  <a:lnTo>
                    <a:pt x="1828" y="2492"/>
                  </a:lnTo>
                  <a:lnTo>
                    <a:pt x="1514" y="2861"/>
                  </a:lnTo>
                  <a:lnTo>
                    <a:pt x="1219" y="3230"/>
                  </a:lnTo>
                  <a:lnTo>
                    <a:pt x="960" y="3617"/>
                  </a:lnTo>
                  <a:lnTo>
                    <a:pt x="702" y="4042"/>
                  </a:lnTo>
                  <a:lnTo>
                    <a:pt x="499" y="4466"/>
                  </a:lnTo>
                  <a:lnTo>
                    <a:pt x="296" y="4909"/>
                  </a:lnTo>
                  <a:lnTo>
                    <a:pt x="148" y="5352"/>
                  </a:lnTo>
                  <a:lnTo>
                    <a:pt x="1" y="5814"/>
                  </a:lnTo>
                  <a:lnTo>
                    <a:pt x="2326" y="5814"/>
                  </a:lnTo>
                  <a:lnTo>
                    <a:pt x="2326" y="5814"/>
                  </a:lnTo>
                  <a:lnTo>
                    <a:pt x="2492" y="5426"/>
                  </a:lnTo>
                  <a:lnTo>
                    <a:pt x="2677" y="5039"/>
                  </a:lnTo>
                  <a:lnTo>
                    <a:pt x="2898" y="4669"/>
                  </a:lnTo>
                  <a:lnTo>
                    <a:pt x="3138" y="4337"/>
                  </a:lnTo>
                  <a:lnTo>
                    <a:pt x="3415" y="4005"/>
                  </a:lnTo>
                  <a:lnTo>
                    <a:pt x="3692" y="3691"/>
                  </a:lnTo>
                  <a:lnTo>
                    <a:pt x="4005" y="3414"/>
                  </a:lnTo>
                  <a:lnTo>
                    <a:pt x="4338" y="3156"/>
                  </a:lnTo>
                  <a:lnTo>
                    <a:pt x="4707" y="2935"/>
                  </a:lnTo>
                  <a:lnTo>
                    <a:pt x="5076" y="2713"/>
                  </a:lnTo>
                  <a:lnTo>
                    <a:pt x="5445" y="2547"/>
                  </a:lnTo>
                  <a:lnTo>
                    <a:pt x="5851" y="2399"/>
                  </a:lnTo>
                  <a:lnTo>
                    <a:pt x="6257" y="2270"/>
                  </a:lnTo>
                  <a:lnTo>
                    <a:pt x="6663" y="2196"/>
                  </a:lnTo>
                  <a:lnTo>
                    <a:pt x="7088" y="2141"/>
                  </a:lnTo>
                  <a:lnTo>
                    <a:pt x="7530" y="2123"/>
                  </a:lnTo>
                  <a:lnTo>
                    <a:pt x="7530" y="2123"/>
                  </a:lnTo>
                  <a:lnTo>
                    <a:pt x="7955" y="2141"/>
                  </a:lnTo>
                  <a:lnTo>
                    <a:pt x="8379" y="2196"/>
                  </a:lnTo>
                  <a:lnTo>
                    <a:pt x="8804" y="2270"/>
                  </a:lnTo>
                  <a:lnTo>
                    <a:pt x="9210" y="2399"/>
                  </a:lnTo>
                  <a:lnTo>
                    <a:pt x="9598" y="2547"/>
                  </a:lnTo>
                  <a:lnTo>
                    <a:pt x="9985" y="2713"/>
                  </a:lnTo>
                  <a:lnTo>
                    <a:pt x="10354" y="2916"/>
                  </a:lnTo>
                  <a:lnTo>
                    <a:pt x="10705" y="3156"/>
                  </a:lnTo>
                  <a:lnTo>
                    <a:pt x="11037" y="3414"/>
                  </a:lnTo>
                  <a:lnTo>
                    <a:pt x="11351" y="3691"/>
                  </a:lnTo>
                  <a:lnTo>
                    <a:pt x="11646" y="4005"/>
                  </a:lnTo>
                  <a:lnTo>
                    <a:pt x="11923" y="4337"/>
                  </a:lnTo>
                  <a:lnTo>
                    <a:pt x="12163" y="4669"/>
                  </a:lnTo>
                  <a:lnTo>
                    <a:pt x="12384" y="5039"/>
                  </a:lnTo>
                  <a:lnTo>
                    <a:pt x="12569" y="5426"/>
                  </a:lnTo>
                  <a:lnTo>
                    <a:pt x="12735" y="5814"/>
                  </a:lnTo>
                  <a:lnTo>
                    <a:pt x="15042" y="5814"/>
                  </a:lnTo>
                  <a:lnTo>
                    <a:pt x="15042" y="5814"/>
                  </a:lnTo>
                  <a:lnTo>
                    <a:pt x="14968" y="5518"/>
                  </a:lnTo>
                  <a:lnTo>
                    <a:pt x="14876" y="5223"/>
                  </a:lnTo>
                  <a:lnTo>
                    <a:pt x="14765" y="4946"/>
                  </a:lnTo>
                  <a:lnTo>
                    <a:pt x="14636" y="4651"/>
                  </a:lnTo>
                  <a:lnTo>
                    <a:pt x="14507" y="4374"/>
                  </a:lnTo>
                  <a:lnTo>
                    <a:pt x="14378" y="4097"/>
                  </a:lnTo>
                  <a:lnTo>
                    <a:pt x="14211" y="3820"/>
                  </a:lnTo>
                  <a:lnTo>
                    <a:pt x="14064" y="3562"/>
                  </a:lnTo>
                  <a:lnTo>
                    <a:pt x="13879" y="3304"/>
                  </a:lnTo>
                  <a:lnTo>
                    <a:pt x="13695" y="3064"/>
                  </a:lnTo>
                  <a:lnTo>
                    <a:pt x="13510" y="2824"/>
                  </a:lnTo>
                  <a:lnTo>
                    <a:pt x="13307" y="2584"/>
                  </a:lnTo>
                  <a:lnTo>
                    <a:pt x="13104" y="2362"/>
                  </a:lnTo>
                  <a:lnTo>
                    <a:pt x="12883" y="2141"/>
                  </a:lnTo>
                  <a:lnTo>
                    <a:pt x="12643" y="1938"/>
                  </a:lnTo>
                  <a:lnTo>
                    <a:pt x="12421" y="1735"/>
                  </a:lnTo>
                  <a:lnTo>
                    <a:pt x="12421" y="173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5269150" y="3940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2" name="Google Shape;282;p15"/>
          <p:cNvGrpSpPr/>
          <p:nvPr/>
        </p:nvGrpSpPr>
        <p:grpSpPr>
          <a:xfrm>
            <a:off x="2919584" y="2383841"/>
            <a:ext cx="3302751" cy="2160324"/>
            <a:chOff x="457200" y="2550025"/>
            <a:chExt cx="3335775" cy="2181925"/>
          </a:xfrm>
        </p:grpSpPr>
        <p:sp>
          <p:nvSpPr>
            <p:cNvPr id="283" name="Google Shape;283;p15"/>
            <p:cNvSpPr/>
            <p:nvPr/>
          </p:nvSpPr>
          <p:spPr>
            <a:xfrm>
              <a:off x="1733750" y="2550025"/>
              <a:ext cx="1661775" cy="581525"/>
            </a:xfrm>
            <a:custGeom>
              <a:rect b="b" l="l" r="r" t="t"/>
              <a:pathLst>
                <a:path extrusionOk="0" h="23261" w="66471">
                  <a:moveTo>
                    <a:pt x="1" y="1"/>
                  </a:moveTo>
                  <a:lnTo>
                    <a:pt x="1" y="23261"/>
                  </a:lnTo>
                  <a:lnTo>
                    <a:pt x="66471" y="23261"/>
                  </a:lnTo>
                  <a:lnTo>
                    <a:pt x="664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1851875" y="2673300"/>
              <a:ext cx="623475" cy="350975"/>
            </a:xfrm>
            <a:custGeom>
              <a:rect b="b" l="l" r="r" t="t"/>
              <a:pathLst>
                <a:path extrusionOk="0" h="14039" w="24939">
                  <a:moveTo>
                    <a:pt x="12475" y="0"/>
                  </a:moveTo>
                  <a:lnTo>
                    <a:pt x="11197" y="12"/>
                  </a:lnTo>
                  <a:lnTo>
                    <a:pt x="9953" y="46"/>
                  </a:lnTo>
                  <a:lnTo>
                    <a:pt x="8766" y="103"/>
                  </a:lnTo>
                  <a:lnTo>
                    <a:pt x="7613" y="183"/>
                  </a:lnTo>
                  <a:lnTo>
                    <a:pt x="6529" y="285"/>
                  </a:lnTo>
                  <a:lnTo>
                    <a:pt x="5502" y="400"/>
                  </a:lnTo>
                  <a:lnTo>
                    <a:pt x="4543" y="537"/>
                  </a:lnTo>
                  <a:lnTo>
                    <a:pt x="4087" y="616"/>
                  </a:lnTo>
                  <a:lnTo>
                    <a:pt x="3653" y="696"/>
                  </a:lnTo>
                  <a:lnTo>
                    <a:pt x="3242" y="776"/>
                  </a:lnTo>
                  <a:lnTo>
                    <a:pt x="2854" y="856"/>
                  </a:lnTo>
                  <a:lnTo>
                    <a:pt x="2477" y="947"/>
                  </a:lnTo>
                  <a:lnTo>
                    <a:pt x="2135" y="1039"/>
                  </a:lnTo>
                  <a:lnTo>
                    <a:pt x="1804" y="1141"/>
                  </a:lnTo>
                  <a:lnTo>
                    <a:pt x="1507" y="1233"/>
                  </a:lnTo>
                  <a:lnTo>
                    <a:pt x="1233" y="1335"/>
                  </a:lnTo>
                  <a:lnTo>
                    <a:pt x="982" y="1438"/>
                  </a:lnTo>
                  <a:lnTo>
                    <a:pt x="754" y="1552"/>
                  </a:lnTo>
                  <a:lnTo>
                    <a:pt x="560" y="1655"/>
                  </a:lnTo>
                  <a:lnTo>
                    <a:pt x="389" y="1769"/>
                  </a:lnTo>
                  <a:lnTo>
                    <a:pt x="252" y="1883"/>
                  </a:lnTo>
                  <a:lnTo>
                    <a:pt x="149" y="1997"/>
                  </a:lnTo>
                  <a:lnTo>
                    <a:pt x="69" y="2123"/>
                  </a:lnTo>
                  <a:lnTo>
                    <a:pt x="35" y="2180"/>
                  </a:lnTo>
                  <a:lnTo>
                    <a:pt x="12" y="2237"/>
                  </a:lnTo>
                  <a:lnTo>
                    <a:pt x="1" y="2306"/>
                  </a:lnTo>
                  <a:lnTo>
                    <a:pt x="1" y="2363"/>
                  </a:lnTo>
                  <a:lnTo>
                    <a:pt x="12" y="2705"/>
                  </a:lnTo>
                  <a:lnTo>
                    <a:pt x="35" y="2956"/>
                  </a:lnTo>
                  <a:lnTo>
                    <a:pt x="58" y="3241"/>
                  </a:lnTo>
                  <a:lnTo>
                    <a:pt x="103" y="3561"/>
                  </a:lnTo>
                  <a:lnTo>
                    <a:pt x="149" y="3926"/>
                  </a:lnTo>
                  <a:lnTo>
                    <a:pt x="217" y="4314"/>
                  </a:lnTo>
                  <a:lnTo>
                    <a:pt x="309" y="4737"/>
                  </a:lnTo>
                  <a:lnTo>
                    <a:pt x="412" y="5182"/>
                  </a:lnTo>
                  <a:lnTo>
                    <a:pt x="537" y="5650"/>
                  </a:lnTo>
                  <a:lnTo>
                    <a:pt x="697" y="6129"/>
                  </a:lnTo>
                  <a:lnTo>
                    <a:pt x="868" y="6631"/>
                  </a:lnTo>
                  <a:lnTo>
                    <a:pt x="1073" y="7133"/>
                  </a:lnTo>
                  <a:lnTo>
                    <a:pt x="1302" y="7647"/>
                  </a:lnTo>
                  <a:lnTo>
                    <a:pt x="1427" y="7909"/>
                  </a:lnTo>
                  <a:lnTo>
                    <a:pt x="1564" y="8172"/>
                  </a:lnTo>
                  <a:lnTo>
                    <a:pt x="1713" y="8423"/>
                  </a:lnTo>
                  <a:lnTo>
                    <a:pt x="1861" y="8686"/>
                  </a:lnTo>
                  <a:lnTo>
                    <a:pt x="2021" y="8948"/>
                  </a:lnTo>
                  <a:lnTo>
                    <a:pt x="2192" y="9199"/>
                  </a:lnTo>
                  <a:lnTo>
                    <a:pt x="2363" y="9450"/>
                  </a:lnTo>
                  <a:lnTo>
                    <a:pt x="2557" y="9701"/>
                  </a:lnTo>
                  <a:lnTo>
                    <a:pt x="2751" y="9952"/>
                  </a:lnTo>
                  <a:lnTo>
                    <a:pt x="2957" y="10203"/>
                  </a:lnTo>
                  <a:lnTo>
                    <a:pt x="3173" y="10443"/>
                  </a:lnTo>
                  <a:lnTo>
                    <a:pt x="3390" y="10683"/>
                  </a:lnTo>
                  <a:lnTo>
                    <a:pt x="3630" y="10922"/>
                  </a:lnTo>
                  <a:lnTo>
                    <a:pt x="3881" y="11151"/>
                  </a:lnTo>
                  <a:lnTo>
                    <a:pt x="4132" y="11368"/>
                  </a:lnTo>
                  <a:lnTo>
                    <a:pt x="4406" y="11584"/>
                  </a:lnTo>
                  <a:lnTo>
                    <a:pt x="4691" y="11801"/>
                  </a:lnTo>
                  <a:lnTo>
                    <a:pt x="4977" y="12007"/>
                  </a:lnTo>
                  <a:lnTo>
                    <a:pt x="5285" y="12201"/>
                  </a:lnTo>
                  <a:lnTo>
                    <a:pt x="5593" y="12395"/>
                  </a:lnTo>
                  <a:lnTo>
                    <a:pt x="5924" y="12577"/>
                  </a:lnTo>
                  <a:lnTo>
                    <a:pt x="6266" y="12749"/>
                  </a:lnTo>
                  <a:lnTo>
                    <a:pt x="6620" y="12908"/>
                  </a:lnTo>
                  <a:lnTo>
                    <a:pt x="6985" y="13068"/>
                  </a:lnTo>
                  <a:lnTo>
                    <a:pt x="7362" y="13217"/>
                  </a:lnTo>
                  <a:lnTo>
                    <a:pt x="7762" y="13353"/>
                  </a:lnTo>
                  <a:lnTo>
                    <a:pt x="8161" y="13468"/>
                  </a:lnTo>
                  <a:lnTo>
                    <a:pt x="8583" y="13582"/>
                  </a:lnTo>
                  <a:lnTo>
                    <a:pt x="9017" y="13684"/>
                  </a:lnTo>
                  <a:lnTo>
                    <a:pt x="9462" y="13776"/>
                  </a:lnTo>
                  <a:lnTo>
                    <a:pt x="9930" y="13856"/>
                  </a:lnTo>
                  <a:lnTo>
                    <a:pt x="10409" y="13913"/>
                  </a:lnTo>
                  <a:lnTo>
                    <a:pt x="10900" y="13970"/>
                  </a:lnTo>
                  <a:lnTo>
                    <a:pt x="11414" y="14004"/>
                  </a:lnTo>
                  <a:lnTo>
                    <a:pt x="11927" y="14027"/>
                  </a:lnTo>
                  <a:lnTo>
                    <a:pt x="12475" y="14038"/>
                  </a:lnTo>
                  <a:lnTo>
                    <a:pt x="13023" y="14027"/>
                  </a:lnTo>
                  <a:lnTo>
                    <a:pt x="13548" y="14004"/>
                  </a:lnTo>
                  <a:lnTo>
                    <a:pt x="14073" y="13970"/>
                  </a:lnTo>
                  <a:lnTo>
                    <a:pt x="14575" y="13913"/>
                  </a:lnTo>
                  <a:lnTo>
                    <a:pt x="15055" y="13856"/>
                  </a:lnTo>
                  <a:lnTo>
                    <a:pt x="15522" y="13776"/>
                  </a:lnTo>
                  <a:lnTo>
                    <a:pt x="15979" y="13684"/>
                  </a:lnTo>
                  <a:lnTo>
                    <a:pt x="16424" y="13582"/>
                  </a:lnTo>
                  <a:lnTo>
                    <a:pt x="16846" y="13468"/>
                  </a:lnTo>
                  <a:lnTo>
                    <a:pt x="17257" y="13353"/>
                  </a:lnTo>
                  <a:lnTo>
                    <a:pt x="17657" y="13217"/>
                  </a:lnTo>
                  <a:lnTo>
                    <a:pt x="18033" y="13068"/>
                  </a:lnTo>
                  <a:lnTo>
                    <a:pt x="18410" y="12908"/>
                  </a:lnTo>
                  <a:lnTo>
                    <a:pt x="18764" y="12749"/>
                  </a:lnTo>
                  <a:lnTo>
                    <a:pt x="19106" y="12577"/>
                  </a:lnTo>
                  <a:lnTo>
                    <a:pt x="19437" y="12395"/>
                  </a:lnTo>
                  <a:lnTo>
                    <a:pt x="19757" y="12201"/>
                  </a:lnTo>
                  <a:lnTo>
                    <a:pt x="20065" y="12007"/>
                  </a:lnTo>
                  <a:lnTo>
                    <a:pt x="20350" y="11801"/>
                  </a:lnTo>
                  <a:lnTo>
                    <a:pt x="20636" y="11584"/>
                  </a:lnTo>
                  <a:lnTo>
                    <a:pt x="20898" y="11368"/>
                  </a:lnTo>
                  <a:lnTo>
                    <a:pt x="21161" y="11151"/>
                  </a:lnTo>
                  <a:lnTo>
                    <a:pt x="21412" y="10922"/>
                  </a:lnTo>
                  <a:lnTo>
                    <a:pt x="21640" y="10683"/>
                  </a:lnTo>
                  <a:lnTo>
                    <a:pt x="21868" y="10443"/>
                  </a:lnTo>
                  <a:lnTo>
                    <a:pt x="22085" y="10203"/>
                  </a:lnTo>
                  <a:lnTo>
                    <a:pt x="22290" y="9952"/>
                  </a:lnTo>
                  <a:lnTo>
                    <a:pt x="22484" y="9701"/>
                  </a:lnTo>
                  <a:lnTo>
                    <a:pt x="22667" y="9450"/>
                  </a:lnTo>
                  <a:lnTo>
                    <a:pt x="22838" y="9199"/>
                  </a:lnTo>
                  <a:lnTo>
                    <a:pt x="23009" y="8948"/>
                  </a:lnTo>
                  <a:lnTo>
                    <a:pt x="23169" y="8686"/>
                  </a:lnTo>
                  <a:lnTo>
                    <a:pt x="23318" y="8423"/>
                  </a:lnTo>
                  <a:lnTo>
                    <a:pt x="23455" y="8172"/>
                  </a:lnTo>
                  <a:lnTo>
                    <a:pt x="23592" y="7909"/>
                  </a:lnTo>
                  <a:lnTo>
                    <a:pt x="23706" y="7647"/>
                  </a:lnTo>
                  <a:lnTo>
                    <a:pt x="23934" y="7133"/>
                  </a:lnTo>
                  <a:lnTo>
                    <a:pt x="24128" y="6631"/>
                  </a:lnTo>
                  <a:lnTo>
                    <a:pt x="24299" y="6129"/>
                  </a:lnTo>
                  <a:lnTo>
                    <a:pt x="24448" y="5650"/>
                  </a:lnTo>
                  <a:lnTo>
                    <a:pt x="24562" y="5182"/>
                  </a:lnTo>
                  <a:lnTo>
                    <a:pt x="24664" y="4737"/>
                  </a:lnTo>
                  <a:lnTo>
                    <a:pt x="24744" y="4314"/>
                  </a:lnTo>
                  <a:lnTo>
                    <a:pt x="24813" y="3926"/>
                  </a:lnTo>
                  <a:lnTo>
                    <a:pt x="24858" y="3561"/>
                  </a:lnTo>
                  <a:lnTo>
                    <a:pt x="24893" y="3241"/>
                  </a:lnTo>
                  <a:lnTo>
                    <a:pt x="24915" y="2956"/>
                  </a:lnTo>
                  <a:lnTo>
                    <a:pt x="24927" y="2705"/>
                  </a:lnTo>
                  <a:lnTo>
                    <a:pt x="24938" y="2363"/>
                  </a:lnTo>
                  <a:lnTo>
                    <a:pt x="24938" y="2306"/>
                  </a:lnTo>
                  <a:lnTo>
                    <a:pt x="24927" y="2237"/>
                  </a:lnTo>
                  <a:lnTo>
                    <a:pt x="24904" y="2180"/>
                  </a:lnTo>
                  <a:lnTo>
                    <a:pt x="24881" y="2123"/>
                  </a:lnTo>
                  <a:lnTo>
                    <a:pt x="24801" y="1997"/>
                  </a:lnTo>
                  <a:lnTo>
                    <a:pt x="24687" y="1883"/>
                  </a:lnTo>
                  <a:lnTo>
                    <a:pt x="24550" y="1769"/>
                  </a:lnTo>
                  <a:lnTo>
                    <a:pt x="24379" y="1655"/>
                  </a:lnTo>
                  <a:lnTo>
                    <a:pt x="24185" y="1552"/>
                  </a:lnTo>
                  <a:lnTo>
                    <a:pt x="23957" y="1438"/>
                  </a:lnTo>
                  <a:lnTo>
                    <a:pt x="23706" y="1335"/>
                  </a:lnTo>
                  <a:lnTo>
                    <a:pt x="23432" y="1233"/>
                  </a:lnTo>
                  <a:lnTo>
                    <a:pt x="23135" y="1141"/>
                  </a:lnTo>
                  <a:lnTo>
                    <a:pt x="22815" y="1039"/>
                  </a:lnTo>
                  <a:lnTo>
                    <a:pt x="22462" y="947"/>
                  </a:lnTo>
                  <a:lnTo>
                    <a:pt x="22096" y="856"/>
                  </a:lnTo>
                  <a:lnTo>
                    <a:pt x="21697" y="776"/>
                  </a:lnTo>
                  <a:lnTo>
                    <a:pt x="21286" y="696"/>
                  </a:lnTo>
                  <a:lnTo>
                    <a:pt x="20852" y="616"/>
                  </a:lnTo>
                  <a:lnTo>
                    <a:pt x="20407" y="537"/>
                  </a:lnTo>
                  <a:lnTo>
                    <a:pt x="19437" y="400"/>
                  </a:lnTo>
                  <a:lnTo>
                    <a:pt x="18410" y="285"/>
                  </a:lnTo>
                  <a:lnTo>
                    <a:pt x="17326" y="183"/>
                  </a:lnTo>
                  <a:lnTo>
                    <a:pt x="16184" y="103"/>
                  </a:lnTo>
                  <a:lnTo>
                    <a:pt x="14986" y="46"/>
                  </a:lnTo>
                  <a:lnTo>
                    <a:pt x="13742" y="12"/>
                  </a:lnTo>
                  <a:lnTo>
                    <a:pt x="12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1868150" y="2681575"/>
              <a:ext cx="590925" cy="101600"/>
            </a:xfrm>
            <a:custGeom>
              <a:rect b="b" l="l" r="r" t="t"/>
              <a:pathLst>
                <a:path extrusionOk="0" h="4064" w="23637">
                  <a:moveTo>
                    <a:pt x="11824" y="0"/>
                  </a:moveTo>
                  <a:lnTo>
                    <a:pt x="10614" y="12"/>
                  </a:lnTo>
                  <a:lnTo>
                    <a:pt x="9439" y="46"/>
                  </a:lnTo>
                  <a:lnTo>
                    <a:pt x="8309" y="91"/>
                  </a:lnTo>
                  <a:lnTo>
                    <a:pt x="7213" y="160"/>
                  </a:lnTo>
                  <a:lnTo>
                    <a:pt x="6186" y="240"/>
                  </a:lnTo>
                  <a:lnTo>
                    <a:pt x="5216" y="343"/>
                  </a:lnTo>
                  <a:lnTo>
                    <a:pt x="4303" y="468"/>
                  </a:lnTo>
                  <a:lnTo>
                    <a:pt x="3458" y="594"/>
                  </a:lnTo>
                  <a:lnTo>
                    <a:pt x="2694" y="742"/>
                  </a:lnTo>
                  <a:lnTo>
                    <a:pt x="2351" y="810"/>
                  </a:lnTo>
                  <a:lnTo>
                    <a:pt x="2020" y="890"/>
                  </a:lnTo>
                  <a:lnTo>
                    <a:pt x="1712" y="982"/>
                  </a:lnTo>
                  <a:lnTo>
                    <a:pt x="1427" y="1062"/>
                  </a:lnTo>
                  <a:lnTo>
                    <a:pt x="1164" y="1153"/>
                  </a:lnTo>
                  <a:lnTo>
                    <a:pt x="925" y="1244"/>
                  </a:lnTo>
                  <a:lnTo>
                    <a:pt x="719" y="1335"/>
                  </a:lnTo>
                  <a:lnTo>
                    <a:pt x="525" y="1427"/>
                  </a:lnTo>
                  <a:lnTo>
                    <a:pt x="365" y="1518"/>
                  </a:lnTo>
                  <a:lnTo>
                    <a:pt x="240" y="1621"/>
                  </a:lnTo>
                  <a:lnTo>
                    <a:pt x="137" y="1724"/>
                  </a:lnTo>
                  <a:lnTo>
                    <a:pt x="57" y="1826"/>
                  </a:lnTo>
                  <a:lnTo>
                    <a:pt x="34" y="1872"/>
                  </a:lnTo>
                  <a:lnTo>
                    <a:pt x="12" y="1929"/>
                  </a:lnTo>
                  <a:lnTo>
                    <a:pt x="0" y="1975"/>
                  </a:lnTo>
                  <a:lnTo>
                    <a:pt x="0" y="2032"/>
                  </a:lnTo>
                  <a:lnTo>
                    <a:pt x="0" y="2077"/>
                  </a:lnTo>
                  <a:lnTo>
                    <a:pt x="12" y="2134"/>
                  </a:lnTo>
                  <a:lnTo>
                    <a:pt x="34" y="2191"/>
                  </a:lnTo>
                  <a:lnTo>
                    <a:pt x="57" y="2237"/>
                  </a:lnTo>
                  <a:lnTo>
                    <a:pt x="137" y="2340"/>
                  </a:lnTo>
                  <a:lnTo>
                    <a:pt x="240" y="2443"/>
                  </a:lnTo>
                  <a:lnTo>
                    <a:pt x="365" y="2534"/>
                  </a:lnTo>
                  <a:lnTo>
                    <a:pt x="525" y="2637"/>
                  </a:lnTo>
                  <a:lnTo>
                    <a:pt x="719" y="2728"/>
                  </a:lnTo>
                  <a:lnTo>
                    <a:pt x="925" y="2819"/>
                  </a:lnTo>
                  <a:lnTo>
                    <a:pt x="1164" y="2910"/>
                  </a:lnTo>
                  <a:lnTo>
                    <a:pt x="1427" y="3002"/>
                  </a:lnTo>
                  <a:lnTo>
                    <a:pt x="1712" y="3082"/>
                  </a:lnTo>
                  <a:lnTo>
                    <a:pt x="2020" y="3162"/>
                  </a:lnTo>
                  <a:lnTo>
                    <a:pt x="2351" y="3241"/>
                  </a:lnTo>
                  <a:lnTo>
                    <a:pt x="2694" y="3321"/>
                  </a:lnTo>
                  <a:lnTo>
                    <a:pt x="3458" y="3470"/>
                  </a:lnTo>
                  <a:lnTo>
                    <a:pt x="4303" y="3595"/>
                  </a:lnTo>
                  <a:lnTo>
                    <a:pt x="5216" y="3709"/>
                  </a:lnTo>
                  <a:lnTo>
                    <a:pt x="6186" y="3812"/>
                  </a:lnTo>
                  <a:lnTo>
                    <a:pt x="7213" y="3903"/>
                  </a:lnTo>
                  <a:lnTo>
                    <a:pt x="8309" y="3972"/>
                  </a:lnTo>
                  <a:lnTo>
                    <a:pt x="9439" y="4018"/>
                  </a:lnTo>
                  <a:lnTo>
                    <a:pt x="10614" y="4052"/>
                  </a:lnTo>
                  <a:lnTo>
                    <a:pt x="11824" y="4063"/>
                  </a:lnTo>
                  <a:lnTo>
                    <a:pt x="13034" y="4052"/>
                  </a:lnTo>
                  <a:lnTo>
                    <a:pt x="14198" y="4018"/>
                  </a:lnTo>
                  <a:lnTo>
                    <a:pt x="15339" y="3972"/>
                  </a:lnTo>
                  <a:lnTo>
                    <a:pt x="16424" y="3903"/>
                  </a:lnTo>
                  <a:lnTo>
                    <a:pt x="17451" y="3812"/>
                  </a:lnTo>
                  <a:lnTo>
                    <a:pt x="18432" y="3709"/>
                  </a:lnTo>
                  <a:lnTo>
                    <a:pt x="19334" y="3595"/>
                  </a:lnTo>
                  <a:lnTo>
                    <a:pt x="20179" y="3470"/>
                  </a:lnTo>
                  <a:lnTo>
                    <a:pt x="20943" y="3321"/>
                  </a:lnTo>
                  <a:lnTo>
                    <a:pt x="21297" y="3241"/>
                  </a:lnTo>
                  <a:lnTo>
                    <a:pt x="21628" y="3162"/>
                  </a:lnTo>
                  <a:lnTo>
                    <a:pt x="21925" y="3082"/>
                  </a:lnTo>
                  <a:lnTo>
                    <a:pt x="22210" y="3002"/>
                  </a:lnTo>
                  <a:lnTo>
                    <a:pt x="22473" y="2910"/>
                  </a:lnTo>
                  <a:lnTo>
                    <a:pt x="22712" y="2819"/>
                  </a:lnTo>
                  <a:lnTo>
                    <a:pt x="22929" y="2728"/>
                  </a:lnTo>
                  <a:lnTo>
                    <a:pt x="23112" y="2637"/>
                  </a:lnTo>
                  <a:lnTo>
                    <a:pt x="23272" y="2534"/>
                  </a:lnTo>
                  <a:lnTo>
                    <a:pt x="23397" y="2443"/>
                  </a:lnTo>
                  <a:lnTo>
                    <a:pt x="23500" y="2340"/>
                  </a:lnTo>
                  <a:lnTo>
                    <a:pt x="23580" y="2237"/>
                  </a:lnTo>
                  <a:lnTo>
                    <a:pt x="23602" y="2191"/>
                  </a:lnTo>
                  <a:lnTo>
                    <a:pt x="23625" y="2134"/>
                  </a:lnTo>
                  <a:lnTo>
                    <a:pt x="23637" y="2077"/>
                  </a:lnTo>
                  <a:lnTo>
                    <a:pt x="23637" y="2032"/>
                  </a:lnTo>
                  <a:lnTo>
                    <a:pt x="23637" y="1975"/>
                  </a:lnTo>
                  <a:lnTo>
                    <a:pt x="23625" y="1929"/>
                  </a:lnTo>
                  <a:lnTo>
                    <a:pt x="23602" y="1872"/>
                  </a:lnTo>
                  <a:lnTo>
                    <a:pt x="23580" y="1826"/>
                  </a:lnTo>
                  <a:lnTo>
                    <a:pt x="23500" y="1724"/>
                  </a:lnTo>
                  <a:lnTo>
                    <a:pt x="23397" y="1621"/>
                  </a:lnTo>
                  <a:lnTo>
                    <a:pt x="23272" y="1518"/>
                  </a:lnTo>
                  <a:lnTo>
                    <a:pt x="23112" y="1427"/>
                  </a:lnTo>
                  <a:lnTo>
                    <a:pt x="22929" y="1335"/>
                  </a:lnTo>
                  <a:lnTo>
                    <a:pt x="22712" y="1244"/>
                  </a:lnTo>
                  <a:lnTo>
                    <a:pt x="22473" y="1153"/>
                  </a:lnTo>
                  <a:lnTo>
                    <a:pt x="22210" y="1062"/>
                  </a:lnTo>
                  <a:lnTo>
                    <a:pt x="21925" y="982"/>
                  </a:lnTo>
                  <a:lnTo>
                    <a:pt x="21628" y="890"/>
                  </a:lnTo>
                  <a:lnTo>
                    <a:pt x="21297" y="810"/>
                  </a:lnTo>
                  <a:lnTo>
                    <a:pt x="20943" y="742"/>
                  </a:lnTo>
                  <a:lnTo>
                    <a:pt x="20179" y="594"/>
                  </a:lnTo>
                  <a:lnTo>
                    <a:pt x="19334" y="468"/>
                  </a:lnTo>
                  <a:lnTo>
                    <a:pt x="18432" y="343"/>
                  </a:lnTo>
                  <a:lnTo>
                    <a:pt x="17451" y="240"/>
                  </a:lnTo>
                  <a:lnTo>
                    <a:pt x="16424" y="160"/>
                  </a:lnTo>
                  <a:lnTo>
                    <a:pt x="15339" y="91"/>
                  </a:lnTo>
                  <a:lnTo>
                    <a:pt x="14198" y="46"/>
                  </a:lnTo>
                  <a:lnTo>
                    <a:pt x="13034" y="12"/>
                  </a:lnTo>
                  <a:lnTo>
                    <a:pt x="11824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1893825" y="2703525"/>
              <a:ext cx="562975" cy="79650"/>
            </a:xfrm>
            <a:custGeom>
              <a:rect b="b" l="l" r="r" t="t"/>
              <a:pathLst>
                <a:path extrusionOk="0" h="3186" w="22519">
                  <a:moveTo>
                    <a:pt x="16059" y="1"/>
                  </a:moveTo>
                  <a:lnTo>
                    <a:pt x="15693" y="12"/>
                  </a:lnTo>
                  <a:lnTo>
                    <a:pt x="15328" y="24"/>
                  </a:lnTo>
                  <a:lnTo>
                    <a:pt x="14974" y="47"/>
                  </a:lnTo>
                  <a:lnTo>
                    <a:pt x="14609" y="81"/>
                  </a:lnTo>
                  <a:lnTo>
                    <a:pt x="14244" y="115"/>
                  </a:lnTo>
                  <a:lnTo>
                    <a:pt x="13879" y="161"/>
                  </a:lnTo>
                  <a:lnTo>
                    <a:pt x="13525" y="206"/>
                  </a:lnTo>
                  <a:lnTo>
                    <a:pt x="12794" y="332"/>
                  </a:lnTo>
                  <a:lnTo>
                    <a:pt x="12087" y="469"/>
                  </a:lnTo>
                  <a:lnTo>
                    <a:pt x="11368" y="640"/>
                  </a:lnTo>
                  <a:lnTo>
                    <a:pt x="10991" y="594"/>
                  </a:lnTo>
                  <a:lnTo>
                    <a:pt x="10615" y="549"/>
                  </a:lnTo>
                  <a:lnTo>
                    <a:pt x="10238" y="503"/>
                  </a:lnTo>
                  <a:lnTo>
                    <a:pt x="9861" y="480"/>
                  </a:lnTo>
                  <a:lnTo>
                    <a:pt x="9485" y="457"/>
                  </a:lnTo>
                  <a:lnTo>
                    <a:pt x="9097" y="446"/>
                  </a:lnTo>
                  <a:lnTo>
                    <a:pt x="8720" y="435"/>
                  </a:lnTo>
                  <a:lnTo>
                    <a:pt x="8332" y="435"/>
                  </a:lnTo>
                  <a:lnTo>
                    <a:pt x="7567" y="446"/>
                  </a:lnTo>
                  <a:lnTo>
                    <a:pt x="6803" y="492"/>
                  </a:lnTo>
                  <a:lnTo>
                    <a:pt x="6049" y="549"/>
                  </a:lnTo>
                  <a:lnTo>
                    <a:pt x="5285" y="629"/>
                  </a:lnTo>
                  <a:lnTo>
                    <a:pt x="4611" y="720"/>
                  </a:lnTo>
                  <a:lnTo>
                    <a:pt x="3926" y="823"/>
                  </a:lnTo>
                  <a:lnTo>
                    <a:pt x="3253" y="948"/>
                  </a:lnTo>
                  <a:lnTo>
                    <a:pt x="2580" y="1097"/>
                  </a:lnTo>
                  <a:lnTo>
                    <a:pt x="2249" y="1177"/>
                  </a:lnTo>
                  <a:lnTo>
                    <a:pt x="1918" y="1268"/>
                  </a:lnTo>
                  <a:lnTo>
                    <a:pt x="1587" y="1371"/>
                  </a:lnTo>
                  <a:lnTo>
                    <a:pt x="1256" y="1473"/>
                  </a:lnTo>
                  <a:lnTo>
                    <a:pt x="936" y="1587"/>
                  </a:lnTo>
                  <a:lnTo>
                    <a:pt x="628" y="1713"/>
                  </a:lnTo>
                  <a:lnTo>
                    <a:pt x="309" y="1838"/>
                  </a:lnTo>
                  <a:lnTo>
                    <a:pt x="0" y="1987"/>
                  </a:lnTo>
                  <a:lnTo>
                    <a:pt x="251" y="2067"/>
                  </a:lnTo>
                  <a:lnTo>
                    <a:pt x="514" y="2158"/>
                  </a:lnTo>
                  <a:lnTo>
                    <a:pt x="811" y="2238"/>
                  </a:lnTo>
                  <a:lnTo>
                    <a:pt x="1119" y="2318"/>
                  </a:lnTo>
                  <a:lnTo>
                    <a:pt x="1450" y="2398"/>
                  </a:lnTo>
                  <a:lnTo>
                    <a:pt x="1815" y="2466"/>
                  </a:lnTo>
                  <a:lnTo>
                    <a:pt x="2580" y="2615"/>
                  </a:lnTo>
                  <a:lnTo>
                    <a:pt x="3424" y="2740"/>
                  </a:lnTo>
                  <a:lnTo>
                    <a:pt x="4337" y="2854"/>
                  </a:lnTo>
                  <a:lnTo>
                    <a:pt x="5307" y="2946"/>
                  </a:lnTo>
                  <a:lnTo>
                    <a:pt x="6346" y="3037"/>
                  </a:lnTo>
                  <a:lnTo>
                    <a:pt x="6392" y="3037"/>
                  </a:lnTo>
                  <a:lnTo>
                    <a:pt x="7362" y="3094"/>
                  </a:lnTo>
                  <a:lnTo>
                    <a:pt x="8389" y="3140"/>
                  </a:lnTo>
                  <a:lnTo>
                    <a:pt x="8651" y="3151"/>
                  </a:lnTo>
                  <a:lnTo>
                    <a:pt x="9439" y="3162"/>
                  </a:lnTo>
                  <a:lnTo>
                    <a:pt x="9736" y="3174"/>
                  </a:lnTo>
                  <a:lnTo>
                    <a:pt x="10797" y="3185"/>
                  </a:lnTo>
                  <a:lnTo>
                    <a:pt x="11802" y="3174"/>
                  </a:lnTo>
                  <a:lnTo>
                    <a:pt x="12087" y="3174"/>
                  </a:lnTo>
                  <a:lnTo>
                    <a:pt x="12817" y="3151"/>
                  </a:lnTo>
                  <a:lnTo>
                    <a:pt x="13091" y="3140"/>
                  </a:lnTo>
                  <a:lnTo>
                    <a:pt x="14027" y="3105"/>
                  </a:lnTo>
                  <a:lnTo>
                    <a:pt x="14141" y="3094"/>
                  </a:lnTo>
                  <a:lnTo>
                    <a:pt x="14940" y="3048"/>
                  </a:lnTo>
                  <a:lnTo>
                    <a:pt x="15214" y="3037"/>
                  </a:lnTo>
                  <a:lnTo>
                    <a:pt x="15876" y="2980"/>
                  </a:lnTo>
                  <a:lnTo>
                    <a:pt x="16104" y="2968"/>
                  </a:lnTo>
                  <a:lnTo>
                    <a:pt x="16892" y="2888"/>
                  </a:lnTo>
                  <a:lnTo>
                    <a:pt x="16880" y="2888"/>
                  </a:lnTo>
                  <a:lnTo>
                    <a:pt x="17440" y="2831"/>
                  </a:lnTo>
                  <a:lnTo>
                    <a:pt x="17976" y="2763"/>
                  </a:lnTo>
                  <a:lnTo>
                    <a:pt x="18490" y="2694"/>
                  </a:lnTo>
                  <a:lnTo>
                    <a:pt x="18980" y="2615"/>
                  </a:lnTo>
                  <a:lnTo>
                    <a:pt x="19437" y="2535"/>
                  </a:lnTo>
                  <a:lnTo>
                    <a:pt x="19871" y="2455"/>
                  </a:lnTo>
                  <a:lnTo>
                    <a:pt x="20281" y="2363"/>
                  </a:lnTo>
                  <a:lnTo>
                    <a:pt x="20658" y="2272"/>
                  </a:lnTo>
                  <a:lnTo>
                    <a:pt x="21012" y="2169"/>
                  </a:lnTo>
                  <a:lnTo>
                    <a:pt x="21331" y="2067"/>
                  </a:lnTo>
                  <a:lnTo>
                    <a:pt x="21617" y="1964"/>
                  </a:lnTo>
                  <a:lnTo>
                    <a:pt x="21868" y="1861"/>
                  </a:lnTo>
                  <a:lnTo>
                    <a:pt x="22085" y="1747"/>
                  </a:lnTo>
                  <a:lnTo>
                    <a:pt x="22267" y="1644"/>
                  </a:lnTo>
                  <a:lnTo>
                    <a:pt x="22416" y="1530"/>
                  </a:lnTo>
                  <a:lnTo>
                    <a:pt x="22473" y="1462"/>
                  </a:lnTo>
                  <a:lnTo>
                    <a:pt x="22518" y="1405"/>
                  </a:lnTo>
                  <a:lnTo>
                    <a:pt x="22199" y="1256"/>
                  </a:lnTo>
                  <a:lnTo>
                    <a:pt x="21891" y="1119"/>
                  </a:lnTo>
                  <a:lnTo>
                    <a:pt x="21560" y="994"/>
                  </a:lnTo>
                  <a:lnTo>
                    <a:pt x="21240" y="868"/>
                  </a:lnTo>
                  <a:lnTo>
                    <a:pt x="20909" y="754"/>
                  </a:lnTo>
                  <a:lnTo>
                    <a:pt x="20578" y="640"/>
                  </a:lnTo>
                  <a:lnTo>
                    <a:pt x="20247" y="549"/>
                  </a:lnTo>
                  <a:lnTo>
                    <a:pt x="19905" y="457"/>
                  </a:lnTo>
                  <a:lnTo>
                    <a:pt x="19574" y="378"/>
                  </a:lnTo>
                  <a:lnTo>
                    <a:pt x="19231" y="298"/>
                  </a:lnTo>
                  <a:lnTo>
                    <a:pt x="18889" y="241"/>
                  </a:lnTo>
                  <a:lnTo>
                    <a:pt x="18547" y="184"/>
                  </a:lnTo>
                  <a:lnTo>
                    <a:pt x="18193" y="126"/>
                  </a:lnTo>
                  <a:lnTo>
                    <a:pt x="17850" y="92"/>
                  </a:lnTo>
                  <a:lnTo>
                    <a:pt x="17508" y="58"/>
                  </a:lnTo>
                  <a:lnTo>
                    <a:pt x="17154" y="35"/>
                  </a:lnTo>
                  <a:lnTo>
                    <a:pt x="16789" y="12"/>
                  </a:lnTo>
                  <a:lnTo>
                    <a:pt x="164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2315825" y="2624775"/>
              <a:ext cx="165500" cy="137275"/>
            </a:xfrm>
            <a:custGeom>
              <a:rect b="b" l="l" r="r" t="t"/>
              <a:pathLst>
                <a:path extrusionOk="0" h="5491" w="6620">
                  <a:moveTo>
                    <a:pt x="1336" y="1"/>
                  </a:moveTo>
                  <a:lnTo>
                    <a:pt x="1222" y="12"/>
                  </a:lnTo>
                  <a:lnTo>
                    <a:pt x="1107" y="24"/>
                  </a:lnTo>
                  <a:lnTo>
                    <a:pt x="1005" y="58"/>
                  </a:lnTo>
                  <a:lnTo>
                    <a:pt x="891" y="92"/>
                  </a:lnTo>
                  <a:lnTo>
                    <a:pt x="788" y="149"/>
                  </a:lnTo>
                  <a:lnTo>
                    <a:pt x="685" y="206"/>
                  </a:lnTo>
                  <a:lnTo>
                    <a:pt x="594" y="263"/>
                  </a:lnTo>
                  <a:lnTo>
                    <a:pt x="503" y="343"/>
                  </a:lnTo>
                  <a:lnTo>
                    <a:pt x="423" y="423"/>
                  </a:lnTo>
                  <a:lnTo>
                    <a:pt x="343" y="515"/>
                  </a:lnTo>
                  <a:lnTo>
                    <a:pt x="274" y="606"/>
                  </a:lnTo>
                  <a:lnTo>
                    <a:pt x="206" y="697"/>
                  </a:lnTo>
                  <a:lnTo>
                    <a:pt x="160" y="800"/>
                  </a:lnTo>
                  <a:lnTo>
                    <a:pt x="114" y="914"/>
                  </a:lnTo>
                  <a:lnTo>
                    <a:pt x="80" y="1017"/>
                  </a:lnTo>
                  <a:lnTo>
                    <a:pt x="46" y="1131"/>
                  </a:lnTo>
                  <a:lnTo>
                    <a:pt x="23" y="1245"/>
                  </a:lnTo>
                  <a:lnTo>
                    <a:pt x="0" y="1473"/>
                  </a:lnTo>
                  <a:lnTo>
                    <a:pt x="0" y="1701"/>
                  </a:lnTo>
                  <a:lnTo>
                    <a:pt x="12" y="1930"/>
                  </a:lnTo>
                  <a:lnTo>
                    <a:pt x="57" y="2158"/>
                  </a:lnTo>
                  <a:lnTo>
                    <a:pt x="114" y="2386"/>
                  </a:lnTo>
                  <a:lnTo>
                    <a:pt x="183" y="2603"/>
                  </a:lnTo>
                  <a:lnTo>
                    <a:pt x="263" y="2843"/>
                  </a:lnTo>
                  <a:lnTo>
                    <a:pt x="366" y="3060"/>
                  </a:lnTo>
                  <a:lnTo>
                    <a:pt x="480" y="3276"/>
                  </a:lnTo>
                  <a:lnTo>
                    <a:pt x="605" y="3482"/>
                  </a:lnTo>
                  <a:lnTo>
                    <a:pt x="868" y="3893"/>
                  </a:lnTo>
                  <a:lnTo>
                    <a:pt x="1142" y="4304"/>
                  </a:lnTo>
                  <a:lnTo>
                    <a:pt x="1222" y="4441"/>
                  </a:lnTo>
                  <a:lnTo>
                    <a:pt x="1301" y="4589"/>
                  </a:lnTo>
                  <a:lnTo>
                    <a:pt x="1473" y="4897"/>
                  </a:lnTo>
                  <a:lnTo>
                    <a:pt x="1564" y="5034"/>
                  </a:lnTo>
                  <a:lnTo>
                    <a:pt x="1678" y="5171"/>
                  </a:lnTo>
                  <a:lnTo>
                    <a:pt x="1792" y="5285"/>
                  </a:lnTo>
                  <a:lnTo>
                    <a:pt x="1849" y="5342"/>
                  </a:lnTo>
                  <a:lnTo>
                    <a:pt x="1918" y="5377"/>
                  </a:lnTo>
                  <a:lnTo>
                    <a:pt x="2009" y="5422"/>
                  </a:lnTo>
                  <a:lnTo>
                    <a:pt x="2100" y="5456"/>
                  </a:lnTo>
                  <a:lnTo>
                    <a:pt x="2203" y="5479"/>
                  </a:lnTo>
                  <a:lnTo>
                    <a:pt x="2294" y="5491"/>
                  </a:lnTo>
                  <a:lnTo>
                    <a:pt x="2386" y="5491"/>
                  </a:lnTo>
                  <a:lnTo>
                    <a:pt x="2488" y="5479"/>
                  </a:lnTo>
                  <a:lnTo>
                    <a:pt x="2682" y="5434"/>
                  </a:lnTo>
                  <a:lnTo>
                    <a:pt x="2876" y="5377"/>
                  </a:lnTo>
                  <a:lnTo>
                    <a:pt x="3059" y="5297"/>
                  </a:lnTo>
                  <a:lnTo>
                    <a:pt x="3413" y="5137"/>
                  </a:lnTo>
                  <a:lnTo>
                    <a:pt x="4486" y="4623"/>
                  </a:lnTo>
                  <a:lnTo>
                    <a:pt x="5570" y="4098"/>
                  </a:lnTo>
                  <a:lnTo>
                    <a:pt x="5775" y="3996"/>
                  </a:lnTo>
                  <a:lnTo>
                    <a:pt x="5981" y="3881"/>
                  </a:lnTo>
                  <a:lnTo>
                    <a:pt x="6163" y="3756"/>
                  </a:lnTo>
                  <a:lnTo>
                    <a:pt x="6255" y="3687"/>
                  </a:lnTo>
                  <a:lnTo>
                    <a:pt x="6346" y="3607"/>
                  </a:lnTo>
                  <a:lnTo>
                    <a:pt x="6415" y="3516"/>
                  </a:lnTo>
                  <a:lnTo>
                    <a:pt x="6483" y="3413"/>
                  </a:lnTo>
                  <a:lnTo>
                    <a:pt x="6540" y="3311"/>
                  </a:lnTo>
                  <a:lnTo>
                    <a:pt x="6586" y="3208"/>
                  </a:lnTo>
                  <a:lnTo>
                    <a:pt x="6609" y="3094"/>
                  </a:lnTo>
                  <a:lnTo>
                    <a:pt x="6620" y="2980"/>
                  </a:lnTo>
                  <a:lnTo>
                    <a:pt x="6620" y="2866"/>
                  </a:lnTo>
                  <a:lnTo>
                    <a:pt x="6597" y="2751"/>
                  </a:lnTo>
                  <a:lnTo>
                    <a:pt x="6563" y="2683"/>
                  </a:lnTo>
                  <a:lnTo>
                    <a:pt x="6529" y="2615"/>
                  </a:lnTo>
                  <a:lnTo>
                    <a:pt x="6483" y="2546"/>
                  </a:lnTo>
                  <a:lnTo>
                    <a:pt x="6437" y="2478"/>
                  </a:lnTo>
                  <a:lnTo>
                    <a:pt x="6323" y="2363"/>
                  </a:lnTo>
                  <a:lnTo>
                    <a:pt x="6198" y="2261"/>
                  </a:lnTo>
                  <a:lnTo>
                    <a:pt x="5947" y="2044"/>
                  </a:lnTo>
                  <a:lnTo>
                    <a:pt x="5821" y="1930"/>
                  </a:lnTo>
                  <a:lnTo>
                    <a:pt x="5718" y="1793"/>
                  </a:lnTo>
                  <a:lnTo>
                    <a:pt x="5661" y="1690"/>
                  </a:lnTo>
                  <a:lnTo>
                    <a:pt x="5616" y="1587"/>
                  </a:lnTo>
                  <a:lnTo>
                    <a:pt x="5570" y="1473"/>
                  </a:lnTo>
                  <a:lnTo>
                    <a:pt x="5547" y="1359"/>
                  </a:lnTo>
                  <a:lnTo>
                    <a:pt x="5490" y="1119"/>
                  </a:lnTo>
                  <a:lnTo>
                    <a:pt x="5444" y="891"/>
                  </a:lnTo>
                  <a:lnTo>
                    <a:pt x="5410" y="777"/>
                  </a:lnTo>
                  <a:lnTo>
                    <a:pt x="5376" y="651"/>
                  </a:lnTo>
                  <a:lnTo>
                    <a:pt x="5319" y="549"/>
                  </a:lnTo>
                  <a:lnTo>
                    <a:pt x="5262" y="435"/>
                  </a:lnTo>
                  <a:lnTo>
                    <a:pt x="5193" y="343"/>
                  </a:lnTo>
                  <a:lnTo>
                    <a:pt x="5113" y="263"/>
                  </a:lnTo>
                  <a:lnTo>
                    <a:pt x="5022" y="195"/>
                  </a:lnTo>
                  <a:lnTo>
                    <a:pt x="4908" y="149"/>
                  </a:lnTo>
                  <a:lnTo>
                    <a:pt x="4794" y="115"/>
                  </a:lnTo>
                  <a:lnTo>
                    <a:pt x="4680" y="115"/>
                  </a:lnTo>
                  <a:lnTo>
                    <a:pt x="4566" y="126"/>
                  </a:lnTo>
                  <a:lnTo>
                    <a:pt x="4451" y="172"/>
                  </a:lnTo>
                  <a:lnTo>
                    <a:pt x="4337" y="218"/>
                  </a:lnTo>
                  <a:lnTo>
                    <a:pt x="4235" y="286"/>
                  </a:lnTo>
                  <a:lnTo>
                    <a:pt x="4006" y="435"/>
                  </a:lnTo>
                  <a:lnTo>
                    <a:pt x="3789" y="594"/>
                  </a:lnTo>
                  <a:lnTo>
                    <a:pt x="3675" y="663"/>
                  </a:lnTo>
                  <a:lnTo>
                    <a:pt x="3561" y="731"/>
                  </a:lnTo>
                  <a:lnTo>
                    <a:pt x="3447" y="800"/>
                  </a:lnTo>
                  <a:lnTo>
                    <a:pt x="3333" y="846"/>
                  </a:lnTo>
                  <a:lnTo>
                    <a:pt x="3207" y="868"/>
                  </a:lnTo>
                  <a:lnTo>
                    <a:pt x="3082" y="880"/>
                  </a:lnTo>
                  <a:lnTo>
                    <a:pt x="2979" y="880"/>
                  </a:lnTo>
                  <a:lnTo>
                    <a:pt x="2888" y="857"/>
                  </a:lnTo>
                  <a:lnTo>
                    <a:pt x="2785" y="823"/>
                  </a:lnTo>
                  <a:lnTo>
                    <a:pt x="2705" y="777"/>
                  </a:lnTo>
                  <a:lnTo>
                    <a:pt x="2614" y="731"/>
                  </a:lnTo>
                  <a:lnTo>
                    <a:pt x="2523" y="674"/>
                  </a:lnTo>
                  <a:lnTo>
                    <a:pt x="2363" y="549"/>
                  </a:lnTo>
                  <a:lnTo>
                    <a:pt x="2192" y="412"/>
                  </a:lnTo>
                  <a:lnTo>
                    <a:pt x="2020" y="275"/>
                  </a:lnTo>
                  <a:lnTo>
                    <a:pt x="1849" y="161"/>
                  </a:lnTo>
                  <a:lnTo>
                    <a:pt x="1758" y="104"/>
                  </a:lnTo>
                  <a:lnTo>
                    <a:pt x="1667" y="69"/>
                  </a:lnTo>
                  <a:lnTo>
                    <a:pt x="1553" y="35"/>
                  </a:lnTo>
                  <a:lnTo>
                    <a:pt x="1438" y="12"/>
                  </a:lnTo>
                  <a:lnTo>
                    <a:pt x="1336" y="1"/>
                  </a:lnTo>
                  <a:close/>
                </a:path>
              </a:pathLst>
            </a:custGeom>
            <a:solidFill>
              <a:srgbClr val="B3CC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2197975" y="2639900"/>
              <a:ext cx="188925" cy="133575"/>
            </a:xfrm>
            <a:custGeom>
              <a:rect b="b" l="l" r="r" t="t"/>
              <a:pathLst>
                <a:path extrusionOk="0" h="5343" w="7557">
                  <a:moveTo>
                    <a:pt x="1416" y="1"/>
                  </a:moveTo>
                  <a:lnTo>
                    <a:pt x="1302" y="12"/>
                  </a:lnTo>
                  <a:lnTo>
                    <a:pt x="1199" y="46"/>
                  </a:lnTo>
                  <a:lnTo>
                    <a:pt x="1096" y="104"/>
                  </a:lnTo>
                  <a:lnTo>
                    <a:pt x="994" y="172"/>
                  </a:lnTo>
                  <a:lnTo>
                    <a:pt x="914" y="252"/>
                  </a:lnTo>
                  <a:lnTo>
                    <a:pt x="845" y="343"/>
                  </a:lnTo>
                  <a:lnTo>
                    <a:pt x="788" y="446"/>
                  </a:lnTo>
                  <a:lnTo>
                    <a:pt x="754" y="549"/>
                  </a:lnTo>
                  <a:lnTo>
                    <a:pt x="743" y="674"/>
                  </a:lnTo>
                  <a:lnTo>
                    <a:pt x="754" y="788"/>
                  </a:lnTo>
                  <a:lnTo>
                    <a:pt x="777" y="891"/>
                  </a:lnTo>
                  <a:lnTo>
                    <a:pt x="822" y="1005"/>
                  </a:lnTo>
                  <a:lnTo>
                    <a:pt x="880" y="1108"/>
                  </a:lnTo>
                  <a:lnTo>
                    <a:pt x="948" y="1188"/>
                  </a:lnTo>
                  <a:lnTo>
                    <a:pt x="1039" y="1268"/>
                  </a:lnTo>
                  <a:lnTo>
                    <a:pt x="1142" y="1325"/>
                  </a:lnTo>
                  <a:lnTo>
                    <a:pt x="1233" y="1370"/>
                  </a:lnTo>
                  <a:lnTo>
                    <a:pt x="1336" y="1405"/>
                  </a:lnTo>
                  <a:lnTo>
                    <a:pt x="1542" y="1485"/>
                  </a:lnTo>
                  <a:lnTo>
                    <a:pt x="1633" y="1530"/>
                  </a:lnTo>
                  <a:lnTo>
                    <a:pt x="1713" y="1587"/>
                  </a:lnTo>
                  <a:lnTo>
                    <a:pt x="1736" y="1621"/>
                  </a:lnTo>
                  <a:lnTo>
                    <a:pt x="1770" y="1656"/>
                  </a:lnTo>
                  <a:lnTo>
                    <a:pt x="1781" y="1701"/>
                  </a:lnTo>
                  <a:lnTo>
                    <a:pt x="1793" y="1747"/>
                  </a:lnTo>
                  <a:lnTo>
                    <a:pt x="1804" y="1793"/>
                  </a:lnTo>
                  <a:lnTo>
                    <a:pt x="1793" y="1850"/>
                  </a:lnTo>
                  <a:lnTo>
                    <a:pt x="1781" y="1884"/>
                  </a:lnTo>
                  <a:lnTo>
                    <a:pt x="1758" y="1930"/>
                  </a:lnTo>
                  <a:lnTo>
                    <a:pt x="1736" y="1964"/>
                  </a:lnTo>
                  <a:lnTo>
                    <a:pt x="1701" y="1998"/>
                  </a:lnTo>
                  <a:lnTo>
                    <a:pt x="1610" y="2067"/>
                  </a:lnTo>
                  <a:lnTo>
                    <a:pt x="1519" y="2101"/>
                  </a:lnTo>
                  <a:lnTo>
                    <a:pt x="1405" y="2124"/>
                  </a:lnTo>
                  <a:lnTo>
                    <a:pt x="1290" y="2135"/>
                  </a:lnTo>
                  <a:lnTo>
                    <a:pt x="1188" y="2124"/>
                  </a:lnTo>
                  <a:lnTo>
                    <a:pt x="971" y="2067"/>
                  </a:lnTo>
                  <a:lnTo>
                    <a:pt x="765" y="2010"/>
                  </a:lnTo>
                  <a:lnTo>
                    <a:pt x="651" y="1998"/>
                  </a:lnTo>
                  <a:lnTo>
                    <a:pt x="549" y="1987"/>
                  </a:lnTo>
                  <a:lnTo>
                    <a:pt x="446" y="1987"/>
                  </a:lnTo>
                  <a:lnTo>
                    <a:pt x="343" y="2021"/>
                  </a:lnTo>
                  <a:lnTo>
                    <a:pt x="297" y="2044"/>
                  </a:lnTo>
                  <a:lnTo>
                    <a:pt x="252" y="2067"/>
                  </a:lnTo>
                  <a:lnTo>
                    <a:pt x="161" y="2146"/>
                  </a:lnTo>
                  <a:lnTo>
                    <a:pt x="92" y="2238"/>
                  </a:lnTo>
                  <a:lnTo>
                    <a:pt x="46" y="2341"/>
                  </a:lnTo>
                  <a:lnTo>
                    <a:pt x="12" y="2455"/>
                  </a:lnTo>
                  <a:lnTo>
                    <a:pt x="1" y="2569"/>
                  </a:lnTo>
                  <a:lnTo>
                    <a:pt x="12" y="2694"/>
                  </a:lnTo>
                  <a:lnTo>
                    <a:pt x="35" y="2808"/>
                  </a:lnTo>
                  <a:lnTo>
                    <a:pt x="69" y="2911"/>
                  </a:lnTo>
                  <a:lnTo>
                    <a:pt x="126" y="3014"/>
                  </a:lnTo>
                  <a:lnTo>
                    <a:pt x="183" y="3117"/>
                  </a:lnTo>
                  <a:lnTo>
                    <a:pt x="263" y="3208"/>
                  </a:lnTo>
                  <a:lnTo>
                    <a:pt x="343" y="3288"/>
                  </a:lnTo>
                  <a:lnTo>
                    <a:pt x="423" y="3379"/>
                  </a:lnTo>
                  <a:lnTo>
                    <a:pt x="606" y="3527"/>
                  </a:lnTo>
                  <a:lnTo>
                    <a:pt x="937" y="3790"/>
                  </a:lnTo>
                  <a:lnTo>
                    <a:pt x="1302" y="4041"/>
                  </a:lnTo>
                  <a:lnTo>
                    <a:pt x="1690" y="4292"/>
                  </a:lnTo>
                  <a:lnTo>
                    <a:pt x="2112" y="4532"/>
                  </a:lnTo>
                  <a:lnTo>
                    <a:pt x="2329" y="4635"/>
                  </a:lnTo>
                  <a:lnTo>
                    <a:pt x="2546" y="4749"/>
                  </a:lnTo>
                  <a:lnTo>
                    <a:pt x="2774" y="4851"/>
                  </a:lnTo>
                  <a:lnTo>
                    <a:pt x="3002" y="4943"/>
                  </a:lnTo>
                  <a:lnTo>
                    <a:pt x="3231" y="5023"/>
                  </a:lnTo>
                  <a:lnTo>
                    <a:pt x="3459" y="5102"/>
                  </a:lnTo>
                  <a:lnTo>
                    <a:pt x="3699" y="5171"/>
                  </a:lnTo>
                  <a:lnTo>
                    <a:pt x="3927" y="5228"/>
                  </a:lnTo>
                  <a:lnTo>
                    <a:pt x="4167" y="5274"/>
                  </a:lnTo>
                  <a:lnTo>
                    <a:pt x="4395" y="5308"/>
                  </a:lnTo>
                  <a:lnTo>
                    <a:pt x="4623" y="5331"/>
                  </a:lnTo>
                  <a:lnTo>
                    <a:pt x="4851" y="5342"/>
                  </a:lnTo>
                  <a:lnTo>
                    <a:pt x="5080" y="5342"/>
                  </a:lnTo>
                  <a:lnTo>
                    <a:pt x="5296" y="5319"/>
                  </a:lnTo>
                  <a:lnTo>
                    <a:pt x="5525" y="5285"/>
                  </a:lnTo>
                  <a:lnTo>
                    <a:pt x="5730" y="5239"/>
                  </a:lnTo>
                  <a:lnTo>
                    <a:pt x="5947" y="5171"/>
                  </a:lnTo>
                  <a:lnTo>
                    <a:pt x="6141" y="5091"/>
                  </a:lnTo>
                  <a:lnTo>
                    <a:pt x="6346" y="4988"/>
                  </a:lnTo>
                  <a:lnTo>
                    <a:pt x="6529" y="4863"/>
                  </a:lnTo>
                  <a:lnTo>
                    <a:pt x="6712" y="4726"/>
                  </a:lnTo>
                  <a:lnTo>
                    <a:pt x="6883" y="4566"/>
                  </a:lnTo>
                  <a:lnTo>
                    <a:pt x="7054" y="4383"/>
                  </a:lnTo>
                  <a:lnTo>
                    <a:pt x="7202" y="4178"/>
                  </a:lnTo>
                  <a:lnTo>
                    <a:pt x="7271" y="4064"/>
                  </a:lnTo>
                  <a:lnTo>
                    <a:pt x="7339" y="3950"/>
                  </a:lnTo>
                  <a:lnTo>
                    <a:pt x="7396" y="3824"/>
                  </a:lnTo>
                  <a:lnTo>
                    <a:pt x="7442" y="3699"/>
                  </a:lnTo>
                  <a:lnTo>
                    <a:pt x="7488" y="3573"/>
                  </a:lnTo>
                  <a:lnTo>
                    <a:pt x="7522" y="3448"/>
                  </a:lnTo>
                  <a:lnTo>
                    <a:pt x="7545" y="3322"/>
                  </a:lnTo>
                  <a:lnTo>
                    <a:pt x="7556" y="3185"/>
                  </a:lnTo>
                  <a:lnTo>
                    <a:pt x="7556" y="3060"/>
                  </a:lnTo>
                  <a:lnTo>
                    <a:pt x="7545" y="2934"/>
                  </a:lnTo>
                  <a:lnTo>
                    <a:pt x="7522" y="2808"/>
                  </a:lnTo>
                  <a:lnTo>
                    <a:pt x="7488" y="2694"/>
                  </a:lnTo>
                  <a:lnTo>
                    <a:pt x="7442" y="2569"/>
                  </a:lnTo>
                  <a:lnTo>
                    <a:pt x="7385" y="2466"/>
                  </a:lnTo>
                  <a:lnTo>
                    <a:pt x="7317" y="2363"/>
                  </a:lnTo>
                  <a:lnTo>
                    <a:pt x="7225" y="2272"/>
                  </a:lnTo>
                  <a:lnTo>
                    <a:pt x="7100" y="2169"/>
                  </a:lnTo>
                  <a:lnTo>
                    <a:pt x="6963" y="2078"/>
                  </a:lnTo>
                  <a:lnTo>
                    <a:pt x="6826" y="2010"/>
                  </a:lnTo>
                  <a:lnTo>
                    <a:pt x="6677" y="1930"/>
                  </a:lnTo>
                  <a:lnTo>
                    <a:pt x="6540" y="1861"/>
                  </a:lnTo>
                  <a:lnTo>
                    <a:pt x="6392" y="1781"/>
                  </a:lnTo>
                  <a:lnTo>
                    <a:pt x="6267" y="1679"/>
                  </a:lnTo>
                  <a:lnTo>
                    <a:pt x="6209" y="1633"/>
                  </a:lnTo>
                  <a:lnTo>
                    <a:pt x="6152" y="1564"/>
                  </a:lnTo>
                  <a:lnTo>
                    <a:pt x="6084" y="1473"/>
                  </a:lnTo>
                  <a:lnTo>
                    <a:pt x="6027" y="1359"/>
                  </a:lnTo>
                  <a:lnTo>
                    <a:pt x="5970" y="1245"/>
                  </a:lnTo>
                  <a:lnTo>
                    <a:pt x="5924" y="1131"/>
                  </a:lnTo>
                  <a:lnTo>
                    <a:pt x="5833" y="891"/>
                  </a:lnTo>
                  <a:lnTo>
                    <a:pt x="5787" y="777"/>
                  </a:lnTo>
                  <a:lnTo>
                    <a:pt x="5730" y="663"/>
                  </a:lnTo>
                  <a:lnTo>
                    <a:pt x="5662" y="560"/>
                  </a:lnTo>
                  <a:lnTo>
                    <a:pt x="5593" y="469"/>
                  </a:lnTo>
                  <a:lnTo>
                    <a:pt x="5513" y="377"/>
                  </a:lnTo>
                  <a:lnTo>
                    <a:pt x="5422" y="309"/>
                  </a:lnTo>
                  <a:lnTo>
                    <a:pt x="5319" y="241"/>
                  </a:lnTo>
                  <a:lnTo>
                    <a:pt x="5217" y="183"/>
                  </a:lnTo>
                  <a:lnTo>
                    <a:pt x="5102" y="126"/>
                  </a:lnTo>
                  <a:lnTo>
                    <a:pt x="4988" y="92"/>
                  </a:lnTo>
                  <a:lnTo>
                    <a:pt x="4874" y="58"/>
                  </a:lnTo>
                  <a:lnTo>
                    <a:pt x="4760" y="46"/>
                  </a:lnTo>
                  <a:lnTo>
                    <a:pt x="4634" y="35"/>
                  </a:lnTo>
                  <a:lnTo>
                    <a:pt x="4520" y="35"/>
                  </a:lnTo>
                  <a:lnTo>
                    <a:pt x="4395" y="46"/>
                  </a:lnTo>
                  <a:lnTo>
                    <a:pt x="4281" y="81"/>
                  </a:lnTo>
                  <a:lnTo>
                    <a:pt x="4167" y="115"/>
                  </a:lnTo>
                  <a:lnTo>
                    <a:pt x="4064" y="161"/>
                  </a:lnTo>
                  <a:lnTo>
                    <a:pt x="3938" y="229"/>
                  </a:lnTo>
                  <a:lnTo>
                    <a:pt x="3824" y="309"/>
                  </a:lnTo>
                  <a:lnTo>
                    <a:pt x="3584" y="480"/>
                  </a:lnTo>
                  <a:lnTo>
                    <a:pt x="3470" y="560"/>
                  </a:lnTo>
                  <a:lnTo>
                    <a:pt x="3345" y="617"/>
                  </a:lnTo>
                  <a:lnTo>
                    <a:pt x="3219" y="663"/>
                  </a:lnTo>
                  <a:lnTo>
                    <a:pt x="3082" y="697"/>
                  </a:lnTo>
                  <a:lnTo>
                    <a:pt x="2968" y="697"/>
                  </a:lnTo>
                  <a:lnTo>
                    <a:pt x="2865" y="674"/>
                  </a:lnTo>
                  <a:lnTo>
                    <a:pt x="2751" y="651"/>
                  </a:lnTo>
                  <a:lnTo>
                    <a:pt x="2649" y="606"/>
                  </a:lnTo>
                  <a:lnTo>
                    <a:pt x="2546" y="549"/>
                  </a:lnTo>
                  <a:lnTo>
                    <a:pt x="2455" y="492"/>
                  </a:lnTo>
                  <a:lnTo>
                    <a:pt x="2249" y="366"/>
                  </a:lnTo>
                  <a:lnTo>
                    <a:pt x="2055" y="229"/>
                  </a:lnTo>
                  <a:lnTo>
                    <a:pt x="1952" y="161"/>
                  </a:lnTo>
                  <a:lnTo>
                    <a:pt x="1850" y="115"/>
                  </a:lnTo>
                  <a:lnTo>
                    <a:pt x="1747" y="69"/>
                  </a:lnTo>
                  <a:lnTo>
                    <a:pt x="1644" y="35"/>
                  </a:lnTo>
                  <a:lnTo>
                    <a:pt x="1530" y="12"/>
                  </a:lnTo>
                  <a:lnTo>
                    <a:pt x="14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2009100" y="2685850"/>
              <a:ext cx="160375" cy="88475"/>
            </a:xfrm>
            <a:custGeom>
              <a:rect b="b" l="l" r="r" t="t"/>
              <a:pathLst>
                <a:path extrusionOk="0" h="3539" w="6415">
                  <a:moveTo>
                    <a:pt x="3207" y="0"/>
                  </a:moveTo>
                  <a:lnTo>
                    <a:pt x="2876" y="12"/>
                  </a:lnTo>
                  <a:lnTo>
                    <a:pt x="2557" y="35"/>
                  </a:lnTo>
                  <a:lnTo>
                    <a:pt x="2249" y="80"/>
                  </a:lnTo>
                  <a:lnTo>
                    <a:pt x="1963" y="137"/>
                  </a:lnTo>
                  <a:lnTo>
                    <a:pt x="1678" y="206"/>
                  </a:lnTo>
                  <a:lnTo>
                    <a:pt x="1415" y="297"/>
                  </a:lnTo>
                  <a:lnTo>
                    <a:pt x="1164" y="400"/>
                  </a:lnTo>
                  <a:lnTo>
                    <a:pt x="936" y="514"/>
                  </a:lnTo>
                  <a:lnTo>
                    <a:pt x="731" y="639"/>
                  </a:lnTo>
                  <a:lnTo>
                    <a:pt x="548" y="776"/>
                  </a:lnTo>
                  <a:lnTo>
                    <a:pt x="388" y="925"/>
                  </a:lnTo>
                  <a:lnTo>
                    <a:pt x="251" y="1085"/>
                  </a:lnTo>
                  <a:lnTo>
                    <a:pt x="194" y="1164"/>
                  </a:lnTo>
                  <a:lnTo>
                    <a:pt x="149" y="1244"/>
                  </a:lnTo>
                  <a:lnTo>
                    <a:pt x="103" y="1324"/>
                  </a:lnTo>
                  <a:lnTo>
                    <a:pt x="69" y="1416"/>
                  </a:lnTo>
                  <a:lnTo>
                    <a:pt x="34" y="1495"/>
                  </a:lnTo>
                  <a:lnTo>
                    <a:pt x="12" y="1587"/>
                  </a:lnTo>
                  <a:lnTo>
                    <a:pt x="0" y="1678"/>
                  </a:lnTo>
                  <a:lnTo>
                    <a:pt x="0" y="1769"/>
                  </a:lnTo>
                  <a:lnTo>
                    <a:pt x="0" y="1861"/>
                  </a:lnTo>
                  <a:lnTo>
                    <a:pt x="12" y="1952"/>
                  </a:lnTo>
                  <a:lnTo>
                    <a:pt x="34" y="2043"/>
                  </a:lnTo>
                  <a:lnTo>
                    <a:pt x="69" y="2123"/>
                  </a:lnTo>
                  <a:lnTo>
                    <a:pt x="103" y="2214"/>
                  </a:lnTo>
                  <a:lnTo>
                    <a:pt x="149" y="2294"/>
                  </a:lnTo>
                  <a:lnTo>
                    <a:pt x="194" y="2374"/>
                  </a:lnTo>
                  <a:lnTo>
                    <a:pt x="251" y="2454"/>
                  </a:lnTo>
                  <a:lnTo>
                    <a:pt x="388" y="2614"/>
                  </a:lnTo>
                  <a:lnTo>
                    <a:pt x="548" y="2762"/>
                  </a:lnTo>
                  <a:lnTo>
                    <a:pt x="731" y="2899"/>
                  </a:lnTo>
                  <a:lnTo>
                    <a:pt x="936" y="3025"/>
                  </a:lnTo>
                  <a:lnTo>
                    <a:pt x="1164" y="3139"/>
                  </a:lnTo>
                  <a:lnTo>
                    <a:pt x="1415" y="3242"/>
                  </a:lnTo>
                  <a:lnTo>
                    <a:pt x="1678" y="3322"/>
                  </a:lnTo>
                  <a:lnTo>
                    <a:pt x="1963" y="3401"/>
                  </a:lnTo>
                  <a:lnTo>
                    <a:pt x="2249" y="3459"/>
                  </a:lnTo>
                  <a:lnTo>
                    <a:pt x="2557" y="3504"/>
                  </a:lnTo>
                  <a:lnTo>
                    <a:pt x="2876" y="3527"/>
                  </a:lnTo>
                  <a:lnTo>
                    <a:pt x="3207" y="3538"/>
                  </a:lnTo>
                  <a:lnTo>
                    <a:pt x="3538" y="3527"/>
                  </a:lnTo>
                  <a:lnTo>
                    <a:pt x="3858" y="3504"/>
                  </a:lnTo>
                  <a:lnTo>
                    <a:pt x="4166" y="3459"/>
                  </a:lnTo>
                  <a:lnTo>
                    <a:pt x="4451" y="3401"/>
                  </a:lnTo>
                  <a:lnTo>
                    <a:pt x="4737" y="3322"/>
                  </a:lnTo>
                  <a:lnTo>
                    <a:pt x="4999" y="3242"/>
                  </a:lnTo>
                  <a:lnTo>
                    <a:pt x="5250" y="3139"/>
                  </a:lnTo>
                  <a:lnTo>
                    <a:pt x="5479" y="3025"/>
                  </a:lnTo>
                  <a:lnTo>
                    <a:pt x="5684" y="2899"/>
                  </a:lnTo>
                  <a:lnTo>
                    <a:pt x="5867" y="2762"/>
                  </a:lnTo>
                  <a:lnTo>
                    <a:pt x="6026" y="2614"/>
                  </a:lnTo>
                  <a:lnTo>
                    <a:pt x="6163" y="2454"/>
                  </a:lnTo>
                  <a:lnTo>
                    <a:pt x="6220" y="2374"/>
                  </a:lnTo>
                  <a:lnTo>
                    <a:pt x="6277" y="2294"/>
                  </a:lnTo>
                  <a:lnTo>
                    <a:pt x="6312" y="2214"/>
                  </a:lnTo>
                  <a:lnTo>
                    <a:pt x="6346" y="2123"/>
                  </a:lnTo>
                  <a:lnTo>
                    <a:pt x="6380" y="2043"/>
                  </a:lnTo>
                  <a:lnTo>
                    <a:pt x="6403" y="1952"/>
                  </a:lnTo>
                  <a:lnTo>
                    <a:pt x="6414" y="1861"/>
                  </a:lnTo>
                  <a:lnTo>
                    <a:pt x="6414" y="1769"/>
                  </a:lnTo>
                  <a:lnTo>
                    <a:pt x="6414" y="1678"/>
                  </a:lnTo>
                  <a:lnTo>
                    <a:pt x="6403" y="1587"/>
                  </a:lnTo>
                  <a:lnTo>
                    <a:pt x="6380" y="1495"/>
                  </a:lnTo>
                  <a:lnTo>
                    <a:pt x="6346" y="1416"/>
                  </a:lnTo>
                  <a:lnTo>
                    <a:pt x="6312" y="1324"/>
                  </a:lnTo>
                  <a:lnTo>
                    <a:pt x="6277" y="1244"/>
                  </a:lnTo>
                  <a:lnTo>
                    <a:pt x="6220" y="1164"/>
                  </a:lnTo>
                  <a:lnTo>
                    <a:pt x="6163" y="1085"/>
                  </a:lnTo>
                  <a:lnTo>
                    <a:pt x="6026" y="925"/>
                  </a:lnTo>
                  <a:lnTo>
                    <a:pt x="5867" y="776"/>
                  </a:lnTo>
                  <a:lnTo>
                    <a:pt x="5684" y="639"/>
                  </a:lnTo>
                  <a:lnTo>
                    <a:pt x="5479" y="514"/>
                  </a:lnTo>
                  <a:lnTo>
                    <a:pt x="5250" y="400"/>
                  </a:lnTo>
                  <a:lnTo>
                    <a:pt x="4999" y="297"/>
                  </a:lnTo>
                  <a:lnTo>
                    <a:pt x="4737" y="206"/>
                  </a:lnTo>
                  <a:lnTo>
                    <a:pt x="4451" y="137"/>
                  </a:lnTo>
                  <a:lnTo>
                    <a:pt x="4166" y="80"/>
                  </a:lnTo>
                  <a:lnTo>
                    <a:pt x="3858" y="35"/>
                  </a:lnTo>
                  <a:lnTo>
                    <a:pt x="3538" y="12"/>
                  </a:lnTo>
                  <a:lnTo>
                    <a:pt x="32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2043900" y="2704975"/>
              <a:ext cx="90775" cy="50225"/>
            </a:xfrm>
            <a:custGeom>
              <a:rect b="b" l="l" r="r" t="t"/>
              <a:pathLst>
                <a:path extrusionOk="0" h="2009" w="3631">
                  <a:moveTo>
                    <a:pt x="1815" y="0"/>
                  </a:moveTo>
                  <a:lnTo>
                    <a:pt x="1633" y="11"/>
                  </a:lnTo>
                  <a:lnTo>
                    <a:pt x="1450" y="23"/>
                  </a:lnTo>
                  <a:lnTo>
                    <a:pt x="1279" y="46"/>
                  </a:lnTo>
                  <a:lnTo>
                    <a:pt x="1108" y="80"/>
                  </a:lnTo>
                  <a:lnTo>
                    <a:pt x="948" y="126"/>
                  </a:lnTo>
                  <a:lnTo>
                    <a:pt x="800" y="171"/>
                  </a:lnTo>
                  <a:lnTo>
                    <a:pt x="663" y="228"/>
                  </a:lnTo>
                  <a:lnTo>
                    <a:pt x="537" y="297"/>
                  </a:lnTo>
                  <a:lnTo>
                    <a:pt x="423" y="365"/>
                  </a:lnTo>
                  <a:lnTo>
                    <a:pt x="309" y="445"/>
                  </a:lnTo>
                  <a:lnTo>
                    <a:pt x="229" y="525"/>
                  </a:lnTo>
                  <a:lnTo>
                    <a:pt x="149" y="616"/>
                  </a:lnTo>
                  <a:lnTo>
                    <a:pt x="92" y="708"/>
                  </a:lnTo>
                  <a:lnTo>
                    <a:pt x="46" y="799"/>
                  </a:lnTo>
                  <a:lnTo>
                    <a:pt x="12" y="902"/>
                  </a:lnTo>
                  <a:lnTo>
                    <a:pt x="1" y="1004"/>
                  </a:lnTo>
                  <a:lnTo>
                    <a:pt x="12" y="1107"/>
                  </a:lnTo>
                  <a:lnTo>
                    <a:pt x="46" y="1210"/>
                  </a:lnTo>
                  <a:lnTo>
                    <a:pt x="92" y="1301"/>
                  </a:lnTo>
                  <a:lnTo>
                    <a:pt x="149" y="1392"/>
                  </a:lnTo>
                  <a:lnTo>
                    <a:pt x="229" y="1484"/>
                  </a:lnTo>
                  <a:lnTo>
                    <a:pt x="309" y="1564"/>
                  </a:lnTo>
                  <a:lnTo>
                    <a:pt x="423" y="1644"/>
                  </a:lnTo>
                  <a:lnTo>
                    <a:pt x="537" y="1712"/>
                  </a:lnTo>
                  <a:lnTo>
                    <a:pt x="663" y="1780"/>
                  </a:lnTo>
                  <a:lnTo>
                    <a:pt x="800" y="1838"/>
                  </a:lnTo>
                  <a:lnTo>
                    <a:pt x="948" y="1883"/>
                  </a:lnTo>
                  <a:lnTo>
                    <a:pt x="1108" y="1929"/>
                  </a:lnTo>
                  <a:lnTo>
                    <a:pt x="1279" y="1963"/>
                  </a:lnTo>
                  <a:lnTo>
                    <a:pt x="1450" y="1986"/>
                  </a:lnTo>
                  <a:lnTo>
                    <a:pt x="1633" y="1997"/>
                  </a:lnTo>
                  <a:lnTo>
                    <a:pt x="1815" y="2009"/>
                  </a:lnTo>
                  <a:lnTo>
                    <a:pt x="1998" y="1997"/>
                  </a:lnTo>
                  <a:lnTo>
                    <a:pt x="2181" y="1986"/>
                  </a:lnTo>
                  <a:lnTo>
                    <a:pt x="2352" y="1963"/>
                  </a:lnTo>
                  <a:lnTo>
                    <a:pt x="2523" y="1929"/>
                  </a:lnTo>
                  <a:lnTo>
                    <a:pt x="2683" y="1883"/>
                  </a:lnTo>
                  <a:lnTo>
                    <a:pt x="2831" y="1838"/>
                  </a:lnTo>
                  <a:lnTo>
                    <a:pt x="2968" y="1780"/>
                  </a:lnTo>
                  <a:lnTo>
                    <a:pt x="3094" y="1712"/>
                  </a:lnTo>
                  <a:lnTo>
                    <a:pt x="3219" y="1644"/>
                  </a:lnTo>
                  <a:lnTo>
                    <a:pt x="3322" y="1564"/>
                  </a:lnTo>
                  <a:lnTo>
                    <a:pt x="3413" y="1484"/>
                  </a:lnTo>
                  <a:lnTo>
                    <a:pt x="3482" y="1392"/>
                  </a:lnTo>
                  <a:lnTo>
                    <a:pt x="3550" y="1301"/>
                  </a:lnTo>
                  <a:lnTo>
                    <a:pt x="3596" y="1210"/>
                  </a:lnTo>
                  <a:lnTo>
                    <a:pt x="3619" y="1107"/>
                  </a:lnTo>
                  <a:lnTo>
                    <a:pt x="3630" y="1004"/>
                  </a:lnTo>
                  <a:lnTo>
                    <a:pt x="3619" y="902"/>
                  </a:lnTo>
                  <a:lnTo>
                    <a:pt x="3596" y="799"/>
                  </a:lnTo>
                  <a:lnTo>
                    <a:pt x="3550" y="708"/>
                  </a:lnTo>
                  <a:lnTo>
                    <a:pt x="3482" y="616"/>
                  </a:lnTo>
                  <a:lnTo>
                    <a:pt x="3413" y="525"/>
                  </a:lnTo>
                  <a:lnTo>
                    <a:pt x="3322" y="445"/>
                  </a:lnTo>
                  <a:lnTo>
                    <a:pt x="3219" y="365"/>
                  </a:lnTo>
                  <a:lnTo>
                    <a:pt x="3094" y="297"/>
                  </a:lnTo>
                  <a:lnTo>
                    <a:pt x="2968" y="228"/>
                  </a:lnTo>
                  <a:lnTo>
                    <a:pt x="2831" y="171"/>
                  </a:lnTo>
                  <a:lnTo>
                    <a:pt x="2683" y="126"/>
                  </a:lnTo>
                  <a:lnTo>
                    <a:pt x="2523" y="80"/>
                  </a:lnTo>
                  <a:lnTo>
                    <a:pt x="2352" y="46"/>
                  </a:lnTo>
                  <a:lnTo>
                    <a:pt x="2181" y="23"/>
                  </a:lnTo>
                  <a:lnTo>
                    <a:pt x="1998" y="11"/>
                  </a:lnTo>
                  <a:lnTo>
                    <a:pt x="18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1345425" y="3063625"/>
              <a:ext cx="2438425" cy="67925"/>
            </a:xfrm>
            <a:custGeom>
              <a:rect b="b" l="l" r="r" t="t"/>
              <a:pathLst>
                <a:path extrusionOk="0" h="2717" w="97537">
                  <a:moveTo>
                    <a:pt x="0" y="0"/>
                  </a:moveTo>
                  <a:lnTo>
                    <a:pt x="0" y="2717"/>
                  </a:lnTo>
                  <a:lnTo>
                    <a:pt x="97537" y="2717"/>
                  </a:lnTo>
                  <a:lnTo>
                    <a:pt x="97537" y="0"/>
                  </a:lnTo>
                  <a:close/>
                </a:path>
              </a:pathLst>
            </a:custGeom>
            <a:solidFill>
              <a:srgbClr val="725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494575" y="4071400"/>
              <a:ext cx="89325" cy="170350"/>
            </a:xfrm>
            <a:custGeom>
              <a:rect b="b" l="l" r="r" t="t"/>
              <a:pathLst>
                <a:path extrusionOk="0" h="6814" w="3573">
                  <a:moveTo>
                    <a:pt x="1781" y="0"/>
                  </a:moveTo>
                  <a:lnTo>
                    <a:pt x="1690" y="12"/>
                  </a:lnTo>
                  <a:lnTo>
                    <a:pt x="1598" y="23"/>
                  </a:lnTo>
                  <a:lnTo>
                    <a:pt x="1507" y="46"/>
                  </a:lnTo>
                  <a:lnTo>
                    <a:pt x="1427" y="80"/>
                  </a:lnTo>
                  <a:lnTo>
                    <a:pt x="1336" y="114"/>
                  </a:lnTo>
                  <a:lnTo>
                    <a:pt x="1256" y="160"/>
                  </a:lnTo>
                  <a:lnTo>
                    <a:pt x="1165" y="217"/>
                  </a:lnTo>
                  <a:lnTo>
                    <a:pt x="1085" y="274"/>
                  </a:lnTo>
                  <a:lnTo>
                    <a:pt x="925" y="411"/>
                  </a:lnTo>
                  <a:lnTo>
                    <a:pt x="788" y="582"/>
                  </a:lnTo>
                  <a:lnTo>
                    <a:pt x="651" y="788"/>
                  </a:lnTo>
                  <a:lnTo>
                    <a:pt x="514" y="1005"/>
                  </a:lnTo>
                  <a:lnTo>
                    <a:pt x="400" y="1244"/>
                  </a:lnTo>
                  <a:lnTo>
                    <a:pt x="297" y="1507"/>
                  </a:lnTo>
                  <a:lnTo>
                    <a:pt x="206" y="1792"/>
                  </a:lnTo>
                  <a:lnTo>
                    <a:pt x="137" y="2089"/>
                  </a:lnTo>
                  <a:lnTo>
                    <a:pt x="80" y="2397"/>
                  </a:lnTo>
                  <a:lnTo>
                    <a:pt x="35" y="2728"/>
                  </a:lnTo>
                  <a:lnTo>
                    <a:pt x="0" y="3059"/>
                  </a:lnTo>
                  <a:lnTo>
                    <a:pt x="0" y="3413"/>
                  </a:lnTo>
                  <a:lnTo>
                    <a:pt x="0" y="3755"/>
                  </a:lnTo>
                  <a:lnTo>
                    <a:pt x="35" y="4098"/>
                  </a:lnTo>
                  <a:lnTo>
                    <a:pt x="80" y="4417"/>
                  </a:lnTo>
                  <a:lnTo>
                    <a:pt x="137" y="4737"/>
                  </a:lnTo>
                  <a:lnTo>
                    <a:pt x="206" y="5034"/>
                  </a:lnTo>
                  <a:lnTo>
                    <a:pt x="297" y="5319"/>
                  </a:lnTo>
                  <a:lnTo>
                    <a:pt x="400" y="5570"/>
                  </a:lnTo>
                  <a:lnTo>
                    <a:pt x="514" y="5821"/>
                  </a:lnTo>
                  <a:lnTo>
                    <a:pt x="651" y="6038"/>
                  </a:lnTo>
                  <a:lnTo>
                    <a:pt x="788" y="6232"/>
                  </a:lnTo>
                  <a:lnTo>
                    <a:pt x="925" y="6403"/>
                  </a:lnTo>
                  <a:lnTo>
                    <a:pt x="1085" y="6551"/>
                  </a:lnTo>
                  <a:lnTo>
                    <a:pt x="1165" y="6609"/>
                  </a:lnTo>
                  <a:lnTo>
                    <a:pt x="1256" y="6666"/>
                  </a:lnTo>
                  <a:lnTo>
                    <a:pt x="1336" y="6711"/>
                  </a:lnTo>
                  <a:lnTo>
                    <a:pt x="1427" y="6745"/>
                  </a:lnTo>
                  <a:lnTo>
                    <a:pt x="1507" y="6780"/>
                  </a:lnTo>
                  <a:lnTo>
                    <a:pt x="1598" y="6791"/>
                  </a:lnTo>
                  <a:lnTo>
                    <a:pt x="1690" y="6814"/>
                  </a:lnTo>
                  <a:lnTo>
                    <a:pt x="1872" y="6814"/>
                  </a:lnTo>
                  <a:lnTo>
                    <a:pt x="1964" y="6791"/>
                  </a:lnTo>
                  <a:lnTo>
                    <a:pt x="2055" y="6780"/>
                  </a:lnTo>
                  <a:lnTo>
                    <a:pt x="2146" y="6745"/>
                  </a:lnTo>
                  <a:lnTo>
                    <a:pt x="2226" y="6711"/>
                  </a:lnTo>
                  <a:lnTo>
                    <a:pt x="2317" y="6666"/>
                  </a:lnTo>
                  <a:lnTo>
                    <a:pt x="2397" y="6609"/>
                  </a:lnTo>
                  <a:lnTo>
                    <a:pt x="2477" y="6551"/>
                  </a:lnTo>
                  <a:lnTo>
                    <a:pt x="2637" y="6403"/>
                  </a:lnTo>
                  <a:lnTo>
                    <a:pt x="2785" y="6232"/>
                  </a:lnTo>
                  <a:lnTo>
                    <a:pt x="2922" y="6038"/>
                  </a:lnTo>
                  <a:lnTo>
                    <a:pt x="3048" y="5821"/>
                  </a:lnTo>
                  <a:lnTo>
                    <a:pt x="3162" y="5570"/>
                  </a:lnTo>
                  <a:lnTo>
                    <a:pt x="3265" y="5319"/>
                  </a:lnTo>
                  <a:lnTo>
                    <a:pt x="3356" y="5034"/>
                  </a:lnTo>
                  <a:lnTo>
                    <a:pt x="3424" y="4737"/>
                  </a:lnTo>
                  <a:lnTo>
                    <a:pt x="3493" y="4417"/>
                  </a:lnTo>
                  <a:lnTo>
                    <a:pt x="3539" y="4098"/>
                  </a:lnTo>
                  <a:lnTo>
                    <a:pt x="3561" y="3755"/>
                  </a:lnTo>
                  <a:lnTo>
                    <a:pt x="3573" y="3413"/>
                  </a:lnTo>
                  <a:lnTo>
                    <a:pt x="3561" y="3059"/>
                  </a:lnTo>
                  <a:lnTo>
                    <a:pt x="3539" y="2728"/>
                  </a:lnTo>
                  <a:lnTo>
                    <a:pt x="3493" y="2397"/>
                  </a:lnTo>
                  <a:lnTo>
                    <a:pt x="3424" y="2089"/>
                  </a:lnTo>
                  <a:lnTo>
                    <a:pt x="3356" y="1792"/>
                  </a:lnTo>
                  <a:lnTo>
                    <a:pt x="3265" y="1507"/>
                  </a:lnTo>
                  <a:lnTo>
                    <a:pt x="3162" y="1244"/>
                  </a:lnTo>
                  <a:lnTo>
                    <a:pt x="3048" y="1005"/>
                  </a:lnTo>
                  <a:lnTo>
                    <a:pt x="2922" y="788"/>
                  </a:lnTo>
                  <a:lnTo>
                    <a:pt x="2785" y="582"/>
                  </a:lnTo>
                  <a:lnTo>
                    <a:pt x="2637" y="411"/>
                  </a:lnTo>
                  <a:lnTo>
                    <a:pt x="2477" y="274"/>
                  </a:lnTo>
                  <a:lnTo>
                    <a:pt x="2397" y="217"/>
                  </a:lnTo>
                  <a:lnTo>
                    <a:pt x="2317" y="160"/>
                  </a:lnTo>
                  <a:lnTo>
                    <a:pt x="2226" y="114"/>
                  </a:lnTo>
                  <a:lnTo>
                    <a:pt x="2146" y="80"/>
                  </a:lnTo>
                  <a:lnTo>
                    <a:pt x="2055" y="46"/>
                  </a:lnTo>
                  <a:lnTo>
                    <a:pt x="1964" y="23"/>
                  </a:lnTo>
                  <a:lnTo>
                    <a:pt x="1872" y="12"/>
                  </a:lnTo>
                  <a:lnTo>
                    <a:pt x="17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804725" y="3303000"/>
              <a:ext cx="741600" cy="146125"/>
            </a:xfrm>
            <a:custGeom>
              <a:rect b="b" l="l" r="r" t="t"/>
              <a:pathLst>
                <a:path extrusionOk="0" h="5845" w="29664">
                  <a:moveTo>
                    <a:pt x="5844" y="1"/>
                  </a:moveTo>
                  <a:lnTo>
                    <a:pt x="5547" y="12"/>
                  </a:lnTo>
                  <a:lnTo>
                    <a:pt x="5251" y="35"/>
                  </a:lnTo>
                  <a:lnTo>
                    <a:pt x="4954" y="69"/>
                  </a:lnTo>
                  <a:lnTo>
                    <a:pt x="4668" y="115"/>
                  </a:lnTo>
                  <a:lnTo>
                    <a:pt x="4383" y="183"/>
                  </a:lnTo>
                  <a:lnTo>
                    <a:pt x="4109" y="263"/>
                  </a:lnTo>
                  <a:lnTo>
                    <a:pt x="3835" y="355"/>
                  </a:lnTo>
                  <a:lnTo>
                    <a:pt x="3573" y="457"/>
                  </a:lnTo>
                  <a:lnTo>
                    <a:pt x="3310" y="583"/>
                  </a:lnTo>
                  <a:lnTo>
                    <a:pt x="3059" y="708"/>
                  </a:lnTo>
                  <a:lnTo>
                    <a:pt x="2820" y="845"/>
                  </a:lnTo>
                  <a:lnTo>
                    <a:pt x="2580" y="1005"/>
                  </a:lnTo>
                  <a:lnTo>
                    <a:pt x="2352" y="1165"/>
                  </a:lnTo>
                  <a:lnTo>
                    <a:pt x="2123" y="1336"/>
                  </a:lnTo>
                  <a:lnTo>
                    <a:pt x="1918" y="1519"/>
                  </a:lnTo>
                  <a:lnTo>
                    <a:pt x="1712" y="1713"/>
                  </a:lnTo>
                  <a:lnTo>
                    <a:pt x="1518" y="1918"/>
                  </a:lnTo>
                  <a:lnTo>
                    <a:pt x="1336" y="2124"/>
                  </a:lnTo>
                  <a:lnTo>
                    <a:pt x="1165" y="2352"/>
                  </a:lnTo>
                  <a:lnTo>
                    <a:pt x="993" y="2580"/>
                  </a:lnTo>
                  <a:lnTo>
                    <a:pt x="845" y="2820"/>
                  </a:lnTo>
                  <a:lnTo>
                    <a:pt x="708" y="3060"/>
                  </a:lnTo>
                  <a:lnTo>
                    <a:pt x="571" y="3311"/>
                  </a:lnTo>
                  <a:lnTo>
                    <a:pt x="457" y="3573"/>
                  </a:lnTo>
                  <a:lnTo>
                    <a:pt x="354" y="3836"/>
                  </a:lnTo>
                  <a:lnTo>
                    <a:pt x="263" y="4110"/>
                  </a:lnTo>
                  <a:lnTo>
                    <a:pt x="183" y="4383"/>
                  </a:lnTo>
                  <a:lnTo>
                    <a:pt x="115" y="4669"/>
                  </a:lnTo>
                  <a:lnTo>
                    <a:pt x="69" y="4954"/>
                  </a:lnTo>
                  <a:lnTo>
                    <a:pt x="35" y="5251"/>
                  </a:lnTo>
                  <a:lnTo>
                    <a:pt x="12" y="5548"/>
                  </a:lnTo>
                  <a:lnTo>
                    <a:pt x="1" y="5844"/>
                  </a:lnTo>
                  <a:lnTo>
                    <a:pt x="29663" y="5844"/>
                  </a:lnTo>
                  <a:lnTo>
                    <a:pt x="29663" y="1"/>
                  </a:lnTo>
                  <a:close/>
                </a:path>
              </a:pathLst>
            </a:custGeom>
            <a:solidFill>
              <a:srgbClr val="725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527375" y="3445950"/>
              <a:ext cx="3124375" cy="1068300"/>
            </a:xfrm>
            <a:custGeom>
              <a:rect b="b" l="l" r="r" t="t"/>
              <a:pathLst>
                <a:path extrusionOk="0" h="42732" w="124975">
                  <a:moveTo>
                    <a:pt x="11277" y="1"/>
                  </a:moveTo>
                  <a:lnTo>
                    <a:pt x="10958" y="12"/>
                  </a:lnTo>
                  <a:lnTo>
                    <a:pt x="10649" y="58"/>
                  </a:lnTo>
                  <a:lnTo>
                    <a:pt x="10353" y="126"/>
                  </a:lnTo>
                  <a:lnTo>
                    <a:pt x="10056" y="206"/>
                  </a:lnTo>
                  <a:lnTo>
                    <a:pt x="9771" y="320"/>
                  </a:lnTo>
                  <a:lnTo>
                    <a:pt x="9508" y="457"/>
                  </a:lnTo>
                  <a:lnTo>
                    <a:pt x="9246" y="617"/>
                  </a:lnTo>
                  <a:lnTo>
                    <a:pt x="9006" y="788"/>
                  </a:lnTo>
                  <a:lnTo>
                    <a:pt x="8778" y="982"/>
                  </a:lnTo>
                  <a:lnTo>
                    <a:pt x="8561" y="1199"/>
                  </a:lnTo>
                  <a:lnTo>
                    <a:pt x="8367" y="1427"/>
                  </a:lnTo>
                  <a:lnTo>
                    <a:pt x="8196" y="1679"/>
                  </a:lnTo>
                  <a:lnTo>
                    <a:pt x="8036" y="1941"/>
                  </a:lnTo>
                  <a:lnTo>
                    <a:pt x="7910" y="2215"/>
                  </a:lnTo>
                  <a:lnTo>
                    <a:pt x="7796" y="2512"/>
                  </a:lnTo>
                  <a:lnTo>
                    <a:pt x="7705" y="2808"/>
                  </a:lnTo>
                  <a:lnTo>
                    <a:pt x="4281" y="17029"/>
                  </a:lnTo>
                  <a:lnTo>
                    <a:pt x="4030" y="17223"/>
                  </a:lnTo>
                  <a:lnTo>
                    <a:pt x="3779" y="17429"/>
                  </a:lnTo>
                  <a:lnTo>
                    <a:pt x="3539" y="17645"/>
                  </a:lnTo>
                  <a:lnTo>
                    <a:pt x="3299" y="17862"/>
                  </a:lnTo>
                  <a:lnTo>
                    <a:pt x="3071" y="18091"/>
                  </a:lnTo>
                  <a:lnTo>
                    <a:pt x="2854" y="18319"/>
                  </a:lnTo>
                  <a:lnTo>
                    <a:pt x="2637" y="18559"/>
                  </a:lnTo>
                  <a:lnTo>
                    <a:pt x="2432" y="18798"/>
                  </a:lnTo>
                  <a:lnTo>
                    <a:pt x="2238" y="19049"/>
                  </a:lnTo>
                  <a:lnTo>
                    <a:pt x="2044" y="19300"/>
                  </a:lnTo>
                  <a:lnTo>
                    <a:pt x="1861" y="19563"/>
                  </a:lnTo>
                  <a:lnTo>
                    <a:pt x="1690" y="19825"/>
                  </a:lnTo>
                  <a:lnTo>
                    <a:pt x="1519" y="20088"/>
                  </a:lnTo>
                  <a:lnTo>
                    <a:pt x="1371" y="20362"/>
                  </a:lnTo>
                  <a:lnTo>
                    <a:pt x="1211" y="20647"/>
                  </a:lnTo>
                  <a:lnTo>
                    <a:pt x="1074" y="20921"/>
                  </a:lnTo>
                  <a:lnTo>
                    <a:pt x="937" y="21206"/>
                  </a:lnTo>
                  <a:lnTo>
                    <a:pt x="811" y="21503"/>
                  </a:lnTo>
                  <a:lnTo>
                    <a:pt x="697" y="21788"/>
                  </a:lnTo>
                  <a:lnTo>
                    <a:pt x="594" y="22085"/>
                  </a:lnTo>
                  <a:lnTo>
                    <a:pt x="492" y="22393"/>
                  </a:lnTo>
                  <a:lnTo>
                    <a:pt x="400" y="22690"/>
                  </a:lnTo>
                  <a:lnTo>
                    <a:pt x="321" y="22998"/>
                  </a:lnTo>
                  <a:lnTo>
                    <a:pt x="252" y="23306"/>
                  </a:lnTo>
                  <a:lnTo>
                    <a:pt x="184" y="23626"/>
                  </a:lnTo>
                  <a:lnTo>
                    <a:pt x="127" y="23934"/>
                  </a:lnTo>
                  <a:lnTo>
                    <a:pt x="81" y="24254"/>
                  </a:lnTo>
                  <a:lnTo>
                    <a:pt x="47" y="24573"/>
                  </a:lnTo>
                  <a:lnTo>
                    <a:pt x="24" y="24893"/>
                  </a:lnTo>
                  <a:lnTo>
                    <a:pt x="1" y="25212"/>
                  </a:lnTo>
                  <a:lnTo>
                    <a:pt x="1" y="25532"/>
                  </a:lnTo>
                  <a:lnTo>
                    <a:pt x="1" y="25863"/>
                  </a:lnTo>
                  <a:lnTo>
                    <a:pt x="389" y="42731"/>
                  </a:lnTo>
                  <a:lnTo>
                    <a:pt x="7773" y="42731"/>
                  </a:lnTo>
                  <a:lnTo>
                    <a:pt x="7739" y="42412"/>
                  </a:lnTo>
                  <a:lnTo>
                    <a:pt x="7716" y="42104"/>
                  </a:lnTo>
                  <a:lnTo>
                    <a:pt x="7705" y="41796"/>
                  </a:lnTo>
                  <a:lnTo>
                    <a:pt x="7693" y="41476"/>
                  </a:lnTo>
                  <a:lnTo>
                    <a:pt x="7705" y="41191"/>
                  </a:lnTo>
                  <a:lnTo>
                    <a:pt x="7716" y="40905"/>
                  </a:lnTo>
                  <a:lnTo>
                    <a:pt x="7728" y="40631"/>
                  </a:lnTo>
                  <a:lnTo>
                    <a:pt x="7750" y="40346"/>
                  </a:lnTo>
                  <a:lnTo>
                    <a:pt x="7785" y="40072"/>
                  </a:lnTo>
                  <a:lnTo>
                    <a:pt x="7819" y="39798"/>
                  </a:lnTo>
                  <a:lnTo>
                    <a:pt x="7865" y="39536"/>
                  </a:lnTo>
                  <a:lnTo>
                    <a:pt x="7922" y="39262"/>
                  </a:lnTo>
                  <a:lnTo>
                    <a:pt x="8047" y="38725"/>
                  </a:lnTo>
                  <a:lnTo>
                    <a:pt x="8196" y="38212"/>
                  </a:lnTo>
                  <a:lnTo>
                    <a:pt x="8367" y="37698"/>
                  </a:lnTo>
                  <a:lnTo>
                    <a:pt x="8561" y="37196"/>
                  </a:lnTo>
                  <a:lnTo>
                    <a:pt x="8778" y="36717"/>
                  </a:lnTo>
                  <a:lnTo>
                    <a:pt x="9017" y="36237"/>
                  </a:lnTo>
                  <a:lnTo>
                    <a:pt x="9291" y="35781"/>
                  </a:lnTo>
                  <a:lnTo>
                    <a:pt x="9577" y="35336"/>
                  </a:lnTo>
                  <a:lnTo>
                    <a:pt x="9873" y="34902"/>
                  </a:lnTo>
                  <a:lnTo>
                    <a:pt x="10204" y="34491"/>
                  </a:lnTo>
                  <a:lnTo>
                    <a:pt x="10547" y="34092"/>
                  </a:lnTo>
                  <a:lnTo>
                    <a:pt x="10912" y="33704"/>
                  </a:lnTo>
                  <a:lnTo>
                    <a:pt x="11300" y="33350"/>
                  </a:lnTo>
                  <a:lnTo>
                    <a:pt x="11688" y="32996"/>
                  </a:lnTo>
                  <a:lnTo>
                    <a:pt x="12110" y="32677"/>
                  </a:lnTo>
                  <a:lnTo>
                    <a:pt x="12544" y="32368"/>
                  </a:lnTo>
                  <a:lnTo>
                    <a:pt x="12989" y="32083"/>
                  </a:lnTo>
                  <a:lnTo>
                    <a:pt x="13446" y="31821"/>
                  </a:lnTo>
                  <a:lnTo>
                    <a:pt x="13914" y="31581"/>
                  </a:lnTo>
                  <a:lnTo>
                    <a:pt x="14404" y="31353"/>
                  </a:lnTo>
                  <a:lnTo>
                    <a:pt x="14906" y="31159"/>
                  </a:lnTo>
                  <a:lnTo>
                    <a:pt x="15409" y="30987"/>
                  </a:lnTo>
                  <a:lnTo>
                    <a:pt x="15934" y="30839"/>
                  </a:lnTo>
                  <a:lnTo>
                    <a:pt x="16470" y="30713"/>
                  </a:lnTo>
                  <a:lnTo>
                    <a:pt x="16733" y="30668"/>
                  </a:lnTo>
                  <a:lnTo>
                    <a:pt x="17007" y="30622"/>
                  </a:lnTo>
                  <a:lnTo>
                    <a:pt x="17280" y="30577"/>
                  </a:lnTo>
                  <a:lnTo>
                    <a:pt x="17554" y="30554"/>
                  </a:lnTo>
                  <a:lnTo>
                    <a:pt x="17828" y="30519"/>
                  </a:lnTo>
                  <a:lnTo>
                    <a:pt x="18114" y="30508"/>
                  </a:lnTo>
                  <a:lnTo>
                    <a:pt x="18399" y="30497"/>
                  </a:lnTo>
                  <a:lnTo>
                    <a:pt x="18958" y="30497"/>
                  </a:lnTo>
                  <a:lnTo>
                    <a:pt x="19243" y="30508"/>
                  </a:lnTo>
                  <a:lnTo>
                    <a:pt x="19529" y="30519"/>
                  </a:lnTo>
                  <a:lnTo>
                    <a:pt x="19803" y="30554"/>
                  </a:lnTo>
                  <a:lnTo>
                    <a:pt x="20077" y="30577"/>
                  </a:lnTo>
                  <a:lnTo>
                    <a:pt x="20351" y="30622"/>
                  </a:lnTo>
                  <a:lnTo>
                    <a:pt x="20624" y="30668"/>
                  </a:lnTo>
                  <a:lnTo>
                    <a:pt x="20887" y="30713"/>
                  </a:lnTo>
                  <a:lnTo>
                    <a:pt x="21423" y="30839"/>
                  </a:lnTo>
                  <a:lnTo>
                    <a:pt x="21948" y="30987"/>
                  </a:lnTo>
                  <a:lnTo>
                    <a:pt x="22451" y="31159"/>
                  </a:lnTo>
                  <a:lnTo>
                    <a:pt x="22953" y="31353"/>
                  </a:lnTo>
                  <a:lnTo>
                    <a:pt x="23444" y="31581"/>
                  </a:lnTo>
                  <a:lnTo>
                    <a:pt x="23911" y="31821"/>
                  </a:lnTo>
                  <a:lnTo>
                    <a:pt x="24368" y="32083"/>
                  </a:lnTo>
                  <a:lnTo>
                    <a:pt x="24813" y="32368"/>
                  </a:lnTo>
                  <a:lnTo>
                    <a:pt x="25247" y="32677"/>
                  </a:lnTo>
                  <a:lnTo>
                    <a:pt x="25669" y="32996"/>
                  </a:lnTo>
                  <a:lnTo>
                    <a:pt x="26057" y="33350"/>
                  </a:lnTo>
                  <a:lnTo>
                    <a:pt x="26445" y="33704"/>
                  </a:lnTo>
                  <a:lnTo>
                    <a:pt x="26810" y="34092"/>
                  </a:lnTo>
                  <a:lnTo>
                    <a:pt x="27153" y="34491"/>
                  </a:lnTo>
                  <a:lnTo>
                    <a:pt x="27484" y="34902"/>
                  </a:lnTo>
                  <a:lnTo>
                    <a:pt x="27780" y="35336"/>
                  </a:lnTo>
                  <a:lnTo>
                    <a:pt x="28066" y="35781"/>
                  </a:lnTo>
                  <a:lnTo>
                    <a:pt x="28340" y="36237"/>
                  </a:lnTo>
                  <a:lnTo>
                    <a:pt x="28579" y="36717"/>
                  </a:lnTo>
                  <a:lnTo>
                    <a:pt x="28796" y="37196"/>
                  </a:lnTo>
                  <a:lnTo>
                    <a:pt x="28990" y="37698"/>
                  </a:lnTo>
                  <a:lnTo>
                    <a:pt x="29161" y="38212"/>
                  </a:lnTo>
                  <a:lnTo>
                    <a:pt x="29310" y="38725"/>
                  </a:lnTo>
                  <a:lnTo>
                    <a:pt x="29435" y="39262"/>
                  </a:lnTo>
                  <a:lnTo>
                    <a:pt x="29492" y="39536"/>
                  </a:lnTo>
                  <a:lnTo>
                    <a:pt x="29538" y="39798"/>
                  </a:lnTo>
                  <a:lnTo>
                    <a:pt x="29572" y="40072"/>
                  </a:lnTo>
                  <a:lnTo>
                    <a:pt x="29607" y="40346"/>
                  </a:lnTo>
                  <a:lnTo>
                    <a:pt x="29629" y="40631"/>
                  </a:lnTo>
                  <a:lnTo>
                    <a:pt x="29641" y="40905"/>
                  </a:lnTo>
                  <a:lnTo>
                    <a:pt x="29652" y="41191"/>
                  </a:lnTo>
                  <a:lnTo>
                    <a:pt x="29664" y="41476"/>
                  </a:lnTo>
                  <a:lnTo>
                    <a:pt x="29652" y="41796"/>
                  </a:lnTo>
                  <a:lnTo>
                    <a:pt x="29641" y="42104"/>
                  </a:lnTo>
                  <a:lnTo>
                    <a:pt x="29618" y="42412"/>
                  </a:lnTo>
                  <a:lnTo>
                    <a:pt x="29584" y="42731"/>
                  </a:lnTo>
                  <a:lnTo>
                    <a:pt x="85131" y="42731"/>
                  </a:lnTo>
                  <a:lnTo>
                    <a:pt x="85109" y="42412"/>
                  </a:lnTo>
                  <a:lnTo>
                    <a:pt x="85074" y="42104"/>
                  </a:lnTo>
                  <a:lnTo>
                    <a:pt x="85063" y="41796"/>
                  </a:lnTo>
                  <a:lnTo>
                    <a:pt x="85063" y="41476"/>
                  </a:lnTo>
                  <a:lnTo>
                    <a:pt x="85063" y="41191"/>
                  </a:lnTo>
                  <a:lnTo>
                    <a:pt x="85074" y="40905"/>
                  </a:lnTo>
                  <a:lnTo>
                    <a:pt x="85086" y="40631"/>
                  </a:lnTo>
                  <a:lnTo>
                    <a:pt x="85120" y="40346"/>
                  </a:lnTo>
                  <a:lnTo>
                    <a:pt x="85143" y="40072"/>
                  </a:lnTo>
                  <a:lnTo>
                    <a:pt x="85188" y="39798"/>
                  </a:lnTo>
                  <a:lnTo>
                    <a:pt x="85234" y="39536"/>
                  </a:lnTo>
                  <a:lnTo>
                    <a:pt x="85280" y="39262"/>
                  </a:lnTo>
                  <a:lnTo>
                    <a:pt x="85405" y="38725"/>
                  </a:lnTo>
                  <a:lnTo>
                    <a:pt x="85554" y="38212"/>
                  </a:lnTo>
                  <a:lnTo>
                    <a:pt x="85725" y="37698"/>
                  </a:lnTo>
                  <a:lnTo>
                    <a:pt x="85919" y="37196"/>
                  </a:lnTo>
                  <a:lnTo>
                    <a:pt x="86136" y="36717"/>
                  </a:lnTo>
                  <a:lnTo>
                    <a:pt x="86387" y="36237"/>
                  </a:lnTo>
                  <a:lnTo>
                    <a:pt x="86649" y="35781"/>
                  </a:lnTo>
                  <a:lnTo>
                    <a:pt x="86935" y="35336"/>
                  </a:lnTo>
                  <a:lnTo>
                    <a:pt x="87243" y="34902"/>
                  </a:lnTo>
                  <a:lnTo>
                    <a:pt x="87562" y="34491"/>
                  </a:lnTo>
                  <a:lnTo>
                    <a:pt x="87916" y="34092"/>
                  </a:lnTo>
                  <a:lnTo>
                    <a:pt x="88270" y="33704"/>
                  </a:lnTo>
                  <a:lnTo>
                    <a:pt x="88658" y="33350"/>
                  </a:lnTo>
                  <a:lnTo>
                    <a:pt x="89057" y="32996"/>
                  </a:lnTo>
                  <a:lnTo>
                    <a:pt x="89468" y="32677"/>
                  </a:lnTo>
                  <a:lnTo>
                    <a:pt x="89902" y="32368"/>
                  </a:lnTo>
                  <a:lnTo>
                    <a:pt x="90347" y="32083"/>
                  </a:lnTo>
                  <a:lnTo>
                    <a:pt x="90804" y="31821"/>
                  </a:lnTo>
                  <a:lnTo>
                    <a:pt x="91283" y="31581"/>
                  </a:lnTo>
                  <a:lnTo>
                    <a:pt x="91762" y="31353"/>
                  </a:lnTo>
                  <a:lnTo>
                    <a:pt x="92265" y="31159"/>
                  </a:lnTo>
                  <a:lnTo>
                    <a:pt x="92778" y="30987"/>
                  </a:lnTo>
                  <a:lnTo>
                    <a:pt x="93292" y="30839"/>
                  </a:lnTo>
                  <a:lnTo>
                    <a:pt x="93828" y="30713"/>
                  </a:lnTo>
                  <a:lnTo>
                    <a:pt x="94091" y="30668"/>
                  </a:lnTo>
                  <a:lnTo>
                    <a:pt x="94365" y="30622"/>
                  </a:lnTo>
                  <a:lnTo>
                    <a:pt x="94638" y="30577"/>
                  </a:lnTo>
                  <a:lnTo>
                    <a:pt x="94912" y="30554"/>
                  </a:lnTo>
                  <a:lnTo>
                    <a:pt x="95198" y="30519"/>
                  </a:lnTo>
                  <a:lnTo>
                    <a:pt x="95472" y="30508"/>
                  </a:lnTo>
                  <a:lnTo>
                    <a:pt x="95757" y="30497"/>
                  </a:lnTo>
                  <a:lnTo>
                    <a:pt x="96328" y="30497"/>
                  </a:lnTo>
                  <a:lnTo>
                    <a:pt x="96602" y="30508"/>
                  </a:lnTo>
                  <a:lnTo>
                    <a:pt x="96887" y="30519"/>
                  </a:lnTo>
                  <a:lnTo>
                    <a:pt x="97161" y="30554"/>
                  </a:lnTo>
                  <a:lnTo>
                    <a:pt x="97435" y="30577"/>
                  </a:lnTo>
                  <a:lnTo>
                    <a:pt x="97709" y="30622"/>
                  </a:lnTo>
                  <a:lnTo>
                    <a:pt x="97983" y="30668"/>
                  </a:lnTo>
                  <a:lnTo>
                    <a:pt x="98256" y="30713"/>
                  </a:lnTo>
                  <a:lnTo>
                    <a:pt x="98781" y="30839"/>
                  </a:lnTo>
                  <a:lnTo>
                    <a:pt x="99306" y="30987"/>
                  </a:lnTo>
                  <a:lnTo>
                    <a:pt x="99820" y="31159"/>
                  </a:lnTo>
                  <a:lnTo>
                    <a:pt x="100311" y="31353"/>
                  </a:lnTo>
                  <a:lnTo>
                    <a:pt x="100802" y="31581"/>
                  </a:lnTo>
                  <a:lnTo>
                    <a:pt x="101270" y="31821"/>
                  </a:lnTo>
                  <a:lnTo>
                    <a:pt x="101737" y="32083"/>
                  </a:lnTo>
                  <a:lnTo>
                    <a:pt x="102183" y="32368"/>
                  </a:lnTo>
                  <a:lnTo>
                    <a:pt x="102605" y="32677"/>
                  </a:lnTo>
                  <a:lnTo>
                    <a:pt x="103027" y="32996"/>
                  </a:lnTo>
                  <a:lnTo>
                    <a:pt x="103427" y="33350"/>
                  </a:lnTo>
                  <a:lnTo>
                    <a:pt x="103803" y="33704"/>
                  </a:lnTo>
                  <a:lnTo>
                    <a:pt x="104168" y="34092"/>
                  </a:lnTo>
                  <a:lnTo>
                    <a:pt x="104511" y="34491"/>
                  </a:lnTo>
                  <a:lnTo>
                    <a:pt x="104842" y="34902"/>
                  </a:lnTo>
                  <a:lnTo>
                    <a:pt x="105150" y="35336"/>
                  </a:lnTo>
                  <a:lnTo>
                    <a:pt x="105435" y="35781"/>
                  </a:lnTo>
                  <a:lnTo>
                    <a:pt x="105698" y="36237"/>
                  </a:lnTo>
                  <a:lnTo>
                    <a:pt x="105937" y="36717"/>
                  </a:lnTo>
                  <a:lnTo>
                    <a:pt x="106154" y="37196"/>
                  </a:lnTo>
                  <a:lnTo>
                    <a:pt x="106360" y="37698"/>
                  </a:lnTo>
                  <a:lnTo>
                    <a:pt x="106531" y="38212"/>
                  </a:lnTo>
                  <a:lnTo>
                    <a:pt x="106679" y="38725"/>
                  </a:lnTo>
                  <a:lnTo>
                    <a:pt x="106793" y="39262"/>
                  </a:lnTo>
                  <a:lnTo>
                    <a:pt x="106851" y="39536"/>
                  </a:lnTo>
                  <a:lnTo>
                    <a:pt x="106896" y="39798"/>
                  </a:lnTo>
                  <a:lnTo>
                    <a:pt x="106930" y="40072"/>
                  </a:lnTo>
                  <a:lnTo>
                    <a:pt x="106965" y="40346"/>
                  </a:lnTo>
                  <a:lnTo>
                    <a:pt x="106987" y="40631"/>
                  </a:lnTo>
                  <a:lnTo>
                    <a:pt x="107010" y="40905"/>
                  </a:lnTo>
                  <a:lnTo>
                    <a:pt x="107022" y="41191"/>
                  </a:lnTo>
                  <a:lnTo>
                    <a:pt x="107022" y="41476"/>
                  </a:lnTo>
                  <a:lnTo>
                    <a:pt x="107010" y="41796"/>
                  </a:lnTo>
                  <a:lnTo>
                    <a:pt x="106999" y="42104"/>
                  </a:lnTo>
                  <a:lnTo>
                    <a:pt x="106976" y="42412"/>
                  </a:lnTo>
                  <a:lnTo>
                    <a:pt x="106942" y="42731"/>
                  </a:lnTo>
                  <a:lnTo>
                    <a:pt x="124975" y="42731"/>
                  </a:lnTo>
                  <a:lnTo>
                    <a:pt x="1249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1461550" y="3125825"/>
              <a:ext cx="2190200" cy="1388425"/>
            </a:xfrm>
            <a:custGeom>
              <a:rect b="b" l="l" r="r" t="t"/>
              <a:pathLst>
                <a:path extrusionOk="0" h="55537" w="87608">
                  <a:moveTo>
                    <a:pt x="0" y="0"/>
                  </a:moveTo>
                  <a:lnTo>
                    <a:pt x="0" y="55536"/>
                  </a:lnTo>
                  <a:lnTo>
                    <a:pt x="47764" y="55536"/>
                  </a:lnTo>
                  <a:lnTo>
                    <a:pt x="47742" y="55217"/>
                  </a:lnTo>
                  <a:lnTo>
                    <a:pt x="47707" y="54909"/>
                  </a:lnTo>
                  <a:lnTo>
                    <a:pt x="47696" y="54601"/>
                  </a:lnTo>
                  <a:lnTo>
                    <a:pt x="47696" y="54281"/>
                  </a:lnTo>
                  <a:lnTo>
                    <a:pt x="47696" y="53996"/>
                  </a:lnTo>
                  <a:lnTo>
                    <a:pt x="47707" y="53710"/>
                  </a:lnTo>
                  <a:lnTo>
                    <a:pt x="47719" y="53436"/>
                  </a:lnTo>
                  <a:lnTo>
                    <a:pt x="47753" y="53151"/>
                  </a:lnTo>
                  <a:lnTo>
                    <a:pt x="47776" y="52877"/>
                  </a:lnTo>
                  <a:lnTo>
                    <a:pt x="47821" y="52603"/>
                  </a:lnTo>
                  <a:lnTo>
                    <a:pt x="47867" y="52341"/>
                  </a:lnTo>
                  <a:lnTo>
                    <a:pt x="47913" y="52067"/>
                  </a:lnTo>
                  <a:lnTo>
                    <a:pt x="48038" y="51530"/>
                  </a:lnTo>
                  <a:lnTo>
                    <a:pt x="48187" y="51017"/>
                  </a:lnTo>
                  <a:lnTo>
                    <a:pt x="48358" y="50503"/>
                  </a:lnTo>
                  <a:lnTo>
                    <a:pt x="48552" y="50001"/>
                  </a:lnTo>
                  <a:lnTo>
                    <a:pt x="48769" y="49522"/>
                  </a:lnTo>
                  <a:lnTo>
                    <a:pt x="49020" y="49042"/>
                  </a:lnTo>
                  <a:lnTo>
                    <a:pt x="49282" y="48586"/>
                  </a:lnTo>
                  <a:lnTo>
                    <a:pt x="49568" y="48141"/>
                  </a:lnTo>
                  <a:lnTo>
                    <a:pt x="49876" y="47707"/>
                  </a:lnTo>
                  <a:lnTo>
                    <a:pt x="50195" y="47296"/>
                  </a:lnTo>
                  <a:lnTo>
                    <a:pt x="50549" y="46897"/>
                  </a:lnTo>
                  <a:lnTo>
                    <a:pt x="50903" y="46509"/>
                  </a:lnTo>
                  <a:lnTo>
                    <a:pt x="51291" y="46155"/>
                  </a:lnTo>
                  <a:lnTo>
                    <a:pt x="51690" y="45801"/>
                  </a:lnTo>
                  <a:lnTo>
                    <a:pt x="52101" y="45482"/>
                  </a:lnTo>
                  <a:lnTo>
                    <a:pt x="52535" y="45173"/>
                  </a:lnTo>
                  <a:lnTo>
                    <a:pt x="52980" y="44888"/>
                  </a:lnTo>
                  <a:lnTo>
                    <a:pt x="53437" y="44626"/>
                  </a:lnTo>
                  <a:lnTo>
                    <a:pt x="53916" y="44386"/>
                  </a:lnTo>
                  <a:lnTo>
                    <a:pt x="54395" y="44158"/>
                  </a:lnTo>
                  <a:lnTo>
                    <a:pt x="54898" y="43964"/>
                  </a:lnTo>
                  <a:lnTo>
                    <a:pt x="55411" y="43792"/>
                  </a:lnTo>
                  <a:lnTo>
                    <a:pt x="55925" y="43644"/>
                  </a:lnTo>
                  <a:lnTo>
                    <a:pt x="56461" y="43518"/>
                  </a:lnTo>
                  <a:lnTo>
                    <a:pt x="56724" y="43473"/>
                  </a:lnTo>
                  <a:lnTo>
                    <a:pt x="56998" y="43427"/>
                  </a:lnTo>
                  <a:lnTo>
                    <a:pt x="57271" y="43382"/>
                  </a:lnTo>
                  <a:lnTo>
                    <a:pt x="57545" y="43359"/>
                  </a:lnTo>
                  <a:lnTo>
                    <a:pt x="57831" y="43324"/>
                  </a:lnTo>
                  <a:lnTo>
                    <a:pt x="58105" y="43313"/>
                  </a:lnTo>
                  <a:lnTo>
                    <a:pt x="58390" y="43302"/>
                  </a:lnTo>
                  <a:lnTo>
                    <a:pt x="58961" y="43302"/>
                  </a:lnTo>
                  <a:lnTo>
                    <a:pt x="59235" y="43313"/>
                  </a:lnTo>
                  <a:lnTo>
                    <a:pt x="59520" y="43324"/>
                  </a:lnTo>
                  <a:lnTo>
                    <a:pt x="59794" y="43359"/>
                  </a:lnTo>
                  <a:lnTo>
                    <a:pt x="60068" y="43382"/>
                  </a:lnTo>
                  <a:lnTo>
                    <a:pt x="60342" y="43427"/>
                  </a:lnTo>
                  <a:lnTo>
                    <a:pt x="60616" y="43473"/>
                  </a:lnTo>
                  <a:lnTo>
                    <a:pt x="60889" y="43518"/>
                  </a:lnTo>
                  <a:lnTo>
                    <a:pt x="61414" y="43644"/>
                  </a:lnTo>
                  <a:lnTo>
                    <a:pt x="61939" y="43792"/>
                  </a:lnTo>
                  <a:lnTo>
                    <a:pt x="62453" y="43964"/>
                  </a:lnTo>
                  <a:lnTo>
                    <a:pt x="62944" y="44158"/>
                  </a:lnTo>
                  <a:lnTo>
                    <a:pt x="63435" y="44386"/>
                  </a:lnTo>
                  <a:lnTo>
                    <a:pt x="63903" y="44626"/>
                  </a:lnTo>
                  <a:lnTo>
                    <a:pt x="64370" y="44888"/>
                  </a:lnTo>
                  <a:lnTo>
                    <a:pt x="64816" y="45173"/>
                  </a:lnTo>
                  <a:lnTo>
                    <a:pt x="65238" y="45482"/>
                  </a:lnTo>
                  <a:lnTo>
                    <a:pt x="65660" y="45801"/>
                  </a:lnTo>
                  <a:lnTo>
                    <a:pt x="66060" y="46155"/>
                  </a:lnTo>
                  <a:lnTo>
                    <a:pt x="66436" y="46509"/>
                  </a:lnTo>
                  <a:lnTo>
                    <a:pt x="66801" y="46897"/>
                  </a:lnTo>
                  <a:lnTo>
                    <a:pt x="67144" y="47296"/>
                  </a:lnTo>
                  <a:lnTo>
                    <a:pt x="67475" y="47707"/>
                  </a:lnTo>
                  <a:lnTo>
                    <a:pt x="67783" y="48141"/>
                  </a:lnTo>
                  <a:lnTo>
                    <a:pt x="68068" y="48586"/>
                  </a:lnTo>
                  <a:lnTo>
                    <a:pt x="68331" y="49042"/>
                  </a:lnTo>
                  <a:lnTo>
                    <a:pt x="68570" y="49522"/>
                  </a:lnTo>
                  <a:lnTo>
                    <a:pt x="68787" y="50001"/>
                  </a:lnTo>
                  <a:lnTo>
                    <a:pt x="68993" y="50503"/>
                  </a:lnTo>
                  <a:lnTo>
                    <a:pt x="69164" y="51017"/>
                  </a:lnTo>
                  <a:lnTo>
                    <a:pt x="69312" y="51530"/>
                  </a:lnTo>
                  <a:lnTo>
                    <a:pt x="69426" y="52067"/>
                  </a:lnTo>
                  <a:lnTo>
                    <a:pt x="69484" y="52341"/>
                  </a:lnTo>
                  <a:lnTo>
                    <a:pt x="69529" y="52603"/>
                  </a:lnTo>
                  <a:lnTo>
                    <a:pt x="69563" y="52877"/>
                  </a:lnTo>
                  <a:lnTo>
                    <a:pt x="69598" y="53151"/>
                  </a:lnTo>
                  <a:lnTo>
                    <a:pt x="69620" y="53436"/>
                  </a:lnTo>
                  <a:lnTo>
                    <a:pt x="69643" y="53710"/>
                  </a:lnTo>
                  <a:lnTo>
                    <a:pt x="69655" y="53996"/>
                  </a:lnTo>
                  <a:lnTo>
                    <a:pt x="69655" y="54281"/>
                  </a:lnTo>
                  <a:lnTo>
                    <a:pt x="69643" y="54601"/>
                  </a:lnTo>
                  <a:lnTo>
                    <a:pt x="69632" y="54909"/>
                  </a:lnTo>
                  <a:lnTo>
                    <a:pt x="69609" y="55217"/>
                  </a:lnTo>
                  <a:lnTo>
                    <a:pt x="69575" y="55536"/>
                  </a:lnTo>
                  <a:lnTo>
                    <a:pt x="87608" y="55536"/>
                  </a:lnTo>
                  <a:lnTo>
                    <a:pt x="876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1579400" y="3211125"/>
              <a:ext cx="1918000" cy="930775"/>
            </a:xfrm>
            <a:custGeom>
              <a:rect b="b" l="l" r="r" t="t"/>
              <a:pathLst>
                <a:path extrusionOk="0" h="37231" w="76720">
                  <a:moveTo>
                    <a:pt x="0" y="1"/>
                  </a:moveTo>
                  <a:lnTo>
                    <a:pt x="0" y="37230"/>
                  </a:lnTo>
                  <a:lnTo>
                    <a:pt x="76719" y="37230"/>
                  </a:lnTo>
                  <a:lnTo>
                    <a:pt x="76719" y="1"/>
                  </a:lnTo>
                  <a:close/>
                </a:path>
              </a:pathLst>
            </a:custGeom>
            <a:solidFill>
              <a:srgbClr val="B3CC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1579400" y="3951550"/>
              <a:ext cx="1918000" cy="190350"/>
            </a:xfrm>
            <a:custGeom>
              <a:rect b="b" l="l" r="r" t="t"/>
              <a:pathLst>
                <a:path extrusionOk="0" h="7614" w="76720">
                  <a:moveTo>
                    <a:pt x="0" y="1"/>
                  </a:moveTo>
                  <a:lnTo>
                    <a:pt x="0" y="7613"/>
                  </a:lnTo>
                  <a:lnTo>
                    <a:pt x="76719" y="7613"/>
                  </a:lnTo>
                  <a:lnTo>
                    <a:pt x="7671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1486375" y="3951550"/>
              <a:ext cx="2104325" cy="42550"/>
            </a:xfrm>
            <a:custGeom>
              <a:rect b="b" l="l" r="r" t="t"/>
              <a:pathLst>
                <a:path extrusionOk="0" h="1702" w="84173">
                  <a:moveTo>
                    <a:pt x="0" y="1"/>
                  </a:moveTo>
                  <a:lnTo>
                    <a:pt x="0" y="1701"/>
                  </a:lnTo>
                  <a:lnTo>
                    <a:pt x="84172" y="1701"/>
                  </a:lnTo>
                  <a:lnTo>
                    <a:pt x="84172" y="1"/>
                  </a:lnTo>
                  <a:close/>
                </a:path>
              </a:pathLst>
            </a:custGeom>
            <a:solidFill>
              <a:srgbClr val="725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745100" y="4233750"/>
              <a:ext cx="498475" cy="498200"/>
            </a:xfrm>
            <a:custGeom>
              <a:rect b="b" l="l" r="r" t="t"/>
              <a:pathLst>
                <a:path extrusionOk="0" h="19928" w="19939">
                  <a:moveTo>
                    <a:pt x="9964" y="0"/>
                  </a:moveTo>
                  <a:lnTo>
                    <a:pt x="9462" y="12"/>
                  </a:lnTo>
                  <a:lnTo>
                    <a:pt x="8948" y="46"/>
                  </a:lnTo>
                  <a:lnTo>
                    <a:pt x="8457" y="115"/>
                  </a:lnTo>
                  <a:lnTo>
                    <a:pt x="7967" y="194"/>
                  </a:lnTo>
                  <a:lnTo>
                    <a:pt x="7476" y="309"/>
                  </a:lnTo>
                  <a:lnTo>
                    <a:pt x="7008" y="446"/>
                  </a:lnTo>
                  <a:lnTo>
                    <a:pt x="6540" y="605"/>
                  </a:lnTo>
                  <a:lnTo>
                    <a:pt x="6095" y="776"/>
                  </a:lnTo>
                  <a:lnTo>
                    <a:pt x="5650" y="982"/>
                  </a:lnTo>
                  <a:lnTo>
                    <a:pt x="5216" y="1199"/>
                  </a:lnTo>
                  <a:lnTo>
                    <a:pt x="4805" y="1438"/>
                  </a:lnTo>
                  <a:lnTo>
                    <a:pt x="4394" y="1701"/>
                  </a:lnTo>
                  <a:lnTo>
                    <a:pt x="4006" y="1975"/>
                  </a:lnTo>
                  <a:lnTo>
                    <a:pt x="3630" y="2272"/>
                  </a:lnTo>
                  <a:lnTo>
                    <a:pt x="3264" y="2580"/>
                  </a:lnTo>
                  <a:lnTo>
                    <a:pt x="2922" y="2911"/>
                  </a:lnTo>
                  <a:lnTo>
                    <a:pt x="2591" y="3265"/>
                  </a:lnTo>
                  <a:lnTo>
                    <a:pt x="2283" y="3618"/>
                  </a:lnTo>
                  <a:lnTo>
                    <a:pt x="1986" y="3995"/>
                  </a:lnTo>
                  <a:lnTo>
                    <a:pt x="1701" y="4394"/>
                  </a:lnTo>
                  <a:lnTo>
                    <a:pt x="1450" y="4794"/>
                  </a:lnTo>
                  <a:lnTo>
                    <a:pt x="1210" y="5216"/>
                  </a:lnTo>
                  <a:lnTo>
                    <a:pt x="982" y="5638"/>
                  </a:lnTo>
                  <a:lnTo>
                    <a:pt x="788" y="6084"/>
                  </a:lnTo>
                  <a:lnTo>
                    <a:pt x="605" y="6540"/>
                  </a:lnTo>
                  <a:lnTo>
                    <a:pt x="457" y="6997"/>
                  </a:lnTo>
                  <a:lnTo>
                    <a:pt x="320" y="7476"/>
                  </a:lnTo>
                  <a:lnTo>
                    <a:pt x="206" y="7955"/>
                  </a:lnTo>
                  <a:lnTo>
                    <a:pt x="114" y="8446"/>
                  </a:lnTo>
                  <a:lnTo>
                    <a:pt x="57" y="8948"/>
                  </a:lnTo>
                  <a:lnTo>
                    <a:pt x="12" y="9450"/>
                  </a:lnTo>
                  <a:lnTo>
                    <a:pt x="0" y="9964"/>
                  </a:lnTo>
                  <a:lnTo>
                    <a:pt x="12" y="10478"/>
                  </a:lnTo>
                  <a:lnTo>
                    <a:pt x="57" y="10980"/>
                  </a:lnTo>
                  <a:lnTo>
                    <a:pt x="114" y="11482"/>
                  </a:lnTo>
                  <a:lnTo>
                    <a:pt x="206" y="11973"/>
                  </a:lnTo>
                  <a:lnTo>
                    <a:pt x="320" y="12452"/>
                  </a:lnTo>
                  <a:lnTo>
                    <a:pt x="457" y="12931"/>
                  </a:lnTo>
                  <a:lnTo>
                    <a:pt x="605" y="13388"/>
                  </a:lnTo>
                  <a:lnTo>
                    <a:pt x="788" y="13844"/>
                  </a:lnTo>
                  <a:lnTo>
                    <a:pt x="982" y="14278"/>
                  </a:lnTo>
                  <a:lnTo>
                    <a:pt x="1210" y="14712"/>
                  </a:lnTo>
                  <a:lnTo>
                    <a:pt x="1450" y="15134"/>
                  </a:lnTo>
                  <a:lnTo>
                    <a:pt x="1701" y="15534"/>
                  </a:lnTo>
                  <a:lnTo>
                    <a:pt x="1986" y="15922"/>
                  </a:lnTo>
                  <a:lnTo>
                    <a:pt x="2283" y="16298"/>
                  </a:lnTo>
                  <a:lnTo>
                    <a:pt x="2591" y="16664"/>
                  </a:lnTo>
                  <a:lnTo>
                    <a:pt x="2922" y="17006"/>
                  </a:lnTo>
                  <a:lnTo>
                    <a:pt x="3264" y="17337"/>
                  </a:lnTo>
                  <a:lnTo>
                    <a:pt x="3630" y="17656"/>
                  </a:lnTo>
                  <a:lnTo>
                    <a:pt x="4006" y="17953"/>
                  </a:lnTo>
                  <a:lnTo>
                    <a:pt x="4394" y="18227"/>
                  </a:lnTo>
                  <a:lnTo>
                    <a:pt x="4805" y="18490"/>
                  </a:lnTo>
                  <a:lnTo>
                    <a:pt x="5216" y="18729"/>
                  </a:lnTo>
                  <a:lnTo>
                    <a:pt x="5650" y="18946"/>
                  </a:lnTo>
                  <a:lnTo>
                    <a:pt x="6095" y="19140"/>
                  </a:lnTo>
                  <a:lnTo>
                    <a:pt x="6540" y="19323"/>
                  </a:lnTo>
                  <a:lnTo>
                    <a:pt x="7008" y="19483"/>
                  </a:lnTo>
                  <a:lnTo>
                    <a:pt x="7476" y="19620"/>
                  </a:lnTo>
                  <a:lnTo>
                    <a:pt x="7967" y="19722"/>
                  </a:lnTo>
                  <a:lnTo>
                    <a:pt x="8457" y="19814"/>
                  </a:lnTo>
                  <a:lnTo>
                    <a:pt x="8948" y="19882"/>
                  </a:lnTo>
                  <a:lnTo>
                    <a:pt x="9462" y="19916"/>
                  </a:lnTo>
                  <a:lnTo>
                    <a:pt x="9964" y="19928"/>
                  </a:lnTo>
                  <a:lnTo>
                    <a:pt x="10477" y="19916"/>
                  </a:lnTo>
                  <a:lnTo>
                    <a:pt x="10991" y="19882"/>
                  </a:lnTo>
                  <a:lnTo>
                    <a:pt x="11482" y="19814"/>
                  </a:lnTo>
                  <a:lnTo>
                    <a:pt x="11973" y="19722"/>
                  </a:lnTo>
                  <a:lnTo>
                    <a:pt x="12463" y="19620"/>
                  </a:lnTo>
                  <a:lnTo>
                    <a:pt x="12931" y="19483"/>
                  </a:lnTo>
                  <a:lnTo>
                    <a:pt x="13399" y="19323"/>
                  </a:lnTo>
                  <a:lnTo>
                    <a:pt x="13844" y="19140"/>
                  </a:lnTo>
                  <a:lnTo>
                    <a:pt x="14289" y="18946"/>
                  </a:lnTo>
                  <a:lnTo>
                    <a:pt x="14723" y="18729"/>
                  </a:lnTo>
                  <a:lnTo>
                    <a:pt x="15134" y="18490"/>
                  </a:lnTo>
                  <a:lnTo>
                    <a:pt x="15545" y="18227"/>
                  </a:lnTo>
                  <a:lnTo>
                    <a:pt x="15933" y="17953"/>
                  </a:lnTo>
                  <a:lnTo>
                    <a:pt x="16310" y="17656"/>
                  </a:lnTo>
                  <a:lnTo>
                    <a:pt x="16675" y="17337"/>
                  </a:lnTo>
                  <a:lnTo>
                    <a:pt x="17017" y="17006"/>
                  </a:lnTo>
                  <a:lnTo>
                    <a:pt x="17348" y="16664"/>
                  </a:lnTo>
                  <a:lnTo>
                    <a:pt x="17656" y="16298"/>
                  </a:lnTo>
                  <a:lnTo>
                    <a:pt x="17953" y="15922"/>
                  </a:lnTo>
                  <a:lnTo>
                    <a:pt x="18238" y="15534"/>
                  </a:lnTo>
                  <a:lnTo>
                    <a:pt x="18489" y="15134"/>
                  </a:lnTo>
                  <a:lnTo>
                    <a:pt x="18729" y="14712"/>
                  </a:lnTo>
                  <a:lnTo>
                    <a:pt x="18957" y="14278"/>
                  </a:lnTo>
                  <a:lnTo>
                    <a:pt x="19151" y="13844"/>
                  </a:lnTo>
                  <a:lnTo>
                    <a:pt x="19334" y="13388"/>
                  </a:lnTo>
                  <a:lnTo>
                    <a:pt x="19482" y="12931"/>
                  </a:lnTo>
                  <a:lnTo>
                    <a:pt x="19619" y="12452"/>
                  </a:lnTo>
                  <a:lnTo>
                    <a:pt x="19733" y="11973"/>
                  </a:lnTo>
                  <a:lnTo>
                    <a:pt x="19825" y="11482"/>
                  </a:lnTo>
                  <a:lnTo>
                    <a:pt x="19882" y="10980"/>
                  </a:lnTo>
                  <a:lnTo>
                    <a:pt x="19927" y="10478"/>
                  </a:lnTo>
                  <a:lnTo>
                    <a:pt x="19939" y="9964"/>
                  </a:lnTo>
                  <a:lnTo>
                    <a:pt x="19927" y="9450"/>
                  </a:lnTo>
                  <a:lnTo>
                    <a:pt x="19882" y="8948"/>
                  </a:lnTo>
                  <a:lnTo>
                    <a:pt x="19825" y="8446"/>
                  </a:lnTo>
                  <a:lnTo>
                    <a:pt x="19733" y="7955"/>
                  </a:lnTo>
                  <a:lnTo>
                    <a:pt x="19619" y="7476"/>
                  </a:lnTo>
                  <a:lnTo>
                    <a:pt x="19482" y="6997"/>
                  </a:lnTo>
                  <a:lnTo>
                    <a:pt x="19334" y="6540"/>
                  </a:lnTo>
                  <a:lnTo>
                    <a:pt x="19151" y="6084"/>
                  </a:lnTo>
                  <a:lnTo>
                    <a:pt x="18957" y="5638"/>
                  </a:lnTo>
                  <a:lnTo>
                    <a:pt x="18729" y="5216"/>
                  </a:lnTo>
                  <a:lnTo>
                    <a:pt x="18489" y="4794"/>
                  </a:lnTo>
                  <a:lnTo>
                    <a:pt x="18238" y="4394"/>
                  </a:lnTo>
                  <a:lnTo>
                    <a:pt x="17953" y="3995"/>
                  </a:lnTo>
                  <a:lnTo>
                    <a:pt x="17656" y="3618"/>
                  </a:lnTo>
                  <a:lnTo>
                    <a:pt x="17348" y="3265"/>
                  </a:lnTo>
                  <a:lnTo>
                    <a:pt x="17017" y="2911"/>
                  </a:lnTo>
                  <a:lnTo>
                    <a:pt x="16675" y="2580"/>
                  </a:lnTo>
                  <a:lnTo>
                    <a:pt x="16310" y="2272"/>
                  </a:lnTo>
                  <a:lnTo>
                    <a:pt x="15933" y="1975"/>
                  </a:lnTo>
                  <a:lnTo>
                    <a:pt x="15545" y="1701"/>
                  </a:lnTo>
                  <a:lnTo>
                    <a:pt x="15134" y="1438"/>
                  </a:lnTo>
                  <a:lnTo>
                    <a:pt x="14723" y="1199"/>
                  </a:lnTo>
                  <a:lnTo>
                    <a:pt x="14289" y="982"/>
                  </a:lnTo>
                  <a:lnTo>
                    <a:pt x="13844" y="776"/>
                  </a:lnTo>
                  <a:lnTo>
                    <a:pt x="13399" y="605"/>
                  </a:lnTo>
                  <a:lnTo>
                    <a:pt x="12931" y="446"/>
                  </a:lnTo>
                  <a:lnTo>
                    <a:pt x="12463" y="309"/>
                  </a:lnTo>
                  <a:lnTo>
                    <a:pt x="11973" y="194"/>
                  </a:lnTo>
                  <a:lnTo>
                    <a:pt x="11482" y="115"/>
                  </a:lnTo>
                  <a:lnTo>
                    <a:pt x="10991" y="46"/>
                  </a:lnTo>
                  <a:lnTo>
                    <a:pt x="10477" y="12"/>
                  </a:lnTo>
                  <a:lnTo>
                    <a:pt x="9964" y="0"/>
                  </a:lnTo>
                  <a:close/>
                </a:path>
              </a:pathLst>
            </a:custGeom>
            <a:solidFill>
              <a:srgbClr val="3627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841825" y="4330475"/>
              <a:ext cx="305025" cy="304750"/>
            </a:xfrm>
            <a:custGeom>
              <a:rect b="b" l="l" r="r" t="t"/>
              <a:pathLst>
                <a:path extrusionOk="0" h="12190" w="12201">
                  <a:moveTo>
                    <a:pt x="5787" y="0"/>
                  </a:moveTo>
                  <a:lnTo>
                    <a:pt x="5479" y="23"/>
                  </a:lnTo>
                  <a:lnTo>
                    <a:pt x="5170" y="69"/>
                  </a:lnTo>
                  <a:lnTo>
                    <a:pt x="4874" y="115"/>
                  </a:lnTo>
                  <a:lnTo>
                    <a:pt x="4577" y="183"/>
                  </a:lnTo>
                  <a:lnTo>
                    <a:pt x="4292" y="274"/>
                  </a:lnTo>
                  <a:lnTo>
                    <a:pt x="4006" y="366"/>
                  </a:lnTo>
                  <a:lnTo>
                    <a:pt x="3732" y="480"/>
                  </a:lnTo>
                  <a:lnTo>
                    <a:pt x="3458" y="594"/>
                  </a:lnTo>
                  <a:lnTo>
                    <a:pt x="3196" y="731"/>
                  </a:lnTo>
                  <a:lnTo>
                    <a:pt x="2933" y="879"/>
                  </a:lnTo>
                  <a:lnTo>
                    <a:pt x="2694" y="1039"/>
                  </a:lnTo>
                  <a:lnTo>
                    <a:pt x="2454" y="1210"/>
                  </a:lnTo>
                  <a:lnTo>
                    <a:pt x="2226" y="1393"/>
                  </a:lnTo>
                  <a:lnTo>
                    <a:pt x="1998" y="1575"/>
                  </a:lnTo>
                  <a:lnTo>
                    <a:pt x="1792" y="1781"/>
                  </a:lnTo>
                  <a:lnTo>
                    <a:pt x="1587" y="1998"/>
                  </a:lnTo>
                  <a:lnTo>
                    <a:pt x="1393" y="2215"/>
                  </a:lnTo>
                  <a:lnTo>
                    <a:pt x="1210" y="2443"/>
                  </a:lnTo>
                  <a:lnTo>
                    <a:pt x="1050" y="2683"/>
                  </a:lnTo>
                  <a:lnTo>
                    <a:pt x="890" y="2934"/>
                  </a:lnTo>
                  <a:lnTo>
                    <a:pt x="742" y="3185"/>
                  </a:lnTo>
                  <a:lnTo>
                    <a:pt x="605" y="3447"/>
                  </a:lnTo>
                  <a:lnTo>
                    <a:pt x="480" y="3721"/>
                  </a:lnTo>
                  <a:lnTo>
                    <a:pt x="377" y="3995"/>
                  </a:lnTo>
                  <a:lnTo>
                    <a:pt x="274" y="4280"/>
                  </a:lnTo>
                  <a:lnTo>
                    <a:pt x="194" y="4566"/>
                  </a:lnTo>
                  <a:lnTo>
                    <a:pt x="126" y="4862"/>
                  </a:lnTo>
                  <a:lnTo>
                    <a:pt x="69" y="5159"/>
                  </a:lnTo>
                  <a:lnTo>
                    <a:pt x="34" y="5467"/>
                  </a:lnTo>
                  <a:lnTo>
                    <a:pt x="12" y="5775"/>
                  </a:lnTo>
                  <a:lnTo>
                    <a:pt x="0" y="6095"/>
                  </a:lnTo>
                  <a:lnTo>
                    <a:pt x="12" y="6403"/>
                  </a:lnTo>
                  <a:lnTo>
                    <a:pt x="34" y="6711"/>
                  </a:lnTo>
                  <a:lnTo>
                    <a:pt x="69" y="7019"/>
                  </a:lnTo>
                  <a:lnTo>
                    <a:pt x="126" y="7316"/>
                  </a:lnTo>
                  <a:lnTo>
                    <a:pt x="194" y="7613"/>
                  </a:lnTo>
                  <a:lnTo>
                    <a:pt x="274" y="7910"/>
                  </a:lnTo>
                  <a:lnTo>
                    <a:pt x="377" y="8195"/>
                  </a:lnTo>
                  <a:lnTo>
                    <a:pt x="480" y="8469"/>
                  </a:lnTo>
                  <a:lnTo>
                    <a:pt x="605" y="8731"/>
                  </a:lnTo>
                  <a:lnTo>
                    <a:pt x="742" y="8994"/>
                  </a:lnTo>
                  <a:lnTo>
                    <a:pt x="890" y="9256"/>
                  </a:lnTo>
                  <a:lnTo>
                    <a:pt x="1050" y="9508"/>
                  </a:lnTo>
                  <a:lnTo>
                    <a:pt x="1210" y="9736"/>
                  </a:lnTo>
                  <a:lnTo>
                    <a:pt x="1393" y="9975"/>
                  </a:lnTo>
                  <a:lnTo>
                    <a:pt x="1587" y="10192"/>
                  </a:lnTo>
                  <a:lnTo>
                    <a:pt x="1792" y="10409"/>
                  </a:lnTo>
                  <a:lnTo>
                    <a:pt x="1998" y="10603"/>
                  </a:lnTo>
                  <a:lnTo>
                    <a:pt x="2226" y="10797"/>
                  </a:lnTo>
                  <a:lnTo>
                    <a:pt x="2454" y="10980"/>
                  </a:lnTo>
                  <a:lnTo>
                    <a:pt x="2694" y="11151"/>
                  </a:lnTo>
                  <a:lnTo>
                    <a:pt x="2933" y="11311"/>
                  </a:lnTo>
                  <a:lnTo>
                    <a:pt x="3196" y="11459"/>
                  </a:lnTo>
                  <a:lnTo>
                    <a:pt x="3458" y="11585"/>
                  </a:lnTo>
                  <a:lnTo>
                    <a:pt x="3732" y="11710"/>
                  </a:lnTo>
                  <a:lnTo>
                    <a:pt x="4006" y="11824"/>
                  </a:lnTo>
                  <a:lnTo>
                    <a:pt x="4292" y="11916"/>
                  </a:lnTo>
                  <a:lnTo>
                    <a:pt x="4577" y="11996"/>
                  </a:lnTo>
                  <a:lnTo>
                    <a:pt x="4874" y="12064"/>
                  </a:lnTo>
                  <a:lnTo>
                    <a:pt x="5170" y="12121"/>
                  </a:lnTo>
                  <a:lnTo>
                    <a:pt x="5479" y="12155"/>
                  </a:lnTo>
                  <a:lnTo>
                    <a:pt x="5787" y="12178"/>
                  </a:lnTo>
                  <a:lnTo>
                    <a:pt x="6095" y="12190"/>
                  </a:lnTo>
                  <a:lnTo>
                    <a:pt x="6414" y="12178"/>
                  </a:lnTo>
                  <a:lnTo>
                    <a:pt x="6723" y="12155"/>
                  </a:lnTo>
                  <a:lnTo>
                    <a:pt x="7031" y="12121"/>
                  </a:lnTo>
                  <a:lnTo>
                    <a:pt x="7327" y="12064"/>
                  </a:lnTo>
                  <a:lnTo>
                    <a:pt x="7624" y="11996"/>
                  </a:lnTo>
                  <a:lnTo>
                    <a:pt x="7910" y="11916"/>
                  </a:lnTo>
                  <a:lnTo>
                    <a:pt x="8195" y="11824"/>
                  </a:lnTo>
                  <a:lnTo>
                    <a:pt x="8469" y="11710"/>
                  </a:lnTo>
                  <a:lnTo>
                    <a:pt x="8743" y="11585"/>
                  </a:lnTo>
                  <a:lnTo>
                    <a:pt x="9005" y="11459"/>
                  </a:lnTo>
                  <a:lnTo>
                    <a:pt x="9256" y="11311"/>
                  </a:lnTo>
                  <a:lnTo>
                    <a:pt x="9507" y="11151"/>
                  </a:lnTo>
                  <a:lnTo>
                    <a:pt x="9747" y="10980"/>
                  </a:lnTo>
                  <a:lnTo>
                    <a:pt x="9975" y="10797"/>
                  </a:lnTo>
                  <a:lnTo>
                    <a:pt x="10204" y="10603"/>
                  </a:lnTo>
                  <a:lnTo>
                    <a:pt x="10409" y="10409"/>
                  </a:lnTo>
                  <a:lnTo>
                    <a:pt x="10614" y="10192"/>
                  </a:lnTo>
                  <a:lnTo>
                    <a:pt x="10808" y="9975"/>
                  </a:lnTo>
                  <a:lnTo>
                    <a:pt x="10991" y="9736"/>
                  </a:lnTo>
                  <a:lnTo>
                    <a:pt x="11151" y="9508"/>
                  </a:lnTo>
                  <a:lnTo>
                    <a:pt x="11311" y="9256"/>
                  </a:lnTo>
                  <a:lnTo>
                    <a:pt x="11459" y="8994"/>
                  </a:lnTo>
                  <a:lnTo>
                    <a:pt x="11596" y="8731"/>
                  </a:lnTo>
                  <a:lnTo>
                    <a:pt x="11721" y="8469"/>
                  </a:lnTo>
                  <a:lnTo>
                    <a:pt x="11824" y="8195"/>
                  </a:lnTo>
                  <a:lnTo>
                    <a:pt x="11927" y="7910"/>
                  </a:lnTo>
                  <a:lnTo>
                    <a:pt x="12007" y="7613"/>
                  </a:lnTo>
                  <a:lnTo>
                    <a:pt x="12075" y="7316"/>
                  </a:lnTo>
                  <a:lnTo>
                    <a:pt x="12132" y="7019"/>
                  </a:lnTo>
                  <a:lnTo>
                    <a:pt x="12167" y="6711"/>
                  </a:lnTo>
                  <a:lnTo>
                    <a:pt x="12189" y="6403"/>
                  </a:lnTo>
                  <a:lnTo>
                    <a:pt x="12201" y="6095"/>
                  </a:lnTo>
                  <a:lnTo>
                    <a:pt x="12189" y="5775"/>
                  </a:lnTo>
                  <a:lnTo>
                    <a:pt x="12167" y="5467"/>
                  </a:lnTo>
                  <a:lnTo>
                    <a:pt x="12132" y="5159"/>
                  </a:lnTo>
                  <a:lnTo>
                    <a:pt x="12075" y="4862"/>
                  </a:lnTo>
                  <a:lnTo>
                    <a:pt x="12007" y="4566"/>
                  </a:lnTo>
                  <a:lnTo>
                    <a:pt x="11927" y="4280"/>
                  </a:lnTo>
                  <a:lnTo>
                    <a:pt x="11824" y="3995"/>
                  </a:lnTo>
                  <a:lnTo>
                    <a:pt x="11721" y="3721"/>
                  </a:lnTo>
                  <a:lnTo>
                    <a:pt x="11596" y="3447"/>
                  </a:lnTo>
                  <a:lnTo>
                    <a:pt x="11459" y="3185"/>
                  </a:lnTo>
                  <a:lnTo>
                    <a:pt x="11311" y="2934"/>
                  </a:lnTo>
                  <a:lnTo>
                    <a:pt x="11151" y="2683"/>
                  </a:lnTo>
                  <a:lnTo>
                    <a:pt x="10991" y="2443"/>
                  </a:lnTo>
                  <a:lnTo>
                    <a:pt x="10808" y="2215"/>
                  </a:lnTo>
                  <a:lnTo>
                    <a:pt x="10614" y="1998"/>
                  </a:lnTo>
                  <a:lnTo>
                    <a:pt x="10409" y="1781"/>
                  </a:lnTo>
                  <a:lnTo>
                    <a:pt x="10204" y="1575"/>
                  </a:lnTo>
                  <a:lnTo>
                    <a:pt x="9975" y="1393"/>
                  </a:lnTo>
                  <a:lnTo>
                    <a:pt x="9747" y="1210"/>
                  </a:lnTo>
                  <a:lnTo>
                    <a:pt x="9507" y="1039"/>
                  </a:lnTo>
                  <a:lnTo>
                    <a:pt x="9256" y="879"/>
                  </a:lnTo>
                  <a:lnTo>
                    <a:pt x="9005" y="731"/>
                  </a:lnTo>
                  <a:lnTo>
                    <a:pt x="8743" y="594"/>
                  </a:lnTo>
                  <a:lnTo>
                    <a:pt x="8469" y="480"/>
                  </a:lnTo>
                  <a:lnTo>
                    <a:pt x="8195" y="366"/>
                  </a:lnTo>
                  <a:lnTo>
                    <a:pt x="7910" y="274"/>
                  </a:lnTo>
                  <a:lnTo>
                    <a:pt x="7624" y="183"/>
                  </a:lnTo>
                  <a:lnTo>
                    <a:pt x="7327" y="115"/>
                  </a:lnTo>
                  <a:lnTo>
                    <a:pt x="7031" y="69"/>
                  </a:lnTo>
                  <a:lnTo>
                    <a:pt x="6723" y="23"/>
                  </a:lnTo>
                  <a:lnTo>
                    <a:pt x="6414" y="0"/>
                  </a:ln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934825" y="4423500"/>
              <a:ext cx="119025" cy="118700"/>
            </a:xfrm>
            <a:custGeom>
              <a:rect b="b" l="l" r="r" t="t"/>
              <a:pathLst>
                <a:path extrusionOk="0" h="4748" w="4761">
                  <a:moveTo>
                    <a:pt x="2375" y="0"/>
                  </a:moveTo>
                  <a:lnTo>
                    <a:pt x="2135" y="12"/>
                  </a:lnTo>
                  <a:lnTo>
                    <a:pt x="1907" y="46"/>
                  </a:lnTo>
                  <a:lnTo>
                    <a:pt x="1679" y="103"/>
                  </a:lnTo>
                  <a:lnTo>
                    <a:pt x="1450" y="183"/>
                  </a:lnTo>
                  <a:lnTo>
                    <a:pt x="1245" y="285"/>
                  </a:lnTo>
                  <a:lnTo>
                    <a:pt x="1051" y="400"/>
                  </a:lnTo>
                  <a:lnTo>
                    <a:pt x="868" y="537"/>
                  </a:lnTo>
                  <a:lnTo>
                    <a:pt x="697" y="696"/>
                  </a:lnTo>
                  <a:lnTo>
                    <a:pt x="549" y="856"/>
                  </a:lnTo>
                  <a:lnTo>
                    <a:pt x="412" y="1039"/>
                  </a:lnTo>
                  <a:lnTo>
                    <a:pt x="286" y="1244"/>
                  </a:lnTo>
                  <a:lnTo>
                    <a:pt x="195" y="1450"/>
                  </a:lnTo>
                  <a:lnTo>
                    <a:pt x="115" y="1666"/>
                  </a:lnTo>
                  <a:lnTo>
                    <a:pt x="58" y="1895"/>
                  </a:lnTo>
                  <a:lnTo>
                    <a:pt x="12" y="2134"/>
                  </a:lnTo>
                  <a:lnTo>
                    <a:pt x="1" y="2374"/>
                  </a:lnTo>
                  <a:lnTo>
                    <a:pt x="12" y="2614"/>
                  </a:lnTo>
                  <a:lnTo>
                    <a:pt x="58" y="2853"/>
                  </a:lnTo>
                  <a:lnTo>
                    <a:pt x="115" y="3082"/>
                  </a:lnTo>
                  <a:lnTo>
                    <a:pt x="195" y="3298"/>
                  </a:lnTo>
                  <a:lnTo>
                    <a:pt x="286" y="3504"/>
                  </a:lnTo>
                  <a:lnTo>
                    <a:pt x="412" y="3698"/>
                  </a:lnTo>
                  <a:lnTo>
                    <a:pt x="549" y="3881"/>
                  </a:lnTo>
                  <a:lnTo>
                    <a:pt x="697" y="4052"/>
                  </a:lnTo>
                  <a:lnTo>
                    <a:pt x="868" y="4200"/>
                  </a:lnTo>
                  <a:lnTo>
                    <a:pt x="1051" y="4337"/>
                  </a:lnTo>
                  <a:lnTo>
                    <a:pt x="1245" y="4463"/>
                  </a:lnTo>
                  <a:lnTo>
                    <a:pt x="1450" y="4565"/>
                  </a:lnTo>
                  <a:lnTo>
                    <a:pt x="1679" y="4645"/>
                  </a:lnTo>
                  <a:lnTo>
                    <a:pt x="1907" y="4702"/>
                  </a:lnTo>
                  <a:lnTo>
                    <a:pt x="2135" y="4737"/>
                  </a:lnTo>
                  <a:lnTo>
                    <a:pt x="2375" y="4748"/>
                  </a:lnTo>
                  <a:lnTo>
                    <a:pt x="2626" y="4737"/>
                  </a:lnTo>
                  <a:lnTo>
                    <a:pt x="2854" y="4702"/>
                  </a:lnTo>
                  <a:lnTo>
                    <a:pt x="3082" y="4645"/>
                  </a:lnTo>
                  <a:lnTo>
                    <a:pt x="3311" y="4565"/>
                  </a:lnTo>
                  <a:lnTo>
                    <a:pt x="3516" y="4463"/>
                  </a:lnTo>
                  <a:lnTo>
                    <a:pt x="3710" y="4337"/>
                  </a:lnTo>
                  <a:lnTo>
                    <a:pt x="3893" y="4200"/>
                  </a:lnTo>
                  <a:lnTo>
                    <a:pt x="4064" y="4052"/>
                  </a:lnTo>
                  <a:lnTo>
                    <a:pt x="4212" y="3881"/>
                  </a:lnTo>
                  <a:lnTo>
                    <a:pt x="4349" y="3698"/>
                  </a:lnTo>
                  <a:lnTo>
                    <a:pt x="4475" y="3504"/>
                  </a:lnTo>
                  <a:lnTo>
                    <a:pt x="4566" y="3298"/>
                  </a:lnTo>
                  <a:lnTo>
                    <a:pt x="4646" y="3082"/>
                  </a:lnTo>
                  <a:lnTo>
                    <a:pt x="4703" y="2853"/>
                  </a:lnTo>
                  <a:lnTo>
                    <a:pt x="4749" y="2614"/>
                  </a:lnTo>
                  <a:lnTo>
                    <a:pt x="4760" y="2374"/>
                  </a:lnTo>
                  <a:lnTo>
                    <a:pt x="4749" y="2134"/>
                  </a:lnTo>
                  <a:lnTo>
                    <a:pt x="4703" y="1895"/>
                  </a:lnTo>
                  <a:lnTo>
                    <a:pt x="4646" y="1666"/>
                  </a:lnTo>
                  <a:lnTo>
                    <a:pt x="4566" y="1450"/>
                  </a:lnTo>
                  <a:lnTo>
                    <a:pt x="4475" y="1244"/>
                  </a:lnTo>
                  <a:lnTo>
                    <a:pt x="4349" y="1039"/>
                  </a:lnTo>
                  <a:lnTo>
                    <a:pt x="4212" y="856"/>
                  </a:lnTo>
                  <a:lnTo>
                    <a:pt x="4064" y="696"/>
                  </a:lnTo>
                  <a:lnTo>
                    <a:pt x="3893" y="537"/>
                  </a:lnTo>
                  <a:lnTo>
                    <a:pt x="3710" y="400"/>
                  </a:lnTo>
                  <a:lnTo>
                    <a:pt x="3516" y="285"/>
                  </a:lnTo>
                  <a:lnTo>
                    <a:pt x="3311" y="183"/>
                  </a:lnTo>
                  <a:lnTo>
                    <a:pt x="3082" y="103"/>
                  </a:lnTo>
                  <a:lnTo>
                    <a:pt x="2854" y="46"/>
                  </a:lnTo>
                  <a:lnTo>
                    <a:pt x="2626" y="12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2677050" y="4233750"/>
              <a:ext cx="498500" cy="498200"/>
            </a:xfrm>
            <a:custGeom>
              <a:rect b="b" l="l" r="r" t="t"/>
              <a:pathLst>
                <a:path extrusionOk="0" h="19928" w="19940">
                  <a:moveTo>
                    <a:pt x="9964" y="0"/>
                  </a:moveTo>
                  <a:lnTo>
                    <a:pt x="9450" y="12"/>
                  </a:lnTo>
                  <a:lnTo>
                    <a:pt x="8948" y="46"/>
                  </a:lnTo>
                  <a:lnTo>
                    <a:pt x="8446" y="115"/>
                  </a:lnTo>
                  <a:lnTo>
                    <a:pt x="7955" y="194"/>
                  </a:lnTo>
                  <a:lnTo>
                    <a:pt x="7476" y="309"/>
                  </a:lnTo>
                  <a:lnTo>
                    <a:pt x="7008" y="446"/>
                  </a:lnTo>
                  <a:lnTo>
                    <a:pt x="6540" y="605"/>
                  </a:lnTo>
                  <a:lnTo>
                    <a:pt x="6084" y="776"/>
                  </a:lnTo>
                  <a:lnTo>
                    <a:pt x="5650" y="982"/>
                  </a:lnTo>
                  <a:lnTo>
                    <a:pt x="5216" y="1199"/>
                  </a:lnTo>
                  <a:lnTo>
                    <a:pt x="4794" y="1438"/>
                  </a:lnTo>
                  <a:lnTo>
                    <a:pt x="4394" y="1701"/>
                  </a:lnTo>
                  <a:lnTo>
                    <a:pt x="4006" y="1975"/>
                  </a:lnTo>
                  <a:lnTo>
                    <a:pt x="3630" y="2272"/>
                  </a:lnTo>
                  <a:lnTo>
                    <a:pt x="3264" y="2580"/>
                  </a:lnTo>
                  <a:lnTo>
                    <a:pt x="2922" y="2911"/>
                  </a:lnTo>
                  <a:lnTo>
                    <a:pt x="2591" y="3265"/>
                  </a:lnTo>
                  <a:lnTo>
                    <a:pt x="2272" y="3618"/>
                  </a:lnTo>
                  <a:lnTo>
                    <a:pt x="1986" y="3995"/>
                  </a:lnTo>
                  <a:lnTo>
                    <a:pt x="1701" y="4394"/>
                  </a:lnTo>
                  <a:lnTo>
                    <a:pt x="1438" y="4794"/>
                  </a:lnTo>
                  <a:lnTo>
                    <a:pt x="1199" y="5216"/>
                  </a:lnTo>
                  <a:lnTo>
                    <a:pt x="982" y="5638"/>
                  </a:lnTo>
                  <a:lnTo>
                    <a:pt x="788" y="6084"/>
                  </a:lnTo>
                  <a:lnTo>
                    <a:pt x="605" y="6540"/>
                  </a:lnTo>
                  <a:lnTo>
                    <a:pt x="445" y="6997"/>
                  </a:lnTo>
                  <a:lnTo>
                    <a:pt x="320" y="7476"/>
                  </a:lnTo>
                  <a:lnTo>
                    <a:pt x="206" y="7955"/>
                  </a:lnTo>
                  <a:lnTo>
                    <a:pt x="114" y="8446"/>
                  </a:lnTo>
                  <a:lnTo>
                    <a:pt x="57" y="8948"/>
                  </a:lnTo>
                  <a:lnTo>
                    <a:pt x="12" y="9450"/>
                  </a:lnTo>
                  <a:lnTo>
                    <a:pt x="0" y="9964"/>
                  </a:lnTo>
                  <a:lnTo>
                    <a:pt x="12" y="10478"/>
                  </a:lnTo>
                  <a:lnTo>
                    <a:pt x="57" y="10980"/>
                  </a:lnTo>
                  <a:lnTo>
                    <a:pt x="114" y="11482"/>
                  </a:lnTo>
                  <a:lnTo>
                    <a:pt x="206" y="11973"/>
                  </a:lnTo>
                  <a:lnTo>
                    <a:pt x="320" y="12452"/>
                  </a:lnTo>
                  <a:lnTo>
                    <a:pt x="445" y="12931"/>
                  </a:lnTo>
                  <a:lnTo>
                    <a:pt x="605" y="13388"/>
                  </a:lnTo>
                  <a:lnTo>
                    <a:pt x="788" y="13844"/>
                  </a:lnTo>
                  <a:lnTo>
                    <a:pt x="982" y="14278"/>
                  </a:lnTo>
                  <a:lnTo>
                    <a:pt x="1199" y="14712"/>
                  </a:lnTo>
                  <a:lnTo>
                    <a:pt x="1438" y="15134"/>
                  </a:lnTo>
                  <a:lnTo>
                    <a:pt x="1701" y="15534"/>
                  </a:lnTo>
                  <a:lnTo>
                    <a:pt x="1986" y="15922"/>
                  </a:lnTo>
                  <a:lnTo>
                    <a:pt x="2272" y="16298"/>
                  </a:lnTo>
                  <a:lnTo>
                    <a:pt x="2591" y="16664"/>
                  </a:lnTo>
                  <a:lnTo>
                    <a:pt x="2922" y="17006"/>
                  </a:lnTo>
                  <a:lnTo>
                    <a:pt x="3264" y="17337"/>
                  </a:lnTo>
                  <a:lnTo>
                    <a:pt x="3630" y="17656"/>
                  </a:lnTo>
                  <a:lnTo>
                    <a:pt x="4006" y="17953"/>
                  </a:lnTo>
                  <a:lnTo>
                    <a:pt x="4394" y="18227"/>
                  </a:lnTo>
                  <a:lnTo>
                    <a:pt x="4794" y="18490"/>
                  </a:lnTo>
                  <a:lnTo>
                    <a:pt x="5216" y="18729"/>
                  </a:lnTo>
                  <a:lnTo>
                    <a:pt x="5650" y="18946"/>
                  </a:lnTo>
                  <a:lnTo>
                    <a:pt x="6084" y="19140"/>
                  </a:lnTo>
                  <a:lnTo>
                    <a:pt x="6540" y="19323"/>
                  </a:lnTo>
                  <a:lnTo>
                    <a:pt x="7008" y="19483"/>
                  </a:lnTo>
                  <a:lnTo>
                    <a:pt x="7476" y="19620"/>
                  </a:lnTo>
                  <a:lnTo>
                    <a:pt x="7955" y="19722"/>
                  </a:lnTo>
                  <a:lnTo>
                    <a:pt x="8446" y="19814"/>
                  </a:lnTo>
                  <a:lnTo>
                    <a:pt x="8948" y="19882"/>
                  </a:lnTo>
                  <a:lnTo>
                    <a:pt x="9450" y="19916"/>
                  </a:lnTo>
                  <a:lnTo>
                    <a:pt x="9964" y="19928"/>
                  </a:lnTo>
                  <a:lnTo>
                    <a:pt x="10478" y="19916"/>
                  </a:lnTo>
                  <a:lnTo>
                    <a:pt x="10991" y="19882"/>
                  </a:lnTo>
                  <a:lnTo>
                    <a:pt x="11482" y="19814"/>
                  </a:lnTo>
                  <a:lnTo>
                    <a:pt x="11973" y="19722"/>
                  </a:lnTo>
                  <a:lnTo>
                    <a:pt x="12463" y="19620"/>
                  </a:lnTo>
                  <a:lnTo>
                    <a:pt x="12931" y="19483"/>
                  </a:lnTo>
                  <a:lnTo>
                    <a:pt x="13399" y="19323"/>
                  </a:lnTo>
                  <a:lnTo>
                    <a:pt x="13844" y="19140"/>
                  </a:lnTo>
                  <a:lnTo>
                    <a:pt x="14290" y="18946"/>
                  </a:lnTo>
                  <a:lnTo>
                    <a:pt x="14723" y="18729"/>
                  </a:lnTo>
                  <a:lnTo>
                    <a:pt x="15134" y="18490"/>
                  </a:lnTo>
                  <a:lnTo>
                    <a:pt x="15545" y="18227"/>
                  </a:lnTo>
                  <a:lnTo>
                    <a:pt x="15933" y="17953"/>
                  </a:lnTo>
                  <a:lnTo>
                    <a:pt x="16310" y="17656"/>
                  </a:lnTo>
                  <a:lnTo>
                    <a:pt x="16663" y="17337"/>
                  </a:lnTo>
                  <a:lnTo>
                    <a:pt x="17017" y="17006"/>
                  </a:lnTo>
                  <a:lnTo>
                    <a:pt x="17348" y="16664"/>
                  </a:lnTo>
                  <a:lnTo>
                    <a:pt x="17656" y="16298"/>
                  </a:lnTo>
                  <a:lnTo>
                    <a:pt x="17953" y="15922"/>
                  </a:lnTo>
                  <a:lnTo>
                    <a:pt x="18227" y="15534"/>
                  </a:lnTo>
                  <a:lnTo>
                    <a:pt x="18490" y="15134"/>
                  </a:lnTo>
                  <a:lnTo>
                    <a:pt x="18729" y="14712"/>
                  </a:lnTo>
                  <a:lnTo>
                    <a:pt x="18946" y="14278"/>
                  </a:lnTo>
                  <a:lnTo>
                    <a:pt x="19152" y="13844"/>
                  </a:lnTo>
                  <a:lnTo>
                    <a:pt x="19334" y="13388"/>
                  </a:lnTo>
                  <a:lnTo>
                    <a:pt x="19483" y="12931"/>
                  </a:lnTo>
                  <a:lnTo>
                    <a:pt x="19619" y="12452"/>
                  </a:lnTo>
                  <a:lnTo>
                    <a:pt x="19734" y="11973"/>
                  </a:lnTo>
                  <a:lnTo>
                    <a:pt x="19814" y="11482"/>
                  </a:lnTo>
                  <a:lnTo>
                    <a:pt x="19882" y="10980"/>
                  </a:lnTo>
                  <a:lnTo>
                    <a:pt x="19916" y="10478"/>
                  </a:lnTo>
                  <a:lnTo>
                    <a:pt x="19939" y="9964"/>
                  </a:lnTo>
                  <a:lnTo>
                    <a:pt x="19916" y="9450"/>
                  </a:lnTo>
                  <a:lnTo>
                    <a:pt x="19882" y="8948"/>
                  </a:lnTo>
                  <a:lnTo>
                    <a:pt x="19814" y="8446"/>
                  </a:lnTo>
                  <a:lnTo>
                    <a:pt x="19734" y="7955"/>
                  </a:lnTo>
                  <a:lnTo>
                    <a:pt x="19619" y="7476"/>
                  </a:lnTo>
                  <a:lnTo>
                    <a:pt x="19483" y="6997"/>
                  </a:lnTo>
                  <a:lnTo>
                    <a:pt x="19334" y="6540"/>
                  </a:lnTo>
                  <a:lnTo>
                    <a:pt x="19152" y="6084"/>
                  </a:lnTo>
                  <a:lnTo>
                    <a:pt x="18946" y="5638"/>
                  </a:lnTo>
                  <a:lnTo>
                    <a:pt x="18729" y="5216"/>
                  </a:lnTo>
                  <a:lnTo>
                    <a:pt x="18490" y="4794"/>
                  </a:lnTo>
                  <a:lnTo>
                    <a:pt x="18227" y="4394"/>
                  </a:lnTo>
                  <a:lnTo>
                    <a:pt x="17953" y="3995"/>
                  </a:lnTo>
                  <a:lnTo>
                    <a:pt x="17656" y="3618"/>
                  </a:lnTo>
                  <a:lnTo>
                    <a:pt x="17348" y="3265"/>
                  </a:lnTo>
                  <a:lnTo>
                    <a:pt x="17017" y="2911"/>
                  </a:lnTo>
                  <a:lnTo>
                    <a:pt x="16663" y="2580"/>
                  </a:lnTo>
                  <a:lnTo>
                    <a:pt x="16310" y="2272"/>
                  </a:lnTo>
                  <a:lnTo>
                    <a:pt x="15933" y="1975"/>
                  </a:lnTo>
                  <a:lnTo>
                    <a:pt x="15545" y="1701"/>
                  </a:lnTo>
                  <a:lnTo>
                    <a:pt x="15134" y="1438"/>
                  </a:lnTo>
                  <a:lnTo>
                    <a:pt x="14723" y="1199"/>
                  </a:lnTo>
                  <a:lnTo>
                    <a:pt x="14290" y="982"/>
                  </a:lnTo>
                  <a:lnTo>
                    <a:pt x="13844" y="776"/>
                  </a:lnTo>
                  <a:lnTo>
                    <a:pt x="13399" y="605"/>
                  </a:lnTo>
                  <a:lnTo>
                    <a:pt x="12931" y="446"/>
                  </a:lnTo>
                  <a:lnTo>
                    <a:pt x="12463" y="309"/>
                  </a:lnTo>
                  <a:lnTo>
                    <a:pt x="11973" y="194"/>
                  </a:lnTo>
                  <a:lnTo>
                    <a:pt x="11482" y="115"/>
                  </a:lnTo>
                  <a:lnTo>
                    <a:pt x="10991" y="46"/>
                  </a:lnTo>
                  <a:lnTo>
                    <a:pt x="10478" y="12"/>
                  </a:lnTo>
                  <a:lnTo>
                    <a:pt x="9964" y="0"/>
                  </a:lnTo>
                  <a:close/>
                </a:path>
              </a:pathLst>
            </a:custGeom>
            <a:solidFill>
              <a:srgbClr val="3627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2773775" y="4330475"/>
              <a:ext cx="304750" cy="304750"/>
            </a:xfrm>
            <a:custGeom>
              <a:rect b="b" l="l" r="r" t="t"/>
              <a:pathLst>
                <a:path extrusionOk="0" h="12190" w="12190">
                  <a:moveTo>
                    <a:pt x="5787" y="0"/>
                  </a:moveTo>
                  <a:lnTo>
                    <a:pt x="5479" y="23"/>
                  </a:lnTo>
                  <a:lnTo>
                    <a:pt x="5171" y="69"/>
                  </a:lnTo>
                  <a:lnTo>
                    <a:pt x="4874" y="115"/>
                  </a:lnTo>
                  <a:lnTo>
                    <a:pt x="4577" y="183"/>
                  </a:lnTo>
                  <a:lnTo>
                    <a:pt x="4280" y="274"/>
                  </a:lnTo>
                  <a:lnTo>
                    <a:pt x="4006" y="366"/>
                  </a:lnTo>
                  <a:lnTo>
                    <a:pt x="3721" y="480"/>
                  </a:lnTo>
                  <a:lnTo>
                    <a:pt x="3459" y="594"/>
                  </a:lnTo>
                  <a:lnTo>
                    <a:pt x="3196" y="731"/>
                  </a:lnTo>
                  <a:lnTo>
                    <a:pt x="2934" y="879"/>
                  </a:lnTo>
                  <a:lnTo>
                    <a:pt x="2694" y="1039"/>
                  </a:lnTo>
                  <a:lnTo>
                    <a:pt x="2454" y="1210"/>
                  </a:lnTo>
                  <a:lnTo>
                    <a:pt x="2215" y="1393"/>
                  </a:lnTo>
                  <a:lnTo>
                    <a:pt x="1998" y="1575"/>
                  </a:lnTo>
                  <a:lnTo>
                    <a:pt x="1792" y="1781"/>
                  </a:lnTo>
                  <a:lnTo>
                    <a:pt x="1587" y="1998"/>
                  </a:lnTo>
                  <a:lnTo>
                    <a:pt x="1393" y="2215"/>
                  </a:lnTo>
                  <a:lnTo>
                    <a:pt x="1210" y="2443"/>
                  </a:lnTo>
                  <a:lnTo>
                    <a:pt x="1039" y="2683"/>
                  </a:lnTo>
                  <a:lnTo>
                    <a:pt x="879" y="2934"/>
                  </a:lnTo>
                  <a:lnTo>
                    <a:pt x="742" y="3185"/>
                  </a:lnTo>
                  <a:lnTo>
                    <a:pt x="605" y="3447"/>
                  </a:lnTo>
                  <a:lnTo>
                    <a:pt x="480" y="3721"/>
                  </a:lnTo>
                  <a:lnTo>
                    <a:pt x="377" y="3995"/>
                  </a:lnTo>
                  <a:lnTo>
                    <a:pt x="274" y="4280"/>
                  </a:lnTo>
                  <a:lnTo>
                    <a:pt x="194" y="4566"/>
                  </a:lnTo>
                  <a:lnTo>
                    <a:pt x="126" y="4862"/>
                  </a:lnTo>
                  <a:lnTo>
                    <a:pt x="69" y="5159"/>
                  </a:lnTo>
                  <a:lnTo>
                    <a:pt x="35" y="5467"/>
                  </a:lnTo>
                  <a:lnTo>
                    <a:pt x="12" y="5775"/>
                  </a:lnTo>
                  <a:lnTo>
                    <a:pt x="0" y="6095"/>
                  </a:lnTo>
                  <a:lnTo>
                    <a:pt x="12" y="6403"/>
                  </a:lnTo>
                  <a:lnTo>
                    <a:pt x="35" y="6711"/>
                  </a:lnTo>
                  <a:lnTo>
                    <a:pt x="69" y="7019"/>
                  </a:lnTo>
                  <a:lnTo>
                    <a:pt x="126" y="7316"/>
                  </a:lnTo>
                  <a:lnTo>
                    <a:pt x="194" y="7613"/>
                  </a:lnTo>
                  <a:lnTo>
                    <a:pt x="274" y="7910"/>
                  </a:lnTo>
                  <a:lnTo>
                    <a:pt x="377" y="8195"/>
                  </a:lnTo>
                  <a:lnTo>
                    <a:pt x="480" y="8469"/>
                  </a:lnTo>
                  <a:lnTo>
                    <a:pt x="605" y="8731"/>
                  </a:lnTo>
                  <a:lnTo>
                    <a:pt x="742" y="8994"/>
                  </a:lnTo>
                  <a:lnTo>
                    <a:pt x="879" y="9256"/>
                  </a:lnTo>
                  <a:lnTo>
                    <a:pt x="1039" y="9508"/>
                  </a:lnTo>
                  <a:lnTo>
                    <a:pt x="1210" y="9736"/>
                  </a:lnTo>
                  <a:lnTo>
                    <a:pt x="1393" y="9975"/>
                  </a:lnTo>
                  <a:lnTo>
                    <a:pt x="1587" y="10192"/>
                  </a:lnTo>
                  <a:lnTo>
                    <a:pt x="1792" y="10409"/>
                  </a:lnTo>
                  <a:lnTo>
                    <a:pt x="1998" y="10603"/>
                  </a:lnTo>
                  <a:lnTo>
                    <a:pt x="2215" y="10797"/>
                  </a:lnTo>
                  <a:lnTo>
                    <a:pt x="2454" y="10980"/>
                  </a:lnTo>
                  <a:lnTo>
                    <a:pt x="2694" y="11151"/>
                  </a:lnTo>
                  <a:lnTo>
                    <a:pt x="2934" y="11311"/>
                  </a:lnTo>
                  <a:lnTo>
                    <a:pt x="3196" y="11459"/>
                  </a:lnTo>
                  <a:lnTo>
                    <a:pt x="3459" y="11585"/>
                  </a:lnTo>
                  <a:lnTo>
                    <a:pt x="3721" y="11710"/>
                  </a:lnTo>
                  <a:lnTo>
                    <a:pt x="4006" y="11824"/>
                  </a:lnTo>
                  <a:lnTo>
                    <a:pt x="4280" y="11916"/>
                  </a:lnTo>
                  <a:lnTo>
                    <a:pt x="4577" y="11996"/>
                  </a:lnTo>
                  <a:lnTo>
                    <a:pt x="4874" y="12064"/>
                  </a:lnTo>
                  <a:lnTo>
                    <a:pt x="5171" y="12121"/>
                  </a:lnTo>
                  <a:lnTo>
                    <a:pt x="5479" y="12155"/>
                  </a:lnTo>
                  <a:lnTo>
                    <a:pt x="5787" y="12178"/>
                  </a:lnTo>
                  <a:lnTo>
                    <a:pt x="6095" y="12190"/>
                  </a:lnTo>
                  <a:lnTo>
                    <a:pt x="6415" y="12178"/>
                  </a:lnTo>
                  <a:lnTo>
                    <a:pt x="6723" y="12155"/>
                  </a:lnTo>
                  <a:lnTo>
                    <a:pt x="7031" y="12121"/>
                  </a:lnTo>
                  <a:lnTo>
                    <a:pt x="7328" y="12064"/>
                  </a:lnTo>
                  <a:lnTo>
                    <a:pt x="7624" y="11996"/>
                  </a:lnTo>
                  <a:lnTo>
                    <a:pt x="7910" y="11916"/>
                  </a:lnTo>
                  <a:lnTo>
                    <a:pt x="8195" y="11824"/>
                  </a:lnTo>
                  <a:lnTo>
                    <a:pt x="8469" y="11710"/>
                  </a:lnTo>
                  <a:lnTo>
                    <a:pt x="8743" y="11585"/>
                  </a:lnTo>
                  <a:lnTo>
                    <a:pt x="9005" y="11459"/>
                  </a:lnTo>
                  <a:lnTo>
                    <a:pt x="9256" y="11311"/>
                  </a:lnTo>
                  <a:lnTo>
                    <a:pt x="9508" y="11151"/>
                  </a:lnTo>
                  <a:lnTo>
                    <a:pt x="9747" y="10980"/>
                  </a:lnTo>
                  <a:lnTo>
                    <a:pt x="9975" y="10797"/>
                  </a:lnTo>
                  <a:lnTo>
                    <a:pt x="10192" y="10603"/>
                  </a:lnTo>
                  <a:lnTo>
                    <a:pt x="10409" y="10409"/>
                  </a:lnTo>
                  <a:lnTo>
                    <a:pt x="10615" y="10192"/>
                  </a:lnTo>
                  <a:lnTo>
                    <a:pt x="10809" y="9975"/>
                  </a:lnTo>
                  <a:lnTo>
                    <a:pt x="10980" y="9736"/>
                  </a:lnTo>
                  <a:lnTo>
                    <a:pt x="11151" y="9508"/>
                  </a:lnTo>
                  <a:lnTo>
                    <a:pt x="11311" y="9256"/>
                  </a:lnTo>
                  <a:lnTo>
                    <a:pt x="11459" y="8994"/>
                  </a:lnTo>
                  <a:lnTo>
                    <a:pt x="11596" y="8731"/>
                  </a:lnTo>
                  <a:lnTo>
                    <a:pt x="11722" y="8469"/>
                  </a:lnTo>
                  <a:lnTo>
                    <a:pt x="11824" y="8195"/>
                  </a:lnTo>
                  <a:lnTo>
                    <a:pt x="11916" y="7910"/>
                  </a:lnTo>
                  <a:lnTo>
                    <a:pt x="12007" y="7613"/>
                  </a:lnTo>
                  <a:lnTo>
                    <a:pt x="12075" y="7316"/>
                  </a:lnTo>
                  <a:lnTo>
                    <a:pt x="12121" y="7019"/>
                  </a:lnTo>
                  <a:lnTo>
                    <a:pt x="12167" y="6711"/>
                  </a:lnTo>
                  <a:lnTo>
                    <a:pt x="12190" y="6403"/>
                  </a:lnTo>
                  <a:lnTo>
                    <a:pt x="12190" y="6095"/>
                  </a:lnTo>
                  <a:lnTo>
                    <a:pt x="12190" y="5775"/>
                  </a:lnTo>
                  <a:lnTo>
                    <a:pt x="12167" y="5467"/>
                  </a:lnTo>
                  <a:lnTo>
                    <a:pt x="12121" y="5159"/>
                  </a:lnTo>
                  <a:lnTo>
                    <a:pt x="12075" y="4862"/>
                  </a:lnTo>
                  <a:lnTo>
                    <a:pt x="12007" y="4566"/>
                  </a:lnTo>
                  <a:lnTo>
                    <a:pt x="11916" y="4280"/>
                  </a:lnTo>
                  <a:lnTo>
                    <a:pt x="11824" y="3995"/>
                  </a:lnTo>
                  <a:lnTo>
                    <a:pt x="11722" y="3721"/>
                  </a:lnTo>
                  <a:lnTo>
                    <a:pt x="11596" y="3447"/>
                  </a:lnTo>
                  <a:lnTo>
                    <a:pt x="11459" y="3185"/>
                  </a:lnTo>
                  <a:lnTo>
                    <a:pt x="11311" y="2934"/>
                  </a:lnTo>
                  <a:lnTo>
                    <a:pt x="11151" y="2683"/>
                  </a:lnTo>
                  <a:lnTo>
                    <a:pt x="10980" y="2443"/>
                  </a:lnTo>
                  <a:lnTo>
                    <a:pt x="10809" y="2215"/>
                  </a:lnTo>
                  <a:lnTo>
                    <a:pt x="10615" y="1998"/>
                  </a:lnTo>
                  <a:lnTo>
                    <a:pt x="10409" y="1781"/>
                  </a:lnTo>
                  <a:lnTo>
                    <a:pt x="10192" y="1575"/>
                  </a:lnTo>
                  <a:lnTo>
                    <a:pt x="9975" y="1393"/>
                  </a:lnTo>
                  <a:lnTo>
                    <a:pt x="9747" y="1210"/>
                  </a:lnTo>
                  <a:lnTo>
                    <a:pt x="9508" y="1039"/>
                  </a:lnTo>
                  <a:lnTo>
                    <a:pt x="9256" y="879"/>
                  </a:lnTo>
                  <a:lnTo>
                    <a:pt x="9005" y="731"/>
                  </a:lnTo>
                  <a:lnTo>
                    <a:pt x="8743" y="594"/>
                  </a:lnTo>
                  <a:lnTo>
                    <a:pt x="8469" y="480"/>
                  </a:lnTo>
                  <a:lnTo>
                    <a:pt x="8195" y="366"/>
                  </a:lnTo>
                  <a:lnTo>
                    <a:pt x="7910" y="274"/>
                  </a:lnTo>
                  <a:lnTo>
                    <a:pt x="7624" y="183"/>
                  </a:lnTo>
                  <a:lnTo>
                    <a:pt x="7328" y="115"/>
                  </a:lnTo>
                  <a:lnTo>
                    <a:pt x="7031" y="69"/>
                  </a:lnTo>
                  <a:lnTo>
                    <a:pt x="6723" y="23"/>
                  </a:lnTo>
                  <a:lnTo>
                    <a:pt x="6415" y="0"/>
                  </a:ln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2866800" y="4423500"/>
              <a:ext cx="118700" cy="118700"/>
            </a:xfrm>
            <a:custGeom>
              <a:rect b="b" l="l" r="r" t="t"/>
              <a:pathLst>
                <a:path extrusionOk="0" h="4748" w="4748">
                  <a:moveTo>
                    <a:pt x="2374" y="0"/>
                  </a:moveTo>
                  <a:lnTo>
                    <a:pt x="2134" y="12"/>
                  </a:lnTo>
                  <a:lnTo>
                    <a:pt x="1895" y="46"/>
                  </a:lnTo>
                  <a:lnTo>
                    <a:pt x="1666" y="103"/>
                  </a:lnTo>
                  <a:lnTo>
                    <a:pt x="1450" y="183"/>
                  </a:lnTo>
                  <a:lnTo>
                    <a:pt x="1244" y="285"/>
                  </a:lnTo>
                  <a:lnTo>
                    <a:pt x="1050" y="400"/>
                  </a:lnTo>
                  <a:lnTo>
                    <a:pt x="867" y="537"/>
                  </a:lnTo>
                  <a:lnTo>
                    <a:pt x="696" y="696"/>
                  </a:lnTo>
                  <a:lnTo>
                    <a:pt x="548" y="856"/>
                  </a:lnTo>
                  <a:lnTo>
                    <a:pt x="411" y="1039"/>
                  </a:lnTo>
                  <a:lnTo>
                    <a:pt x="285" y="1244"/>
                  </a:lnTo>
                  <a:lnTo>
                    <a:pt x="183" y="1450"/>
                  </a:lnTo>
                  <a:lnTo>
                    <a:pt x="103" y="1666"/>
                  </a:lnTo>
                  <a:lnTo>
                    <a:pt x="46" y="1895"/>
                  </a:lnTo>
                  <a:lnTo>
                    <a:pt x="11" y="2134"/>
                  </a:lnTo>
                  <a:lnTo>
                    <a:pt x="0" y="2374"/>
                  </a:lnTo>
                  <a:lnTo>
                    <a:pt x="11" y="2614"/>
                  </a:lnTo>
                  <a:lnTo>
                    <a:pt x="46" y="2853"/>
                  </a:lnTo>
                  <a:lnTo>
                    <a:pt x="103" y="3082"/>
                  </a:lnTo>
                  <a:lnTo>
                    <a:pt x="183" y="3298"/>
                  </a:lnTo>
                  <a:lnTo>
                    <a:pt x="285" y="3504"/>
                  </a:lnTo>
                  <a:lnTo>
                    <a:pt x="411" y="3698"/>
                  </a:lnTo>
                  <a:lnTo>
                    <a:pt x="548" y="3881"/>
                  </a:lnTo>
                  <a:lnTo>
                    <a:pt x="696" y="4052"/>
                  </a:lnTo>
                  <a:lnTo>
                    <a:pt x="867" y="4200"/>
                  </a:lnTo>
                  <a:lnTo>
                    <a:pt x="1050" y="4337"/>
                  </a:lnTo>
                  <a:lnTo>
                    <a:pt x="1244" y="4463"/>
                  </a:lnTo>
                  <a:lnTo>
                    <a:pt x="1450" y="4565"/>
                  </a:lnTo>
                  <a:lnTo>
                    <a:pt x="1666" y="4645"/>
                  </a:lnTo>
                  <a:lnTo>
                    <a:pt x="1895" y="4702"/>
                  </a:lnTo>
                  <a:lnTo>
                    <a:pt x="2134" y="4737"/>
                  </a:lnTo>
                  <a:lnTo>
                    <a:pt x="2374" y="4748"/>
                  </a:lnTo>
                  <a:lnTo>
                    <a:pt x="2625" y="4737"/>
                  </a:lnTo>
                  <a:lnTo>
                    <a:pt x="2853" y="4702"/>
                  </a:lnTo>
                  <a:lnTo>
                    <a:pt x="3082" y="4645"/>
                  </a:lnTo>
                  <a:lnTo>
                    <a:pt x="3298" y="4565"/>
                  </a:lnTo>
                  <a:lnTo>
                    <a:pt x="3515" y="4463"/>
                  </a:lnTo>
                  <a:lnTo>
                    <a:pt x="3709" y="4337"/>
                  </a:lnTo>
                  <a:lnTo>
                    <a:pt x="3892" y="4200"/>
                  </a:lnTo>
                  <a:lnTo>
                    <a:pt x="4052" y="4052"/>
                  </a:lnTo>
                  <a:lnTo>
                    <a:pt x="4212" y="3881"/>
                  </a:lnTo>
                  <a:lnTo>
                    <a:pt x="4348" y="3698"/>
                  </a:lnTo>
                  <a:lnTo>
                    <a:pt x="4463" y="3504"/>
                  </a:lnTo>
                  <a:lnTo>
                    <a:pt x="4565" y="3298"/>
                  </a:lnTo>
                  <a:lnTo>
                    <a:pt x="4645" y="3082"/>
                  </a:lnTo>
                  <a:lnTo>
                    <a:pt x="4702" y="2853"/>
                  </a:lnTo>
                  <a:lnTo>
                    <a:pt x="4737" y="2614"/>
                  </a:lnTo>
                  <a:lnTo>
                    <a:pt x="4748" y="2374"/>
                  </a:lnTo>
                  <a:lnTo>
                    <a:pt x="4737" y="2134"/>
                  </a:lnTo>
                  <a:lnTo>
                    <a:pt x="4702" y="1895"/>
                  </a:lnTo>
                  <a:lnTo>
                    <a:pt x="4645" y="1666"/>
                  </a:lnTo>
                  <a:lnTo>
                    <a:pt x="4565" y="1450"/>
                  </a:lnTo>
                  <a:lnTo>
                    <a:pt x="4463" y="1244"/>
                  </a:lnTo>
                  <a:lnTo>
                    <a:pt x="4348" y="1039"/>
                  </a:lnTo>
                  <a:lnTo>
                    <a:pt x="4212" y="856"/>
                  </a:lnTo>
                  <a:lnTo>
                    <a:pt x="4052" y="696"/>
                  </a:lnTo>
                  <a:lnTo>
                    <a:pt x="3892" y="537"/>
                  </a:lnTo>
                  <a:lnTo>
                    <a:pt x="3709" y="400"/>
                  </a:lnTo>
                  <a:lnTo>
                    <a:pt x="3515" y="285"/>
                  </a:lnTo>
                  <a:lnTo>
                    <a:pt x="3298" y="183"/>
                  </a:lnTo>
                  <a:lnTo>
                    <a:pt x="3082" y="103"/>
                  </a:lnTo>
                  <a:lnTo>
                    <a:pt x="2853" y="46"/>
                  </a:lnTo>
                  <a:lnTo>
                    <a:pt x="2625" y="12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932850" y="3491600"/>
              <a:ext cx="191475" cy="386375"/>
            </a:xfrm>
            <a:custGeom>
              <a:rect b="b" l="l" r="r" t="t"/>
              <a:pathLst>
                <a:path extrusionOk="0" h="15455" w="7659">
                  <a:moveTo>
                    <a:pt x="1518" y="1"/>
                  </a:moveTo>
                  <a:lnTo>
                    <a:pt x="1358" y="12"/>
                  </a:lnTo>
                  <a:lnTo>
                    <a:pt x="1210" y="35"/>
                  </a:lnTo>
                  <a:lnTo>
                    <a:pt x="1061" y="69"/>
                  </a:lnTo>
                  <a:lnTo>
                    <a:pt x="924" y="126"/>
                  </a:lnTo>
                  <a:lnTo>
                    <a:pt x="788" y="195"/>
                  </a:lnTo>
                  <a:lnTo>
                    <a:pt x="662" y="263"/>
                  </a:lnTo>
                  <a:lnTo>
                    <a:pt x="548" y="355"/>
                  </a:lnTo>
                  <a:lnTo>
                    <a:pt x="445" y="446"/>
                  </a:lnTo>
                  <a:lnTo>
                    <a:pt x="342" y="560"/>
                  </a:lnTo>
                  <a:lnTo>
                    <a:pt x="251" y="674"/>
                  </a:lnTo>
                  <a:lnTo>
                    <a:pt x="183" y="800"/>
                  </a:lnTo>
                  <a:lnTo>
                    <a:pt x="114" y="937"/>
                  </a:lnTo>
                  <a:lnTo>
                    <a:pt x="68" y="1074"/>
                  </a:lnTo>
                  <a:lnTo>
                    <a:pt x="23" y="1222"/>
                  </a:lnTo>
                  <a:lnTo>
                    <a:pt x="0" y="1370"/>
                  </a:lnTo>
                  <a:lnTo>
                    <a:pt x="0" y="1530"/>
                  </a:lnTo>
                  <a:lnTo>
                    <a:pt x="0" y="13936"/>
                  </a:lnTo>
                  <a:lnTo>
                    <a:pt x="0" y="14085"/>
                  </a:lnTo>
                  <a:lnTo>
                    <a:pt x="23" y="14244"/>
                  </a:lnTo>
                  <a:lnTo>
                    <a:pt x="68" y="14381"/>
                  </a:lnTo>
                  <a:lnTo>
                    <a:pt x="114" y="14530"/>
                  </a:lnTo>
                  <a:lnTo>
                    <a:pt x="183" y="14655"/>
                  </a:lnTo>
                  <a:lnTo>
                    <a:pt x="251" y="14781"/>
                  </a:lnTo>
                  <a:lnTo>
                    <a:pt x="342" y="14895"/>
                  </a:lnTo>
                  <a:lnTo>
                    <a:pt x="445" y="15009"/>
                  </a:lnTo>
                  <a:lnTo>
                    <a:pt x="548" y="15112"/>
                  </a:lnTo>
                  <a:lnTo>
                    <a:pt x="662" y="15192"/>
                  </a:lnTo>
                  <a:lnTo>
                    <a:pt x="788" y="15272"/>
                  </a:lnTo>
                  <a:lnTo>
                    <a:pt x="924" y="15329"/>
                  </a:lnTo>
                  <a:lnTo>
                    <a:pt x="1061" y="15386"/>
                  </a:lnTo>
                  <a:lnTo>
                    <a:pt x="1210" y="15420"/>
                  </a:lnTo>
                  <a:lnTo>
                    <a:pt x="1358" y="15443"/>
                  </a:lnTo>
                  <a:lnTo>
                    <a:pt x="1518" y="15454"/>
                  </a:lnTo>
                  <a:lnTo>
                    <a:pt x="6140" y="15454"/>
                  </a:lnTo>
                  <a:lnTo>
                    <a:pt x="6289" y="15443"/>
                  </a:lnTo>
                  <a:lnTo>
                    <a:pt x="6437" y="15420"/>
                  </a:lnTo>
                  <a:lnTo>
                    <a:pt x="6585" y="15386"/>
                  </a:lnTo>
                  <a:lnTo>
                    <a:pt x="6722" y="15329"/>
                  </a:lnTo>
                  <a:lnTo>
                    <a:pt x="6859" y="15272"/>
                  </a:lnTo>
                  <a:lnTo>
                    <a:pt x="6985" y="15192"/>
                  </a:lnTo>
                  <a:lnTo>
                    <a:pt x="7099" y="15112"/>
                  </a:lnTo>
                  <a:lnTo>
                    <a:pt x="7213" y="15009"/>
                  </a:lnTo>
                  <a:lnTo>
                    <a:pt x="7304" y="14895"/>
                  </a:lnTo>
                  <a:lnTo>
                    <a:pt x="7396" y="14781"/>
                  </a:lnTo>
                  <a:lnTo>
                    <a:pt x="7476" y="14655"/>
                  </a:lnTo>
                  <a:lnTo>
                    <a:pt x="7533" y="14530"/>
                  </a:lnTo>
                  <a:lnTo>
                    <a:pt x="7590" y="14381"/>
                  </a:lnTo>
                  <a:lnTo>
                    <a:pt x="7624" y="14244"/>
                  </a:lnTo>
                  <a:lnTo>
                    <a:pt x="7647" y="14085"/>
                  </a:lnTo>
                  <a:lnTo>
                    <a:pt x="7658" y="13936"/>
                  </a:lnTo>
                  <a:lnTo>
                    <a:pt x="7658" y="1530"/>
                  </a:lnTo>
                  <a:lnTo>
                    <a:pt x="7647" y="1370"/>
                  </a:lnTo>
                  <a:lnTo>
                    <a:pt x="7624" y="1222"/>
                  </a:lnTo>
                  <a:lnTo>
                    <a:pt x="7590" y="1074"/>
                  </a:lnTo>
                  <a:lnTo>
                    <a:pt x="7533" y="937"/>
                  </a:lnTo>
                  <a:lnTo>
                    <a:pt x="7476" y="800"/>
                  </a:lnTo>
                  <a:lnTo>
                    <a:pt x="7396" y="674"/>
                  </a:lnTo>
                  <a:lnTo>
                    <a:pt x="7304" y="560"/>
                  </a:lnTo>
                  <a:lnTo>
                    <a:pt x="7213" y="446"/>
                  </a:lnTo>
                  <a:lnTo>
                    <a:pt x="7099" y="355"/>
                  </a:lnTo>
                  <a:lnTo>
                    <a:pt x="6985" y="263"/>
                  </a:lnTo>
                  <a:lnTo>
                    <a:pt x="6859" y="195"/>
                  </a:lnTo>
                  <a:lnTo>
                    <a:pt x="6722" y="126"/>
                  </a:lnTo>
                  <a:lnTo>
                    <a:pt x="6585" y="69"/>
                  </a:lnTo>
                  <a:lnTo>
                    <a:pt x="6437" y="35"/>
                  </a:lnTo>
                  <a:lnTo>
                    <a:pt x="6289" y="12"/>
                  </a:lnTo>
                  <a:lnTo>
                    <a:pt x="6140" y="1"/>
                  </a:lnTo>
                  <a:close/>
                </a:path>
              </a:pathLst>
            </a:custGeom>
            <a:solidFill>
              <a:srgbClr val="C6FF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689750" y="3491600"/>
              <a:ext cx="198325" cy="386375"/>
            </a:xfrm>
            <a:custGeom>
              <a:rect b="b" l="l" r="r" t="t"/>
              <a:pathLst>
                <a:path extrusionOk="0" h="15455" w="7933">
                  <a:moveTo>
                    <a:pt x="4816" y="1"/>
                  </a:moveTo>
                  <a:lnTo>
                    <a:pt x="4645" y="12"/>
                  </a:lnTo>
                  <a:lnTo>
                    <a:pt x="4474" y="35"/>
                  </a:lnTo>
                  <a:lnTo>
                    <a:pt x="4314" y="69"/>
                  </a:lnTo>
                  <a:lnTo>
                    <a:pt x="4154" y="115"/>
                  </a:lnTo>
                  <a:lnTo>
                    <a:pt x="4006" y="184"/>
                  </a:lnTo>
                  <a:lnTo>
                    <a:pt x="3858" y="252"/>
                  </a:lnTo>
                  <a:lnTo>
                    <a:pt x="3721" y="332"/>
                  </a:lnTo>
                  <a:lnTo>
                    <a:pt x="3584" y="435"/>
                  </a:lnTo>
                  <a:lnTo>
                    <a:pt x="3470" y="537"/>
                  </a:lnTo>
                  <a:lnTo>
                    <a:pt x="3355" y="651"/>
                  </a:lnTo>
                  <a:lnTo>
                    <a:pt x="3241" y="777"/>
                  </a:lnTo>
                  <a:lnTo>
                    <a:pt x="3150" y="914"/>
                  </a:lnTo>
                  <a:lnTo>
                    <a:pt x="3070" y="1051"/>
                  </a:lnTo>
                  <a:lnTo>
                    <a:pt x="3002" y="1199"/>
                  </a:lnTo>
                  <a:lnTo>
                    <a:pt x="2933" y="1359"/>
                  </a:lnTo>
                  <a:lnTo>
                    <a:pt x="2888" y="1530"/>
                  </a:lnTo>
                  <a:lnTo>
                    <a:pt x="46" y="13560"/>
                  </a:lnTo>
                  <a:lnTo>
                    <a:pt x="11" y="13742"/>
                  </a:lnTo>
                  <a:lnTo>
                    <a:pt x="0" y="13913"/>
                  </a:lnTo>
                  <a:lnTo>
                    <a:pt x="11" y="14096"/>
                  </a:lnTo>
                  <a:lnTo>
                    <a:pt x="34" y="14256"/>
                  </a:lnTo>
                  <a:lnTo>
                    <a:pt x="91" y="14427"/>
                  </a:lnTo>
                  <a:lnTo>
                    <a:pt x="148" y="14587"/>
                  </a:lnTo>
                  <a:lnTo>
                    <a:pt x="240" y="14735"/>
                  </a:lnTo>
                  <a:lnTo>
                    <a:pt x="331" y="14872"/>
                  </a:lnTo>
                  <a:lnTo>
                    <a:pt x="445" y="14998"/>
                  </a:lnTo>
                  <a:lnTo>
                    <a:pt x="571" y="15112"/>
                  </a:lnTo>
                  <a:lnTo>
                    <a:pt x="708" y="15203"/>
                  </a:lnTo>
                  <a:lnTo>
                    <a:pt x="856" y="15294"/>
                  </a:lnTo>
                  <a:lnTo>
                    <a:pt x="1016" y="15363"/>
                  </a:lnTo>
                  <a:lnTo>
                    <a:pt x="1187" y="15409"/>
                  </a:lnTo>
                  <a:lnTo>
                    <a:pt x="1358" y="15443"/>
                  </a:lnTo>
                  <a:lnTo>
                    <a:pt x="1541" y="15454"/>
                  </a:lnTo>
                  <a:lnTo>
                    <a:pt x="6391" y="15454"/>
                  </a:lnTo>
                  <a:lnTo>
                    <a:pt x="6551" y="15443"/>
                  </a:lnTo>
                  <a:lnTo>
                    <a:pt x="6700" y="15420"/>
                  </a:lnTo>
                  <a:lnTo>
                    <a:pt x="6848" y="15386"/>
                  </a:lnTo>
                  <a:lnTo>
                    <a:pt x="6996" y="15329"/>
                  </a:lnTo>
                  <a:lnTo>
                    <a:pt x="7122" y="15272"/>
                  </a:lnTo>
                  <a:lnTo>
                    <a:pt x="7247" y="15192"/>
                  </a:lnTo>
                  <a:lnTo>
                    <a:pt x="7373" y="15100"/>
                  </a:lnTo>
                  <a:lnTo>
                    <a:pt x="7476" y="14998"/>
                  </a:lnTo>
                  <a:lnTo>
                    <a:pt x="7578" y="14895"/>
                  </a:lnTo>
                  <a:lnTo>
                    <a:pt x="7670" y="14769"/>
                  </a:lnTo>
                  <a:lnTo>
                    <a:pt x="7750" y="14644"/>
                  </a:lnTo>
                  <a:lnTo>
                    <a:pt x="7807" y="14507"/>
                  </a:lnTo>
                  <a:lnTo>
                    <a:pt x="7864" y="14370"/>
                  </a:lnTo>
                  <a:lnTo>
                    <a:pt x="7898" y="14222"/>
                  </a:lnTo>
                  <a:lnTo>
                    <a:pt x="7921" y="14073"/>
                  </a:lnTo>
                  <a:lnTo>
                    <a:pt x="7932" y="13913"/>
                  </a:lnTo>
                  <a:lnTo>
                    <a:pt x="7932" y="1553"/>
                  </a:lnTo>
                  <a:lnTo>
                    <a:pt x="7921" y="1393"/>
                  </a:lnTo>
                  <a:lnTo>
                    <a:pt x="7898" y="1234"/>
                  </a:lnTo>
                  <a:lnTo>
                    <a:pt x="7864" y="1085"/>
                  </a:lnTo>
                  <a:lnTo>
                    <a:pt x="7807" y="948"/>
                  </a:lnTo>
                  <a:lnTo>
                    <a:pt x="7750" y="811"/>
                  </a:lnTo>
                  <a:lnTo>
                    <a:pt x="7670" y="686"/>
                  </a:lnTo>
                  <a:lnTo>
                    <a:pt x="7578" y="572"/>
                  </a:lnTo>
                  <a:lnTo>
                    <a:pt x="7476" y="457"/>
                  </a:lnTo>
                  <a:lnTo>
                    <a:pt x="7373" y="355"/>
                  </a:lnTo>
                  <a:lnTo>
                    <a:pt x="7247" y="275"/>
                  </a:lnTo>
                  <a:lnTo>
                    <a:pt x="7122" y="195"/>
                  </a:lnTo>
                  <a:lnTo>
                    <a:pt x="6996" y="126"/>
                  </a:lnTo>
                  <a:lnTo>
                    <a:pt x="6848" y="81"/>
                  </a:lnTo>
                  <a:lnTo>
                    <a:pt x="6700" y="35"/>
                  </a:lnTo>
                  <a:lnTo>
                    <a:pt x="6551" y="12"/>
                  </a:lnTo>
                  <a:lnTo>
                    <a:pt x="6391" y="1"/>
                  </a:lnTo>
                  <a:close/>
                </a:path>
              </a:pathLst>
            </a:custGeom>
            <a:solidFill>
              <a:srgbClr val="C6FF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1168800" y="3491600"/>
              <a:ext cx="232000" cy="386375"/>
            </a:xfrm>
            <a:custGeom>
              <a:rect b="b" l="l" r="r" t="t"/>
              <a:pathLst>
                <a:path extrusionOk="0" h="15455" w="9280">
                  <a:moveTo>
                    <a:pt x="1519" y="1"/>
                  </a:moveTo>
                  <a:lnTo>
                    <a:pt x="1370" y="12"/>
                  </a:lnTo>
                  <a:lnTo>
                    <a:pt x="1222" y="35"/>
                  </a:lnTo>
                  <a:lnTo>
                    <a:pt x="1073" y="69"/>
                  </a:lnTo>
                  <a:lnTo>
                    <a:pt x="937" y="126"/>
                  </a:lnTo>
                  <a:lnTo>
                    <a:pt x="800" y="195"/>
                  </a:lnTo>
                  <a:lnTo>
                    <a:pt x="674" y="263"/>
                  </a:lnTo>
                  <a:lnTo>
                    <a:pt x="560" y="355"/>
                  </a:lnTo>
                  <a:lnTo>
                    <a:pt x="446" y="446"/>
                  </a:lnTo>
                  <a:lnTo>
                    <a:pt x="354" y="560"/>
                  </a:lnTo>
                  <a:lnTo>
                    <a:pt x="263" y="674"/>
                  </a:lnTo>
                  <a:lnTo>
                    <a:pt x="183" y="800"/>
                  </a:lnTo>
                  <a:lnTo>
                    <a:pt x="126" y="937"/>
                  </a:lnTo>
                  <a:lnTo>
                    <a:pt x="69" y="1074"/>
                  </a:lnTo>
                  <a:lnTo>
                    <a:pt x="35" y="1222"/>
                  </a:lnTo>
                  <a:lnTo>
                    <a:pt x="12" y="1370"/>
                  </a:lnTo>
                  <a:lnTo>
                    <a:pt x="1" y="1530"/>
                  </a:lnTo>
                  <a:lnTo>
                    <a:pt x="1" y="13936"/>
                  </a:lnTo>
                  <a:lnTo>
                    <a:pt x="12" y="14085"/>
                  </a:lnTo>
                  <a:lnTo>
                    <a:pt x="35" y="14244"/>
                  </a:lnTo>
                  <a:lnTo>
                    <a:pt x="69" y="14381"/>
                  </a:lnTo>
                  <a:lnTo>
                    <a:pt x="126" y="14530"/>
                  </a:lnTo>
                  <a:lnTo>
                    <a:pt x="183" y="14655"/>
                  </a:lnTo>
                  <a:lnTo>
                    <a:pt x="263" y="14781"/>
                  </a:lnTo>
                  <a:lnTo>
                    <a:pt x="354" y="14895"/>
                  </a:lnTo>
                  <a:lnTo>
                    <a:pt x="446" y="15009"/>
                  </a:lnTo>
                  <a:lnTo>
                    <a:pt x="560" y="15112"/>
                  </a:lnTo>
                  <a:lnTo>
                    <a:pt x="674" y="15192"/>
                  </a:lnTo>
                  <a:lnTo>
                    <a:pt x="800" y="15272"/>
                  </a:lnTo>
                  <a:lnTo>
                    <a:pt x="937" y="15329"/>
                  </a:lnTo>
                  <a:lnTo>
                    <a:pt x="1073" y="15386"/>
                  </a:lnTo>
                  <a:lnTo>
                    <a:pt x="1222" y="15420"/>
                  </a:lnTo>
                  <a:lnTo>
                    <a:pt x="1370" y="15443"/>
                  </a:lnTo>
                  <a:lnTo>
                    <a:pt x="1519" y="15454"/>
                  </a:lnTo>
                  <a:lnTo>
                    <a:pt x="7762" y="15454"/>
                  </a:lnTo>
                  <a:lnTo>
                    <a:pt x="7921" y="15443"/>
                  </a:lnTo>
                  <a:lnTo>
                    <a:pt x="8070" y="15420"/>
                  </a:lnTo>
                  <a:lnTo>
                    <a:pt x="8218" y="15386"/>
                  </a:lnTo>
                  <a:lnTo>
                    <a:pt x="8355" y="15329"/>
                  </a:lnTo>
                  <a:lnTo>
                    <a:pt x="8481" y="15272"/>
                  </a:lnTo>
                  <a:lnTo>
                    <a:pt x="8606" y="15192"/>
                  </a:lnTo>
                  <a:lnTo>
                    <a:pt x="8732" y="15112"/>
                  </a:lnTo>
                  <a:lnTo>
                    <a:pt x="8834" y="15009"/>
                  </a:lnTo>
                  <a:lnTo>
                    <a:pt x="8937" y="14895"/>
                  </a:lnTo>
                  <a:lnTo>
                    <a:pt x="9017" y="14781"/>
                  </a:lnTo>
                  <a:lnTo>
                    <a:pt x="9097" y="14655"/>
                  </a:lnTo>
                  <a:lnTo>
                    <a:pt x="9165" y="14530"/>
                  </a:lnTo>
                  <a:lnTo>
                    <a:pt x="9211" y="14381"/>
                  </a:lnTo>
                  <a:lnTo>
                    <a:pt x="9245" y="14244"/>
                  </a:lnTo>
                  <a:lnTo>
                    <a:pt x="9268" y="14085"/>
                  </a:lnTo>
                  <a:lnTo>
                    <a:pt x="9280" y="13936"/>
                  </a:lnTo>
                  <a:lnTo>
                    <a:pt x="9280" y="1530"/>
                  </a:lnTo>
                  <a:lnTo>
                    <a:pt x="9268" y="1370"/>
                  </a:lnTo>
                  <a:lnTo>
                    <a:pt x="9245" y="1222"/>
                  </a:lnTo>
                  <a:lnTo>
                    <a:pt x="9211" y="1074"/>
                  </a:lnTo>
                  <a:lnTo>
                    <a:pt x="9165" y="937"/>
                  </a:lnTo>
                  <a:lnTo>
                    <a:pt x="9097" y="800"/>
                  </a:lnTo>
                  <a:lnTo>
                    <a:pt x="9017" y="674"/>
                  </a:lnTo>
                  <a:lnTo>
                    <a:pt x="8937" y="560"/>
                  </a:lnTo>
                  <a:lnTo>
                    <a:pt x="8834" y="446"/>
                  </a:lnTo>
                  <a:lnTo>
                    <a:pt x="8732" y="355"/>
                  </a:lnTo>
                  <a:lnTo>
                    <a:pt x="8606" y="263"/>
                  </a:lnTo>
                  <a:lnTo>
                    <a:pt x="8481" y="195"/>
                  </a:lnTo>
                  <a:lnTo>
                    <a:pt x="8355" y="126"/>
                  </a:lnTo>
                  <a:lnTo>
                    <a:pt x="8218" y="69"/>
                  </a:lnTo>
                  <a:lnTo>
                    <a:pt x="8070" y="35"/>
                  </a:lnTo>
                  <a:lnTo>
                    <a:pt x="7921" y="12"/>
                  </a:lnTo>
                  <a:lnTo>
                    <a:pt x="7762" y="1"/>
                  </a:lnTo>
                  <a:close/>
                </a:path>
              </a:pathLst>
            </a:custGeom>
            <a:solidFill>
              <a:srgbClr val="C6FF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3398650" y="4324200"/>
              <a:ext cx="394325" cy="278500"/>
            </a:xfrm>
            <a:custGeom>
              <a:rect b="b" l="l" r="r" t="t"/>
              <a:pathLst>
                <a:path extrusionOk="0" h="11140" w="15773">
                  <a:moveTo>
                    <a:pt x="0" y="0"/>
                  </a:moveTo>
                  <a:lnTo>
                    <a:pt x="0" y="11140"/>
                  </a:lnTo>
                  <a:lnTo>
                    <a:pt x="12007" y="11140"/>
                  </a:lnTo>
                  <a:lnTo>
                    <a:pt x="12212" y="11117"/>
                  </a:lnTo>
                  <a:lnTo>
                    <a:pt x="12418" y="11094"/>
                  </a:lnTo>
                  <a:lnTo>
                    <a:pt x="12612" y="11060"/>
                  </a:lnTo>
                  <a:lnTo>
                    <a:pt x="12794" y="11014"/>
                  </a:lnTo>
                  <a:lnTo>
                    <a:pt x="12988" y="10968"/>
                  </a:lnTo>
                  <a:lnTo>
                    <a:pt x="13171" y="10900"/>
                  </a:lnTo>
                  <a:lnTo>
                    <a:pt x="13353" y="10831"/>
                  </a:lnTo>
                  <a:lnTo>
                    <a:pt x="13525" y="10751"/>
                  </a:lnTo>
                  <a:lnTo>
                    <a:pt x="13696" y="10660"/>
                  </a:lnTo>
                  <a:lnTo>
                    <a:pt x="13867" y="10569"/>
                  </a:lnTo>
                  <a:lnTo>
                    <a:pt x="14027" y="10466"/>
                  </a:lnTo>
                  <a:lnTo>
                    <a:pt x="14175" y="10352"/>
                  </a:lnTo>
                  <a:lnTo>
                    <a:pt x="14324" y="10238"/>
                  </a:lnTo>
                  <a:lnTo>
                    <a:pt x="14472" y="10112"/>
                  </a:lnTo>
                  <a:lnTo>
                    <a:pt x="14609" y="9975"/>
                  </a:lnTo>
                  <a:lnTo>
                    <a:pt x="14746" y="9838"/>
                  </a:lnTo>
                  <a:lnTo>
                    <a:pt x="14871" y="9701"/>
                  </a:lnTo>
                  <a:lnTo>
                    <a:pt x="14986" y="9553"/>
                  </a:lnTo>
                  <a:lnTo>
                    <a:pt x="15100" y="9393"/>
                  </a:lnTo>
                  <a:lnTo>
                    <a:pt x="15202" y="9234"/>
                  </a:lnTo>
                  <a:lnTo>
                    <a:pt x="15294" y="9062"/>
                  </a:lnTo>
                  <a:lnTo>
                    <a:pt x="15385" y="8903"/>
                  </a:lnTo>
                  <a:lnTo>
                    <a:pt x="15465" y="8720"/>
                  </a:lnTo>
                  <a:lnTo>
                    <a:pt x="15533" y="8537"/>
                  </a:lnTo>
                  <a:lnTo>
                    <a:pt x="15590" y="8355"/>
                  </a:lnTo>
                  <a:lnTo>
                    <a:pt x="15647" y="8172"/>
                  </a:lnTo>
                  <a:lnTo>
                    <a:pt x="15693" y="7978"/>
                  </a:lnTo>
                  <a:lnTo>
                    <a:pt x="15727" y="7784"/>
                  </a:lnTo>
                  <a:lnTo>
                    <a:pt x="15750" y="7590"/>
                  </a:lnTo>
                  <a:lnTo>
                    <a:pt x="15762" y="7385"/>
                  </a:lnTo>
                  <a:lnTo>
                    <a:pt x="15773" y="7179"/>
                  </a:lnTo>
                  <a:lnTo>
                    <a:pt x="15773" y="3961"/>
                  </a:lnTo>
                  <a:lnTo>
                    <a:pt x="15762" y="3755"/>
                  </a:lnTo>
                  <a:lnTo>
                    <a:pt x="15750" y="3561"/>
                  </a:lnTo>
                  <a:lnTo>
                    <a:pt x="15727" y="3356"/>
                  </a:lnTo>
                  <a:lnTo>
                    <a:pt x="15693" y="3162"/>
                  </a:lnTo>
                  <a:lnTo>
                    <a:pt x="15647" y="2968"/>
                  </a:lnTo>
                  <a:lnTo>
                    <a:pt x="15590" y="2785"/>
                  </a:lnTo>
                  <a:lnTo>
                    <a:pt x="15533" y="2603"/>
                  </a:lnTo>
                  <a:lnTo>
                    <a:pt x="15465" y="2420"/>
                  </a:lnTo>
                  <a:lnTo>
                    <a:pt x="15385" y="2249"/>
                  </a:lnTo>
                  <a:lnTo>
                    <a:pt x="15294" y="2078"/>
                  </a:lnTo>
                  <a:lnTo>
                    <a:pt x="15202" y="1906"/>
                  </a:lnTo>
                  <a:lnTo>
                    <a:pt x="15100" y="1747"/>
                  </a:lnTo>
                  <a:lnTo>
                    <a:pt x="14986" y="1587"/>
                  </a:lnTo>
                  <a:lnTo>
                    <a:pt x="14871" y="1438"/>
                  </a:lnTo>
                  <a:lnTo>
                    <a:pt x="14746" y="1301"/>
                  </a:lnTo>
                  <a:lnTo>
                    <a:pt x="14609" y="1164"/>
                  </a:lnTo>
                  <a:lnTo>
                    <a:pt x="14472" y="1028"/>
                  </a:lnTo>
                  <a:lnTo>
                    <a:pt x="14324" y="902"/>
                  </a:lnTo>
                  <a:lnTo>
                    <a:pt x="14175" y="788"/>
                  </a:lnTo>
                  <a:lnTo>
                    <a:pt x="14027" y="674"/>
                  </a:lnTo>
                  <a:lnTo>
                    <a:pt x="13867" y="571"/>
                  </a:lnTo>
                  <a:lnTo>
                    <a:pt x="13696" y="480"/>
                  </a:lnTo>
                  <a:lnTo>
                    <a:pt x="13525" y="388"/>
                  </a:lnTo>
                  <a:lnTo>
                    <a:pt x="13353" y="308"/>
                  </a:lnTo>
                  <a:lnTo>
                    <a:pt x="13171" y="240"/>
                  </a:lnTo>
                  <a:lnTo>
                    <a:pt x="12988" y="183"/>
                  </a:lnTo>
                  <a:lnTo>
                    <a:pt x="12794" y="126"/>
                  </a:lnTo>
                  <a:lnTo>
                    <a:pt x="12612" y="80"/>
                  </a:lnTo>
                  <a:lnTo>
                    <a:pt x="12418" y="46"/>
                  </a:lnTo>
                  <a:lnTo>
                    <a:pt x="12212" y="23"/>
                  </a:lnTo>
                  <a:lnTo>
                    <a:pt x="12007" y="0"/>
                  </a:ln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457200" y="4324200"/>
              <a:ext cx="185775" cy="278500"/>
            </a:xfrm>
            <a:custGeom>
              <a:rect b="b" l="l" r="r" t="t"/>
              <a:pathLst>
                <a:path extrusionOk="0" h="11140" w="7431">
                  <a:moveTo>
                    <a:pt x="3755" y="0"/>
                  </a:moveTo>
                  <a:lnTo>
                    <a:pt x="3561" y="23"/>
                  </a:lnTo>
                  <a:lnTo>
                    <a:pt x="3356" y="46"/>
                  </a:lnTo>
                  <a:lnTo>
                    <a:pt x="3162" y="80"/>
                  </a:lnTo>
                  <a:lnTo>
                    <a:pt x="2979" y="126"/>
                  </a:lnTo>
                  <a:lnTo>
                    <a:pt x="2785" y="183"/>
                  </a:lnTo>
                  <a:lnTo>
                    <a:pt x="2603" y="240"/>
                  </a:lnTo>
                  <a:lnTo>
                    <a:pt x="2420" y="308"/>
                  </a:lnTo>
                  <a:lnTo>
                    <a:pt x="2249" y="388"/>
                  </a:lnTo>
                  <a:lnTo>
                    <a:pt x="2078" y="480"/>
                  </a:lnTo>
                  <a:lnTo>
                    <a:pt x="1906" y="571"/>
                  </a:lnTo>
                  <a:lnTo>
                    <a:pt x="1747" y="674"/>
                  </a:lnTo>
                  <a:lnTo>
                    <a:pt x="1598" y="788"/>
                  </a:lnTo>
                  <a:lnTo>
                    <a:pt x="1450" y="902"/>
                  </a:lnTo>
                  <a:lnTo>
                    <a:pt x="1301" y="1028"/>
                  </a:lnTo>
                  <a:lnTo>
                    <a:pt x="1164" y="1164"/>
                  </a:lnTo>
                  <a:lnTo>
                    <a:pt x="1028" y="1301"/>
                  </a:lnTo>
                  <a:lnTo>
                    <a:pt x="902" y="1438"/>
                  </a:lnTo>
                  <a:lnTo>
                    <a:pt x="788" y="1587"/>
                  </a:lnTo>
                  <a:lnTo>
                    <a:pt x="674" y="1747"/>
                  </a:lnTo>
                  <a:lnTo>
                    <a:pt x="571" y="1906"/>
                  </a:lnTo>
                  <a:lnTo>
                    <a:pt x="480" y="2078"/>
                  </a:lnTo>
                  <a:lnTo>
                    <a:pt x="388" y="2249"/>
                  </a:lnTo>
                  <a:lnTo>
                    <a:pt x="309" y="2420"/>
                  </a:lnTo>
                  <a:lnTo>
                    <a:pt x="240" y="2603"/>
                  </a:lnTo>
                  <a:lnTo>
                    <a:pt x="183" y="2785"/>
                  </a:lnTo>
                  <a:lnTo>
                    <a:pt x="126" y="2968"/>
                  </a:lnTo>
                  <a:lnTo>
                    <a:pt x="80" y="3162"/>
                  </a:lnTo>
                  <a:lnTo>
                    <a:pt x="46" y="3356"/>
                  </a:lnTo>
                  <a:lnTo>
                    <a:pt x="23" y="3561"/>
                  </a:lnTo>
                  <a:lnTo>
                    <a:pt x="12" y="3755"/>
                  </a:lnTo>
                  <a:lnTo>
                    <a:pt x="0" y="3961"/>
                  </a:lnTo>
                  <a:lnTo>
                    <a:pt x="0" y="7179"/>
                  </a:lnTo>
                  <a:lnTo>
                    <a:pt x="12" y="7385"/>
                  </a:lnTo>
                  <a:lnTo>
                    <a:pt x="23" y="7590"/>
                  </a:lnTo>
                  <a:lnTo>
                    <a:pt x="46" y="7784"/>
                  </a:lnTo>
                  <a:lnTo>
                    <a:pt x="80" y="7978"/>
                  </a:lnTo>
                  <a:lnTo>
                    <a:pt x="126" y="8172"/>
                  </a:lnTo>
                  <a:lnTo>
                    <a:pt x="183" y="8355"/>
                  </a:lnTo>
                  <a:lnTo>
                    <a:pt x="240" y="8537"/>
                  </a:lnTo>
                  <a:lnTo>
                    <a:pt x="309" y="8720"/>
                  </a:lnTo>
                  <a:lnTo>
                    <a:pt x="388" y="8903"/>
                  </a:lnTo>
                  <a:lnTo>
                    <a:pt x="480" y="9062"/>
                  </a:lnTo>
                  <a:lnTo>
                    <a:pt x="571" y="9234"/>
                  </a:lnTo>
                  <a:lnTo>
                    <a:pt x="674" y="9393"/>
                  </a:lnTo>
                  <a:lnTo>
                    <a:pt x="788" y="9553"/>
                  </a:lnTo>
                  <a:lnTo>
                    <a:pt x="902" y="9701"/>
                  </a:lnTo>
                  <a:lnTo>
                    <a:pt x="1028" y="9838"/>
                  </a:lnTo>
                  <a:lnTo>
                    <a:pt x="1164" y="9975"/>
                  </a:lnTo>
                  <a:lnTo>
                    <a:pt x="1301" y="10112"/>
                  </a:lnTo>
                  <a:lnTo>
                    <a:pt x="1450" y="10238"/>
                  </a:lnTo>
                  <a:lnTo>
                    <a:pt x="1598" y="10352"/>
                  </a:lnTo>
                  <a:lnTo>
                    <a:pt x="1747" y="10466"/>
                  </a:lnTo>
                  <a:lnTo>
                    <a:pt x="1906" y="10569"/>
                  </a:lnTo>
                  <a:lnTo>
                    <a:pt x="2078" y="10660"/>
                  </a:lnTo>
                  <a:lnTo>
                    <a:pt x="2249" y="10751"/>
                  </a:lnTo>
                  <a:lnTo>
                    <a:pt x="2420" y="10831"/>
                  </a:lnTo>
                  <a:lnTo>
                    <a:pt x="2603" y="10900"/>
                  </a:lnTo>
                  <a:lnTo>
                    <a:pt x="2785" y="10968"/>
                  </a:lnTo>
                  <a:lnTo>
                    <a:pt x="2979" y="11014"/>
                  </a:lnTo>
                  <a:lnTo>
                    <a:pt x="3162" y="11060"/>
                  </a:lnTo>
                  <a:lnTo>
                    <a:pt x="3356" y="11094"/>
                  </a:lnTo>
                  <a:lnTo>
                    <a:pt x="3561" y="11117"/>
                  </a:lnTo>
                  <a:lnTo>
                    <a:pt x="3755" y="11140"/>
                  </a:lnTo>
                  <a:lnTo>
                    <a:pt x="7430" y="11140"/>
                  </a:lnTo>
                  <a:lnTo>
                    <a:pt x="7430" y="0"/>
                  </a:ln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2592300" y="2629925"/>
              <a:ext cx="158950" cy="200025"/>
            </a:xfrm>
            <a:custGeom>
              <a:rect b="b" l="l" r="r" t="t"/>
              <a:pathLst>
                <a:path extrusionOk="0" h="8001" w="6358">
                  <a:moveTo>
                    <a:pt x="2877" y="1199"/>
                  </a:moveTo>
                  <a:lnTo>
                    <a:pt x="3071" y="1222"/>
                  </a:lnTo>
                  <a:lnTo>
                    <a:pt x="3253" y="1244"/>
                  </a:lnTo>
                  <a:lnTo>
                    <a:pt x="3425" y="1279"/>
                  </a:lnTo>
                  <a:lnTo>
                    <a:pt x="3596" y="1313"/>
                  </a:lnTo>
                  <a:lnTo>
                    <a:pt x="3767" y="1370"/>
                  </a:lnTo>
                  <a:lnTo>
                    <a:pt x="3927" y="1438"/>
                  </a:lnTo>
                  <a:lnTo>
                    <a:pt x="4075" y="1507"/>
                  </a:lnTo>
                  <a:lnTo>
                    <a:pt x="4246" y="1610"/>
                  </a:lnTo>
                  <a:lnTo>
                    <a:pt x="4395" y="1712"/>
                  </a:lnTo>
                  <a:lnTo>
                    <a:pt x="4532" y="1838"/>
                  </a:lnTo>
                  <a:lnTo>
                    <a:pt x="4634" y="1963"/>
                  </a:lnTo>
                  <a:lnTo>
                    <a:pt x="4714" y="2112"/>
                  </a:lnTo>
                  <a:lnTo>
                    <a:pt x="4771" y="2272"/>
                  </a:lnTo>
                  <a:lnTo>
                    <a:pt x="4806" y="2431"/>
                  </a:lnTo>
                  <a:lnTo>
                    <a:pt x="4817" y="2603"/>
                  </a:lnTo>
                  <a:lnTo>
                    <a:pt x="4806" y="2785"/>
                  </a:lnTo>
                  <a:lnTo>
                    <a:pt x="4783" y="2956"/>
                  </a:lnTo>
                  <a:lnTo>
                    <a:pt x="4737" y="3116"/>
                  </a:lnTo>
                  <a:lnTo>
                    <a:pt x="4680" y="3276"/>
                  </a:lnTo>
                  <a:lnTo>
                    <a:pt x="4600" y="3436"/>
                  </a:lnTo>
                  <a:lnTo>
                    <a:pt x="4497" y="3584"/>
                  </a:lnTo>
                  <a:lnTo>
                    <a:pt x="4383" y="3721"/>
                  </a:lnTo>
                  <a:lnTo>
                    <a:pt x="4258" y="3858"/>
                  </a:lnTo>
                  <a:lnTo>
                    <a:pt x="4132" y="3972"/>
                  </a:lnTo>
                  <a:lnTo>
                    <a:pt x="3995" y="4075"/>
                  </a:lnTo>
                  <a:lnTo>
                    <a:pt x="3858" y="4178"/>
                  </a:lnTo>
                  <a:lnTo>
                    <a:pt x="3710" y="4269"/>
                  </a:lnTo>
                  <a:lnTo>
                    <a:pt x="3550" y="4349"/>
                  </a:lnTo>
                  <a:lnTo>
                    <a:pt x="3379" y="4417"/>
                  </a:lnTo>
                  <a:lnTo>
                    <a:pt x="3208" y="4486"/>
                  </a:lnTo>
                  <a:lnTo>
                    <a:pt x="3025" y="4554"/>
                  </a:lnTo>
                  <a:lnTo>
                    <a:pt x="2797" y="4611"/>
                  </a:lnTo>
                  <a:lnTo>
                    <a:pt x="2706" y="4623"/>
                  </a:lnTo>
                  <a:lnTo>
                    <a:pt x="2626" y="4634"/>
                  </a:lnTo>
                  <a:lnTo>
                    <a:pt x="2512" y="4611"/>
                  </a:lnTo>
                  <a:lnTo>
                    <a:pt x="2340" y="4577"/>
                  </a:lnTo>
                  <a:lnTo>
                    <a:pt x="2101" y="4497"/>
                  </a:lnTo>
                  <a:lnTo>
                    <a:pt x="1804" y="4406"/>
                  </a:lnTo>
                  <a:lnTo>
                    <a:pt x="1838" y="3858"/>
                  </a:lnTo>
                  <a:lnTo>
                    <a:pt x="1872" y="3379"/>
                  </a:lnTo>
                  <a:lnTo>
                    <a:pt x="1918" y="2979"/>
                  </a:lnTo>
                  <a:lnTo>
                    <a:pt x="1975" y="2637"/>
                  </a:lnTo>
                  <a:lnTo>
                    <a:pt x="2078" y="2180"/>
                  </a:lnTo>
                  <a:lnTo>
                    <a:pt x="2146" y="1792"/>
                  </a:lnTo>
                  <a:lnTo>
                    <a:pt x="2181" y="1473"/>
                  </a:lnTo>
                  <a:lnTo>
                    <a:pt x="2192" y="1233"/>
                  </a:lnTo>
                  <a:lnTo>
                    <a:pt x="2512" y="1210"/>
                  </a:lnTo>
                  <a:lnTo>
                    <a:pt x="2683" y="1199"/>
                  </a:lnTo>
                  <a:close/>
                  <a:moveTo>
                    <a:pt x="1952" y="0"/>
                  </a:moveTo>
                  <a:lnTo>
                    <a:pt x="1815" y="12"/>
                  </a:lnTo>
                  <a:lnTo>
                    <a:pt x="1701" y="23"/>
                  </a:lnTo>
                  <a:lnTo>
                    <a:pt x="1610" y="35"/>
                  </a:lnTo>
                  <a:lnTo>
                    <a:pt x="1541" y="69"/>
                  </a:lnTo>
                  <a:lnTo>
                    <a:pt x="1462" y="103"/>
                  </a:lnTo>
                  <a:lnTo>
                    <a:pt x="1382" y="160"/>
                  </a:lnTo>
                  <a:lnTo>
                    <a:pt x="1176" y="331"/>
                  </a:lnTo>
                  <a:lnTo>
                    <a:pt x="788" y="445"/>
                  </a:lnTo>
                  <a:lnTo>
                    <a:pt x="731" y="480"/>
                  </a:lnTo>
                  <a:lnTo>
                    <a:pt x="674" y="514"/>
                  </a:lnTo>
                  <a:lnTo>
                    <a:pt x="628" y="548"/>
                  </a:lnTo>
                  <a:lnTo>
                    <a:pt x="594" y="605"/>
                  </a:lnTo>
                  <a:lnTo>
                    <a:pt x="560" y="662"/>
                  </a:lnTo>
                  <a:lnTo>
                    <a:pt x="537" y="731"/>
                  </a:lnTo>
                  <a:lnTo>
                    <a:pt x="526" y="811"/>
                  </a:lnTo>
                  <a:lnTo>
                    <a:pt x="526" y="891"/>
                  </a:lnTo>
                  <a:lnTo>
                    <a:pt x="526" y="982"/>
                  </a:lnTo>
                  <a:lnTo>
                    <a:pt x="548" y="1073"/>
                  </a:lnTo>
                  <a:lnTo>
                    <a:pt x="583" y="1142"/>
                  </a:lnTo>
                  <a:lnTo>
                    <a:pt x="640" y="1199"/>
                  </a:lnTo>
                  <a:lnTo>
                    <a:pt x="697" y="1233"/>
                  </a:lnTo>
                  <a:lnTo>
                    <a:pt x="777" y="1267"/>
                  </a:lnTo>
                  <a:lnTo>
                    <a:pt x="868" y="1290"/>
                  </a:lnTo>
                  <a:lnTo>
                    <a:pt x="1062" y="1290"/>
                  </a:lnTo>
                  <a:lnTo>
                    <a:pt x="971" y="1929"/>
                  </a:lnTo>
                  <a:lnTo>
                    <a:pt x="891" y="2386"/>
                  </a:lnTo>
                  <a:lnTo>
                    <a:pt x="868" y="2762"/>
                  </a:lnTo>
                  <a:lnTo>
                    <a:pt x="834" y="3344"/>
                  </a:lnTo>
                  <a:lnTo>
                    <a:pt x="800" y="3892"/>
                  </a:lnTo>
                  <a:lnTo>
                    <a:pt x="754" y="4315"/>
                  </a:lnTo>
                  <a:lnTo>
                    <a:pt x="583" y="4360"/>
                  </a:lnTo>
                  <a:lnTo>
                    <a:pt x="423" y="4417"/>
                  </a:lnTo>
                  <a:lnTo>
                    <a:pt x="297" y="4486"/>
                  </a:lnTo>
                  <a:lnTo>
                    <a:pt x="183" y="4554"/>
                  </a:lnTo>
                  <a:lnTo>
                    <a:pt x="103" y="4634"/>
                  </a:lnTo>
                  <a:lnTo>
                    <a:pt x="46" y="4714"/>
                  </a:lnTo>
                  <a:lnTo>
                    <a:pt x="12" y="4817"/>
                  </a:lnTo>
                  <a:lnTo>
                    <a:pt x="1" y="4919"/>
                  </a:lnTo>
                  <a:lnTo>
                    <a:pt x="1" y="4965"/>
                  </a:lnTo>
                  <a:lnTo>
                    <a:pt x="12" y="5011"/>
                  </a:lnTo>
                  <a:lnTo>
                    <a:pt x="35" y="5068"/>
                  </a:lnTo>
                  <a:lnTo>
                    <a:pt x="69" y="5113"/>
                  </a:lnTo>
                  <a:lnTo>
                    <a:pt x="115" y="5159"/>
                  </a:lnTo>
                  <a:lnTo>
                    <a:pt x="160" y="5205"/>
                  </a:lnTo>
                  <a:lnTo>
                    <a:pt x="297" y="5296"/>
                  </a:lnTo>
                  <a:lnTo>
                    <a:pt x="423" y="5365"/>
                  </a:lnTo>
                  <a:lnTo>
                    <a:pt x="548" y="5410"/>
                  </a:lnTo>
                  <a:lnTo>
                    <a:pt x="674" y="5444"/>
                  </a:lnTo>
                  <a:lnTo>
                    <a:pt x="788" y="5444"/>
                  </a:lnTo>
                  <a:lnTo>
                    <a:pt x="800" y="5912"/>
                  </a:lnTo>
                  <a:lnTo>
                    <a:pt x="811" y="6335"/>
                  </a:lnTo>
                  <a:lnTo>
                    <a:pt x="822" y="6688"/>
                  </a:lnTo>
                  <a:lnTo>
                    <a:pt x="845" y="6997"/>
                  </a:lnTo>
                  <a:lnTo>
                    <a:pt x="879" y="7259"/>
                  </a:lnTo>
                  <a:lnTo>
                    <a:pt x="925" y="7453"/>
                  </a:lnTo>
                  <a:lnTo>
                    <a:pt x="971" y="7601"/>
                  </a:lnTo>
                  <a:lnTo>
                    <a:pt x="994" y="7659"/>
                  </a:lnTo>
                  <a:lnTo>
                    <a:pt x="1016" y="7704"/>
                  </a:lnTo>
                  <a:lnTo>
                    <a:pt x="1085" y="7773"/>
                  </a:lnTo>
                  <a:lnTo>
                    <a:pt x="1153" y="7830"/>
                  </a:lnTo>
                  <a:lnTo>
                    <a:pt x="1222" y="7887"/>
                  </a:lnTo>
                  <a:lnTo>
                    <a:pt x="1302" y="7932"/>
                  </a:lnTo>
                  <a:lnTo>
                    <a:pt x="1393" y="7967"/>
                  </a:lnTo>
                  <a:lnTo>
                    <a:pt x="1484" y="7990"/>
                  </a:lnTo>
                  <a:lnTo>
                    <a:pt x="1587" y="8001"/>
                  </a:lnTo>
                  <a:lnTo>
                    <a:pt x="1793" y="8001"/>
                  </a:lnTo>
                  <a:lnTo>
                    <a:pt x="1884" y="7967"/>
                  </a:lnTo>
                  <a:lnTo>
                    <a:pt x="1975" y="7932"/>
                  </a:lnTo>
                  <a:lnTo>
                    <a:pt x="2055" y="7875"/>
                  </a:lnTo>
                  <a:lnTo>
                    <a:pt x="2123" y="7807"/>
                  </a:lnTo>
                  <a:lnTo>
                    <a:pt x="2169" y="7727"/>
                  </a:lnTo>
                  <a:lnTo>
                    <a:pt x="2203" y="7636"/>
                  </a:lnTo>
                  <a:lnTo>
                    <a:pt x="2215" y="7544"/>
                  </a:lnTo>
                  <a:lnTo>
                    <a:pt x="2203" y="7487"/>
                  </a:lnTo>
                  <a:lnTo>
                    <a:pt x="2158" y="7419"/>
                  </a:lnTo>
                  <a:lnTo>
                    <a:pt x="2009" y="7202"/>
                  </a:lnTo>
                  <a:lnTo>
                    <a:pt x="1975" y="7122"/>
                  </a:lnTo>
                  <a:lnTo>
                    <a:pt x="1941" y="7008"/>
                  </a:lnTo>
                  <a:lnTo>
                    <a:pt x="1918" y="6848"/>
                  </a:lnTo>
                  <a:lnTo>
                    <a:pt x="1884" y="6643"/>
                  </a:lnTo>
                  <a:lnTo>
                    <a:pt x="1838" y="6300"/>
                  </a:lnTo>
                  <a:lnTo>
                    <a:pt x="1827" y="6038"/>
                  </a:lnTo>
                  <a:lnTo>
                    <a:pt x="1827" y="5593"/>
                  </a:lnTo>
                  <a:lnTo>
                    <a:pt x="2044" y="5581"/>
                  </a:lnTo>
                  <a:lnTo>
                    <a:pt x="2249" y="5581"/>
                  </a:lnTo>
                  <a:lnTo>
                    <a:pt x="2375" y="5604"/>
                  </a:lnTo>
                  <a:lnTo>
                    <a:pt x="2534" y="5638"/>
                  </a:lnTo>
                  <a:lnTo>
                    <a:pt x="2717" y="5718"/>
                  </a:lnTo>
                  <a:lnTo>
                    <a:pt x="2945" y="5810"/>
                  </a:lnTo>
                  <a:lnTo>
                    <a:pt x="3185" y="5947"/>
                  </a:lnTo>
                  <a:lnTo>
                    <a:pt x="3459" y="6106"/>
                  </a:lnTo>
                  <a:lnTo>
                    <a:pt x="3767" y="6289"/>
                  </a:lnTo>
                  <a:lnTo>
                    <a:pt x="4109" y="6506"/>
                  </a:lnTo>
                  <a:lnTo>
                    <a:pt x="4440" y="6723"/>
                  </a:lnTo>
                  <a:lnTo>
                    <a:pt x="4726" y="6928"/>
                  </a:lnTo>
                  <a:lnTo>
                    <a:pt x="4977" y="7122"/>
                  </a:lnTo>
                  <a:lnTo>
                    <a:pt x="5182" y="7293"/>
                  </a:lnTo>
                  <a:lnTo>
                    <a:pt x="5353" y="7453"/>
                  </a:lnTo>
                  <a:lnTo>
                    <a:pt x="5479" y="7601"/>
                  </a:lnTo>
                  <a:lnTo>
                    <a:pt x="5570" y="7727"/>
                  </a:lnTo>
                  <a:lnTo>
                    <a:pt x="5593" y="7784"/>
                  </a:lnTo>
                  <a:lnTo>
                    <a:pt x="5616" y="7830"/>
                  </a:lnTo>
                  <a:lnTo>
                    <a:pt x="5684" y="7910"/>
                  </a:lnTo>
                  <a:lnTo>
                    <a:pt x="5764" y="7967"/>
                  </a:lnTo>
                  <a:lnTo>
                    <a:pt x="5844" y="7990"/>
                  </a:lnTo>
                  <a:lnTo>
                    <a:pt x="5947" y="8001"/>
                  </a:lnTo>
                  <a:lnTo>
                    <a:pt x="6004" y="8001"/>
                  </a:lnTo>
                  <a:lnTo>
                    <a:pt x="6061" y="7990"/>
                  </a:lnTo>
                  <a:lnTo>
                    <a:pt x="6118" y="7967"/>
                  </a:lnTo>
                  <a:lnTo>
                    <a:pt x="6175" y="7944"/>
                  </a:lnTo>
                  <a:lnTo>
                    <a:pt x="6221" y="7910"/>
                  </a:lnTo>
                  <a:lnTo>
                    <a:pt x="6266" y="7864"/>
                  </a:lnTo>
                  <a:lnTo>
                    <a:pt x="6312" y="7818"/>
                  </a:lnTo>
                  <a:lnTo>
                    <a:pt x="6358" y="7750"/>
                  </a:lnTo>
                  <a:lnTo>
                    <a:pt x="6358" y="7704"/>
                  </a:lnTo>
                  <a:lnTo>
                    <a:pt x="6358" y="7590"/>
                  </a:lnTo>
                  <a:lnTo>
                    <a:pt x="6346" y="7499"/>
                  </a:lnTo>
                  <a:lnTo>
                    <a:pt x="6335" y="7396"/>
                  </a:lnTo>
                  <a:lnTo>
                    <a:pt x="6312" y="7293"/>
                  </a:lnTo>
                  <a:lnTo>
                    <a:pt x="6278" y="7191"/>
                  </a:lnTo>
                  <a:lnTo>
                    <a:pt x="6244" y="7099"/>
                  </a:lnTo>
                  <a:lnTo>
                    <a:pt x="6198" y="6997"/>
                  </a:lnTo>
                  <a:lnTo>
                    <a:pt x="6141" y="6905"/>
                  </a:lnTo>
                  <a:lnTo>
                    <a:pt x="6015" y="6711"/>
                  </a:lnTo>
                  <a:lnTo>
                    <a:pt x="5856" y="6529"/>
                  </a:lnTo>
                  <a:lnTo>
                    <a:pt x="5673" y="6346"/>
                  </a:lnTo>
                  <a:lnTo>
                    <a:pt x="5456" y="6175"/>
                  </a:lnTo>
                  <a:lnTo>
                    <a:pt x="3847" y="5148"/>
                  </a:lnTo>
                  <a:lnTo>
                    <a:pt x="4315" y="4897"/>
                  </a:lnTo>
                  <a:lnTo>
                    <a:pt x="4520" y="4771"/>
                  </a:lnTo>
                  <a:lnTo>
                    <a:pt x="4703" y="4657"/>
                  </a:lnTo>
                  <a:lnTo>
                    <a:pt x="4874" y="4543"/>
                  </a:lnTo>
                  <a:lnTo>
                    <a:pt x="5022" y="4429"/>
                  </a:lnTo>
                  <a:lnTo>
                    <a:pt x="5148" y="4315"/>
                  </a:lnTo>
                  <a:lnTo>
                    <a:pt x="5262" y="4212"/>
                  </a:lnTo>
                  <a:lnTo>
                    <a:pt x="5399" y="4052"/>
                  </a:lnTo>
                  <a:lnTo>
                    <a:pt x="5513" y="3881"/>
                  </a:lnTo>
                  <a:lnTo>
                    <a:pt x="5616" y="3698"/>
                  </a:lnTo>
                  <a:lnTo>
                    <a:pt x="5707" y="3516"/>
                  </a:lnTo>
                  <a:lnTo>
                    <a:pt x="5764" y="3310"/>
                  </a:lnTo>
                  <a:lnTo>
                    <a:pt x="5810" y="3105"/>
                  </a:lnTo>
                  <a:lnTo>
                    <a:pt x="5844" y="2888"/>
                  </a:lnTo>
                  <a:lnTo>
                    <a:pt x="5856" y="2648"/>
                  </a:lnTo>
                  <a:lnTo>
                    <a:pt x="5844" y="2500"/>
                  </a:lnTo>
                  <a:lnTo>
                    <a:pt x="5833" y="2351"/>
                  </a:lnTo>
                  <a:lnTo>
                    <a:pt x="5810" y="2215"/>
                  </a:lnTo>
                  <a:lnTo>
                    <a:pt x="5776" y="2078"/>
                  </a:lnTo>
                  <a:lnTo>
                    <a:pt x="5741" y="1941"/>
                  </a:lnTo>
                  <a:lnTo>
                    <a:pt x="5684" y="1815"/>
                  </a:lnTo>
                  <a:lnTo>
                    <a:pt x="5627" y="1690"/>
                  </a:lnTo>
                  <a:lnTo>
                    <a:pt x="5559" y="1575"/>
                  </a:lnTo>
                  <a:lnTo>
                    <a:pt x="5490" y="1450"/>
                  </a:lnTo>
                  <a:lnTo>
                    <a:pt x="5399" y="1347"/>
                  </a:lnTo>
                  <a:lnTo>
                    <a:pt x="5308" y="1244"/>
                  </a:lnTo>
                  <a:lnTo>
                    <a:pt x="5205" y="1142"/>
                  </a:lnTo>
                  <a:lnTo>
                    <a:pt x="5091" y="1039"/>
                  </a:lnTo>
                  <a:lnTo>
                    <a:pt x="4977" y="948"/>
                  </a:lnTo>
                  <a:lnTo>
                    <a:pt x="4840" y="856"/>
                  </a:lnTo>
                  <a:lnTo>
                    <a:pt x="4703" y="776"/>
                  </a:lnTo>
                  <a:lnTo>
                    <a:pt x="4463" y="651"/>
                  </a:lnTo>
                  <a:lnTo>
                    <a:pt x="4212" y="548"/>
                  </a:lnTo>
                  <a:lnTo>
                    <a:pt x="3950" y="457"/>
                  </a:lnTo>
                  <a:lnTo>
                    <a:pt x="3676" y="377"/>
                  </a:lnTo>
                  <a:lnTo>
                    <a:pt x="3379" y="320"/>
                  </a:lnTo>
                  <a:lnTo>
                    <a:pt x="3082" y="274"/>
                  </a:lnTo>
                  <a:lnTo>
                    <a:pt x="2763" y="251"/>
                  </a:lnTo>
                  <a:lnTo>
                    <a:pt x="2443" y="240"/>
                  </a:lnTo>
                  <a:lnTo>
                    <a:pt x="2318" y="240"/>
                  </a:lnTo>
                  <a:lnTo>
                    <a:pt x="2226" y="229"/>
                  </a:lnTo>
                  <a:lnTo>
                    <a:pt x="2169" y="217"/>
                  </a:lnTo>
                  <a:lnTo>
                    <a:pt x="2158" y="194"/>
                  </a:lnTo>
                  <a:lnTo>
                    <a:pt x="2158" y="183"/>
                  </a:lnTo>
                  <a:lnTo>
                    <a:pt x="2158" y="149"/>
                  </a:lnTo>
                  <a:lnTo>
                    <a:pt x="2146" y="103"/>
                  </a:lnTo>
                  <a:lnTo>
                    <a:pt x="2123" y="80"/>
                  </a:lnTo>
                  <a:lnTo>
                    <a:pt x="2101" y="46"/>
                  </a:lnTo>
                  <a:lnTo>
                    <a:pt x="2078" y="35"/>
                  </a:lnTo>
                  <a:lnTo>
                    <a:pt x="2044" y="12"/>
                  </a:lnTo>
                  <a:lnTo>
                    <a:pt x="19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2773200" y="2706400"/>
              <a:ext cx="101900" cy="132975"/>
            </a:xfrm>
            <a:custGeom>
              <a:rect b="b" l="l" r="r" t="t"/>
              <a:pathLst>
                <a:path extrusionOk="0" h="5319" w="4076">
                  <a:moveTo>
                    <a:pt x="2671" y="3082"/>
                  </a:moveTo>
                  <a:lnTo>
                    <a:pt x="2740" y="3093"/>
                  </a:lnTo>
                  <a:lnTo>
                    <a:pt x="2797" y="3116"/>
                  </a:lnTo>
                  <a:lnTo>
                    <a:pt x="2842" y="3139"/>
                  </a:lnTo>
                  <a:lnTo>
                    <a:pt x="2888" y="3173"/>
                  </a:lnTo>
                  <a:lnTo>
                    <a:pt x="2911" y="3207"/>
                  </a:lnTo>
                  <a:lnTo>
                    <a:pt x="2922" y="3253"/>
                  </a:lnTo>
                  <a:lnTo>
                    <a:pt x="2934" y="3310"/>
                  </a:lnTo>
                  <a:lnTo>
                    <a:pt x="2922" y="3401"/>
                  </a:lnTo>
                  <a:lnTo>
                    <a:pt x="2911" y="3481"/>
                  </a:lnTo>
                  <a:lnTo>
                    <a:pt x="2877" y="3561"/>
                  </a:lnTo>
                  <a:lnTo>
                    <a:pt x="2831" y="3629"/>
                  </a:lnTo>
                  <a:lnTo>
                    <a:pt x="2774" y="3709"/>
                  </a:lnTo>
                  <a:lnTo>
                    <a:pt x="2705" y="3778"/>
                  </a:lnTo>
                  <a:lnTo>
                    <a:pt x="2614" y="3835"/>
                  </a:lnTo>
                  <a:lnTo>
                    <a:pt x="2523" y="3903"/>
                  </a:lnTo>
                  <a:lnTo>
                    <a:pt x="2352" y="3995"/>
                  </a:lnTo>
                  <a:lnTo>
                    <a:pt x="2169" y="4063"/>
                  </a:lnTo>
                  <a:lnTo>
                    <a:pt x="2078" y="4086"/>
                  </a:lnTo>
                  <a:lnTo>
                    <a:pt x="1986" y="4109"/>
                  </a:lnTo>
                  <a:lnTo>
                    <a:pt x="1895" y="4109"/>
                  </a:lnTo>
                  <a:lnTo>
                    <a:pt x="1792" y="4120"/>
                  </a:lnTo>
                  <a:lnTo>
                    <a:pt x="1644" y="4109"/>
                  </a:lnTo>
                  <a:lnTo>
                    <a:pt x="1519" y="4097"/>
                  </a:lnTo>
                  <a:lnTo>
                    <a:pt x="1416" y="4063"/>
                  </a:lnTo>
                  <a:lnTo>
                    <a:pt x="1324" y="4029"/>
                  </a:lnTo>
                  <a:lnTo>
                    <a:pt x="1256" y="3972"/>
                  </a:lnTo>
                  <a:lnTo>
                    <a:pt x="1210" y="3915"/>
                  </a:lnTo>
                  <a:lnTo>
                    <a:pt x="1176" y="3835"/>
                  </a:lnTo>
                  <a:lnTo>
                    <a:pt x="1176" y="3755"/>
                  </a:lnTo>
                  <a:lnTo>
                    <a:pt x="1176" y="3675"/>
                  </a:lnTo>
                  <a:lnTo>
                    <a:pt x="1188" y="3595"/>
                  </a:lnTo>
                  <a:lnTo>
                    <a:pt x="1222" y="3527"/>
                  </a:lnTo>
                  <a:lnTo>
                    <a:pt x="1256" y="3458"/>
                  </a:lnTo>
                  <a:lnTo>
                    <a:pt x="1313" y="3401"/>
                  </a:lnTo>
                  <a:lnTo>
                    <a:pt x="1370" y="3344"/>
                  </a:lnTo>
                  <a:lnTo>
                    <a:pt x="1439" y="3298"/>
                  </a:lnTo>
                  <a:lnTo>
                    <a:pt x="1530" y="3253"/>
                  </a:lnTo>
                  <a:lnTo>
                    <a:pt x="1621" y="3207"/>
                  </a:lnTo>
                  <a:lnTo>
                    <a:pt x="1724" y="3173"/>
                  </a:lnTo>
                  <a:lnTo>
                    <a:pt x="1838" y="3150"/>
                  </a:lnTo>
                  <a:lnTo>
                    <a:pt x="1975" y="3127"/>
                  </a:lnTo>
                  <a:lnTo>
                    <a:pt x="2260" y="3093"/>
                  </a:lnTo>
                  <a:lnTo>
                    <a:pt x="2591" y="3082"/>
                  </a:lnTo>
                  <a:close/>
                  <a:moveTo>
                    <a:pt x="1941" y="0"/>
                  </a:moveTo>
                  <a:lnTo>
                    <a:pt x="1792" y="11"/>
                  </a:lnTo>
                  <a:lnTo>
                    <a:pt x="1633" y="23"/>
                  </a:lnTo>
                  <a:lnTo>
                    <a:pt x="1496" y="57"/>
                  </a:lnTo>
                  <a:lnTo>
                    <a:pt x="1347" y="103"/>
                  </a:lnTo>
                  <a:lnTo>
                    <a:pt x="1222" y="160"/>
                  </a:lnTo>
                  <a:lnTo>
                    <a:pt x="1096" y="228"/>
                  </a:lnTo>
                  <a:lnTo>
                    <a:pt x="971" y="320"/>
                  </a:lnTo>
                  <a:lnTo>
                    <a:pt x="857" y="411"/>
                  </a:lnTo>
                  <a:lnTo>
                    <a:pt x="742" y="514"/>
                  </a:lnTo>
                  <a:lnTo>
                    <a:pt x="651" y="628"/>
                  </a:lnTo>
                  <a:lnTo>
                    <a:pt x="571" y="753"/>
                  </a:lnTo>
                  <a:lnTo>
                    <a:pt x="514" y="879"/>
                  </a:lnTo>
                  <a:lnTo>
                    <a:pt x="457" y="1016"/>
                  </a:lnTo>
                  <a:lnTo>
                    <a:pt x="423" y="1153"/>
                  </a:lnTo>
                  <a:lnTo>
                    <a:pt x="400" y="1301"/>
                  </a:lnTo>
                  <a:lnTo>
                    <a:pt x="400" y="1461"/>
                  </a:lnTo>
                  <a:lnTo>
                    <a:pt x="411" y="1552"/>
                  </a:lnTo>
                  <a:lnTo>
                    <a:pt x="446" y="1644"/>
                  </a:lnTo>
                  <a:lnTo>
                    <a:pt x="514" y="1735"/>
                  </a:lnTo>
                  <a:lnTo>
                    <a:pt x="605" y="1826"/>
                  </a:lnTo>
                  <a:lnTo>
                    <a:pt x="708" y="1906"/>
                  </a:lnTo>
                  <a:lnTo>
                    <a:pt x="811" y="1963"/>
                  </a:lnTo>
                  <a:lnTo>
                    <a:pt x="914" y="1997"/>
                  </a:lnTo>
                  <a:lnTo>
                    <a:pt x="1085" y="1997"/>
                  </a:lnTo>
                  <a:lnTo>
                    <a:pt x="1153" y="1986"/>
                  </a:lnTo>
                  <a:lnTo>
                    <a:pt x="1210" y="1963"/>
                  </a:lnTo>
                  <a:lnTo>
                    <a:pt x="1256" y="1929"/>
                  </a:lnTo>
                  <a:lnTo>
                    <a:pt x="1290" y="1895"/>
                  </a:lnTo>
                  <a:lnTo>
                    <a:pt x="1313" y="1849"/>
                  </a:lnTo>
                  <a:lnTo>
                    <a:pt x="1324" y="1792"/>
                  </a:lnTo>
                  <a:lnTo>
                    <a:pt x="1324" y="1723"/>
                  </a:lnTo>
                  <a:lnTo>
                    <a:pt x="1336" y="1621"/>
                  </a:lnTo>
                  <a:lnTo>
                    <a:pt x="1347" y="1529"/>
                  </a:lnTo>
                  <a:lnTo>
                    <a:pt x="1359" y="1438"/>
                  </a:lnTo>
                  <a:lnTo>
                    <a:pt x="1382" y="1358"/>
                  </a:lnTo>
                  <a:lnTo>
                    <a:pt x="1416" y="1278"/>
                  </a:lnTo>
                  <a:lnTo>
                    <a:pt x="1461" y="1210"/>
                  </a:lnTo>
                  <a:lnTo>
                    <a:pt x="1507" y="1153"/>
                  </a:lnTo>
                  <a:lnTo>
                    <a:pt x="1553" y="1096"/>
                  </a:lnTo>
                  <a:lnTo>
                    <a:pt x="1610" y="1050"/>
                  </a:lnTo>
                  <a:lnTo>
                    <a:pt x="1678" y="1004"/>
                  </a:lnTo>
                  <a:lnTo>
                    <a:pt x="1758" y="970"/>
                  </a:lnTo>
                  <a:lnTo>
                    <a:pt x="1838" y="936"/>
                  </a:lnTo>
                  <a:lnTo>
                    <a:pt x="1918" y="913"/>
                  </a:lnTo>
                  <a:lnTo>
                    <a:pt x="2021" y="902"/>
                  </a:lnTo>
                  <a:lnTo>
                    <a:pt x="2123" y="890"/>
                  </a:lnTo>
                  <a:lnTo>
                    <a:pt x="2317" y="890"/>
                  </a:lnTo>
                  <a:lnTo>
                    <a:pt x="2397" y="913"/>
                  </a:lnTo>
                  <a:lnTo>
                    <a:pt x="2466" y="936"/>
                  </a:lnTo>
                  <a:lnTo>
                    <a:pt x="2546" y="959"/>
                  </a:lnTo>
                  <a:lnTo>
                    <a:pt x="2603" y="1004"/>
                  </a:lnTo>
                  <a:lnTo>
                    <a:pt x="2660" y="1050"/>
                  </a:lnTo>
                  <a:lnTo>
                    <a:pt x="2717" y="1119"/>
                  </a:lnTo>
                  <a:lnTo>
                    <a:pt x="2763" y="1187"/>
                  </a:lnTo>
                  <a:lnTo>
                    <a:pt x="2808" y="1267"/>
                  </a:lnTo>
                  <a:lnTo>
                    <a:pt x="2842" y="1347"/>
                  </a:lnTo>
                  <a:lnTo>
                    <a:pt x="2865" y="1450"/>
                  </a:lnTo>
                  <a:lnTo>
                    <a:pt x="2888" y="1552"/>
                  </a:lnTo>
                  <a:lnTo>
                    <a:pt x="2922" y="1792"/>
                  </a:lnTo>
                  <a:lnTo>
                    <a:pt x="2934" y="2077"/>
                  </a:lnTo>
                  <a:lnTo>
                    <a:pt x="2934" y="2340"/>
                  </a:lnTo>
                  <a:lnTo>
                    <a:pt x="1964" y="2340"/>
                  </a:lnTo>
                  <a:lnTo>
                    <a:pt x="1815" y="2351"/>
                  </a:lnTo>
                  <a:lnTo>
                    <a:pt x="1667" y="2374"/>
                  </a:lnTo>
                  <a:lnTo>
                    <a:pt x="1519" y="2408"/>
                  </a:lnTo>
                  <a:lnTo>
                    <a:pt x="1370" y="2454"/>
                  </a:lnTo>
                  <a:lnTo>
                    <a:pt x="1210" y="2511"/>
                  </a:lnTo>
                  <a:lnTo>
                    <a:pt x="1051" y="2579"/>
                  </a:lnTo>
                  <a:lnTo>
                    <a:pt x="891" y="2671"/>
                  </a:lnTo>
                  <a:lnTo>
                    <a:pt x="731" y="2762"/>
                  </a:lnTo>
                  <a:lnTo>
                    <a:pt x="560" y="2876"/>
                  </a:lnTo>
                  <a:lnTo>
                    <a:pt x="411" y="3002"/>
                  </a:lnTo>
                  <a:lnTo>
                    <a:pt x="286" y="3127"/>
                  </a:lnTo>
                  <a:lnTo>
                    <a:pt x="183" y="3253"/>
                  </a:lnTo>
                  <a:lnTo>
                    <a:pt x="103" y="3378"/>
                  </a:lnTo>
                  <a:lnTo>
                    <a:pt x="46" y="3504"/>
                  </a:lnTo>
                  <a:lnTo>
                    <a:pt x="12" y="3629"/>
                  </a:lnTo>
                  <a:lnTo>
                    <a:pt x="1" y="3766"/>
                  </a:lnTo>
                  <a:lnTo>
                    <a:pt x="12" y="3892"/>
                  </a:lnTo>
                  <a:lnTo>
                    <a:pt x="35" y="4029"/>
                  </a:lnTo>
                  <a:lnTo>
                    <a:pt x="92" y="4143"/>
                  </a:lnTo>
                  <a:lnTo>
                    <a:pt x="160" y="4257"/>
                  </a:lnTo>
                  <a:lnTo>
                    <a:pt x="252" y="4371"/>
                  </a:lnTo>
                  <a:lnTo>
                    <a:pt x="354" y="4474"/>
                  </a:lnTo>
                  <a:lnTo>
                    <a:pt x="491" y="4565"/>
                  </a:lnTo>
                  <a:lnTo>
                    <a:pt x="640" y="4657"/>
                  </a:lnTo>
                  <a:lnTo>
                    <a:pt x="777" y="4737"/>
                  </a:lnTo>
                  <a:lnTo>
                    <a:pt x="902" y="4794"/>
                  </a:lnTo>
                  <a:lnTo>
                    <a:pt x="1051" y="4839"/>
                  </a:lnTo>
                  <a:lnTo>
                    <a:pt x="1188" y="4885"/>
                  </a:lnTo>
                  <a:lnTo>
                    <a:pt x="1324" y="4919"/>
                  </a:lnTo>
                  <a:lnTo>
                    <a:pt x="1473" y="4942"/>
                  </a:lnTo>
                  <a:lnTo>
                    <a:pt x="1610" y="4953"/>
                  </a:lnTo>
                  <a:lnTo>
                    <a:pt x="1918" y="4953"/>
                  </a:lnTo>
                  <a:lnTo>
                    <a:pt x="2066" y="4942"/>
                  </a:lnTo>
                  <a:lnTo>
                    <a:pt x="2215" y="4919"/>
                  </a:lnTo>
                  <a:lnTo>
                    <a:pt x="2363" y="4885"/>
                  </a:lnTo>
                  <a:lnTo>
                    <a:pt x="2511" y="4851"/>
                  </a:lnTo>
                  <a:lnTo>
                    <a:pt x="2660" y="4805"/>
                  </a:lnTo>
                  <a:lnTo>
                    <a:pt x="2797" y="4748"/>
                  </a:lnTo>
                  <a:lnTo>
                    <a:pt x="2945" y="4679"/>
                  </a:lnTo>
                  <a:lnTo>
                    <a:pt x="2934" y="4839"/>
                  </a:lnTo>
                  <a:lnTo>
                    <a:pt x="2957" y="4965"/>
                  </a:lnTo>
                  <a:lnTo>
                    <a:pt x="2991" y="5067"/>
                  </a:lnTo>
                  <a:lnTo>
                    <a:pt x="3014" y="5125"/>
                  </a:lnTo>
                  <a:lnTo>
                    <a:pt x="3048" y="5159"/>
                  </a:lnTo>
                  <a:lnTo>
                    <a:pt x="3094" y="5204"/>
                  </a:lnTo>
                  <a:lnTo>
                    <a:pt x="3139" y="5227"/>
                  </a:lnTo>
                  <a:lnTo>
                    <a:pt x="3185" y="5262"/>
                  </a:lnTo>
                  <a:lnTo>
                    <a:pt x="3242" y="5284"/>
                  </a:lnTo>
                  <a:lnTo>
                    <a:pt x="3367" y="5307"/>
                  </a:lnTo>
                  <a:lnTo>
                    <a:pt x="3516" y="5319"/>
                  </a:lnTo>
                  <a:lnTo>
                    <a:pt x="3607" y="5319"/>
                  </a:lnTo>
                  <a:lnTo>
                    <a:pt x="3698" y="5296"/>
                  </a:lnTo>
                  <a:lnTo>
                    <a:pt x="3778" y="5273"/>
                  </a:lnTo>
                  <a:lnTo>
                    <a:pt x="3847" y="5227"/>
                  </a:lnTo>
                  <a:lnTo>
                    <a:pt x="3892" y="5182"/>
                  </a:lnTo>
                  <a:lnTo>
                    <a:pt x="3938" y="5125"/>
                  </a:lnTo>
                  <a:lnTo>
                    <a:pt x="3972" y="5056"/>
                  </a:lnTo>
                  <a:lnTo>
                    <a:pt x="3984" y="4965"/>
                  </a:lnTo>
                  <a:lnTo>
                    <a:pt x="4029" y="4611"/>
                  </a:lnTo>
                  <a:lnTo>
                    <a:pt x="4052" y="4154"/>
                  </a:lnTo>
                  <a:lnTo>
                    <a:pt x="4075" y="3584"/>
                  </a:lnTo>
                  <a:lnTo>
                    <a:pt x="4075" y="2899"/>
                  </a:lnTo>
                  <a:lnTo>
                    <a:pt x="4075" y="2545"/>
                  </a:lnTo>
                  <a:lnTo>
                    <a:pt x="4052" y="2226"/>
                  </a:lnTo>
                  <a:lnTo>
                    <a:pt x="4007" y="1917"/>
                  </a:lnTo>
                  <a:lnTo>
                    <a:pt x="3949" y="1632"/>
                  </a:lnTo>
                  <a:lnTo>
                    <a:pt x="3870" y="1370"/>
                  </a:lnTo>
                  <a:lnTo>
                    <a:pt x="3778" y="1130"/>
                  </a:lnTo>
                  <a:lnTo>
                    <a:pt x="3676" y="925"/>
                  </a:lnTo>
                  <a:lnTo>
                    <a:pt x="3550" y="731"/>
                  </a:lnTo>
                  <a:lnTo>
                    <a:pt x="3402" y="559"/>
                  </a:lnTo>
                  <a:lnTo>
                    <a:pt x="3322" y="479"/>
                  </a:lnTo>
                  <a:lnTo>
                    <a:pt x="3242" y="411"/>
                  </a:lnTo>
                  <a:lnTo>
                    <a:pt x="3162" y="342"/>
                  </a:lnTo>
                  <a:lnTo>
                    <a:pt x="3071" y="285"/>
                  </a:lnTo>
                  <a:lnTo>
                    <a:pt x="2979" y="228"/>
                  </a:lnTo>
                  <a:lnTo>
                    <a:pt x="2877" y="183"/>
                  </a:lnTo>
                  <a:lnTo>
                    <a:pt x="2671" y="103"/>
                  </a:lnTo>
                  <a:lnTo>
                    <a:pt x="2443" y="46"/>
                  </a:lnTo>
                  <a:lnTo>
                    <a:pt x="2203" y="11"/>
                  </a:lnTo>
                  <a:lnTo>
                    <a:pt x="1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2899025" y="2699550"/>
              <a:ext cx="141850" cy="132975"/>
            </a:xfrm>
            <a:custGeom>
              <a:rect b="b" l="l" r="r" t="t"/>
              <a:pathLst>
                <a:path extrusionOk="0" h="5319" w="5674">
                  <a:moveTo>
                    <a:pt x="4075" y="0"/>
                  </a:moveTo>
                  <a:lnTo>
                    <a:pt x="3961" y="12"/>
                  </a:lnTo>
                  <a:lnTo>
                    <a:pt x="3870" y="23"/>
                  </a:lnTo>
                  <a:lnTo>
                    <a:pt x="3778" y="46"/>
                  </a:lnTo>
                  <a:lnTo>
                    <a:pt x="3687" y="91"/>
                  </a:lnTo>
                  <a:lnTo>
                    <a:pt x="3596" y="137"/>
                  </a:lnTo>
                  <a:lnTo>
                    <a:pt x="3516" y="194"/>
                  </a:lnTo>
                  <a:lnTo>
                    <a:pt x="3436" y="251"/>
                  </a:lnTo>
                  <a:lnTo>
                    <a:pt x="3368" y="331"/>
                  </a:lnTo>
                  <a:lnTo>
                    <a:pt x="3276" y="445"/>
                  </a:lnTo>
                  <a:lnTo>
                    <a:pt x="3185" y="605"/>
                  </a:lnTo>
                  <a:lnTo>
                    <a:pt x="3082" y="799"/>
                  </a:lnTo>
                  <a:lnTo>
                    <a:pt x="2980" y="1039"/>
                  </a:lnTo>
                  <a:lnTo>
                    <a:pt x="2877" y="833"/>
                  </a:lnTo>
                  <a:lnTo>
                    <a:pt x="2763" y="662"/>
                  </a:lnTo>
                  <a:lnTo>
                    <a:pt x="2637" y="514"/>
                  </a:lnTo>
                  <a:lnTo>
                    <a:pt x="2512" y="388"/>
                  </a:lnTo>
                  <a:lnTo>
                    <a:pt x="2375" y="297"/>
                  </a:lnTo>
                  <a:lnTo>
                    <a:pt x="2306" y="263"/>
                  </a:lnTo>
                  <a:lnTo>
                    <a:pt x="2226" y="228"/>
                  </a:lnTo>
                  <a:lnTo>
                    <a:pt x="2158" y="206"/>
                  </a:lnTo>
                  <a:lnTo>
                    <a:pt x="2078" y="183"/>
                  </a:lnTo>
                  <a:lnTo>
                    <a:pt x="1998" y="183"/>
                  </a:lnTo>
                  <a:lnTo>
                    <a:pt x="1918" y="171"/>
                  </a:lnTo>
                  <a:lnTo>
                    <a:pt x="1793" y="183"/>
                  </a:lnTo>
                  <a:lnTo>
                    <a:pt x="1667" y="206"/>
                  </a:lnTo>
                  <a:lnTo>
                    <a:pt x="1553" y="251"/>
                  </a:lnTo>
                  <a:lnTo>
                    <a:pt x="1450" y="308"/>
                  </a:lnTo>
                  <a:lnTo>
                    <a:pt x="1347" y="388"/>
                  </a:lnTo>
                  <a:lnTo>
                    <a:pt x="1245" y="480"/>
                  </a:lnTo>
                  <a:lnTo>
                    <a:pt x="1153" y="594"/>
                  </a:lnTo>
                  <a:lnTo>
                    <a:pt x="1074" y="719"/>
                  </a:lnTo>
                  <a:lnTo>
                    <a:pt x="1074" y="616"/>
                  </a:lnTo>
                  <a:lnTo>
                    <a:pt x="1039" y="514"/>
                  </a:lnTo>
                  <a:lnTo>
                    <a:pt x="994" y="411"/>
                  </a:lnTo>
                  <a:lnTo>
                    <a:pt x="914" y="320"/>
                  </a:lnTo>
                  <a:lnTo>
                    <a:pt x="822" y="251"/>
                  </a:lnTo>
                  <a:lnTo>
                    <a:pt x="720" y="194"/>
                  </a:lnTo>
                  <a:lnTo>
                    <a:pt x="617" y="160"/>
                  </a:lnTo>
                  <a:lnTo>
                    <a:pt x="503" y="149"/>
                  </a:lnTo>
                  <a:lnTo>
                    <a:pt x="457" y="160"/>
                  </a:lnTo>
                  <a:lnTo>
                    <a:pt x="412" y="183"/>
                  </a:lnTo>
                  <a:lnTo>
                    <a:pt x="355" y="228"/>
                  </a:lnTo>
                  <a:lnTo>
                    <a:pt x="309" y="285"/>
                  </a:lnTo>
                  <a:lnTo>
                    <a:pt x="263" y="365"/>
                  </a:lnTo>
                  <a:lnTo>
                    <a:pt x="229" y="457"/>
                  </a:lnTo>
                  <a:lnTo>
                    <a:pt x="138" y="696"/>
                  </a:lnTo>
                  <a:lnTo>
                    <a:pt x="81" y="913"/>
                  </a:lnTo>
                  <a:lnTo>
                    <a:pt x="35" y="1107"/>
                  </a:lnTo>
                  <a:lnTo>
                    <a:pt x="12" y="1278"/>
                  </a:lnTo>
                  <a:lnTo>
                    <a:pt x="1" y="1427"/>
                  </a:lnTo>
                  <a:lnTo>
                    <a:pt x="1" y="3892"/>
                  </a:lnTo>
                  <a:lnTo>
                    <a:pt x="24" y="4120"/>
                  </a:lnTo>
                  <a:lnTo>
                    <a:pt x="69" y="4474"/>
                  </a:lnTo>
                  <a:lnTo>
                    <a:pt x="138" y="4828"/>
                  </a:lnTo>
                  <a:lnTo>
                    <a:pt x="172" y="4942"/>
                  </a:lnTo>
                  <a:lnTo>
                    <a:pt x="206" y="4999"/>
                  </a:lnTo>
                  <a:lnTo>
                    <a:pt x="286" y="5079"/>
                  </a:lnTo>
                  <a:lnTo>
                    <a:pt x="389" y="5136"/>
                  </a:lnTo>
                  <a:lnTo>
                    <a:pt x="503" y="5170"/>
                  </a:lnTo>
                  <a:lnTo>
                    <a:pt x="628" y="5182"/>
                  </a:lnTo>
                  <a:lnTo>
                    <a:pt x="731" y="5182"/>
                  </a:lnTo>
                  <a:lnTo>
                    <a:pt x="834" y="5147"/>
                  </a:lnTo>
                  <a:lnTo>
                    <a:pt x="914" y="5102"/>
                  </a:lnTo>
                  <a:lnTo>
                    <a:pt x="994" y="5033"/>
                  </a:lnTo>
                  <a:lnTo>
                    <a:pt x="1062" y="4965"/>
                  </a:lnTo>
                  <a:lnTo>
                    <a:pt x="1108" y="4874"/>
                  </a:lnTo>
                  <a:lnTo>
                    <a:pt x="1131" y="4771"/>
                  </a:lnTo>
                  <a:lnTo>
                    <a:pt x="1142" y="4668"/>
                  </a:lnTo>
                  <a:lnTo>
                    <a:pt x="1131" y="4451"/>
                  </a:lnTo>
                  <a:lnTo>
                    <a:pt x="1085" y="4143"/>
                  </a:lnTo>
                  <a:lnTo>
                    <a:pt x="1051" y="3846"/>
                  </a:lnTo>
                  <a:lnTo>
                    <a:pt x="1039" y="3618"/>
                  </a:lnTo>
                  <a:lnTo>
                    <a:pt x="1051" y="3310"/>
                  </a:lnTo>
                  <a:lnTo>
                    <a:pt x="1085" y="3002"/>
                  </a:lnTo>
                  <a:lnTo>
                    <a:pt x="1153" y="2705"/>
                  </a:lnTo>
                  <a:lnTo>
                    <a:pt x="1245" y="2408"/>
                  </a:lnTo>
                  <a:lnTo>
                    <a:pt x="1359" y="2123"/>
                  </a:lnTo>
                  <a:lnTo>
                    <a:pt x="1496" y="1838"/>
                  </a:lnTo>
                  <a:lnTo>
                    <a:pt x="1667" y="1552"/>
                  </a:lnTo>
                  <a:lnTo>
                    <a:pt x="1861" y="1278"/>
                  </a:lnTo>
                  <a:lnTo>
                    <a:pt x="1975" y="1119"/>
                  </a:lnTo>
                  <a:lnTo>
                    <a:pt x="2021" y="1073"/>
                  </a:lnTo>
                  <a:lnTo>
                    <a:pt x="2055" y="1062"/>
                  </a:lnTo>
                  <a:lnTo>
                    <a:pt x="2089" y="1062"/>
                  </a:lnTo>
                  <a:lnTo>
                    <a:pt x="2124" y="1084"/>
                  </a:lnTo>
                  <a:lnTo>
                    <a:pt x="2146" y="1107"/>
                  </a:lnTo>
                  <a:lnTo>
                    <a:pt x="2181" y="1141"/>
                  </a:lnTo>
                  <a:lnTo>
                    <a:pt x="2226" y="1244"/>
                  </a:lnTo>
                  <a:lnTo>
                    <a:pt x="2272" y="1381"/>
                  </a:lnTo>
                  <a:lnTo>
                    <a:pt x="2306" y="1564"/>
                  </a:lnTo>
                  <a:lnTo>
                    <a:pt x="2329" y="1781"/>
                  </a:lnTo>
                  <a:lnTo>
                    <a:pt x="2340" y="2043"/>
                  </a:lnTo>
                  <a:lnTo>
                    <a:pt x="2340" y="2340"/>
                  </a:lnTo>
                  <a:lnTo>
                    <a:pt x="2340" y="4463"/>
                  </a:lnTo>
                  <a:lnTo>
                    <a:pt x="2352" y="4554"/>
                  </a:lnTo>
                  <a:lnTo>
                    <a:pt x="2386" y="4645"/>
                  </a:lnTo>
                  <a:lnTo>
                    <a:pt x="2455" y="4737"/>
                  </a:lnTo>
                  <a:lnTo>
                    <a:pt x="2534" y="4839"/>
                  </a:lnTo>
                  <a:lnTo>
                    <a:pt x="2637" y="4919"/>
                  </a:lnTo>
                  <a:lnTo>
                    <a:pt x="2728" y="4976"/>
                  </a:lnTo>
                  <a:lnTo>
                    <a:pt x="2820" y="5011"/>
                  </a:lnTo>
                  <a:lnTo>
                    <a:pt x="2923" y="5022"/>
                  </a:lnTo>
                  <a:lnTo>
                    <a:pt x="3014" y="5022"/>
                  </a:lnTo>
                  <a:lnTo>
                    <a:pt x="3105" y="4988"/>
                  </a:lnTo>
                  <a:lnTo>
                    <a:pt x="3196" y="4942"/>
                  </a:lnTo>
                  <a:lnTo>
                    <a:pt x="3299" y="4885"/>
                  </a:lnTo>
                  <a:lnTo>
                    <a:pt x="3379" y="4816"/>
                  </a:lnTo>
                  <a:lnTo>
                    <a:pt x="3448" y="4737"/>
                  </a:lnTo>
                  <a:lnTo>
                    <a:pt x="3482" y="4645"/>
                  </a:lnTo>
                  <a:lnTo>
                    <a:pt x="3493" y="4565"/>
                  </a:lnTo>
                  <a:lnTo>
                    <a:pt x="3470" y="4463"/>
                  </a:lnTo>
                  <a:lnTo>
                    <a:pt x="3436" y="4326"/>
                  </a:lnTo>
                  <a:lnTo>
                    <a:pt x="3390" y="4189"/>
                  </a:lnTo>
                  <a:lnTo>
                    <a:pt x="3379" y="4097"/>
                  </a:lnTo>
                  <a:lnTo>
                    <a:pt x="3379" y="3047"/>
                  </a:lnTo>
                  <a:lnTo>
                    <a:pt x="3390" y="2762"/>
                  </a:lnTo>
                  <a:lnTo>
                    <a:pt x="3413" y="2454"/>
                  </a:lnTo>
                  <a:lnTo>
                    <a:pt x="3470" y="2134"/>
                  </a:lnTo>
                  <a:lnTo>
                    <a:pt x="3550" y="1815"/>
                  </a:lnTo>
                  <a:lnTo>
                    <a:pt x="3607" y="1598"/>
                  </a:lnTo>
                  <a:lnTo>
                    <a:pt x="3664" y="1404"/>
                  </a:lnTo>
                  <a:lnTo>
                    <a:pt x="3733" y="1256"/>
                  </a:lnTo>
                  <a:lnTo>
                    <a:pt x="3813" y="1119"/>
                  </a:lnTo>
                  <a:lnTo>
                    <a:pt x="3881" y="1016"/>
                  </a:lnTo>
                  <a:lnTo>
                    <a:pt x="3961" y="947"/>
                  </a:lnTo>
                  <a:lnTo>
                    <a:pt x="4007" y="925"/>
                  </a:lnTo>
                  <a:lnTo>
                    <a:pt x="4052" y="902"/>
                  </a:lnTo>
                  <a:lnTo>
                    <a:pt x="4098" y="890"/>
                  </a:lnTo>
                  <a:lnTo>
                    <a:pt x="4144" y="890"/>
                  </a:lnTo>
                  <a:lnTo>
                    <a:pt x="4201" y="902"/>
                  </a:lnTo>
                  <a:lnTo>
                    <a:pt x="4258" y="936"/>
                  </a:lnTo>
                  <a:lnTo>
                    <a:pt x="4315" y="993"/>
                  </a:lnTo>
                  <a:lnTo>
                    <a:pt x="4361" y="1084"/>
                  </a:lnTo>
                  <a:lnTo>
                    <a:pt x="4406" y="1187"/>
                  </a:lnTo>
                  <a:lnTo>
                    <a:pt x="4440" y="1313"/>
                  </a:lnTo>
                  <a:lnTo>
                    <a:pt x="4486" y="1472"/>
                  </a:lnTo>
                  <a:lnTo>
                    <a:pt x="4509" y="1644"/>
                  </a:lnTo>
                  <a:lnTo>
                    <a:pt x="4566" y="2066"/>
                  </a:lnTo>
                  <a:lnTo>
                    <a:pt x="4612" y="2591"/>
                  </a:lnTo>
                  <a:lnTo>
                    <a:pt x="4634" y="3207"/>
                  </a:lnTo>
                  <a:lnTo>
                    <a:pt x="4634" y="3915"/>
                  </a:lnTo>
                  <a:lnTo>
                    <a:pt x="4634" y="4543"/>
                  </a:lnTo>
                  <a:lnTo>
                    <a:pt x="4634" y="5159"/>
                  </a:lnTo>
                  <a:lnTo>
                    <a:pt x="4783" y="5227"/>
                  </a:lnTo>
                  <a:lnTo>
                    <a:pt x="4897" y="5284"/>
                  </a:lnTo>
                  <a:lnTo>
                    <a:pt x="5000" y="5307"/>
                  </a:lnTo>
                  <a:lnTo>
                    <a:pt x="5091" y="5319"/>
                  </a:lnTo>
                  <a:lnTo>
                    <a:pt x="5205" y="5307"/>
                  </a:lnTo>
                  <a:lnTo>
                    <a:pt x="5331" y="5262"/>
                  </a:lnTo>
                  <a:lnTo>
                    <a:pt x="5490" y="5193"/>
                  </a:lnTo>
                  <a:lnTo>
                    <a:pt x="5673" y="5079"/>
                  </a:lnTo>
                  <a:lnTo>
                    <a:pt x="5673" y="3047"/>
                  </a:lnTo>
                  <a:lnTo>
                    <a:pt x="5662" y="2602"/>
                  </a:lnTo>
                  <a:lnTo>
                    <a:pt x="5627" y="2191"/>
                  </a:lnTo>
                  <a:lnTo>
                    <a:pt x="5593" y="2009"/>
                  </a:lnTo>
                  <a:lnTo>
                    <a:pt x="5570" y="1826"/>
                  </a:lnTo>
                  <a:lnTo>
                    <a:pt x="5525" y="1644"/>
                  </a:lnTo>
                  <a:lnTo>
                    <a:pt x="5479" y="1484"/>
                  </a:lnTo>
                  <a:lnTo>
                    <a:pt x="5433" y="1324"/>
                  </a:lnTo>
                  <a:lnTo>
                    <a:pt x="5376" y="1176"/>
                  </a:lnTo>
                  <a:lnTo>
                    <a:pt x="5319" y="1027"/>
                  </a:lnTo>
                  <a:lnTo>
                    <a:pt x="5251" y="890"/>
                  </a:lnTo>
                  <a:lnTo>
                    <a:pt x="5182" y="776"/>
                  </a:lnTo>
                  <a:lnTo>
                    <a:pt x="5102" y="651"/>
                  </a:lnTo>
                  <a:lnTo>
                    <a:pt x="5011" y="548"/>
                  </a:lnTo>
                  <a:lnTo>
                    <a:pt x="4920" y="445"/>
                  </a:lnTo>
                  <a:lnTo>
                    <a:pt x="4817" y="343"/>
                  </a:lnTo>
                  <a:lnTo>
                    <a:pt x="4703" y="251"/>
                  </a:lnTo>
                  <a:lnTo>
                    <a:pt x="4600" y="183"/>
                  </a:lnTo>
                  <a:lnTo>
                    <a:pt x="4498" y="114"/>
                  </a:lnTo>
                  <a:lnTo>
                    <a:pt x="4383" y="69"/>
                  </a:lnTo>
                  <a:lnTo>
                    <a:pt x="4281" y="34"/>
                  </a:lnTo>
                  <a:lnTo>
                    <a:pt x="4178" y="12"/>
                  </a:lnTo>
                  <a:lnTo>
                    <a:pt x="4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3060525" y="2704675"/>
              <a:ext cx="94475" cy="125850"/>
            </a:xfrm>
            <a:custGeom>
              <a:rect b="b" l="l" r="r" t="t"/>
              <a:pathLst>
                <a:path extrusionOk="0" h="5034" w="3779">
                  <a:moveTo>
                    <a:pt x="2009" y="959"/>
                  </a:moveTo>
                  <a:lnTo>
                    <a:pt x="2066" y="971"/>
                  </a:lnTo>
                  <a:lnTo>
                    <a:pt x="2123" y="994"/>
                  </a:lnTo>
                  <a:lnTo>
                    <a:pt x="2180" y="1028"/>
                  </a:lnTo>
                  <a:lnTo>
                    <a:pt x="2238" y="1062"/>
                  </a:lnTo>
                  <a:lnTo>
                    <a:pt x="2283" y="1108"/>
                  </a:lnTo>
                  <a:lnTo>
                    <a:pt x="2329" y="1153"/>
                  </a:lnTo>
                  <a:lnTo>
                    <a:pt x="2374" y="1210"/>
                  </a:lnTo>
                  <a:lnTo>
                    <a:pt x="2454" y="1347"/>
                  </a:lnTo>
                  <a:lnTo>
                    <a:pt x="2500" y="1473"/>
                  </a:lnTo>
                  <a:lnTo>
                    <a:pt x="2534" y="1610"/>
                  </a:lnTo>
                  <a:lnTo>
                    <a:pt x="2546" y="1758"/>
                  </a:lnTo>
                  <a:lnTo>
                    <a:pt x="2534" y="1838"/>
                  </a:lnTo>
                  <a:lnTo>
                    <a:pt x="2534" y="1918"/>
                  </a:lnTo>
                  <a:lnTo>
                    <a:pt x="2511" y="1986"/>
                  </a:lnTo>
                  <a:lnTo>
                    <a:pt x="2489" y="2055"/>
                  </a:lnTo>
                  <a:lnTo>
                    <a:pt x="2466" y="2123"/>
                  </a:lnTo>
                  <a:lnTo>
                    <a:pt x="2420" y="2181"/>
                  </a:lnTo>
                  <a:lnTo>
                    <a:pt x="2386" y="2226"/>
                  </a:lnTo>
                  <a:lnTo>
                    <a:pt x="2329" y="2272"/>
                  </a:lnTo>
                  <a:lnTo>
                    <a:pt x="2283" y="2317"/>
                  </a:lnTo>
                  <a:lnTo>
                    <a:pt x="2215" y="2352"/>
                  </a:lnTo>
                  <a:lnTo>
                    <a:pt x="2146" y="2375"/>
                  </a:lnTo>
                  <a:lnTo>
                    <a:pt x="2078" y="2409"/>
                  </a:lnTo>
                  <a:lnTo>
                    <a:pt x="1907" y="2432"/>
                  </a:lnTo>
                  <a:lnTo>
                    <a:pt x="1713" y="2443"/>
                  </a:lnTo>
                  <a:lnTo>
                    <a:pt x="1598" y="2443"/>
                  </a:lnTo>
                  <a:lnTo>
                    <a:pt x="1507" y="2409"/>
                  </a:lnTo>
                  <a:lnTo>
                    <a:pt x="1416" y="2375"/>
                  </a:lnTo>
                  <a:lnTo>
                    <a:pt x="1336" y="2306"/>
                  </a:lnTo>
                  <a:lnTo>
                    <a:pt x="1267" y="2238"/>
                  </a:lnTo>
                  <a:lnTo>
                    <a:pt x="1222" y="2158"/>
                  </a:lnTo>
                  <a:lnTo>
                    <a:pt x="1199" y="2066"/>
                  </a:lnTo>
                  <a:lnTo>
                    <a:pt x="1188" y="1964"/>
                  </a:lnTo>
                  <a:lnTo>
                    <a:pt x="1199" y="1770"/>
                  </a:lnTo>
                  <a:lnTo>
                    <a:pt x="1233" y="1598"/>
                  </a:lnTo>
                  <a:lnTo>
                    <a:pt x="1290" y="1439"/>
                  </a:lnTo>
                  <a:lnTo>
                    <a:pt x="1359" y="1290"/>
                  </a:lnTo>
                  <a:lnTo>
                    <a:pt x="1416" y="1210"/>
                  </a:lnTo>
                  <a:lnTo>
                    <a:pt x="1473" y="1142"/>
                  </a:lnTo>
                  <a:lnTo>
                    <a:pt x="1541" y="1085"/>
                  </a:lnTo>
                  <a:lnTo>
                    <a:pt x="1610" y="1039"/>
                  </a:lnTo>
                  <a:lnTo>
                    <a:pt x="1678" y="1005"/>
                  </a:lnTo>
                  <a:lnTo>
                    <a:pt x="1758" y="982"/>
                  </a:lnTo>
                  <a:lnTo>
                    <a:pt x="1849" y="959"/>
                  </a:lnTo>
                  <a:close/>
                  <a:moveTo>
                    <a:pt x="1576" y="1"/>
                  </a:moveTo>
                  <a:lnTo>
                    <a:pt x="1484" y="12"/>
                  </a:lnTo>
                  <a:lnTo>
                    <a:pt x="1404" y="23"/>
                  </a:lnTo>
                  <a:lnTo>
                    <a:pt x="1324" y="46"/>
                  </a:lnTo>
                  <a:lnTo>
                    <a:pt x="1245" y="80"/>
                  </a:lnTo>
                  <a:lnTo>
                    <a:pt x="1165" y="126"/>
                  </a:lnTo>
                  <a:lnTo>
                    <a:pt x="1085" y="172"/>
                  </a:lnTo>
                  <a:lnTo>
                    <a:pt x="1005" y="240"/>
                  </a:lnTo>
                  <a:lnTo>
                    <a:pt x="936" y="309"/>
                  </a:lnTo>
                  <a:lnTo>
                    <a:pt x="857" y="389"/>
                  </a:lnTo>
                  <a:lnTo>
                    <a:pt x="788" y="480"/>
                  </a:lnTo>
                  <a:lnTo>
                    <a:pt x="651" y="697"/>
                  </a:lnTo>
                  <a:lnTo>
                    <a:pt x="514" y="948"/>
                  </a:lnTo>
                  <a:lnTo>
                    <a:pt x="389" y="1233"/>
                  </a:lnTo>
                  <a:lnTo>
                    <a:pt x="297" y="1473"/>
                  </a:lnTo>
                  <a:lnTo>
                    <a:pt x="217" y="1724"/>
                  </a:lnTo>
                  <a:lnTo>
                    <a:pt x="149" y="1952"/>
                  </a:lnTo>
                  <a:lnTo>
                    <a:pt x="92" y="2181"/>
                  </a:lnTo>
                  <a:lnTo>
                    <a:pt x="58" y="2409"/>
                  </a:lnTo>
                  <a:lnTo>
                    <a:pt x="23" y="2626"/>
                  </a:lnTo>
                  <a:lnTo>
                    <a:pt x="1" y="2842"/>
                  </a:lnTo>
                  <a:lnTo>
                    <a:pt x="1" y="3048"/>
                  </a:lnTo>
                  <a:lnTo>
                    <a:pt x="1" y="3288"/>
                  </a:lnTo>
                  <a:lnTo>
                    <a:pt x="23" y="3516"/>
                  </a:lnTo>
                  <a:lnTo>
                    <a:pt x="58" y="3721"/>
                  </a:lnTo>
                  <a:lnTo>
                    <a:pt x="103" y="3915"/>
                  </a:lnTo>
                  <a:lnTo>
                    <a:pt x="172" y="4098"/>
                  </a:lnTo>
                  <a:lnTo>
                    <a:pt x="240" y="4258"/>
                  </a:lnTo>
                  <a:lnTo>
                    <a:pt x="332" y="4406"/>
                  </a:lnTo>
                  <a:lnTo>
                    <a:pt x="434" y="4543"/>
                  </a:lnTo>
                  <a:lnTo>
                    <a:pt x="548" y="4657"/>
                  </a:lnTo>
                  <a:lnTo>
                    <a:pt x="685" y="4760"/>
                  </a:lnTo>
                  <a:lnTo>
                    <a:pt x="822" y="4840"/>
                  </a:lnTo>
                  <a:lnTo>
                    <a:pt x="982" y="4908"/>
                  </a:lnTo>
                  <a:lnTo>
                    <a:pt x="1153" y="4965"/>
                  </a:lnTo>
                  <a:lnTo>
                    <a:pt x="1336" y="5011"/>
                  </a:lnTo>
                  <a:lnTo>
                    <a:pt x="1530" y="5034"/>
                  </a:lnTo>
                  <a:lnTo>
                    <a:pt x="1907" y="5034"/>
                  </a:lnTo>
                  <a:lnTo>
                    <a:pt x="2078" y="5022"/>
                  </a:lnTo>
                  <a:lnTo>
                    <a:pt x="2238" y="5000"/>
                  </a:lnTo>
                  <a:lnTo>
                    <a:pt x="2386" y="4977"/>
                  </a:lnTo>
                  <a:lnTo>
                    <a:pt x="2546" y="4942"/>
                  </a:lnTo>
                  <a:lnTo>
                    <a:pt x="2705" y="4897"/>
                  </a:lnTo>
                  <a:lnTo>
                    <a:pt x="2854" y="4851"/>
                  </a:lnTo>
                  <a:lnTo>
                    <a:pt x="3002" y="4783"/>
                  </a:lnTo>
                  <a:lnTo>
                    <a:pt x="3185" y="4703"/>
                  </a:lnTo>
                  <a:lnTo>
                    <a:pt x="3345" y="4611"/>
                  </a:lnTo>
                  <a:lnTo>
                    <a:pt x="3482" y="4509"/>
                  </a:lnTo>
                  <a:lnTo>
                    <a:pt x="3584" y="4406"/>
                  </a:lnTo>
                  <a:lnTo>
                    <a:pt x="3676" y="4292"/>
                  </a:lnTo>
                  <a:lnTo>
                    <a:pt x="3733" y="4166"/>
                  </a:lnTo>
                  <a:lnTo>
                    <a:pt x="3767" y="4041"/>
                  </a:lnTo>
                  <a:lnTo>
                    <a:pt x="3778" y="3904"/>
                  </a:lnTo>
                  <a:lnTo>
                    <a:pt x="3767" y="3835"/>
                  </a:lnTo>
                  <a:lnTo>
                    <a:pt x="3744" y="3778"/>
                  </a:lnTo>
                  <a:lnTo>
                    <a:pt x="3710" y="3733"/>
                  </a:lnTo>
                  <a:lnTo>
                    <a:pt x="3653" y="3698"/>
                  </a:lnTo>
                  <a:lnTo>
                    <a:pt x="3584" y="3664"/>
                  </a:lnTo>
                  <a:lnTo>
                    <a:pt x="3504" y="3641"/>
                  </a:lnTo>
                  <a:lnTo>
                    <a:pt x="3402" y="3630"/>
                  </a:lnTo>
                  <a:lnTo>
                    <a:pt x="3288" y="3630"/>
                  </a:lnTo>
                  <a:lnTo>
                    <a:pt x="3196" y="3641"/>
                  </a:lnTo>
                  <a:lnTo>
                    <a:pt x="3071" y="3698"/>
                  </a:lnTo>
                  <a:lnTo>
                    <a:pt x="2888" y="3790"/>
                  </a:lnTo>
                  <a:lnTo>
                    <a:pt x="2671" y="3915"/>
                  </a:lnTo>
                  <a:lnTo>
                    <a:pt x="2546" y="3984"/>
                  </a:lnTo>
                  <a:lnTo>
                    <a:pt x="2432" y="4041"/>
                  </a:lnTo>
                  <a:lnTo>
                    <a:pt x="2306" y="4086"/>
                  </a:lnTo>
                  <a:lnTo>
                    <a:pt x="2180" y="4121"/>
                  </a:lnTo>
                  <a:lnTo>
                    <a:pt x="2066" y="4155"/>
                  </a:lnTo>
                  <a:lnTo>
                    <a:pt x="1941" y="4178"/>
                  </a:lnTo>
                  <a:lnTo>
                    <a:pt x="1815" y="4189"/>
                  </a:lnTo>
                  <a:lnTo>
                    <a:pt x="1690" y="4201"/>
                  </a:lnTo>
                  <a:lnTo>
                    <a:pt x="1621" y="4189"/>
                  </a:lnTo>
                  <a:lnTo>
                    <a:pt x="1553" y="4178"/>
                  </a:lnTo>
                  <a:lnTo>
                    <a:pt x="1484" y="4155"/>
                  </a:lnTo>
                  <a:lnTo>
                    <a:pt x="1427" y="4132"/>
                  </a:lnTo>
                  <a:lnTo>
                    <a:pt x="1370" y="4086"/>
                  </a:lnTo>
                  <a:lnTo>
                    <a:pt x="1324" y="4041"/>
                  </a:lnTo>
                  <a:lnTo>
                    <a:pt x="1279" y="3995"/>
                  </a:lnTo>
                  <a:lnTo>
                    <a:pt x="1233" y="3927"/>
                  </a:lnTo>
                  <a:lnTo>
                    <a:pt x="1199" y="3858"/>
                  </a:lnTo>
                  <a:lnTo>
                    <a:pt x="1165" y="3778"/>
                  </a:lnTo>
                  <a:lnTo>
                    <a:pt x="1108" y="3584"/>
                  </a:lnTo>
                  <a:lnTo>
                    <a:pt x="1073" y="3367"/>
                  </a:lnTo>
                  <a:lnTo>
                    <a:pt x="1051" y="3116"/>
                  </a:lnTo>
                  <a:lnTo>
                    <a:pt x="1222" y="3208"/>
                  </a:lnTo>
                  <a:lnTo>
                    <a:pt x="1359" y="3265"/>
                  </a:lnTo>
                  <a:lnTo>
                    <a:pt x="1473" y="3299"/>
                  </a:lnTo>
                  <a:lnTo>
                    <a:pt x="1564" y="3310"/>
                  </a:lnTo>
                  <a:lnTo>
                    <a:pt x="1770" y="3299"/>
                  </a:lnTo>
                  <a:lnTo>
                    <a:pt x="1964" y="3288"/>
                  </a:lnTo>
                  <a:lnTo>
                    <a:pt x="2146" y="3253"/>
                  </a:lnTo>
                  <a:lnTo>
                    <a:pt x="2329" y="3208"/>
                  </a:lnTo>
                  <a:lnTo>
                    <a:pt x="2500" y="3151"/>
                  </a:lnTo>
                  <a:lnTo>
                    <a:pt x="2660" y="3082"/>
                  </a:lnTo>
                  <a:lnTo>
                    <a:pt x="2820" y="3002"/>
                  </a:lnTo>
                  <a:lnTo>
                    <a:pt x="2968" y="2911"/>
                  </a:lnTo>
                  <a:lnTo>
                    <a:pt x="3128" y="2797"/>
                  </a:lnTo>
                  <a:lnTo>
                    <a:pt x="3265" y="2671"/>
                  </a:lnTo>
                  <a:lnTo>
                    <a:pt x="3379" y="2534"/>
                  </a:lnTo>
                  <a:lnTo>
                    <a:pt x="3482" y="2397"/>
                  </a:lnTo>
                  <a:lnTo>
                    <a:pt x="3550" y="2238"/>
                  </a:lnTo>
                  <a:lnTo>
                    <a:pt x="3607" y="2078"/>
                  </a:lnTo>
                  <a:lnTo>
                    <a:pt x="3630" y="1907"/>
                  </a:lnTo>
                  <a:lnTo>
                    <a:pt x="3641" y="1724"/>
                  </a:lnTo>
                  <a:lnTo>
                    <a:pt x="3630" y="1564"/>
                  </a:lnTo>
                  <a:lnTo>
                    <a:pt x="3596" y="1416"/>
                  </a:lnTo>
                  <a:lnTo>
                    <a:pt x="3539" y="1279"/>
                  </a:lnTo>
                  <a:lnTo>
                    <a:pt x="3459" y="1131"/>
                  </a:lnTo>
                  <a:lnTo>
                    <a:pt x="3367" y="982"/>
                  </a:lnTo>
                  <a:lnTo>
                    <a:pt x="3242" y="845"/>
                  </a:lnTo>
                  <a:lnTo>
                    <a:pt x="3094" y="697"/>
                  </a:lnTo>
                  <a:lnTo>
                    <a:pt x="2922" y="560"/>
                  </a:lnTo>
                  <a:lnTo>
                    <a:pt x="2740" y="434"/>
                  </a:lnTo>
                  <a:lnTo>
                    <a:pt x="2569" y="320"/>
                  </a:lnTo>
                  <a:lnTo>
                    <a:pt x="2397" y="217"/>
                  </a:lnTo>
                  <a:lnTo>
                    <a:pt x="2226" y="138"/>
                  </a:lnTo>
                  <a:lnTo>
                    <a:pt x="2055" y="80"/>
                  </a:lnTo>
                  <a:lnTo>
                    <a:pt x="1895" y="35"/>
                  </a:lnTo>
                  <a:lnTo>
                    <a:pt x="1735" y="12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3171225" y="2703250"/>
              <a:ext cx="101325" cy="128425"/>
            </a:xfrm>
            <a:custGeom>
              <a:rect b="b" l="l" r="r" t="t"/>
              <a:pathLst>
                <a:path extrusionOk="0" h="5137" w="4053">
                  <a:moveTo>
                    <a:pt x="594" y="1"/>
                  </a:moveTo>
                  <a:lnTo>
                    <a:pt x="503" y="12"/>
                  </a:lnTo>
                  <a:lnTo>
                    <a:pt x="412" y="46"/>
                  </a:lnTo>
                  <a:lnTo>
                    <a:pt x="309" y="92"/>
                  </a:lnTo>
                  <a:lnTo>
                    <a:pt x="206" y="172"/>
                  </a:lnTo>
                  <a:lnTo>
                    <a:pt x="115" y="252"/>
                  </a:lnTo>
                  <a:lnTo>
                    <a:pt x="58" y="343"/>
                  </a:lnTo>
                  <a:lnTo>
                    <a:pt x="12" y="423"/>
                  </a:lnTo>
                  <a:lnTo>
                    <a:pt x="1" y="514"/>
                  </a:lnTo>
                  <a:lnTo>
                    <a:pt x="12" y="674"/>
                  </a:lnTo>
                  <a:lnTo>
                    <a:pt x="35" y="902"/>
                  </a:lnTo>
                  <a:lnTo>
                    <a:pt x="69" y="1130"/>
                  </a:lnTo>
                  <a:lnTo>
                    <a:pt x="81" y="1302"/>
                  </a:lnTo>
                  <a:lnTo>
                    <a:pt x="69" y="1416"/>
                  </a:lnTo>
                  <a:lnTo>
                    <a:pt x="58" y="1564"/>
                  </a:lnTo>
                  <a:lnTo>
                    <a:pt x="35" y="1724"/>
                  </a:lnTo>
                  <a:lnTo>
                    <a:pt x="35" y="1838"/>
                  </a:lnTo>
                  <a:lnTo>
                    <a:pt x="35" y="4212"/>
                  </a:lnTo>
                  <a:lnTo>
                    <a:pt x="47" y="4406"/>
                  </a:lnTo>
                  <a:lnTo>
                    <a:pt x="81" y="4589"/>
                  </a:lnTo>
                  <a:lnTo>
                    <a:pt x="104" y="4668"/>
                  </a:lnTo>
                  <a:lnTo>
                    <a:pt x="126" y="4737"/>
                  </a:lnTo>
                  <a:lnTo>
                    <a:pt x="161" y="4794"/>
                  </a:lnTo>
                  <a:lnTo>
                    <a:pt x="206" y="4851"/>
                  </a:lnTo>
                  <a:lnTo>
                    <a:pt x="252" y="4908"/>
                  </a:lnTo>
                  <a:lnTo>
                    <a:pt x="298" y="4954"/>
                  </a:lnTo>
                  <a:lnTo>
                    <a:pt x="355" y="4988"/>
                  </a:lnTo>
                  <a:lnTo>
                    <a:pt x="412" y="5022"/>
                  </a:lnTo>
                  <a:lnTo>
                    <a:pt x="480" y="5045"/>
                  </a:lnTo>
                  <a:lnTo>
                    <a:pt x="560" y="5057"/>
                  </a:lnTo>
                  <a:lnTo>
                    <a:pt x="629" y="5068"/>
                  </a:lnTo>
                  <a:lnTo>
                    <a:pt x="800" y="5068"/>
                  </a:lnTo>
                  <a:lnTo>
                    <a:pt x="880" y="5045"/>
                  </a:lnTo>
                  <a:lnTo>
                    <a:pt x="960" y="5011"/>
                  </a:lnTo>
                  <a:lnTo>
                    <a:pt x="1039" y="4965"/>
                  </a:lnTo>
                  <a:lnTo>
                    <a:pt x="1097" y="4920"/>
                  </a:lnTo>
                  <a:lnTo>
                    <a:pt x="1142" y="4851"/>
                  </a:lnTo>
                  <a:lnTo>
                    <a:pt x="1176" y="4783"/>
                  </a:lnTo>
                  <a:lnTo>
                    <a:pt x="1176" y="4703"/>
                  </a:lnTo>
                  <a:lnTo>
                    <a:pt x="1176" y="4600"/>
                  </a:lnTo>
                  <a:lnTo>
                    <a:pt x="1165" y="4463"/>
                  </a:lnTo>
                  <a:lnTo>
                    <a:pt x="1108" y="4132"/>
                  </a:lnTo>
                  <a:lnTo>
                    <a:pt x="1051" y="3801"/>
                  </a:lnTo>
                  <a:lnTo>
                    <a:pt x="1039" y="3664"/>
                  </a:lnTo>
                  <a:lnTo>
                    <a:pt x="1039" y="3561"/>
                  </a:lnTo>
                  <a:lnTo>
                    <a:pt x="1051" y="3219"/>
                  </a:lnTo>
                  <a:lnTo>
                    <a:pt x="1085" y="2899"/>
                  </a:lnTo>
                  <a:lnTo>
                    <a:pt x="1142" y="2591"/>
                  </a:lnTo>
                  <a:lnTo>
                    <a:pt x="1188" y="2432"/>
                  </a:lnTo>
                  <a:lnTo>
                    <a:pt x="1233" y="2283"/>
                  </a:lnTo>
                  <a:lnTo>
                    <a:pt x="1291" y="2135"/>
                  </a:lnTo>
                  <a:lnTo>
                    <a:pt x="1348" y="1998"/>
                  </a:lnTo>
                  <a:lnTo>
                    <a:pt x="1416" y="1861"/>
                  </a:lnTo>
                  <a:lnTo>
                    <a:pt x="1485" y="1724"/>
                  </a:lnTo>
                  <a:lnTo>
                    <a:pt x="1564" y="1587"/>
                  </a:lnTo>
                  <a:lnTo>
                    <a:pt x="1644" y="1461"/>
                  </a:lnTo>
                  <a:lnTo>
                    <a:pt x="1736" y="1336"/>
                  </a:lnTo>
                  <a:lnTo>
                    <a:pt x="1838" y="1210"/>
                  </a:lnTo>
                  <a:lnTo>
                    <a:pt x="1964" y="1073"/>
                  </a:lnTo>
                  <a:lnTo>
                    <a:pt x="2078" y="971"/>
                  </a:lnTo>
                  <a:lnTo>
                    <a:pt x="2135" y="936"/>
                  </a:lnTo>
                  <a:lnTo>
                    <a:pt x="2192" y="914"/>
                  </a:lnTo>
                  <a:lnTo>
                    <a:pt x="2249" y="891"/>
                  </a:lnTo>
                  <a:lnTo>
                    <a:pt x="2295" y="891"/>
                  </a:lnTo>
                  <a:lnTo>
                    <a:pt x="2386" y="902"/>
                  </a:lnTo>
                  <a:lnTo>
                    <a:pt x="2466" y="925"/>
                  </a:lnTo>
                  <a:lnTo>
                    <a:pt x="2546" y="971"/>
                  </a:lnTo>
                  <a:lnTo>
                    <a:pt x="2614" y="1039"/>
                  </a:lnTo>
                  <a:lnTo>
                    <a:pt x="2683" y="1130"/>
                  </a:lnTo>
                  <a:lnTo>
                    <a:pt x="2740" y="1233"/>
                  </a:lnTo>
                  <a:lnTo>
                    <a:pt x="2797" y="1359"/>
                  </a:lnTo>
                  <a:lnTo>
                    <a:pt x="2843" y="1496"/>
                  </a:lnTo>
                  <a:lnTo>
                    <a:pt x="2888" y="1655"/>
                  </a:lnTo>
                  <a:lnTo>
                    <a:pt x="2923" y="1838"/>
                  </a:lnTo>
                  <a:lnTo>
                    <a:pt x="2957" y="2043"/>
                  </a:lnTo>
                  <a:lnTo>
                    <a:pt x="2980" y="2260"/>
                  </a:lnTo>
                  <a:lnTo>
                    <a:pt x="3002" y="2500"/>
                  </a:lnTo>
                  <a:lnTo>
                    <a:pt x="3014" y="2751"/>
                  </a:lnTo>
                  <a:lnTo>
                    <a:pt x="3025" y="3322"/>
                  </a:lnTo>
                  <a:lnTo>
                    <a:pt x="3014" y="4041"/>
                  </a:lnTo>
                  <a:lnTo>
                    <a:pt x="3002" y="4771"/>
                  </a:lnTo>
                  <a:lnTo>
                    <a:pt x="3002" y="4908"/>
                  </a:lnTo>
                  <a:lnTo>
                    <a:pt x="3208" y="5011"/>
                  </a:lnTo>
                  <a:lnTo>
                    <a:pt x="3379" y="5079"/>
                  </a:lnTo>
                  <a:lnTo>
                    <a:pt x="3528" y="5125"/>
                  </a:lnTo>
                  <a:lnTo>
                    <a:pt x="3642" y="5136"/>
                  </a:lnTo>
                  <a:lnTo>
                    <a:pt x="3699" y="5136"/>
                  </a:lnTo>
                  <a:lnTo>
                    <a:pt x="3756" y="5125"/>
                  </a:lnTo>
                  <a:lnTo>
                    <a:pt x="3813" y="5102"/>
                  </a:lnTo>
                  <a:lnTo>
                    <a:pt x="3870" y="5079"/>
                  </a:lnTo>
                  <a:lnTo>
                    <a:pt x="3916" y="5034"/>
                  </a:lnTo>
                  <a:lnTo>
                    <a:pt x="3961" y="4988"/>
                  </a:lnTo>
                  <a:lnTo>
                    <a:pt x="4018" y="4942"/>
                  </a:lnTo>
                  <a:lnTo>
                    <a:pt x="4053" y="4874"/>
                  </a:lnTo>
                  <a:lnTo>
                    <a:pt x="4053" y="3230"/>
                  </a:lnTo>
                  <a:lnTo>
                    <a:pt x="4053" y="2888"/>
                  </a:lnTo>
                  <a:lnTo>
                    <a:pt x="4030" y="2557"/>
                  </a:lnTo>
                  <a:lnTo>
                    <a:pt x="3995" y="2249"/>
                  </a:lnTo>
                  <a:lnTo>
                    <a:pt x="3938" y="1964"/>
                  </a:lnTo>
                  <a:lnTo>
                    <a:pt x="3870" y="1678"/>
                  </a:lnTo>
                  <a:lnTo>
                    <a:pt x="3790" y="1427"/>
                  </a:lnTo>
                  <a:lnTo>
                    <a:pt x="3699" y="1188"/>
                  </a:lnTo>
                  <a:lnTo>
                    <a:pt x="3596" y="959"/>
                  </a:lnTo>
                  <a:lnTo>
                    <a:pt x="3539" y="879"/>
                  </a:lnTo>
                  <a:lnTo>
                    <a:pt x="3470" y="788"/>
                  </a:lnTo>
                  <a:lnTo>
                    <a:pt x="3402" y="708"/>
                  </a:lnTo>
                  <a:lnTo>
                    <a:pt x="3322" y="640"/>
                  </a:lnTo>
                  <a:lnTo>
                    <a:pt x="3151" y="480"/>
                  </a:lnTo>
                  <a:lnTo>
                    <a:pt x="2945" y="343"/>
                  </a:lnTo>
                  <a:lnTo>
                    <a:pt x="2729" y="229"/>
                  </a:lnTo>
                  <a:lnTo>
                    <a:pt x="2614" y="183"/>
                  </a:lnTo>
                  <a:lnTo>
                    <a:pt x="2512" y="137"/>
                  </a:lnTo>
                  <a:lnTo>
                    <a:pt x="2409" y="115"/>
                  </a:lnTo>
                  <a:lnTo>
                    <a:pt x="2306" y="92"/>
                  </a:lnTo>
                  <a:lnTo>
                    <a:pt x="2204" y="80"/>
                  </a:lnTo>
                  <a:lnTo>
                    <a:pt x="2101" y="69"/>
                  </a:lnTo>
                  <a:lnTo>
                    <a:pt x="1952" y="80"/>
                  </a:lnTo>
                  <a:lnTo>
                    <a:pt x="1804" y="115"/>
                  </a:lnTo>
                  <a:lnTo>
                    <a:pt x="1667" y="172"/>
                  </a:lnTo>
                  <a:lnTo>
                    <a:pt x="1542" y="240"/>
                  </a:lnTo>
                  <a:lnTo>
                    <a:pt x="1416" y="332"/>
                  </a:lnTo>
                  <a:lnTo>
                    <a:pt x="1291" y="446"/>
                  </a:lnTo>
                  <a:lnTo>
                    <a:pt x="1176" y="583"/>
                  </a:lnTo>
                  <a:lnTo>
                    <a:pt x="1074" y="742"/>
                  </a:lnTo>
                  <a:lnTo>
                    <a:pt x="1097" y="286"/>
                  </a:lnTo>
                  <a:lnTo>
                    <a:pt x="971" y="160"/>
                  </a:lnTo>
                  <a:lnTo>
                    <a:pt x="902" y="115"/>
                  </a:lnTo>
                  <a:lnTo>
                    <a:pt x="845" y="80"/>
                  </a:lnTo>
                  <a:lnTo>
                    <a:pt x="777" y="46"/>
                  </a:lnTo>
                  <a:lnTo>
                    <a:pt x="720" y="23"/>
                  </a:lnTo>
                  <a:lnTo>
                    <a:pt x="651" y="12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2592300" y="2829650"/>
              <a:ext cx="136700" cy="193775"/>
            </a:xfrm>
            <a:custGeom>
              <a:rect b="b" l="l" r="r" t="t"/>
              <a:pathLst>
                <a:path extrusionOk="0" h="7751" w="5468">
                  <a:moveTo>
                    <a:pt x="5011" y="1"/>
                  </a:moveTo>
                  <a:lnTo>
                    <a:pt x="4943" y="12"/>
                  </a:lnTo>
                  <a:lnTo>
                    <a:pt x="4885" y="12"/>
                  </a:lnTo>
                  <a:lnTo>
                    <a:pt x="4828" y="35"/>
                  </a:lnTo>
                  <a:lnTo>
                    <a:pt x="4771" y="58"/>
                  </a:lnTo>
                  <a:lnTo>
                    <a:pt x="4714" y="92"/>
                  </a:lnTo>
                  <a:lnTo>
                    <a:pt x="4657" y="137"/>
                  </a:lnTo>
                  <a:lnTo>
                    <a:pt x="4566" y="240"/>
                  </a:lnTo>
                  <a:lnTo>
                    <a:pt x="4463" y="377"/>
                  </a:lnTo>
                  <a:lnTo>
                    <a:pt x="4372" y="537"/>
                  </a:lnTo>
                  <a:lnTo>
                    <a:pt x="4292" y="731"/>
                  </a:lnTo>
                  <a:lnTo>
                    <a:pt x="4212" y="948"/>
                  </a:lnTo>
                  <a:lnTo>
                    <a:pt x="4121" y="1290"/>
                  </a:lnTo>
                  <a:lnTo>
                    <a:pt x="4052" y="1621"/>
                  </a:lnTo>
                  <a:lnTo>
                    <a:pt x="4007" y="1964"/>
                  </a:lnTo>
                  <a:lnTo>
                    <a:pt x="3972" y="2317"/>
                  </a:lnTo>
                  <a:lnTo>
                    <a:pt x="3858" y="5399"/>
                  </a:lnTo>
                  <a:lnTo>
                    <a:pt x="3870" y="5536"/>
                  </a:lnTo>
                  <a:lnTo>
                    <a:pt x="3893" y="5719"/>
                  </a:lnTo>
                  <a:lnTo>
                    <a:pt x="3915" y="5890"/>
                  </a:lnTo>
                  <a:lnTo>
                    <a:pt x="3915" y="6015"/>
                  </a:lnTo>
                  <a:lnTo>
                    <a:pt x="3915" y="6152"/>
                  </a:lnTo>
                  <a:lnTo>
                    <a:pt x="3893" y="6255"/>
                  </a:lnTo>
                  <a:lnTo>
                    <a:pt x="3870" y="6289"/>
                  </a:lnTo>
                  <a:lnTo>
                    <a:pt x="3847" y="6312"/>
                  </a:lnTo>
                  <a:lnTo>
                    <a:pt x="3824" y="6323"/>
                  </a:lnTo>
                  <a:lnTo>
                    <a:pt x="3790" y="6335"/>
                  </a:lnTo>
                  <a:lnTo>
                    <a:pt x="3744" y="6323"/>
                  </a:lnTo>
                  <a:lnTo>
                    <a:pt x="3698" y="6301"/>
                  </a:lnTo>
                  <a:lnTo>
                    <a:pt x="3653" y="6255"/>
                  </a:lnTo>
                  <a:lnTo>
                    <a:pt x="3596" y="6198"/>
                  </a:lnTo>
                  <a:lnTo>
                    <a:pt x="3550" y="6129"/>
                  </a:lnTo>
                  <a:lnTo>
                    <a:pt x="3493" y="6038"/>
                  </a:lnTo>
                  <a:lnTo>
                    <a:pt x="3368" y="5810"/>
                  </a:lnTo>
                  <a:lnTo>
                    <a:pt x="3231" y="5513"/>
                  </a:lnTo>
                  <a:lnTo>
                    <a:pt x="3082" y="5148"/>
                  </a:lnTo>
                  <a:lnTo>
                    <a:pt x="2922" y="4726"/>
                  </a:lnTo>
                  <a:lnTo>
                    <a:pt x="2763" y="4235"/>
                  </a:lnTo>
                  <a:lnTo>
                    <a:pt x="2500" y="3402"/>
                  </a:lnTo>
                  <a:lnTo>
                    <a:pt x="2295" y="2694"/>
                  </a:lnTo>
                  <a:lnTo>
                    <a:pt x="2135" y="2101"/>
                  </a:lnTo>
                  <a:lnTo>
                    <a:pt x="2089" y="1861"/>
                  </a:lnTo>
                  <a:lnTo>
                    <a:pt x="2044" y="1644"/>
                  </a:lnTo>
                  <a:lnTo>
                    <a:pt x="1975" y="1085"/>
                  </a:lnTo>
                  <a:lnTo>
                    <a:pt x="1941" y="902"/>
                  </a:lnTo>
                  <a:lnTo>
                    <a:pt x="1918" y="754"/>
                  </a:lnTo>
                  <a:lnTo>
                    <a:pt x="1884" y="640"/>
                  </a:lnTo>
                  <a:lnTo>
                    <a:pt x="1850" y="560"/>
                  </a:lnTo>
                  <a:lnTo>
                    <a:pt x="1781" y="468"/>
                  </a:lnTo>
                  <a:lnTo>
                    <a:pt x="1701" y="400"/>
                  </a:lnTo>
                  <a:lnTo>
                    <a:pt x="1621" y="332"/>
                  </a:lnTo>
                  <a:lnTo>
                    <a:pt x="1519" y="274"/>
                  </a:lnTo>
                  <a:lnTo>
                    <a:pt x="1404" y="240"/>
                  </a:lnTo>
                  <a:lnTo>
                    <a:pt x="1290" y="206"/>
                  </a:lnTo>
                  <a:lnTo>
                    <a:pt x="1165" y="195"/>
                  </a:lnTo>
                  <a:lnTo>
                    <a:pt x="1016" y="183"/>
                  </a:lnTo>
                  <a:lnTo>
                    <a:pt x="891" y="195"/>
                  </a:lnTo>
                  <a:lnTo>
                    <a:pt x="765" y="217"/>
                  </a:lnTo>
                  <a:lnTo>
                    <a:pt x="640" y="252"/>
                  </a:lnTo>
                  <a:lnTo>
                    <a:pt x="526" y="309"/>
                  </a:lnTo>
                  <a:lnTo>
                    <a:pt x="446" y="343"/>
                  </a:lnTo>
                  <a:lnTo>
                    <a:pt x="389" y="389"/>
                  </a:lnTo>
                  <a:lnTo>
                    <a:pt x="332" y="434"/>
                  </a:lnTo>
                  <a:lnTo>
                    <a:pt x="286" y="480"/>
                  </a:lnTo>
                  <a:lnTo>
                    <a:pt x="252" y="526"/>
                  </a:lnTo>
                  <a:lnTo>
                    <a:pt x="229" y="571"/>
                  </a:lnTo>
                  <a:lnTo>
                    <a:pt x="217" y="628"/>
                  </a:lnTo>
                  <a:lnTo>
                    <a:pt x="217" y="685"/>
                  </a:lnTo>
                  <a:lnTo>
                    <a:pt x="229" y="754"/>
                  </a:lnTo>
                  <a:lnTo>
                    <a:pt x="252" y="822"/>
                  </a:lnTo>
                  <a:lnTo>
                    <a:pt x="252" y="2203"/>
                  </a:lnTo>
                  <a:lnTo>
                    <a:pt x="240" y="2466"/>
                  </a:lnTo>
                  <a:lnTo>
                    <a:pt x="217" y="2785"/>
                  </a:lnTo>
                  <a:lnTo>
                    <a:pt x="183" y="3162"/>
                  </a:lnTo>
                  <a:lnTo>
                    <a:pt x="138" y="3596"/>
                  </a:lnTo>
                  <a:lnTo>
                    <a:pt x="81" y="4029"/>
                  </a:lnTo>
                  <a:lnTo>
                    <a:pt x="46" y="4406"/>
                  </a:lnTo>
                  <a:lnTo>
                    <a:pt x="23" y="4714"/>
                  </a:lnTo>
                  <a:lnTo>
                    <a:pt x="23" y="4977"/>
                  </a:lnTo>
                  <a:lnTo>
                    <a:pt x="12" y="5559"/>
                  </a:lnTo>
                  <a:lnTo>
                    <a:pt x="1" y="6129"/>
                  </a:lnTo>
                  <a:lnTo>
                    <a:pt x="12" y="6346"/>
                  </a:lnTo>
                  <a:lnTo>
                    <a:pt x="35" y="6586"/>
                  </a:lnTo>
                  <a:lnTo>
                    <a:pt x="92" y="6826"/>
                  </a:lnTo>
                  <a:lnTo>
                    <a:pt x="160" y="7088"/>
                  </a:lnTo>
                  <a:lnTo>
                    <a:pt x="206" y="7236"/>
                  </a:lnTo>
                  <a:lnTo>
                    <a:pt x="263" y="7373"/>
                  </a:lnTo>
                  <a:lnTo>
                    <a:pt x="332" y="7488"/>
                  </a:lnTo>
                  <a:lnTo>
                    <a:pt x="389" y="7590"/>
                  </a:lnTo>
                  <a:lnTo>
                    <a:pt x="457" y="7659"/>
                  </a:lnTo>
                  <a:lnTo>
                    <a:pt x="526" y="7716"/>
                  </a:lnTo>
                  <a:lnTo>
                    <a:pt x="606" y="7739"/>
                  </a:lnTo>
                  <a:lnTo>
                    <a:pt x="674" y="7750"/>
                  </a:lnTo>
                  <a:lnTo>
                    <a:pt x="788" y="7739"/>
                  </a:lnTo>
                  <a:lnTo>
                    <a:pt x="902" y="7716"/>
                  </a:lnTo>
                  <a:lnTo>
                    <a:pt x="1016" y="7659"/>
                  </a:lnTo>
                  <a:lnTo>
                    <a:pt x="1131" y="7590"/>
                  </a:lnTo>
                  <a:lnTo>
                    <a:pt x="1233" y="7499"/>
                  </a:lnTo>
                  <a:lnTo>
                    <a:pt x="1302" y="7408"/>
                  </a:lnTo>
                  <a:lnTo>
                    <a:pt x="1325" y="7362"/>
                  </a:lnTo>
                  <a:lnTo>
                    <a:pt x="1347" y="7316"/>
                  </a:lnTo>
                  <a:lnTo>
                    <a:pt x="1359" y="7259"/>
                  </a:lnTo>
                  <a:lnTo>
                    <a:pt x="1359" y="7202"/>
                  </a:lnTo>
                  <a:lnTo>
                    <a:pt x="1347" y="7145"/>
                  </a:lnTo>
                  <a:lnTo>
                    <a:pt x="1313" y="7077"/>
                  </a:lnTo>
                  <a:lnTo>
                    <a:pt x="1268" y="6985"/>
                  </a:lnTo>
                  <a:lnTo>
                    <a:pt x="1188" y="6894"/>
                  </a:lnTo>
                  <a:lnTo>
                    <a:pt x="1142" y="6814"/>
                  </a:lnTo>
                  <a:lnTo>
                    <a:pt x="1108" y="6700"/>
                  </a:lnTo>
                  <a:lnTo>
                    <a:pt x="1073" y="6552"/>
                  </a:lnTo>
                  <a:lnTo>
                    <a:pt x="1051" y="6369"/>
                  </a:lnTo>
                  <a:lnTo>
                    <a:pt x="1039" y="6141"/>
                  </a:lnTo>
                  <a:lnTo>
                    <a:pt x="1016" y="5867"/>
                  </a:lnTo>
                  <a:lnTo>
                    <a:pt x="1005" y="5216"/>
                  </a:lnTo>
                  <a:lnTo>
                    <a:pt x="1028" y="4805"/>
                  </a:lnTo>
                  <a:lnTo>
                    <a:pt x="1073" y="4246"/>
                  </a:lnTo>
                  <a:lnTo>
                    <a:pt x="1142" y="3516"/>
                  </a:lnTo>
                  <a:lnTo>
                    <a:pt x="1245" y="2626"/>
                  </a:lnTo>
                  <a:lnTo>
                    <a:pt x="1781" y="4406"/>
                  </a:lnTo>
                  <a:lnTo>
                    <a:pt x="2009" y="5045"/>
                  </a:lnTo>
                  <a:lnTo>
                    <a:pt x="2238" y="5616"/>
                  </a:lnTo>
                  <a:lnTo>
                    <a:pt x="2340" y="5878"/>
                  </a:lnTo>
                  <a:lnTo>
                    <a:pt x="2454" y="6118"/>
                  </a:lnTo>
                  <a:lnTo>
                    <a:pt x="2569" y="6335"/>
                  </a:lnTo>
                  <a:lnTo>
                    <a:pt x="2683" y="6540"/>
                  </a:lnTo>
                  <a:lnTo>
                    <a:pt x="2831" y="6780"/>
                  </a:lnTo>
                  <a:lnTo>
                    <a:pt x="2991" y="6997"/>
                  </a:lnTo>
                  <a:lnTo>
                    <a:pt x="3139" y="7179"/>
                  </a:lnTo>
                  <a:lnTo>
                    <a:pt x="3299" y="7316"/>
                  </a:lnTo>
                  <a:lnTo>
                    <a:pt x="3447" y="7430"/>
                  </a:lnTo>
                  <a:lnTo>
                    <a:pt x="3527" y="7476"/>
                  </a:lnTo>
                  <a:lnTo>
                    <a:pt x="3607" y="7522"/>
                  </a:lnTo>
                  <a:lnTo>
                    <a:pt x="3687" y="7545"/>
                  </a:lnTo>
                  <a:lnTo>
                    <a:pt x="3767" y="7567"/>
                  </a:lnTo>
                  <a:lnTo>
                    <a:pt x="3835" y="7579"/>
                  </a:lnTo>
                  <a:lnTo>
                    <a:pt x="3915" y="7579"/>
                  </a:lnTo>
                  <a:lnTo>
                    <a:pt x="4018" y="7567"/>
                  </a:lnTo>
                  <a:lnTo>
                    <a:pt x="4121" y="7545"/>
                  </a:lnTo>
                  <a:lnTo>
                    <a:pt x="4212" y="7488"/>
                  </a:lnTo>
                  <a:lnTo>
                    <a:pt x="4303" y="7419"/>
                  </a:lnTo>
                  <a:lnTo>
                    <a:pt x="4395" y="7328"/>
                  </a:lnTo>
                  <a:lnTo>
                    <a:pt x="4475" y="7214"/>
                  </a:lnTo>
                  <a:lnTo>
                    <a:pt x="4554" y="7077"/>
                  </a:lnTo>
                  <a:lnTo>
                    <a:pt x="4623" y="6917"/>
                  </a:lnTo>
                  <a:lnTo>
                    <a:pt x="4714" y="6666"/>
                  </a:lnTo>
                  <a:lnTo>
                    <a:pt x="4783" y="6403"/>
                  </a:lnTo>
                  <a:lnTo>
                    <a:pt x="4828" y="6152"/>
                  </a:lnTo>
                  <a:lnTo>
                    <a:pt x="4851" y="5901"/>
                  </a:lnTo>
                  <a:lnTo>
                    <a:pt x="4885" y="2637"/>
                  </a:lnTo>
                  <a:lnTo>
                    <a:pt x="4885" y="2466"/>
                  </a:lnTo>
                  <a:lnTo>
                    <a:pt x="4908" y="2283"/>
                  </a:lnTo>
                  <a:lnTo>
                    <a:pt x="4931" y="2089"/>
                  </a:lnTo>
                  <a:lnTo>
                    <a:pt x="4965" y="1872"/>
                  </a:lnTo>
                  <a:lnTo>
                    <a:pt x="5011" y="1655"/>
                  </a:lnTo>
                  <a:lnTo>
                    <a:pt x="5068" y="1427"/>
                  </a:lnTo>
                  <a:lnTo>
                    <a:pt x="5216" y="936"/>
                  </a:lnTo>
                  <a:lnTo>
                    <a:pt x="5365" y="628"/>
                  </a:lnTo>
                  <a:lnTo>
                    <a:pt x="5410" y="537"/>
                  </a:lnTo>
                  <a:lnTo>
                    <a:pt x="5433" y="457"/>
                  </a:lnTo>
                  <a:lnTo>
                    <a:pt x="5456" y="377"/>
                  </a:lnTo>
                  <a:lnTo>
                    <a:pt x="5468" y="309"/>
                  </a:lnTo>
                  <a:lnTo>
                    <a:pt x="5456" y="206"/>
                  </a:lnTo>
                  <a:lnTo>
                    <a:pt x="5319" y="115"/>
                  </a:lnTo>
                  <a:lnTo>
                    <a:pt x="5205" y="58"/>
                  </a:lnTo>
                  <a:lnTo>
                    <a:pt x="5091" y="12"/>
                  </a:lnTo>
                  <a:lnTo>
                    <a:pt x="50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2748375" y="2898975"/>
              <a:ext cx="101600" cy="133275"/>
            </a:xfrm>
            <a:custGeom>
              <a:rect b="b" l="l" r="r" t="t"/>
              <a:pathLst>
                <a:path extrusionOk="0" h="5331" w="4064">
                  <a:moveTo>
                    <a:pt x="2317" y="994"/>
                  </a:moveTo>
                  <a:lnTo>
                    <a:pt x="2420" y="1017"/>
                  </a:lnTo>
                  <a:lnTo>
                    <a:pt x="2512" y="1051"/>
                  </a:lnTo>
                  <a:lnTo>
                    <a:pt x="2591" y="1097"/>
                  </a:lnTo>
                  <a:lnTo>
                    <a:pt x="2660" y="1165"/>
                  </a:lnTo>
                  <a:lnTo>
                    <a:pt x="2728" y="1234"/>
                  </a:lnTo>
                  <a:lnTo>
                    <a:pt x="2797" y="1325"/>
                  </a:lnTo>
                  <a:lnTo>
                    <a:pt x="2854" y="1428"/>
                  </a:lnTo>
                  <a:lnTo>
                    <a:pt x="2900" y="1542"/>
                  </a:lnTo>
                  <a:lnTo>
                    <a:pt x="2945" y="1667"/>
                  </a:lnTo>
                  <a:lnTo>
                    <a:pt x="2979" y="1816"/>
                  </a:lnTo>
                  <a:lnTo>
                    <a:pt x="3014" y="1964"/>
                  </a:lnTo>
                  <a:lnTo>
                    <a:pt x="3037" y="2135"/>
                  </a:lnTo>
                  <a:lnTo>
                    <a:pt x="3048" y="2318"/>
                  </a:lnTo>
                  <a:lnTo>
                    <a:pt x="3059" y="2523"/>
                  </a:lnTo>
                  <a:lnTo>
                    <a:pt x="3059" y="2729"/>
                  </a:lnTo>
                  <a:lnTo>
                    <a:pt x="3059" y="2900"/>
                  </a:lnTo>
                  <a:lnTo>
                    <a:pt x="3048" y="3048"/>
                  </a:lnTo>
                  <a:lnTo>
                    <a:pt x="3037" y="3208"/>
                  </a:lnTo>
                  <a:lnTo>
                    <a:pt x="3002" y="3356"/>
                  </a:lnTo>
                  <a:lnTo>
                    <a:pt x="2979" y="3493"/>
                  </a:lnTo>
                  <a:lnTo>
                    <a:pt x="2945" y="3630"/>
                  </a:lnTo>
                  <a:lnTo>
                    <a:pt x="2900" y="3756"/>
                  </a:lnTo>
                  <a:lnTo>
                    <a:pt x="2842" y="3881"/>
                  </a:lnTo>
                  <a:lnTo>
                    <a:pt x="2774" y="4030"/>
                  </a:lnTo>
                  <a:lnTo>
                    <a:pt x="2683" y="4155"/>
                  </a:lnTo>
                  <a:lnTo>
                    <a:pt x="2591" y="4258"/>
                  </a:lnTo>
                  <a:lnTo>
                    <a:pt x="2489" y="4349"/>
                  </a:lnTo>
                  <a:lnTo>
                    <a:pt x="2375" y="4418"/>
                  </a:lnTo>
                  <a:lnTo>
                    <a:pt x="2249" y="4463"/>
                  </a:lnTo>
                  <a:lnTo>
                    <a:pt x="2123" y="4498"/>
                  </a:lnTo>
                  <a:lnTo>
                    <a:pt x="1872" y="4498"/>
                  </a:lnTo>
                  <a:lnTo>
                    <a:pt x="1770" y="4475"/>
                  </a:lnTo>
                  <a:lnTo>
                    <a:pt x="1678" y="4452"/>
                  </a:lnTo>
                  <a:lnTo>
                    <a:pt x="1587" y="4406"/>
                  </a:lnTo>
                  <a:lnTo>
                    <a:pt x="1507" y="4361"/>
                  </a:lnTo>
                  <a:lnTo>
                    <a:pt x="1439" y="4292"/>
                  </a:lnTo>
                  <a:lnTo>
                    <a:pt x="1370" y="4212"/>
                  </a:lnTo>
                  <a:lnTo>
                    <a:pt x="1313" y="4121"/>
                  </a:lnTo>
                  <a:lnTo>
                    <a:pt x="1256" y="4030"/>
                  </a:lnTo>
                  <a:lnTo>
                    <a:pt x="1210" y="3916"/>
                  </a:lnTo>
                  <a:lnTo>
                    <a:pt x="1176" y="3790"/>
                  </a:lnTo>
                  <a:lnTo>
                    <a:pt x="1142" y="3653"/>
                  </a:lnTo>
                  <a:lnTo>
                    <a:pt x="1119" y="3505"/>
                  </a:lnTo>
                  <a:lnTo>
                    <a:pt x="1096" y="3345"/>
                  </a:lnTo>
                  <a:lnTo>
                    <a:pt x="1085" y="3174"/>
                  </a:lnTo>
                  <a:lnTo>
                    <a:pt x="1085" y="2991"/>
                  </a:lnTo>
                  <a:lnTo>
                    <a:pt x="1085" y="2820"/>
                  </a:lnTo>
                  <a:lnTo>
                    <a:pt x="1096" y="2649"/>
                  </a:lnTo>
                  <a:lnTo>
                    <a:pt x="1119" y="2489"/>
                  </a:lnTo>
                  <a:lnTo>
                    <a:pt x="1142" y="2329"/>
                  </a:lnTo>
                  <a:lnTo>
                    <a:pt x="1176" y="2169"/>
                  </a:lnTo>
                  <a:lnTo>
                    <a:pt x="1210" y="2021"/>
                  </a:lnTo>
                  <a:lnTo>
                    <a:pt x="1256" y="1873"/>
                  </a:lnTo>
                  <a:lnTo>
                    <a:pt x="1313" y="1724"/>
                  </a:lnTo>
                  <a:lnTo>
                    <a:pt x="1393" y="1553"/>
                  </a:lnTo>
                  <a:lnTo>
                    <a:pt x="1484" y="1405"/>
                  </a:lnTo>
                  <a:lnTo>
                    <a:pt x="1587" y="1279"/>
                  </a:lnTo>
                  <a:lnTo>
                    <a:pt x="1690" y="1176"/>
                  </a:lnTo>
                  <a:lnTo>
                    <a:pt x="1815" y="1097"/>
                  </a:lnTo>
                  <a:lnTo>
                    <a:pt x="1941" y="1040"/>
                  </a:lnTo>
                  <a:lnTo>
                    <a:pt x="2078" y="1005"/>
                  </a:lnTo>
                  <a:lnTo>
                    <a:pt x="2226" y="994"/>
                  </a:lnTo>
                  <a:close/>
                  <a:moveTo>
                    <a:pt x="2055" y="1"/>
                  </a:moveTo>
                  <a:lnTo>
                    <a:pt x="1929" y="12"/>
                  </a:lnTo>
                  <a:lnTo>
                    <a:pt x="1815" y="24"/>
                  </a:lnTo>
                  <a:lnTo>
                    <a:pt x="1713" y="35"/>
                  </a:lnTo>
                  <a:lnTo>
                    <a:pt x="1598" y="69"/>
                  </a:lnTo>
                  <a:lnTo>
                    <a:pt x="1496" y="104"/>
                  </a:lnTo>
                  <a:lnTo>
                    <a:pt x="1393" y="149"/>
                  </a:lnTo>
                  <a:lnTo>
                    <a:pt x="1290" y="206"/>
                  </a:lnTo>
                  <a:lnTo>
                    <a:pt x="1199" y="275"/>
                  </a:lnTo>
                  <a:lnTo>
                    <a:pt x="1096" y="343"/>
                  </a:lnTo>
                  <a:lnTo>
                    <a:pt x="1005" y="423"/>
                  </a:lnTo>
                  <a:lnTo>
                    <a:pt x="925" y="515"/>
                  </a:lnTo>
                  <a:lnTo>
                    <a:pt x="834" y="606"/>
                  </a:lnTo>
                  <a:lnTo>
                    <a:pt x="754" y="720"/>
                  </a:lnTo>
                  <a:lnTo>
                    <a:pt x="674" y="834"/>
                  </a:lnTo>
                  <a:lnTo>
                    <a:pt x="514" y="1085"/>
                  </a:lnTo>
                  <a:lnTo>
                    <a:pt x="400" y="1313"/>
                  </a:lnTo>
                  <a:lnTo>
                    <a:pt x="297" y="1542"/>
                  </a:lnTo>
                  <a:lnTo>
                    <a:pt x="206" y="1781"/>
                  </a:lnTo>
                  <a:lnTo>
                    <a:pt x="138" y="2021"/>
                  </a:lnTo>
                  <a:lnTo>
                    <a:pt x="81" y="2261"/>
                  </a:lnTo>
                  <a:lnTo>
                    <a:pt x="35" y="2512"/>
                  </a:lnTo>
                  <a:lnTo>
                    <a:pt x="12" y="2763"/>
                  </a:lnTo>
                  <a:lnTo>
                    <a:pt x="1" y="3014"/>
                  </a:lnTo>
                  <a:lnTo>
                    <a:pt x="12" y="3265"/>
                  </a:lnTo>
                  <a:lnTo>
                    <a:pt x="35" y="3505"/>
                  </a:lnTo>
                  <a:lnTo>
                    <a:pt x="69" y="3733"/>
                  </a:lnTo>
                  <a:lnTo>
                    <a:pt x="126" y="3938"/>
                  </a:lnTo>
                  <a:lnTo>
                    <a:pt x="183" y="4132"/>
                  </a:lnTo>
                  <a:lnTo>
                    <a:pt x="263" y="4326"/>
                  </a:lnTo>
                  <a:lnTo>
                    <a:pt x="366" y="4498"/>
                  </a:lnTo>
                  <a:lnTo>
                    <a:pt x="469" y="4646"/>
                  </a:lnTo>
                  <a:lnTo>
                    <a:pt x="606" y="4806"/>
                  </a:lnTo>
                  <a:lnTo>
                    <a:pt x="754" y="4954"/>
                  </a:lnTo>
                  <a:lnTo>
                    <a:pt x="925" y="5068"/>
                  </a:lnTo>
                  <a:lnTo>
                    <a:pt x="1108" y="5160"/>
                  </a:lnTo>
                  <a:lnTo>
                    <a:pt x="1302" y="5240"/>
                  </a:lnTo>
                  <a:lnTo>
                    <a:pt x="1507" y="5285"/>
                  </a:lnTo>
                  <a:lnTo>
                    <a:pt x="1735" y="5319"/>
                  </a:lnTo>
                  <a:lnTo>
                    <a:pt x="1986" y="5331"/>
                  </a:lnTo>
                  <a:lnTo>
                    <a:pt x="2215" y="5319"/>
                  </a:lnTo>
                  <a:lnTo>
                    <a:pt x="2340" y="5308"/>
                  </a:lnTo>
                  <a:lnTo>
                    <a:pt x="2443" y="5285"/>
                  </a:lnTo>
                  <a:lnTo>
                    <a:pt x="2557" y="5251"/>
                  </a:lnTo>
                  <a:lnTo>
                    <a:pt x="2660" y="5217"/>
                  </a:lnTo>
                  <a:lnTo>
                    <a:pt x="2763" y="5171"/>
                  </a:lnTo>
                  <a:lnTo>
                    <a:pt x="2865" y="5125"/>
                  </a:lnTo>
                  <a:lnTo>
                    <a:pt x="2957" y="5068"/>
                  </a:lnTo>
                  <a:lnTo>
                    <a:pt x="3048" y="5011"/>
                  </a:lnTo>
                  <a:lnTo>
                    <a:pt x="3139" y="4943"/>
                  </a:lnTo>
                  <a:lnTo>
                    <a:pt x="3231" y="4863"/>
                  </a:lnTo>
                  <a:lnTo>
                    <a:pt x="3402" y="4692"/>
                  </a:lnTo>
                  <a:lnTo>
                    <a:pt x="3550" y="4498"/>
                  </a:lnTo>
                  <a:lnTo>
                    <a:pt x="3676" y="4315"/>
                  </a:lnTo>
                  <a:lnTo>
                    <a:pt x="3778" y="4121"/>
                  </a:lnTo>
                  <a:lnTo>
                    <a:pt x="3858" y="3916"/>
                  </a:lnTo>
                  <a:lnTo>
                    <a:pt x="3938" y="3699"/>
                  </a:lnTo>
                  <a:lnTo>
                    <a:pt x="3995" y="3482"/>
                  </a:lnTo>
                  <a:lnTo>
                    <a:pt x="4029" y="3242"/>
                  </a:lnTo>
                  <a:lnTo>
                    <a:pt x="4052" y="3003"/>
                  </a:lnTo>
                  <a:lnTo>
                    <a:pt x="4064" y="2751"/>
                  </a:lnTo>
                  <a:lnTo>
                    <a:pt x="4052" y="2546"/>
                  </a:lnTo>
                  <a:lnTo>
                    <a:pt x="4041" y="2341"/>
                  </a:lnTo>
                  <a:lnTo>
                    <a:pt x="4018" y="2135"/>
                  </a:lnTo>
                  <a:lnTo>
                    <a:pt x="3984" y="1953"/>
                  </a:lnTo>
                  <a:lnTo>
                    <a:pt x="3938" y="1770"/>
                  </a:lnTo>
                  <a:lnTo>
                    <a:pt x="3881" y="1587"/>
                  </a:lnTo>
                  <a:lnTo>
                    <a:pt x="3813" y="1428"/>
                  </a:lnTo>
                  <a:lnTo>
                    <a:pt x="3744" y="1268"/>
                  </a:lnTo>
                  <a:lnTo>
                    <a:pt x="3664" y="1119"/>
                  </a:lnTo>
                  <a:lnTo>
                    <a:pt x="3562" y="971"/>
                  </a:lnTo>
                  <a:lnTo>
                    <a:pt x="3459" y="834"/>
                  </a:lnTo>
                  <a:lnTo>
                    <a:pt x="3345" y="709"/>
                  </a:lnTo>
                  <a:lnTo>
                    <a:pt x="3219" y="583"/>
                  </a:lnTo>
                  <a:lnTo>
                    <a:pt x="3082" y="469"/>
                  </a:lnTo>
                  <a:lnTo>
                    <a:pt x="2945" y="366"/>
                  </a:lnTo>
                  <a:lnTo>
                    <a:pt x="2785" y="263"/>
                  </a:lnTo>
                  <a:lnTo>
                    <a:pt x="2580" y="149"/>
                  </a:lnTo>
                  <a:lnTo>
                    <a:pt x="2386" y="69"/>
                  </a:lnTo>
                  <a:lnTo>
                    <a:pt x="2203" y="24"/>
                  </a:lnTo>
                  <a:lnTo>
                    <a:pt x="2123" y="12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2866500" y="2898975"/>
              <a:ext cx="101325" cy="133275"/>
            </a:xfrm>
            <a:custGeom>
              <a:rect b="b" l="l" r="r" t="t"/>
              <a:pathLst>
                <a:path extrusionOk="0" h="5331" w="4053">
                  <a:moveTo>
                    <a:pt x="2318" y="994"/>
                  </a:moveTo>
                  <a:lnTo>
                    <a:pt x="2409" y="1017"/>
                  </a:lnTo>
                  <a:lnTo>
                    <a:pt x="2500" y="1051"/>
                  </a:lnTo>
                  <a:lnTo>
                    <a:pt x="2580" y="1097"/>
                  </a:lnTo>
                  <a:lnTo>
                    <a:pt x="2660" y="1165"/>
                  </a:lnTo>
                  <a:lnTo>
                    <a:pt x="2728" y="1234"/>
                  </a:lnTo>
                  <a:lnTo>
                    <a:pt x="2785" y="1325"/>
                  </a:lnTo>
                  <a:lnTo>
                    <a:pt x="2843" y="1428"/>
                  </a:lnTo>
                  <a:lnTo>
                    <a:pt x="2888" y="1542"/>
                  </a:lnTo>
                  <a:lnTo>
                    <a:pt x="2934" y="1667"/>
                  </a:lnTo>
                  <a:lnTo>
                    <a:pt x="2968" y="1816"/>
                  </a:lnTo>
                  <a:lnTo>
                    <a:pt x="3002" y="1964"/>
                  </a:lnTo>
                  <a:lnTo>
                    <a:pt x="3025" y="2135"/>
                  </a:lnTo>
                  <a:lnTo>
                    <a:pt x="3037" y="2318"/>
                  </a:lnTo>
                  <a:lnTo>
                    <a:pt x="3048" y="2523"/>
                  </a:lnTo>
                  <a:lnTo>
                    <a:pt x="3048" y="2729"/>
                  </a:lnTo>
                  <a:lnTo>
                    <a:pt x="3048" y="2900"/>
                  </a:lnTo>
                  <a:lnTo>
                    <a:pt x="3037" y="3048"/>
                  </a:lnTo>
                  <a:lnTo>
                    <a:pt x="3025" y="3208"/>
                  </a:lnTo>
                  <a:lnTo>
                    <a:pt x="3002" y="3356"/>
                  </a:lnTo>
                  <a:lnTo>
                    <a:pt x="2968" y="3493"/>
                  </a:lnTo>
                  <a:lnTo>
                    <a:pt x="2934" y="3630"/>
                  </a:lnTo>
                  <a:lnTo>
                    <a:pt x="2888" y="3756"/>
                  </a:lnTo>
                  <a:lnTo>
                    <a:pt x="2831" y="3881"/>
                  </a:lnTo>
                  <a:lnTo>
                    <a:pt x="2763" y="4030"/>
                  </a:lnTo>
                  <a:lnTo>
                    <a:pt x="2671" y="4155"/>
                  </a:lnTo>
                  <a:lnTo>
                    <a:pt x="2580" y="4258"/>
                  </a:lnTo>
                  <a:lnTo>
                    <a:pt x="2477" y="4349"/>
                  </a:lnTo>
                  <a:lnTo>
                    <a:pt x="2363" y="4418"/>
                  </a:lnTo>
                  <a:lnTo>
                    <a:pt x="2249" y="4463"/>
                  </a:lnTo>
                  <a:lnTo>
                    <a:pt x="2112" y="4498"/>
                  </a:lnTo>
                  <a:lnTo>
                    <a:pt x="1861" y="4498"/>
                  </a:lnTo>
                  <a:lnTo>
                    <a:pt x="1758" y="4475"/>
                  </a:lnTo>
                  <a:lnTo>
                    <a:pt x="1667" y="4452"/>
                  </a:lnTo>
                  <a:lnTo>
                    <a:pt x="1576" y="4406"/>
                  </a:lnTo>
                  <a:lnTo>
                    <a:pt x="1496" y="4361"/>
                  </a:lnTo>
                  <a:lnTo>
                    <a:pt x="1427" y="4292"/>
                  </a:lnTo>
                  <a:lnTo>
                    <a:pt x="1359" y="4212"/>
                  </a:lnTo>
                  <a:lnTo>
                    <a:pt x="1302" y="4121"/>
                  </a:lnTo>
                  <a:lnTo>
                    <a:pt x="1245" y="4030"/>
                  </a:lnTo>
                  <a:lnTo>
                    <a:pt x="1199" y="3916"/>
                  </a:lnTo>
                  <a:lnTo>
                    <a:pt x="1165" y="3790"/>
                  </a:lnTo>
                  <a:lnTo>
                    <a:pt x="1131" y="3653"/>
                  </a:lnTo>
                  <a:lnTo>
                    <a:pt x="1108" y="3505"/>
                  </a:lnTo>
                  <a:lnTo>
                    <a:pt x="1085" y="3345"/>
                  </a:lnTo>
                  <a:lnTo>
                    <a:pt x="1073" y="3174"/>
                  </a:lnTo>
                  <a:lnTo>
                    <a:pt x="1073" y="2991"/>
                  </a:lnTo>
                  <a:lnTo>
                    <a:pt x="1073" y="2820"/>
                  </a:lnTo>
                  <a:lnTo>
                    <a:pt x="1085" y="2649"/>
                  </a:lnTo>
                  <a:lnTo>
                    <a:pt x="1108" y="2489"/>
                  </a:lnTo>
                  <a:lnTo>
                    <a:pt x="1131" y="2329"/>
                  </a:lnTo>
                  <a:lnTo>
                    <a:pt x="1165" y="2169"/>
                  </a:lnTo>
                  <a:lnTo>
                    <a:pt x="1199" y="2021"/>
                  </a:lnTo>
                  <a:lnTo>
                    <a:pt x="1245" y="1873"/>
                  </a:lnTo>
                  <a:lnTo>
                    <a:pt x="1302" y="1724"/>
                  </a:lnTo>
                  <a:lnTo>
                    <a:pt x="1382" y="1553"/>
                  </a:lnTo>
                  <a:lnTo>
                    <a:pt x="1473" y="1405"/>
                  </a:lnTo>
                  <a:lnTo>
                    <a:pt x="1576" y="1279"/>
                  </a:lnTo>
                  <a:lnTo>
                    <a:pt x="1678" y="1176"/>
                  </a:lnTo>
                  <a:lnTo>
                    <a:pt x="1804" y="1097"/>
                  </a:lnTo>
                  <a:lnTo>
                    <a:pt x="1929" y="1040"/>
                  </a:lnTo>
                  <a:lnTo>
                    <a:pt x="2066" y="1005"/>
                  </a:lnTo>
                  <a:lnTo>
                    <a:pt x="2215" y="994"/>
                  </a:lnTo>
                  <a:close/>
                  <a:moveTo>
                    <a:pt x="2044" y="1"/>
                  </a:moveTo>
                  <a:lnTo>
                    <a:pt x="1929" y="12"/>
                  </a:lnTo>
                  <a:lnTo>
                    <a:pt x="1815" y="24"/>
                  </a:lnTo>
                  <a:lnTo>
                    <a:pt x="1701" y="35"/>
                  </a:lnTo>
                  <a:lnTo>
                    <a:pt x="1587" y="69"/>
                  </a:lnTo>
                  <a:lnTo>
                    <a:pt x="1484" y="104"/>
                  </a:lnTo>
                  <a:lnTo>
                    <a:pt x="1382" y="149"/>
                  </a:lnTo>
                  <a:lnTo>
                    <a:pt x="1279" y="206"/>
                  </a:lnTo>
                  <a:lnTo>
                    <a:pt x="1188" y="275"/>
                  </a:lnTo>
                  <a:lnTo>
                    <a:pt x="1096" y="343"/>
                  </a:lnTo>
                  <a:lnTo>
                    <a:pt x="1005" y="423"/>
                  </a:lnTo>
                  <a:lnTo>
                    <a:pt x="914" y="515"/>
                  </a:lnTo>
                  <a:lnTo>
                    <a:pt x="822" y="606"/>
                  </a:lnTo>
                  <a:lnTo>
                    <a:pt x="742" y="720"/>
                  </a:lnTo>
                  <a:lnTo>
                    <a:pt x="663" y="834"/>
                  </a:lnTo>
                  <a:lnTo>
                    <a:pt x="503" y="1085"/>
                  </a:lnTo>
                  <a:lnTo>
                    <a:pt x="389" y="1313"/>
                  </a:lnTo>
                  <a:lnTo>
                    <a:pt x="286" y="1542"/>
                  </a:lnTo>
                  <a:lnTo>
                    <a:pt x="195" y="1781"/>
                  </a:lnTo>
                  <a:lnTo>
                    <a:pt x="126" y="2021"/>
                  </a:lnTo>
                  <a:lnTo>
                    <a:pt x="69" y="2261"/>
                  </a:lnTo>
                  <a:lnTo>
                    <a:pt x="23" y="2512"/>
                  </a:lnTo>
                  <a:lnTo>
                    <a:pt x="1" y="2763"/>
                  </a:lnTo>
                  <a:lnTo>
                    <a:pt x="1" y="3014"/>
                  </a:lnTo>
                  <a:lnTo>
                    <a:pt x="1" y="3265"/>
                  </a:lnTo>
                  <a:lnTo>
                    <a:pt x="23" y="3505"/>
                  </a:lnTo>
                  <a:lnTo>
                    <a:pt x="58" y="3733"/>
                  </a:lnTo>
                  <a:lnTo>
                    <a:pt x="115" y="3938"/>
                  </a:lnTo>
                  <a:lnTo>
                    <a:pt x="172" y="4132"/>
                  </a:lnTo>
                  <a:lnTo>
                    <a:pt x="263" y="4326"/>
                  </a:lnTo>
                  <a:lnTo>
                    <a:pt x="354" y="4498"/>
                  </a:lnTo>
                  <a:lnTo>
                    <a:pt x="457" y="4646"/>
                  </a:lnTo>
                  <a:lnTo>
                    <a:pt x="594" y="4806"/>
                  </a:lnTo>
                  <a:lnTo>
                    <a:pt x="742" y="4954"/>
                  </a:lnTo>
                  <a:lnTo>
                    <a:pt x="914" y="5068"/>
                  </a:lnTo>
                  <a:lnTo>
                    <a:pt x="1096" y="5160"/>
                  </a:lnTo>
                  <a:lnTo>
                    <a:pt x="1290" y="5240"/>
                  </a:lnTo>
                  <a:lnTo>
                    <a:pt x="1507" y="5285"/>
                  </a:lnTo>
                  <a:lnTo>
                    <a:pt x="1735" y="5319"/>
                  </a:lnTo>
                  <a:lnTo>
                    <a:pt x="1975" y="5331"/>
                  </a:lnTo>
                  <a:lnTo>
                    <a:pt x="2215" y="5319"/>
                  </a:lnTo>
                  <a:lnTo>
                    <a:pt x="2329" y="5308"/>
                  </a:lnTo>
                  <a:lnTo>
                    <a:pt x="2432" y="5285"/>
                  </a:lnTo>
                  <a:lnTo>
                    <a:pt x="2546" y="5251"/>
                  </a:lnTo>
                  <a:lnTo>
                    <a:pt x="2648" y="5217"/>
                  </a:lnTo>
                  <a:lnTo>
                    <a:pt x="2751" y="5171"/>
                  </a:lnTo>
                  <a:lnTo>
                    <a:pt x="2854" y="5125"/>
                  </a:lnTo>
                  <a:lnTo>
                    <a:pt x="2945" y="5068"/>
                  </a:lnTo>
                  <a:lnTo>
                    <a:pt x="3048" y="5011"/>
                  </a:lnTo>
                  <a:lnTo>
                    <a:pt x="3139" y="4943"/>
                  </a:lnTo>
                  <a:lnTo>
                    <a:pt x="3219" y="4863"/>
                  </a:lnTo>
                  <a:lnTo>
                    <a:pt x="3390" y="4692"/>
                  </a:lnTo>
                  <a:lnTo>
                    <a:pt x="3539" y="4498"/>
                  </a:lnTo>
                  <a:lnTo>
                    <a:pt x="3664" y="4315"/>
                  </a:lnTo>
                  <a:lnTo>
                    <a:pt x="3767" y="4121"/>
                  </a:lnTo>
                  <a:lnTo>
                    <a:pt x="3858" y="3916"/>
                  </a:lnTo>
                  <a:lnTo>
                    <a:pt x="3927" y="3699"/>
                  </a:lnTo>
                  <a:lnTo>
                    <a:pt x="3984" y="3482"/>
                  </a:lnTo>
                  <a:lnTo>
                    <a:pt x="4018" y="3242"/>
                  </a:lnTo>
                  <a:lnTo>
                    <a:pt x="4041" y="3003"/>
                  </a:lnTo>
                  <a:lnTo>
                    <a:pt x="4052" y="2751"/>
                  </a:lnTo>
                  <a:lnTo>
                    <a:pt x="4052" y="2546"/>
                  </a:lnTo>
                  <a:lnTo>
                    <a:pt x="4029" y="2341"/>
                  </a:lnTo>
                  <a:lnTo>
                    <a:pt x="4007" y="2135"/>
                  </a:lnTo>
                  <a:lnTo>
                    <a:pt x="3972" y="1953"/>
                  </a:lnTo>
                  <a:lnTo>
                    <a:pt x="3927" y="1770"/>
                  </a:lnTo>
                  <a:lnTo>
                    <a:pt x="3870" y="1587"/>
                  </a:lnTo>
                  <a:lnTo>
                    <a:pt x="3813" y="1428"/>
                  </a:lnTo>
                  <a:lnTo>
                    <a:pt x="3733" y="1268"/>
                  </a:lnTo>
                  <a:lnTo>
                    <a:pt x="3653" y="1119"/>
                  </a:lnTo>
                  <a:lnTo>
                    <a:pt x="3550" y="971"/>
                  </a:lnTo>
                  <a:lnTo>
                    <a:pt x="3447" y="834"/>
                  </a:lnTo>
                  <a:lnTo>
                    <a:pt x="3333" y="709"/>
                  </a:lnTo>
                  <a:lnTo>
                    <a:pt x="3208" y="583"/>
                  </a:lnTo>
                  <a:lnTo>
                    <a:pt x="3082" y="469"/>
                  </a:lnTo>
                  <a:lnTo>
                    <a:pt x="2934" y="366"/>
                  </a:lnTo>
                  <a:lnTo>
                    <a:pt x="2774" y="263"/>
                  </a:lnTo>
                  <a:lnTo>
                    <a:pt x="2569" y="149"/>
                  </a:lnTo>
                  <a:lnTo>
                    <a:pt x="2375" y="69"/>
                  </a:lnTo>
                  <a:lnTo>
                    <a:pt x="2203" y="24"/>
                  </a:lnTo>
                  <a:lnTo>
                    <a:pt x="2112" y="12"/>
                  </a:lnTo>
                  <a:lnTo>
                    <a:pt x="20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2982925" y="2832800"/>
              <a:ext cx="101300" cy="198900"/>
            </a:xfrm>
            <a:custGeom>
              <a:rect b="b" l="l" r="r" t="t"/>
              <a:pathLst>
                <a:path extrusionOk="0" h="7956" w="4052">
                  <a:moveTo>
                    <a:pt x="2089" y="3492"/>
                  </a:moveTo>
                  <a:lnTo>
                    <a:pt x="2169" y="3515"/>
                  </a:lnTo>
                  <a:lnTo>
                    <a:pt x="2237" y="3550"/>
                  </a:lnTo>
                  <a:lnTo>
                    <a:pt x="2317" y="3584"/>
                  </a:lnTo>
                  <a:lnTo>
                    <a:pt x="2386" y="3641"/>
                  </a:lnTo>
                  <a:lnTo>
                    <a:pt x="2454" y="3709"/>
                  </a:lnTo>
                  <a:lnTo>
                    <a:pt x="2511" y="3789"/>
                  </a:lnTo>
                  <a:lnTo>
                    <a:pt x="2568" y="3881"/>
                  </a:lnTo>
                  <a:lnTo>
                    <a:pt x="2637" y="4040"/>
                  </a:lnTo>
                  <a:lnTo>
                    <a:pt x="2694" y="4212"/>
                  </a:lnTo>
                  <a:lnTo>
                    <a:pt x="2728" y="4394"/>
                  </a:lnTo>
                  <a:lnTo>
                    <a:pt x="2739" y="4577"/>
                  </a:lnTo>
                  <a:lnTo>
                    <a:pt x="2728" y="4988"/>
                  </a:lnTo>
                  <a:lnTo>
                    <a:pt x="2694" y="5364"/>
                  </a:lnTo>
                  <a:lnTo>
                    <a:pt x="2659" y="5547"/>
                  </a:lnTo>
                  <a:lnTo>
                    <a:pt x="2625" y="5718"/>
                  </a:lnTo>
                  <a:lnTo>
                    <a:pt x="2591" y="5889"/>
                  </a:lnTo>
                  <a:lnTo>
                    <a:pt x="2545" y="6049"/>
                  </a:lnTo>
                  <a:lnTo>
                    <a:pt x="2465" y="6266"/>
                  </a:lnTo>
                  <a:lnTo>
                    <a:pt x="2374" y="6460"/>
                  </a:lnTo>
                  <a:lnTo>
                    <a:pt x="2283" y="6620"/>
                  </a:lnTo>
                  <a:lnTo>
                    <a:pt x="2169" y="6757"/>
                  </a:lnTo>
                  <a:lnTo>
                    <a:pt x="2112" y="6814"/>
                  </a:lnTo>
                  <a:lnTo>
                    <a:pt x="2055" y="6859"/>
                  </a:lnTo>
                  <a:lnTo>
                    <a:pt x="1986" y="6894"/>
                  </a:lnTo>
                  <a:lnTo>
                    <a:pt x="1918" y="6928"/>
                  </a:lnTo>
                  <a:lnTo>
                    <a:pt x="1849" y="6962"/>
                  </a:lnTo>
                  <a:lnTo>
                    <a:pt x="1781" y="6973"/>
                  </a:lnTo>
                  <a:lnTo>
                    <a:pt x="1701" y="6985"/>
                  </a:lnTo>
                  <a:lnTo>
                    <a:pt x="1621" y="6996"/>
                  </a:lnTo>
                  <a:lnTo>
                    <a:pt x="1552" y="6985"/>
                  </a:lnTo>
                  <a:lnTo>
                    <a:pt x="1484" y="6973"/>
                  </a:lnTo>
                  <a:lnTo>
                    <a:pt x="1415" y="6951"/>
                  </a:lnTo>
                  <a:lnTo>
                    <a:pt x="1358" y="6928"/>
                  </a:lnTo>
                  <a:lnTo>
                    <a:pt x="1301" y="6882"/>
                  </a:lnTo>
                  <a:lnTo>
                    <a:pt x="1244" y="6837"/>
                  </a:lnTo>
                  <a:lnTo>
                    <a:pt x="1199" y="6791"/>
                  </a:lnTo>
                  <a:lnTo>
                    <a:pt x="1164" y="6722"/>
                  </a:lnTo>
                  <a:lnTo>
                    <a:pt x="1130" y="6654"/>
                  </a:lnTo>
                  <a:lnTo>
                    <a:pt x="1096" y="6574"/>
                  </a:lnTo>
                  <a:lnTo>
                    <a:pt x="1050" y="6391"/>
                  </a:lnTo>
                  <a:lnTo>
                    <a:pt x="1016" y="6186"/>
                  </a:lnTo>
                  <a:lnTo>
                    <a:pt x="1005" y="5935"/>
                  </a:lnTo>
                  <a:lnTo>
                    <a:pt x="1027" y="5581"/>
                  </a:lnTo>
                  <a:lnTo>
                    <a:pt x="1062" y="5227"/>
                  </a:lnTo>
                  <a:lnTo>
                    <a:pt x="1119" y="4862"/>
                  </a:lnTo>
                  <a:lnTo>
                    <a:pt x="1210" y="4497"/>
                  </a:lnTo>
                  <a:lnTo>
                    <a:pt x="1290" y="4269"/>
                  </a:lnTo>
                  <a:lnTo>
                    <a:pt x="1370" y="4063"/>
                  </a:lnTo>
                  <a:lnTo>
                    <a:pt x="1450" y="3881"/>
                  </a:lnTo>
                  <a:lnTo>
                    <a:pt x="1541" y="3744"/>
                  </a:lnTo>
                  <a:lnTo>
                    <a:pt x="1644" y="3629"/>
                  </a:lnTo>
                  <a:lnTo>
                    <a:pt x="1701" y="3584"/>
                  </a:lnTo>
                  <a:lnTo>
                    <a:pt x="1758" y="3550"/>
                  </a:lnTo>
                  <a:lnTo>
                    <a:pt x="1815" y="3527"/>
                  </a:lnTo>
                  <a:lnTo>
                    <a:pt x="1872" y="3504"/>
                  </a:lnTo>
                  <a:lnTo>
                    <a:pt x="1929" y="3492"/>
                  </a:lnTo>
                  <a:close/>
                  <a:moveTo>
                    <a:pt x="3082" y="0"/>
                  </a:moveTo>
                  <a:lnTo>
                    <a:pt x="3025" y="11"/>
                  </a:lnTo>
                  <a:lnTo>
                    <a:pt x="2968" y="34"/>
                  </a:lnTo>
                  <a:lnTo>
                    <a:pt x="2922" y="57"/>
                  </a:lnTo>
                  <a:lnTo>
                    <a:pt x="2888" y="80"/>
                  </a:lnTo>
                  <a:lnTo>
                    <a:pt x="2865" y="114"/>
                  </a:lnTo>
                  <a:lnTo>
                    <a:pt x="2853" y="160"/>
                  </a:lnTo>
                  <a:lnTo>
                    <a:pt x="2853" y="206"/>
                  </a:lnTo>
                  <a:lnTo>
                    <a:pt x="2842" y="1198"/>
                  </a:lnTo>
                  <a:lnTo>
                    <a:pt x="2831" y="1986"/>
                  </a:lnTo>
                  <a:lnTo>
                    <a:pt x="2819" y="2568"/>
                  </a:lnTo>
                  <a:lnTo>
                    <a:pt x="2796" y="2933"/>
                  </a:lnTo>
                  <a:lnTo>
                    <a:pt x="2659" y="2831"/>
                  </a:lnTo>
                  <a:lnTo>
                    <a:pt x="2534" y="2739"/>
                  </a:lnTo>
                  <a:lnTo>
                    <a:pt x="2408" y="2659"/>
                  </a:lnTo>
                  <a:lnTo>
                    <a:pt x="2271" y="2602"/>
                  </a:lnTo>
                  <a:lnTo>
                    <a:pt x="2146" y="2557"/>
                  </a:lnTo>
                  <a:lnTo>
                    <a:pt x="2020" y="2522"/>
                  </a:lnTo>
                  <a:lnTo>
                    <a:pt x="1895" y="2500"/>
                  </a:lnTo>
                  <a:lnTo>
                    <a:pt x="1769" y="2488"/>
                  </a:lnTo>
                  <a:lnTo>
                    <a:pt x="1667" y="2500"/>
                  </a:lnTo>
                  <a:lnTo>
                    <a:pt x="1564" y="2511"/>
                  </a:lnTo>
                  <a:lnTo>
                    <a:pt x="1461" y="2534"/>
                  </a:lnTo>
                  <a:lnTo>
                    <a:pt x="1370" y="2568"/>
                  </a:lnTo>
                  <a:lnTo>
                    <a:pt x="1278" y="2614"/>
                  </a:lnTo>
                  <a:lnTo>
                    <a:pt x="1187" y="2671"/>
                  </a:lnTo>
                  <a:lnTo>
                    <a:pt x="1096" y="2739"/>
                  </a:lnTo>
                  <a:lnTo>
                    <a:pt x="1005" y="2819"/>
                  </a:lnTo>
                  <a:lnTo>
                    <a:pt x="925" y="2899"/>
                  </a:lnTo>
                  <a:lnTo>
                    <a:pt x="845" y="3002"/>
                  </a:lnTo>
                  <a:lnTo>
                    <a:pt x="765" y="3104"/>
                  </a:lnTo>
                  <a:lnTo>
                    <a:pt x="685" y="3230"/>
                  </a:lnTo>
                  <a:lnTo>
                    <a:pt x="617" y="3356"/>
                  </a:lnTo>
                  <a:lnTo>
                    <a:pt x="548" y="3492"/>
                  </a:lnTo>
                  <a:lnTo>
                    <a:pt x="411" y="3801"/>
                  </a:lnTo>
                  <a:lnTo>
                    <a:pt x="308" y="4052"/>
                  </a:lnTo>
                  <a:lnTo>
                    <a:pt x="228" y="4314"/>
                  </a:lnTo>
                  <a:lnTo>
                    <a:pt x="160" y="4565"/>
                  </a:lnTo>
                  <a:lnTo>
                    <a:pt x="103" y="4828"/>
                  </a:lnTo>
                  <a:lnTo>
                    <a:pt x="57" y="5079"/>
                  </a:lnTo>
                  <a:lnTo>
                    <a:pt x="23" y="5330"/>
                  </a:lnTo>
                  <a:lnTo>
                    <a:pt x="0" y="5581"/>
                  </a:lnTo>
                  <a:lnTo>
                    <a:pt x="0" y="5832"/>
                  </a:lnTo>
                  <a:lnTo>
                    <a:pt x="0" y="6038"/>
                  </a:lnTo>
                  <a:lnTo>
                    <a:pt x="23" y="6232"/>
                  </a:lnTo>
                  <a:lnTo>
                    <a:pt x="57" y="6426"/>
                  </a:lnTo>
                  <a:lnTo>
                    <a:pt x="103" y="6597"/>
                  </a:lnTo>
                  <a:lnTo>
                    <a:pt x="160" y="6768"/>
                  </a:lnTo>
                  <a:lnTo>
                    <a:pt x="240" y="6928"/>
                  </a:lnTo>
                  <a:lnTo>
                    <a:pt x="320" y="7076"/>
                  </a:lnTo>
                  <a:lnTo>
                    <a:pt x="422" y="7202"/>
                  </a:lnTo>
                  <a:lnTo>
                    <a:pt x="537" y="7339"/>
                  </a:lnTo>
                  <a:lnTo>
                    <a:pt x="674" y="7464"/>
                  </a:lnTo>
                  <a:lnTo>
                    <a:pt x="811" y="7556"/>
                  </a:lnTo>
                  <a:lnTo>
                    <a:pt x="970" y="7647"/>
                  </a:lnTo>
                  <a:lnTo>
                    <a:pt x="1130" y="7704"/>
                  </a:lnTo>
                  <a:lnTo>
                    <a:pt x="1313" y="7750"/>
                  </a:lnTo>
                  <a:lnTo>
                    <a:pt x="1495" y="7772"/>
                  </a:lnTo>
                  <a:lnTo>
                    <a:pt x="1701" y="7784"/>
                  </a:lnTo>
                  <a:lnTo>
                    <a:pt x="1838" y="7784"/>
                  </a:lnTo>
                  <a:lnTo>
                    <a:pt x="1975" y="7761"/>
                  </a:lnTo>
                  <a:lnTo>
                    <a:pt x="2112" y="7715"/>
                  </a:lnTo>
                  <a:lnTo>
                    <a:pt x="2249" y="7658"/>
                  </a:lnTo>
                  <a:lnTo>
                    <a:pt x="2386" y="7590"/>
                  </a:lnTo>
                  <a:lnTo>
                    <a:pt x="2522" y="7510"/>
                  </a:lnTo>
                  <a:lnTo>
                    <a:pt x="2659" y="7407"/>
                  </a:lnTo>
                  <a:lnTo>
                    <a:pt x="2796" y="7293"/>
                  </a:lnTo>
                  <a:lnTo>
                    <a:pt x="2819" y="7430"/>
                  </a:lnTo>
                  <a:lnTo>
                    <a:pt x="2865" y="7544"/>
                  </a:lnTo>
                  <a:lnTo>
                    <a:pt x="2933" y="7658"/>
                  </a:lnTo>
                  <a:lnTo>
                    <a:pt x="3025" y="7761"/>
                  </a:lnTo>
                  <a:lnTo>
                    <a:pt x="3127" y="7841"/>
                  </a:lnTo>
                  <a:lnTo>
                    <a:pt x="3242" y="7909"/>
                  </a:lnTo>
                  <a:lnTo>
                    <a:pt x="3356" y="7944"/>
                  </a:lnTo>
                  <a:lnTo>
                    <a:pt x="3481" y="7955"/>
                  </a:lnTo>
                  <a:lnTo>
                    <a:pt x="3550" y="7955"/>
                  </a:lnTo>
                  <a:lnTo>
                    <a:pt x="3607" y="7932"/>
                  </a:lnTo>
                  <a:lnTo>
                    <a:pt x="3664" y="7909"/>
                  </a:lnTo>
                  <a:lnTo>
                    <a:pt x="3721" y="7875"/>
                  </a:lnTo>
                  <a:lnTo>
                    <a:pt x="3778" y="7829"/>
                  </a:lnTo>
                  <a:lnTo>
                    <a:pt x="3824" y="7772"/>
                  </a:lnTo>
                  <a:lnTo>
                    <a:pt x="3881" y="7715"/>
                  </a:lnTo>
                  <a:lnTo>
                    <a:pt x="3926" y="7635"/>
                  </a:lnTo>
                  <a:lnTo>
                    <a:pt x="3869" y="7498"/>
                  </a:lnTo>
                  <a:lnTo>
                    <a:pt x="3824" y="7327"/>
                  </a:lnTo>
                  <a:lnTo>
                    <a:pt x="3789" y="7156"/>
                  </a:lnTo>
                  <a:lnTo>
                    <a:pt x="3755" y="6962"/>
                  </a:lnTo>
                  <a:lnTo>
                    <a:pt x="3721" y="6745"/>
                  </a:lnTo>
                  <a:lnTo>
                    <a:pt x="3709" y="6517"/>
                  </a:lnTo>
                  <a:lnTo>
                    <a:pt x="3698" y="6266"/>
                  </a:lnTo>
                  <a:lnTo>
                    <a:pt x="3687" y="6003"/>
                  </a:lnTo>
                  <a:lnTo>
                    <a:pt x="3709" y="5433"/>
                  </a:lnTo>
                  <a:lnTo>
                    <a:pt x="3767" y="4097"/>
                  </a:lnTo>
                  <a:lnTo>
                    <a:pt x="3824" y="2705"/>
                  </a:lnTo>
                  <a:lnTo>
                    <a:pt x="3869" y="2009"/>
                  </a:lnTo>
                  <a:lnTo>
                    <a:pt x="3983" y="1381"/>
                  </a:lnTo>
                  <a:lnTo>
                    <a:pt x="4040" y="1016"/>
                  </a:lnTo>
                  <a:lnTo>
                    <a:pt x="4052" y="867"/>
                  </a:lnTo>
                  <a:lnTo>
                    <a:pt x="4052" y="731"/>
                  </a:lnTo>
                  <a:lnTo>
                    <a:pt x="4052" y="639"/>
                  </a:lnTo>
                  <a:lnTo>
                    <a:pt x="4040" y="559"/>
                  </a:lnTo>
                  <a:lnTo>
                    <a:pt x="4018" y="479"/>
                  </a:lnTo>
                  <a:lnTo>
                    <a:pt x="3983" y="411"/>
                  </a:lnTo>
                  <a:lnTo>
                    <a:pt x="3949" y="342"/>
                  </a:lnTo>
                  <a:lnTo>
                    <a:pt x="3903" y="285"/>
                  </a:lnTo>
                  <a:lnTo>
                    <a:pt x="3846" y="228"/>
                  </a:lnTo>
                  <a:lnTo>
                    <a:pt x="3789" y="183"/>
                  </a:lnTo>
                  <a:lnTo>
                    <a:pt x="3652" y="103"/>
                  </a:lnTo>
                  <a:lnTo>
                    <a:pt x="3493" y="46"/>
                  </a:lnTo>
                  <a:lnTo>
                    <a:pt x="3333" y="11"/>
                  </a:lnTo>
                  <a:lnTo>
                    <a:pt x="31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3103600" y="2827650"/>
              <a:ext cx="32275" cy="200625"/>
            </a:xfrm>
            <a:custGeom>
              <a:rect b="b" l="l" r="r" t="t"/>
              <a:pathLst>
                <a:path extrusionOk="0" h="8025" w="1291">
                  <a:moveTo>
                    <a:pt x="594" y="1"/>
                  </a:moveTo>
                  <a:lnTo>
                    <a:pt x="537" y="12"/>
                  </a:lnTo>
                  <a:lnTo>
                    <a:pt x="469" y="23"/>
                  </a:lnTo>
                  <a:lnTo>
                    <a:pt x="332" y="69"/>
                  </a:lnTo>
                  <a:lnTo>
                    <a:pt x="172" y="149"/>
                  </a:lnTo>
                  <a:lnTo>
                    <a:pt x="1" y="252"/>
                  </a:lnTo>
                  <a:lnTo>
                    <a:pt x="12" y="412"/>
                  </a:lnTo>
                  <a:lnTo>
                    <a:pt x="35" y="640"/>
                  </a:lnTo>
                  <a:lnTo>
                    <a:pt x="58" y="868"/>
                  </a:lnTo>
                  <a:lnTo>
                    <a:pt x="69" y="1039"/>
                  </a:lnTo>
                  <a:lnTo>
                    <a:pt x="47" y="3596"/>
                  </a:lnTo>
                  <a:lnTo>
                    <a:pt x="35" y="6152"/>
                  </a:lnTo>
                  <a:lnTo>
                    <a:pt x="47" y="6586"/>
                  </a:lnTo>
                  <a:lnTo>
                    <a:pt x="58" y="6791"/>
                  </a:lnTo>
                  <a:lnTo>
                    <a:pt x="81" y="6974"/>
                  </a:lnTo>
                  <a:lnTo>
                    <a:pt x="104" y="7145"/>
                  </a:lnTo>
                  <a:lnTo>
                    <a:pt x="138" y="7294"/>
                  </a:lnTo>
                  <a:lnTo>
                    <a:pt x="172" y="7431"/>
                  </a:lnTo>
                  <a:lnTo>
                    <a:pt x="218" y="7556"/>
                  </a:lnTo>
                  <a:lnTo>
                    <a:pt x="263" y="7670"/>
                  </a:lnTo>
                  <a:lnTo>
                    <a:pt x="309" y="7762"/>
                  </a:lnTo>
                  <a:lnTo>
                    <a:pt x="378" y="7841"/>
                  </a:lnTo>
                  <a:lnTo>
                    <a:pt x="435" y="7910"/>
                  </a:lnTo>
                  <a:lnTo>
                    <a:pt x="503" y="7956"/>
                  </a:lnTo>
                  <a:lnTo>
                    <a:pt x="583" y="8001"/>
                  </a:lnTo>
                  <a:lnTo>
                    <a:pt x="663" y="8024"/>
                  </a:lnTo>
                  <a:lnTo>
                    <a:pt x="754" y="8024"/>
                  </a:lnTo>
                  <a:lnTo>
                    <a:pt x="857" y="8013"/>
                  </a:lnTo>
                  <a:lnTo>
                    <a:pt x="948" y="7990"/>
                  </a:lnTo>
                  <a:lnTo>
                    <a:pt x="1051" y="7944"/>
                  </a:lnTo>
                  <a:lnTo>
                    <a:pt x="1131" y="7887"/>
                  </a:lnTo>
                  <a:lnTo>
                    <a:pt x="1199" y="7807"/>
                  </a:lnTo>
                  <a:lnTo>
                    <a:pt x="1256" y="7727"/>
                  </a:lnTo>
                  <a:lnTo>
                    <a:pt x="1291" y="7636"/>
                  </a:lnTo>
                  <a:lnTo>
                    <a:pt x="1291" y="7533"/>
                  </a:lnTo>
                  <a:lnTo>
                    <a:pt x="1279" y="7431"/>
                  </a:lnTo>
                  <a:lnTo>
                    <a:pt x="1234" y="7282"/>
                  </a:lnTo>
                  <a:lnTo>
                    <a:pt x="1188" y="7134"/>
                  </a:lnTo>
                  <a:lnTo>
                    <a:pt x="1142" y="6951"/>
                  </a:lnTo>
                  <a:lnTo>
                    <a:pt x="1108" y="6734"/>
                  </a:lnTo>
                  <a:lnTo>
                    <a:pt x="1074" y="6506"/>
                  </a:lnTo>
                  <a:lnTo>
                    <a:pt x="1051" y="6244"/>
                  </a:lnTo>
                  <a:lnTo>
                    <a:pt x="1028" y="5947"/>
                  </a:lnTo>
                  <a:lnTo>
                    <a:pt x="1005" y="5285"/>
                  </a:lnTo>
                  <a:lnTo>
                    <a:pt x="1005" y="3173"/>
                  </a:lnTo>
                  <a:lnTo>
                    <a:pt x="1005" y="2569"/>
                  </a:lnTo>
                  <a:lnTo>
                    <a:pt x="1040" y="2021"/>
                  </a:lnTo>
                  <a:lnTo>
                    <a:pt x="1085" y="1564"/>
                  </a:lnTo>
                  <a:lnTo>
                    <a:pt x="1108" y="1359"/>
                  </a:lnTo>
                  <a:lnTo>
                    <a:pt x="1142" y="1176"/>
                  </a:lnTo>
                  <a:lnTo>
                    <a:pt x="1234" y="879"/>
                  </a:lnTo>
                  <a:lnTo>
                    <a:pt x="1279" y="720"/>
                  </a:lnTo>
                  <a:lnTo>
                    <a:pt x="1291" y="583"/>
                  </a:lnTo>
                  <a:lnTo>
                    <a:pt x="1291" y="526"/>
                  </a:lnTo>
                  <a:lnTo>
                    <a:pt x="1279" y="469"/>
                  </a:lnTo>
                  <a:lnTo>
                    <a:pt x="1268" y="412"/>
                  </a:lnTo>
                  <a:lnTo>
                    <a:pt x="1234" y="354"/>
                  </a:lnTo>
                  <a:lnTo>
                    <a:pt x="1211" y="309"/>
                  </a:lnTo>
                  <a:lnTo>
                    <a:pt x="1165" y="252"/>
                  </a:lnTo>
                  <a:lnTo>
                    <a:pt x="1074" y="172"/>
                  </a:lnTo>
                  <a:lnTo>
                    <a:pt x="948" y="92"/>
                  </a:lnTo>
                  <a:lnTo>
                    <a:pt x="834" y="46"/>
                  </a:lnTo>
                  <a:lnTo>
                    <a:pt x="720" y="12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3147825" y="2901275"/>
              <a:ext cx="94775" cy="125850"/>
            </a:xfrm>
            <a:custGeom>
              <a:rect b="b" l="l" r="r" t="t"/>
              <a:pathLst>
                <a:path extrusionOk="0" h="5034" w="3791">
                  <a:moveTo>
                    <a:pt x="2010" y="959"/>
                  </a:moveTo>
                  <a:lnTo>
                    <a:pt x="2078" y="970"/>
                  </a:lnTo>
                  <a:lnTo>
                    <a:pt x="2135" y="993"/>
                  </a:lnTo>
                  <a:lnTo>
                    <a:pt x="2192" y="1016"/>
                  </a:lnTo>
                  <a:lnTo>
                    <a:pt x="2249" y="1050"/>
                  </a:lnTo>
                  <a:lnTo>
                    <a:pt x="2295" y="1096"/>
                  </a:lnTo>
                  <a:lnTo>
                    <a:pt x="2341" y="1153"/>
                  </a:lnTo>
                  <a:lnTo>
                    <a:pt x="2386" y="1210"/>
                  </a:lnTo>
                  <a:lnTo>
                    <a:pt x="2455" y="1347"/>
                  </a:lnTo>
                  <a:lnTo>
                    <a:pt x="2512" y="1473"/>
                  </a:lnTo>
                  <a:lnTo>
                    <a:pt x="2535" y="1609"/>
                  </a:lnTo>
                  <a:lnTo>
                    <a:pt x="2546" y="1746"/>
                  </a:lnTo>
                  <a:lnTo>
                    <a:pt x="2546" y="1838"/>
                  </a:lnTo>
                  <a:lnTo>
                    <a:pt x="2535" y="1918"/>
                  </a:lnTo>
                  <a:lnTo>
                    <a:pt x="2523" y="1986"/>
                  </a:lnTo>
                  <a:lnTo>
                    <a:pt x="2500" y="2055"/>
                  </a:lnTo>
                  <a:lnTo>
                    <a:pt x="2466" y="2112"/>
                  </a:lnTo>
                  <a:lnTo>
                    <a:pt x="2432" y="2169"/>
                  </a:lnTo>
                  <a:lnTo>
                    <a:pt x="2386" y="2226"/>
                  </a:lnTo>
                  <a:lnTo>
                    <a:pt x="2341" y="2271"/>
                  </a:lnTo>
                  <a:lnTo>
                    <a:pt x="2284" y="2317"/>
                  </a:lnTo>
                  <a:lnTo>
                    <a:pt x="2227" y="2351"/>
                  </a:lnTo>
                  <a:lnTo>
                    <a:pt x="2158" y="2374"/>
                  </a:lnTo>
                  <a:lnTo>
                    <a:pt x="2078" y="2397"/>
                  </a:lnTo>
                  <a:lnTo>
                    <a:pt x="1918" y="2431"/>
                  </a:lnTo>
                  <a:lnTo>
                    <a:pt x="1724" y="2443"/>
                  </a:lnTo>
                  <a:lnTo>
                    <a:pt x="1610" y="2431"/>
                  </a:lnTo>
                  <a:lnTo>
                    <a:pt x="1508" y="2408"/>
                  </a:lnTo>
                  <a:lnTo>
                    <a:pt x="1428" y="2363"/>
                  </a:lnTo>
                  <a:lnTo>
                    <a:pt x="1348" y="2306"/>
                  </a:lnTo>
                  <a:lnTo>
                    <a:pt x="1279" y="2237"/>
                  </a:lnTo>
                  <a:lnTo>
                    <a:pt x="1234" y="2157"/>
                  </a:lnTo>
                  <a:lnTo>
                    <a:pt x="1211" y="2055"/>
                  </a:lnTo>
                  <a:lnTo>
                    <a:pt x="1199" y="1952"/>
                  </a:lnTo>
                  <a:lnTo>
                    <a:pt x="1211" y="1769"/>
                  </a:lnTo>
                  <a:lnTo>
                    <a:pt x="1245" y="1598"/>
                  </a:lnTo>
                  <a:lnTo>
                    <a:pt x="1291" y="1438"/>
                  </a:lnTo>
                  <a:lnTo>
                    <a:pt x="1371" y="1290"/>
                  </a:lnTo>
                  <a:lnTo>
                    <a:pt x="1416" y="1210"/>
                  </a:lnTo>
                  <a:lnTo>
                    <a:pt x="1485" y="1142"/>
                  </a:lnTo>
                  <a:lnTo>
                    <a:pt x="1542" y="1084"/>
                  </a:lnTo>
                  <a:lnTo>
                    <a:pt x="1610" y="1039"/>
                  </a:lnTo>
                  <a:lnTo>
                    <a:pt x="1690" y="1005"/>
                  </a:lnTo>
                  <a:lnTo>
                    <a:pt x="1770" y="982"/>
                  </a:lnTo>
                  <a:lnTo>
                    <a:pt x="1861" y="959"/>
                  </a:lnTo>
                  <a:close/>
                  <a:moveTo>
                    <a:pt x="1587" y="0"/>
                  </a:moveTo>
                  <a:lnTo>
                    <a:pt x="1496" y="12"/>
                  </a:lnTo>
                  <a:lnTo>
                    <a:pt x="1416" y="23"/>
                  </a:lnTo>
                  <a:lnTo>
                    <a:pt x="1336" y="46"/>
                  </a:lnTo>
                  <a:lnTo>
                    <a:pt x="1245" y="80"/>
                  </a:lnTo>
                  <a:lnTo>
                    <a:pt x="1165" y="126"/>
                  </a:lnTo>
                  <a:lnTo>
                    <a:pt x="1097" y="171"/>
                  </a:lnTo>
                  <a:lnTo>
                    <a:pt x="1017" y="240"/>
                  </a:lnTo>
                  <a:lnTo>
                    <a:pt x="937" y="308"/>
                  </a:lnTo>
                  <a:lnTo>
                    <a:pt x="868" y="388"/>
                  </a:lnTo>
                  <a:lnTo>
                    <a:pt x="800" y="480"/>
                  </a:lnTo>
                  <a:lnTo>
                    <a:pt x="663" y="696"/>
                  </a:lnTo>
                  <a:lnTo>
                    <a:pt x="526" y="936"/>
                  </a:lnTo>
                  <a:lnTo>
                    <a:pt x="400" y="1233"/>
                  </a:lnTo>
                  <a:lnTo>
                    <a:pt x="309" y="1473"/>
                  </a:lnTo>
                  <a:lnTo>
                    <a:pt x="229" y="1712"/>
                  </a:lnTo>
                  <a:lnTo>
                    <a:pt x="161" y="1952"/>
                  </a:lnTo>
                  <a:lnTo>
                    <a:pt x="104" y="2180"/>
                  </a:lnTo>
                  <a:lnTo>
                    <a:pt x="58" y="2408"/>
                  </a:lnTo>
                  <a:lnTo>
                    <a:pt x="24" y="2625"/>
                  </a:lnTo>
                  <a:lnTo>
                    <a:pt x="12" y="2842"/>
                  </a:lnTo>
                  <a:lnTo>
                    <a:pt x="1" y="3048"/>
                  </a:lnTo>
                  <a:lnTo>
                    <a:pt x="12" y="3287"/>
                  </a:lnTo>
                  <a:lnTo>
                    <a:pt x="35" y="3515"/>
                  </a:lnTo>
                  <a:lnTo>
                    <a:pt x="69" y="3721"/>
                  </a:lnTo>
                  <a:lnTo>
                    <a:pt x="115" y="3915"/>
                  </a:lnTo>
                  <a:lnTo>
                    <a:pt x="172" y="4098"/>
                  </a:lnTo>
                  <a:lnTo>
                    <a:pt x="252" y="4257"/>
                  </a:lnTo>
                  <a:lnTo>
                    <a:pt x="343" y="4406"/>
                  </a:lnTo>
                  <a:lnTo>
                    <a:pt x="446" y="4543"/>
                  </a:lnTo>
                  <a:lnTo>
                    <a:pt x="560" y="4657"/>
                  </a:lnTo>
                  <a:lnTo>
                    <a:pt x="686" y="4759"/>
                  </a:lnTo>
                  <a:lnTo>
                    <a:pt x="834" y="4839"/>
                  </a:lnTo>
                  <a:lnTo>
                    <a:pt x="994" y="4908"/>
                  </a:lnTo>
                  <a:lnTo>
                    <a:pt x="1154" y="4965"/>
                  </a:lnTo>
                  <a:lnTo>
                    <a:pt x="1348" y="4999"/>
                  </a:lnTo>
                  <a:lnTo>
                    <a:pt x="1542" y="5033"/>
                  </a:lnTo>
                  <a:lnTo>
                    <a:pt x="1918" y="5033"/>
                  </a:lnTo>
                  <a:lnTo>
                    <a:pt x="2078" y="5022"/>
                  </a:lnTo>
                  <a:lnTo>
                    <a:pt x="2238" y="4999"/>
                  </a:lnTo>
                  <a:lnTo>
                    <a:pt x="2398" y="4976"/>
                  </a:lnTo>
                  <a:lnTo>
                    <a:pt x="2558" y="4942"/>
                  </a:lnTo>
                  <a:lnTo>
                    <a:pt x="2706" y="4896"/>
                  </a:lnTo>
                  <a:lnTo>
                    <a:pt x="2866" y="4839"/>
                  </a:lnTo>
                  <a:lnTo>
                    <a:pt x="3014" y="4782"/>
                  </a:lnTo>
                  <a:lnTo>
                    <a:pt x="3197" y="4702"/>
                  </a:lnTo>
                  <a:lnTo>
                    <a:pt x="3356" y="4611"/>
                  </a:lnTo>
                  <a:lnTo>
                    <a:pt x="3482" y="4508"/>
                  </a:lnTo>
                  <a:lnTo>
                    <a:pt x="3596" y="4406"/>
                  </a:lnTo>
                  <a:lnTo>
                    <a:pt x="3676" y="4292"/>
                  </a:lnTo>
                  <a:lnTo>
                    <a:pt x="3744" y="4166"/>
                  </a:lnTo>
                  <a:lnTo>
                    <a:pt x="3779" y="4040"/>
                  </a:lnTo>
                  <a:lnTo>
                    <a:pt x="3790" y="3904"/>
                  </a:lnTo>
                  <a:lnTo>
                    <a:pt x="3779" y="3835"/>
                  </a:lnTo>
                  <a:lnTo>
                    <a:pt x="3756" y="3778"/>
                  </a:lnTo>
                  <a:lnTo>
                    <a:pt x="3722" y="3732"/>
                  </a:lnTo>
                  <a:lnTo>
                    <a:pt x="3665" y="3698"/>
                  </a:lnTo>
                  <a:lnTo>
                    <a:pt x="3596" y="3664"/>
                  </a:lnTo>
                  <a:lnTo>
                    <a:pt x="3516" y="3641"/>
                  </a:lnTo>
                  <a:lnTo>
                    <a:pt x="3413" y="3630"/>
                  </a:lnTo>
                  <a:lnTo>
                    <a:pt x="3299" y="3630"/>
                  </a:lnTo>
                  <a:lnTo>
                    <a:pt x="3208" y="3641"/>
                  </a:lnTo>
                  <a:lnTo>
                    <a:pt x="3071" y="3698"/>
                  </a:lnTo>
                  <a:lnTo>
                    <a:pt x="2900" y="3789"/>
                  </a:lnTo>
                  <a:lnTo>
                    <a:pt x="2683" y="3915"/>
                  </a:lnTo>
                  <a:lnTo>
                    <a:pt x="2558" y="3972"/>
                  </a:lnTo>
                  <a:lnTo>
                    <a:pt x="2432" y="4040"/>
                  </a:lnTo>
                  <a:lnTo>
                    <a:pt x="2318" y="4086"/>
                  </a:lnTo>
                  <a:lnTo>
                    <a:pt x="2192" y="4120"/>
                  </a:lnTo>
                  <a:lnTo>
                    <a:pt x="2067" y="4155"/>
                  </a:lnTo>
                  <a:lnTo>
                    <a:pt x="1941" y="4177"/>
                  </a:lnTo>
                  <a:lnTo>
                    <a:pt x="1827" y="4189"/>
                  </a:lnTo>
                  <a:lnTo>
                    <a:pt x="1702" y="4200"/>
                  </a:lnTo>
                  <a:lnTo>
                    <a:pt x="1622" y="4189"/>
                  </a:lnTo>
                  <a:lnTo>
                    <a:pt x="1553" y="4177"/>
                  </a:lnTo>
                  <a:lnTo>
                    <a:pt x="1496" y="4155"/>
                  </a:lnTo>
                  <a:lnTo>
                    <a:pt x="1439" y="4132"/>
                  </a:lnTo>
                  <a:lnTo>
                    <a:pt x="1382" y="4086"/>
                  </a:lnTo>
                  <a:lnTo>
                    <a:pt x="1325" y="4040"/>
                  </a:lnTo>
                  <a:lnTo>
                    <a:pt x="1279" y="3983"/>
                  </a:lnTo>
                  <a:lnTo>
                    <a:pt x="1245" y="3926"/>
                  </a:lnTo>
                  <a:lnTo>
                    <a:pt x="1199" y="3858"/>
                  </a:lnTo>
                  <a:lnTo>
                    <a:pt x="1177" y="3778"/>
                  </a:lnTo>
                  <a:lnTo>
                    <a:pt x="1119" y="3584"/>
                  </a:lnTo>
                  <a:lnTo>
                    <a:pt x="1085" y="3367"/>
                  </a:lnTo>
                  <a:lnTo>
                    <a:pt x="1062" y="3116"/>
                  </a:lnTo>
                  <a:lnTo>
                    <a:pt x="1222" y="3196"/>
                  </a:lnTo>
                  <a:lnTo>
                    <a:pt x="1359" y="3264"/>
                  </a:lnTo>
                  <a:lnTo>
                    <a:pt x="1485" y="3299"/>
                  </a:lnTo>
                  <a:lnTo>
                    <a:pt x="1576" y="3310"/>
                  </a:lnTo>
                  <a:lnTo>
                    <a:pt x="1770" y="3299"/>
                  </a:lnTo>
                  <a:lnTo>
                    <a:pt x="1964" y="3287"/>
                  </a:lnTo>
                  <a:lnTo>
                    <a:pt x="2158" y="3253"/>
                  </a:lnTo>
                  <a:lnTo>
                    <a:pt x="2329" y="3207"/>
                  </a:lnTo>
                  <a:lnTo>
                    <a:pt x="2500" y="3150"/>
                  </a:lnTo>
                  <a:lnTo>
                    <a:pt x="2672" y="3082"/>
                  </a:lnTo>
                  <a:lnTo>
                    <a:pt x="2831" y="3002"/>
                  </a:lnTo>
                  <a:lnTo>
                    <a:pt x="2980" y="2911"/>
                  </a:lnTo>
                  <a:lnTo>
                    <a:pt x="3140" y="2796"/>
                  </a:lnTo>
                  <a:lnTo>
                    <a:pt x="3277" y="2671"/>
                  </a:lnTo>
                  <a:lnTo>
                    <a:pt x="3391" y="2534"/>
                  </a:lnTo>
                  <a:lnTo>
                    <a:pt x="3482" y="2386"/>
                  </a:lnTo>
                  <a:lnTo>
                    <a:pt x="3562" y="2237"/>
                  </a:lnTo>
                  <a:lnTo>
                    <a:pt x="3608" y="2077"/>
                  </a:lnTo>
                  <a:lnTo>
                    <a:pt x="3642" y="1895"/>
                  </a:lnTo>
                  <a:lnTo>
                    <a:pt x="3653" y="1712"/>
                  </a:lnTo>
                  <a:lnTo>
                    <a:pt x="3642" y="1564"/>
                  </a:lnTo>
                  <a:lnTo>
                    <a:pt x="3608" y="1415"/>
                  </a:lnTo>
                  <a:lnTo>
                    <a:pt x="3550" y="1267"/>
                  </a:lnTo>
                  <a:lnTo>
                    <a:pt x="3471" y="1130"/>
                  </a:lnTo>
                  <a:lnTo>
                    <a:pt x="3368" y="982"/>
                  </a:lnTo>
                  <a:lnTo>
                    <a:pt x="3242" y="845"/>
                  </a:lnTo>
                  <a:lnTo>
                    <a:pt x="3094" y="696"/>
                  </a:lnTo>
                  <a:lnTo>
                    <a:pt x="2934" y="559"/>
                  </a:lnTo>
                  <a:lnTo>
                    <a:pt x="2752" y="423"/>
                  </a:lnTo>
                  <a:lnTo>
                    <a:pt x="2580" y="320"/>
                  </a:lnTo>
                  <a:lnTo>
                    <a:pt x="2398" y="217"/>
                  </a:lnTo>
                  <a:lnTo>
                    <a:pt x="2238" y="137"/>
                  </a:lnTo>
                  <a:lnTo>
                    <a:pt x="2067" y="80"/>
                  </a:lnTo>
                  <a:lnTo>
                    <a:pt x="1907" y="34"/>
                  </a:lnTo>
                  <a:lnTo>
                    <a:pt x="1736" y="12"/>
                  </a:lnTo>
                  <a:lnTo>
                    <a:pt x="15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3251400" y="2897550"/>
              <a:ext cx="98475" cy="131575"/>
            </a:xfrm>
            <a:custGeom>
              <a:rect b="b" l="l" r="r" t="t"/>
              <a:pathLst>
                <a:path extrusionOk="0" h="5263" w="3939">
                  <a:moveTo>
                    <a:pt x="1770" y="1"/>
                  </a:moveTo>
                  <a:lnTo>
                    <a:pt x="1622" y="12"/>
                  </a:lnTo>
                  <a:lnTo>
                    <a:pt x="1473" y="47"/>
                  </a:lnTo>
                  <a:lnTo>
                    <a:pt x="1325" y="92"/>
                  </a:lnTo>
                  <a:lnTo>
                    <a:pt x="1199" y="161"/>
                  </a:lnTo>
                  <a:lnTo>
                    <a:pt x="1074" y="241"/>
                  </a:lnTo>
                  <a:lnTo>
                    <a:pt x="948" y="343"/>
                  </a:lnTo>
                  <a:lnTo>
                    <a:pt x="834" y="469"/>
                  </a:lnTo>
                  <a:lnTo>
                    <a:pt x="720" y="617"/>
                  </a:lnTo>
                  <a:lnTo>
                    <a:pt x="640" y="754"/>
                  </a:lnTo>
                  <a:lnTo>
                    <a:pt x="560" y="902"/>
                  </a:lnTo>
                  <a:lnTo>
                    <a:pt x="492" y="1051"/>
                  </a:lnTo>
                  <a:lnTo>
                    <a:pt x="446" y="1199"/>
                  </a:lnTo>
                  <a:lnTo>
                    <a:pt x="400" y="1348"/>
                  </a:lnTo>
                  <a:lnTo>
                    <a:pt x="378" y="1507"/>
                  </a:lnTo>
                  <a:lnTo>
                    <a:pt x="355" y="1667"/>
                  </a:lnTo>
                  <a:lnTo>
                    <a:pt x="355" y="1827"/>
                  </a:lnTo>
                  <a:lnTo>
                    <a:pt x="355" y="1964"/>
                  </a:lnTo>
                  <a:lnTo>
                    <a:pt x="366" y="2101"/>
                  </a:lnTo>
                  <a:lnTo>
                    <a:pt x="400" y="2226"/>
                  </a:lnTo>
                  <a:lnTo>
                    <a:pt x="435" y="2363"/>
                  </a:lnTo>
                  <a:lnTo>
                    <a:pt x="480" y="2489"/>
                  </a:lnTo>
                  <a:lnTo>
                    <a:pt x="537" y="2603"/>
                  </a:lnTo>
                  <a:lnTo>
                    <a:pt x="594" y="2729"/>
                  </a:lnTo>
                  <a:lnTo>
                    <a:pt x="674" y="2843"/>
                  </a:lnTo>
                  <a:lnTo>
                    <a:pt x="754" y="2957"/>
                  </a:lnTo>
                  <a:lnTo>
                    <a:pt x="857" y="3071"/>
                  </a:lnTo>
                  <a:lnTo>
                    <a:pt x="960" y="3185"/>
                  </a:lnTo>
                  <a:lnTo>
                    <a:pt x="1074" y="3288"/>
                  </a:lnTo>
                  <a:lnTo>
                    <a:pt x="1199" y="3391"/>
                  </a:lnTo>
                  <a:lnTo>
                    <a:pt x="1336" y="3493"/>
                  </a:lnTo>
                  <a:lnTo>
                    <a:pt x="1485" y="3596"/>
                  </a:lnTo>
                  <a:lnTo>
                    <a:pt x="1644" y="3699"/>
                  </a:lnTo>
                  <a:lnTo>
                    <a:pt x="2192" y="3870"/>
                  </a:lnTo>
                  <a:lnTo>
                    <a:pt x="2512" y="3984"/>
                  </a:lnTo>
                  <a:lnTo>
                    <a:pt x="2592" y="4018"/>
                  </a:lnTo>
                  <a:lnTo>
                    <a:pt x="2615" y="4030"/>
                  </a:lnTo>
                  <a:lnTo>
                    <a:pt x="2626" y="4041"/>
                  </a:lnTo>
                  <a:lnTo>
                    <a:pt x="2637" y="4155"/>
                  </a:lnTo>
                  <a:lnTo>
                    <a:pt x="2660" y="4258"/>
                  </a:lnTo>
                  <a:lnTo>
                    <a:pt x="2649" y="4304"/>
                  </a:lnTo>
                  <a:lnTo>
                    <a:pt x="2637" y="4349"/>
                  </a:lnTo>
                  <a:lnTo>
                    <a:pt x="2615" y="4383"/>
                  </a:lnTo>
                  <a:lnTo>
                    <a:pt x="2569" y="4418"/>
                  </a:lnTo>
                  <a:lnTo>
                    <a:pt x="2523" y="4452"/>
                  </a:lnTo>
                  <a:lnTo>
                    <a:pt x="2466" y="4463"/>
                  </a:lnTo>
                  <a:lnTo>
                    <a:pt x="2409" y="4486"/>
                  </a:lnTo>
                  <a:lnTo>
                    <a:pt x="2329" y="4486"/>
                  </a:lnTo>
                  <a:lnTo>
                    <a:pt x="2124" y="4498"/>
                  </a:lnTo>
                  <a:lnTo>
                    <a:pt x="1907" y="4475"/>
                  </a:lnTo>
                  <a:lnTo>
                    <a:pt x="1690" y="4418"/>
                  </a:lnTo>
                  <a:lnTo>
                    <a:pt x="1473" y="4349"/>
                  </a:lnTo>
                  <a:lnTo>
                    <a:pt x="1359" y="4292"/>
                  </a:lnTo>
                  <a:lnTo>
                    <a:pt x="1245" y="4235"/>
                  </a:lnTo>
                  <a:lnTo>
                    <a:pt x="1154" y="4167"/>
                  </a:lnTo>
                  <a:lnTo>
                    <a:pt x="1085" y="4110"/>
                  </a:lnTo>
                  <a:lnTo>
                    <a:pt x="1017" y="4030"/>
                  </a:lnTo>
                  <a:lnTo>
                    <a:pt x="971" y="3961"/>
                  </a:lnTo>
                  <a:lnTo>
                    <a:pt x="948" y="3881"/>
                  </a:lnTo>
                  <a:lnTo>
                    <a:pt x="925" y="3801"/>
                  </a:lnTo>
                  <a:lnTo>
                    <a:pt x="709" y="3790"/>
                  </a:lnTo>
                  <a:lnTo>
                    <a:pt x="549" y="3790"/>
                  </a:lnTo>
                  <a:lnTo>
                    <a:pt x="400" y="3813"/>
                  </a:lnTo>
                  <a:lnTo>
                    <a:pt x="275" y="3858"/>
                  </a:lnTo>
                  <a:lnTo>
                    <a:pt x="172" y="3916"/>
                  </a:lnTo>
                  <a:lnTo>
                    <a:pt x="104" y="3984"/>
                  </a:lnTo>
                  <a:lnTo>
                    <a:pt x="47" y="4064"/>
                  </a:lnTo>
                  <a:lnTo>
                    <a:pt x="12" y="4167"/>
                  </a:lnTo>
                  <a:lnTo>
                    <a:pt x="1" y="4292"/>
                  </a:lnTo>
                  <a:lnTo>
                    <a:pt x="1" y="4326"/>
                  </a:lnTo>
                  <a:lnTo>
                    <a:pt x="24" y="4372"/>
                  </a:lnTo>
                  <a:lnTo>
                    <a:pt x="47" y="4418"/>
                  </a:lnTo>
                  <a:lnTo>
                    <a:pt x="81" y="4463"/>
                  </a:lnTo>
                  <a:lnTo>
                    <a:pt x="184" y="4555"/>
                  </a:lnTo>
                  <a:lnTo>
                    <a:pt x="343" y="4657"/>
                  </a:lnTo>
                  <a:lnTo>
                    <a:pt x="526" y="4760"/>
                  </a:lnTo>
                  <a:lnTo>
                    <a:pt x="766" y="4874"/>
                  </a:lnTo>
                  <a:lnTo>
                    <a:pt x="1040" y="4988"/>
                  </a:lnTo>
                  <a:lnTo>
                    <a:pt x="1359" y="5114"/>
                  </a:lnTo>
                  <a:lnTo>
                    <a:pt x="1565" y="5182"/>
                  </a:lnTo>
                  <a:lnTo>
                    <a:pt x="1770" y="5228"/>
                  </a:lnTo>
                  <a:lnTo>
                    <a:pt x="1964" y="5262"/>
                  </a:lnTo>
                  <a:lnTo>
                    <a:pt x="2352" y="5262"/>
                  </a:lnTo>
                  <a:lnTo>
                    <a:pt x="2546" y="5239"/>
                  </a:lnTo>
                  <a:lnTo>
                    <a:pt x="2729" y="5205"/>
                  </a:lnTo>
                  <a:lnTo>
                    <a:pt x="2900" y="5160"/>
                  </a:lnTo>
                  <a:lnTo>
                    <a:pt x="3060" y="5091"/>
                  </a:lnTo>
                  <a:lnTo>
                    <a:pt x="3219" y="5023"/>
                  </a:lnTo>
                  <a:lnTo>
                    <a:pt x="3356" y="4931"/>
                  </a:lnTo>
                  <a:lnTo>
                    <a:pt x="3482" y="4829"/>
                  </a:lnTo>
                  <a:lnTo>
                    <a:pt x="3596" y="4726"/>
                  </a:lnTo>
                  <a:lnTo>
                    <a:pt x="3687" y="4623"/>
                  </a:lnTo>
                  <a:lnTo>
                    <a:pt x="3767" y="4520"/>
                  </a:lnTo>
                  <a:lnTo>
                    <a:pt x="3824" y="4395"/>
                  </a:lnTo>
                  <a:lnTo>
                    <a:pt x="3881" y="4281"/>
                  </a:lnTo>
                  <a:lnTo>
                    <a:pt x="3916" y="4155"/>
                  </a:lnTo>
                  <a:lnTo>
                    <a:pt x="3938" y="4030"/>
                  </a:lnTo>
                  <a:lnTo>
                    <a:pt x="3938" y="3904"/>
                  </a:lnTo>
                  <a:lnTo>
                    <a:pt x="3927" y="3824"/>
                  </a:lnTo>
                  <a:lnTo>
                    <a:pt x="3904" y="3744"/>
                  </a:lnTo>
                  <a:lnTo>
                    <a:pt x="3847" y="3676"/>
                  </a:lnTo>
                  <a:lnTo>
                    <a:pt x="3779" y="3596"/>
                  </a:lnTo>
                  <a:lnTo>
                    <a:pt x="3687" y="3516"/>
                  </a:lnTo>
                  <a:lnTo>
                    <a:pt x="3573" y="3448"/>
                  </a:lnTo>
                  <a:lnTo>
                    <a:pt x="3448" y="3368"/>
                  </a:lnTo>
                  <a:lnTo>
                    <a:pt x="3288" y="3299"/>
                  </a:lnTo>
                  <a:lnTo>
                    <a:pt x="2101" y="2763"/>
                  </a:lnTo>
                  <a:lnTo>
                    <a:pt x="1953" y="2672"/>
                  </a:lnTo>
                  <a:lnTo>
                    <a:pt x="1816" y="2580"/>
                  </a:lnTo>
                  <a:lnTo>
                    <a:pt x="1701" y="2477"/>
                  </a:lnTo>
                  <a:lnTo>
                    <a:pt x="1610" y="2375"/>
                  </a:lnTo>
                  <a:lnTo>
                    <a:pt x="1542" y="2272"/>
                  </a:lnTo>
                  <a:lnTo>
                    <a:pt x="1496" y="2169"/>
                  </a:lnTo>
                  <a:lnTo>
                    <a:pt x="1462" y="2055"/>
                  </a:lnTo>
                  <a:lnTo>
                    <a:pt x="1450" y="1941"/>
                  </a:lnTo>
                  <a:lnTo>
                    <a:pt x="1462" y="1770"/>
                  </a:lnTo>
                  <a:lnTo>
                    <a:pt x="1485" y="1599"/>
                  </a:lnTo>
                  <a:lnTo>
                    <a:pt x="1519" y="1427"/>
                  </a:lnTo>
                  <a:lnTo>
                    <a:pt x="1576" y="1268"/>
                  </a:lnTo>
                  <a:lnTo>
                    <a:pt x="1622" y="1165"/>
                  </a:lnTo>
                  <a:lnTo>
                    <a:pt x="1667" y="1085"/>
                  </a:lnTo>
                  <a:lnTo>
                    <a:pt x="1724" y="1017"/>
                  </a:lnTo>
                  <a:lnTo>
                    <a:pt x="1781" y="960"/>
                  </a:lnTo>
                  <a:lnTo>
                    <a:pt x="1850" y="914"/>
                  </a:lnTo>
                  <a:lnTo>
                    <a:pt x="1918" y="880"/>
                  </a:lnTo>
                  <a:lnTo>
                    <a:pt x="1987" y="857"/>
                  </a:lnTo>
                  <a:lnTo>
                    <a:pt x="2067" y="857"/>
                  </a:lnTo>
                  <a:lnTo>
                    <a:pt x="2192" y="868"/>
                  </a:lnTo>
                  <a:lnTo>
                    <a:pt x="2295" y="902"/>
                  </a:lnTo>
                  <a:lnTo>
                    <a:pt x="2386" y="948"/>
                  </a:lnTo>
                  <a:lnTo>
                    <a:pt x="2466" y="1028"/>
                  </a:lnTo>
                  <a:lnTo>
                    <a:pt x="2523" y="1119"/>
                  </a:lnTo>
                  <a:lnTo>
                    <a:pt x="2569" y="1233"/>
                  </a:lnTo>
                  <a:lnTo>
                    <a:pt x="2592" y="1382"/>
                  </a:lnTo>
                  <a:lnTo>
                    <a:pt x="2603" y="1542"/>
                  </a:lnTo>
                  <a:lnTo>
                    <a:pt x="2592" y="1587"/>
                  </a:lnTo>
                  <a:lnTo>
                    <a:pt x="2580" y="1656"/>
                  </a:lnTo>
                  <a:lnTo>
                    <a:pt x="2557" y="1713"/>
                  </a:lnTo>
                  <a:lnTo>
                    <a:pt x="2523" y="1781"/>
                  </a:lnTo>
                  <a:lnTo>
                    <a:pt x="2421" y="1987"/>
                  </a:lnTo>
                  <a:lnTo>
                    <a:pt x="2398" y="2044"/>
                  </a:lnTo>
                  <a:lnTo>
                    <a:pt x="2386" y="2078"/>
                  </a:lnTo>
                  <a:lnTo>
                    <a:pt x="2386" y="2112"/>
                  </a:lnTo>
                  <a:lnTo>
                    <a:pt x="2398" y="2135"/>
                  </a:lnTo>
                  <a:lnTo>
                    <a:pt x="2455" y="2192"/>
                  </a:lnTo>
                  <a:lnTo>
                    <a:pt x="2535" y="2261"/>
                  </a:lnTo>
                  <a:lnTo>
                    <a:pt x="2649" y="2329"/>
                  </a:lnTo>
                  <a:lnTo>
                    <a:pt x="2774" y="2386"/>
                  </a:lnTo>
                  <a:lnTo>
                    <a:pt x="2877" y="2432"/>
                  </a:lnTo>
                  <a:lnTo>
                    <a:pt x="2968" y="2455"/>
                  </a:lnTo>
                  <a:lnTo>
                    <a:pt x="3037" y="2466"/>
                  </a:lnTo>
                  <a:lnTo>
                    <a:pt x="3140" y="2455"/>
                  </a:lnTo>
                  <a:lnTo>
                    <a:pt x="3242" y="2432"/>
                  </a:lnTo>
                  <a:lnTo>
                    <a:pt x="3356" y="2386"/>
                  </a:lnTo>
                  <a:lnTo>
                    <a:pt x="3459" y="2318"/>
                  </a:lnTo>
                  <a:lnTo>
                    <a:pt x="3596" y="1975"/>
                  </a:lnTo>
                  <a:lnTo>
                    <a:pt x="3619" y="1907"/>
                  </a:lnTo>
                  <a:lnTo>
                    <a:pt x="3642" y="1827"/>
                  </a:lnTo>
                  <a:lnTo>
                    <a:pt x="3653" y="1736"/>
                  </a:lnTo>
                  <a:lnTo>
                    <a:pt x="3653" y="1644"/>
                  </a:lnTo>
                  <a:lnTo>
                    <a:pt x="3653" y="1542"/>
                  </a:lnTo>
                  <a:lnTo>
                    <a:pt x="3630" y="1416"/>
                  </a:lnTo>
                  <a:lnTo>
                    <a:pt x="3607" y="1291"/>
                  </a:lnTo>
                  <a:lnTo>
                    <a:pt x="3562" y="1154"/>
                  </a:lnTo>
                  <a:lnTo>
                    <a:pt x="3528" y="1051"/>
                  </a:lnTo>
                  <a:lnTo>
                    <a:pt x="3471" y="948"/>
                  </a:lnTo>
                  <a:lnTo>
                    <a:pt x="3402" y="845"/>
                  </a:lnTo>
                  <a:lnTo>
                    <a:pt x="3311" y="743"/>
                  </a:lnTo>
                  <a:lnTo>
                    <a:pt x="3219" y="651"/>
                  </a:lnTo>
                  <a:lnTo>
                    <a:pt x="3105" y="549"/>
                  </a:lnTo>
                  <a:lnTo>
                    <a:pt x="2980" y="457"/>
                  </a:lnTo>
                  <a:lnTo>
                    <a:pt x="2831" y="366"/>
                  </a:lnTo>
                  <a:lnTo>
                    <a:pt x="2683" y="286"/>
                  </a:lnTo>
                  <a:lnTo>
                    <a:pt x="2546" y="206"/>
                  </a:lnTo>
                  <a:lnTo>
                    <a:pt x="2409" y="149"/>
                  </a:lnTo>
                  <a:lnTo>
                    <a:pt x="2272" y="92"/>
                  </a:lnTo>
                  <a:lnTo>
                    <a:pt x="2135" y="58"/>
                  </a:lnTo>
                  <a:lnTo>
                    <a:pt x="2010" y="24"/>
                  </a:lnTo>
                  <a:lnTo>
                    <a:pt x="1884" y="12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" name="Google Shape;322;p15"/>
          <p:cNvGrpSpPr/>
          <p:nvPr/>
        </p:nvGrpSpPr>
        <p:grpSpPr>
          <a:xfrm>
            <a:off x="6415950" y="3298122"/>
            <a:ext cx="2729100" cy="1606534"/>
            <a:chOff x="6415950" y="2368266"/>
            <a:chExt cx="2729100" cy="1606534"/>
          </a:xfrm>
        </p:grpSpPr>
        <p:sp>
          <p:nvSpPr>
            <p:cNvPr id="323" name="Google Shape;323;p15"/>
            <p:cNvSpPr txBox="1"/>
            <p:nvPr/>
          </p:nvSpPr>
          <p:spPr>
            <a:xfrm>
              <a:off x="6637291" y="2368266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8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</a:t>
              </a:r>
              <a:r>
                <a:rPr b="1" i="1" lang="en" sz="11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</a:t>
              </a:r>
              <a:endParaRPr b="1" sz="1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4" name="Google Shape;324;p15"/>
            <p:cNvSpPr txBox="1"/>
            <p:nvPr/>
          </p:nvSpPr>
          <p:spPr>
            <a:xfrm>
              <a:off x="6415950" y="2706400"/>
              <a:ext cx="2729100" cy="12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There is an effect of showing higher default tip suggestions on the tip percentage selected.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5" name="Google Shape;325;p15"/>
          <p:cNvGrpSpPr/>
          <p:nvPr/>
        </p:nvGrpSpPr>
        <p:grpSpPr>
          <a:xfrm>
            <a:off x="117700" y="3216313"/>
            <a:ext cx="2729100" cy="1683588"/>
            <a:chOff x="128425" y="2298363"/>
            <a:chExt cx="2729100" cy="1683588"/>
          </a:xfrm>
        </p:grpSpPr>
        <p:sp>
          <p:nvSpPr>
            <p:cNvPr id="326" name="Google Shape;326;p15"/>
            <p:cNvSpPr txBox="1"/>
            <p:nvPr/>
          </p:nvSpPr>
          <p:spPr>
            <a:xfrm>
              <a:off x="327716" y="2298363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8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</a:t>
              </a:r>
              <a:r>
                <a:rPr b="1" i="1" lang="en" sz="10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</a:t>
              </a:r>
              <a:endParaRPr b="1" sz="1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27" name="Google Shape;327;p15"/>
            <p:cNvSpPr txBox="1"/>
            <p:nvPr/>
          </p:nvSpPr>
          <p:spPr>
            <a:xfrm>
              <a:off x="128425" y="2713550"/>
              <a:ext cx="2729100" cy="12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There is no effect of showing higher default tip suggestions on the tip percentage selected.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28" name="Google Shape;328;p15"/>
          <p:cNvCxnSpPr/>
          <p:nvPr/>
        </p:nvCxnSpPr>
        <p:spPr>
          <a:xfrm>
            <a:off x="-1050" y="4544163"/>
            <a:ext cx="914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15"/>
          <p:cNvSpPr txBox="1"/>
          <p:nvPr/>
        </p:nvSpPr>
        <p:spPr>
          <a:xfrm>
            <a:off x="1121850" y="979738"/>
            <a:ext cx="6900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does showing higher tip suggestions affect the tip percentage selected in a simulated dine-in restaurant checkout?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Experimental Design</a:t>
            </a:r>
            <a:endParaRPr sz="3000"/>
          </a:p>
        </p:txBody>
      </p:sp>
      <p:grpSp>
        <p:nvGrpSpPr>
          <p:cNvPr id="335" name="Google Shape;335;p16"/>
          <p:cNvGrpSpPr/>
          <p:nvPr/>
        </p:nvGrpSpPr>
        <p:grpSpPr>
          <a:xfrm>
            <a:off x="457200" y="1033143"/>
            <a:ext cx="2061000" cy="1007035"/>
            <a:chOff x="457188" y="1033100"/>
            <a:chExt cx="2061000" cy="822338"/>
          </a:xfrm>
        </p:grpSpPr>
        <p:sp>
          <p:nvSpPr>
            <p:cNvPr id="336" name="Google Shape;336;p16"/>
            <p:cNvSpPr txBox="1"/>
            <p:nvPr/>
          </p:nvSpPr>
          <p:spPr>
            <a:xfrm>
              <a:off x="457188" y="1372438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Qualtrics online survey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7" name="Google Shape;337;p16"/>
            <p:cNvSpPr txBox="1"/>
            <p:nvPr/>
          </p:nvSpPr>
          <p:spPr>
            <a:xfrm>
              <a:off x="457200" y="1033100"/>
              <a:ext cx="19722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Platform</a:t>
              </a:r>
              <a:endParaRPr b="1" sz="24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38" name="Google Shape;338;p16"/>
          <p:cNvGrpSpPr/>
          <p:nvPr/>
        </p:nvGrpSpPr>
        <p:grpSpPr>
          <a:xfrm>
            <a:off x="457200" y="2528568"/>
            <a:ext cx="2061000" cy="1007035"/>
            <a:chOff x="457188" y="1033100"/>
            <a:chExt cx="2061000" cy="822338"/>
          </a:xfrm>
        </p:grpSpPr>
        <p:sp>
          <p:nvSpPr>
            <p:cNvPr id="339" name="Google Shape;339;p16"/>
            <p:cNvSpPr txBox="1"/>
            <p:nvPr/>
          </p:nvSpPr>
          <p:spPr>
            <a:xfrm>
              <a:off x="457188" y="1372438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classmates + f</a:t>
              </a: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riends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0" name="Google Shape;340;p16"/>
            <p:cNvSpPr txBox="1"/>
            <p:nvPr/>
          </p:nvSpPr>
          <p:spPr>
            <a:xfrm>
              <a:off x="457200" y="1033100"/>
              <a:ext cx="19722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accent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Participants </a:t>
              </a:r>
              <a:endParaRPr b="1" sz="24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41" name="Google Shape;341;p16"/>
          <p:cNvGrpSpPr/>
          <p:nvPr/>
        </p:nvGrpSpPr>
        <p:grpSpPr>
          <a:xfrm>
            <a:off x="457100" y="3832449"/>
            <a:ext cx="2061000" cy="1007035"/>
            <a:chOff x="457188" y="1033100"/>
            <a:chExt cx="2061000" cy="822338"/>
          </a:xfrm>
        </p:grpSpPr>
        <p:sp>
          <p:nvSpPr>
            <p:cNvPr id="342" name="Google Shape;342;p16"/>
            <p:cNvSpPr txBox="1"/>
            <p:nvPr/>
          </p:nvSpPr>
          <p:spPr>
            <a:xfrm>
              <a:off x="457188" y="1372438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 = 81 (after removing preview + incomplete)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3" name="Google Shape;343;p16"/>
            <p:cNvSpPr txBox="1"/>
            <p:nvPr/>
          </p:nvSpPr>
          <p:spPr>
            <a:xfrm>
              <a:off x="457200" y="1033100"/>
              <a:ext cx="19722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8E7CC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Final sample</a:t>
              </a:r>
              <a:endParaRPr b="1" sz="2400">
                <a:solidFill>
                  <a:srgbClr val="8E7CC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44" name="Google Shape;344;p16"/>
          <p:cNvGrpSpPr/>
          <p:nvPr/>
        </p:nvGrpSpPr>
        <p:grpSpPr>
          <a:xfrm>
            <a:off x="6126011" y="1033143"/>
            <a:ext cx="2560793" cy="1007035"/>
            <a:chOff x="457188" y="1033100"/>
            <a:chExt cx="2061000" cy="822338"/>
          </a:xfrm>
        </p:grpSpPr>
        <p:sp>
          <p:nvSpPr>
            <p:cNvPr id="345" name="Google Shape;345;p16"/>
            <p:cNvSpPr txBox="1"/>
            <p:nvPr/>
          </p:nvSpPr>
          <p:spPr>
            <a:xfrm>
              <a:off x="457188" y="1372438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scripted dining experience; fixed bill </a:t>
              </a:r>
              <a:r>
                <a:rPr b="1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$16 Tonkotsu ramen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6" name="Google Shape;346;p16"/>
            <p:cNvSpPr txBox="1"/>
            <p:nvPr/>
          </p:nvSpPr>
          <p:spPr>
            <a:xfrm>
              <a:off x="457200" y="1033100"/>
              <a:ext cx="19722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877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Scenario</a:t>
              </a:r>
              <a:endParaRPr b="1" sz="2400">
                <a:solidFill>
                  <a:srgbClr val="FF877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47" name="Google Shape;347;p16"/>
          <p:cNvGrpSpPr/>
          <p:nvPr/>
        </p:nvGrpSpPr>
        <p:grpSpPr>
          <a:xfrm>
            <a:off x="6126014" y="2290449"/>
            <a:ext cx="2560803" cy="1007032"/>
            <a:chOff x="457200" y="1033100"/>
            <a:chExt cx="2061009" cy="822336"/>
          </a:xfrm>
        </p:grpSpPr>
        <p:sp>
          <p:nvSpPr>
            <p:cNvPr id="348" name="Google Shape;348;p16"/>
            <p:cNvSpPr txBox="1"/>
            <p:nvPr/>
          </p:nvSpPr>
          <p:spPr>
            <a:xfrm>
              <a:off x="457209" y="1372436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scenario → checkout tip choice → short post-questions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9" name="Google Shape;349;p16"/>
            <p:cNvSpPr txBox="1"/>
            <p:nvPr/>
          </p:nvSpPr>
          <p:spPr>
            <a:xfrm>
              <a:off x="457200" y="1033100"/>
              <a:ext cx="19722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4A86E8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Flow</a:t>
              </a:r>
              <a:endParaRPr b="1" sz="2400">
                <a:solidFill>
                  <a:srgbClr val="4A86E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50" name="Google Shape;350;p16"/>
          <p:cNvGrpSpPr/>
          <p:nvPr/>
        </p:nvGrpSpPr>
        <p:grpSpPr>
          <a:xfrm>
            <a:off x="6625800" y="3832443"/>
            <a:ext cx="2061000" cy="1007035"/>
            <a:chOff x="457188" y="1033100"/>
            <a:chExt cx="2061000" cy="822338"/>
          </a:xfrm>
        </p:grpSpPr>
        <p:sp>
          <p:nvSpPr>
            <p:cNvPr id="351" name="Google Shape;351;p16"/>
            <p:cNvSpPr txBox="1"/>
            <p:nvPr/>
          </p:nvSpPr>
          <p:spPr>
            <a:xfrm>
              <a:off x="457188" y="1372438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7–10</a:t>
              </a: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respondents; minor clarity edits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2" name="Google Shape;352;p16"/>
            <p:cNvSpPr txBox="1"/>
            <p:nvPr/>
          </p:nvSpPr>
          <p:spPr>
            <a:xfrm>
              <a:off x="457200" y="1033100"/>
              <a:ext cx="19722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93C47D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Pilot</a:t>
              </a:r>
              <a:endParaRPr b="1" sz="2400">
                <a:solidFill>
                  <a:srgbClr val="93C47D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53" name="Google Shape;353;p16"/>
          <p:cNvGrpSpPr/>
          <p:nvPr/>
        </p:nvGrpSpPr>
        <p:grpSpPr>
          <a:xfrm>
            <a:off x="3106006" y="2290458"/>
            <a:ext cx="2931985" cy="1820605"/>
            <a:chOff x="2693095" y="2398451"/>
            <a:chExt cx="3758473" cy="2333511"/>
          </a:xfrm>
        </p:grpSpPr>
        <p:grpSp>
          <p:nvGrpSpPr>
            <p:cNvPr id="354" name="Google Shape;354;p16"/>
            <p:cNvGrpSpPr/>
            <p:nvPr/>
          </p:nvGrpSpPr>
          <p:grpSpPr>
            <a:xfrm>
              <a:off x="2693095" y="2398451"/>
              <a:ext cx="3758473" cy="2333511"/>
              <a:chOff x="2408781" y="2012246"/>
              <a:chExt cx="4380505" cy="2719710"/>
            </a:xfrm>
          </p:grpSpPr>
          <p:sp>
            <p:nvSpPr>
              <p:cNvPr id="355" name="Google Shape;355;p16"/>
              <p:cNvSpPr/>
              <p:nvPr/>
            </p:nvSpPr>
            <p:spPr>
              <a:xfrm>
                <a:off x="3399881" y="3313221"/>
                <a:ext cx="311044" cy="1412261"/>
              </a:xfrm>
              <a:custGeom>
                <a:rect b="b" l="l" r="r" t="t"/>
                <a:pathLst>
                  <a:path extrusionOk="0" h="62830" w="13838">
                    <a:moveTo>
                      <a:pt x="9163" y="0"/>
                    </a:moveTo>
                    <a:lnTo>
                      <a:pt x="1" y="62830"/>
                    </a:lnTo>
                    <a:lnTo>
                      <a:pt x="4688" y="62830"/>
                    </a:lnTo>
                    <a:lnTo>
                      <a:pt x="13838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6"/>
              <p:cNvSpPr/>
              <p:nvPr/>
            </p:nvSpPr>
            <p:spPr>
              <a:xfrm>
                <a:off x="2566280" y="3151788"/>
                <a:ext cx="885186" cy="222864"/>
              </a:xfrm>
              <a:custGeom>
                <a:rect b="b" l="l" r="r" t="t"/>
                <a:pathLst>
                  <a:path extrusionOk="0" h="9915" w="39381">
                    <a:moveTo>
                      <a:pt x="27812" y="0"/>
                    </a:moveTo>
                    <a:lnTo>
                      <a:pt x="0" y="13"/>
                    </a:lnTo>
                    <a:lnTo>
                      <a:pt x="11180" y="9914"/>
                    </a:lnTo>
                    <a:lnTo>
                      <a:pt x="38979" y="9914"/>
                    </a:lnTo>
                    <a:lnTo>
                      <a:pt x="39343" y="7796"/>
                    </a:lnTo>
                    <a:lnTo>
                      <a:pt x="39368" y="7571"/>
                    </a:lnTo>
                    <a:lnTo>
                      <a:pt x="39380" y="7345"/>
                    </a:lnTo>
                    <a:lnTo>
                      <a:pt x="39380" y="7119"/>
                    </a:lnTo>
                    <a:lnTo>
                      <a:pt x="39368" y="6894"/>
                    </a:lnTo>
                    <a:lnTo>
                      <a:pt x="39330" y="6681"/>
                    </a:lnTo>
                    <a:lnTo>
                      <a:pt x="39292" y="6468"/>
                    </a:lnTo>
                    <a:lnTo>
                      <a:pt x="39230" y="6255"/>
                    </a:lnTo>
                    <a:lnTo>
                      <a:pt x="39155" y="6054"/>
                    </a:lnTo>
                    <a:lnTo>
                      <a:pt x="39067" y="5841"/>
                    </a:lnTo>
                    <a:lnTo>
                      <a:pt x="38967" y="5653"/>
                    </a:lnTo>
                    <a:lnTo>
                      <a:pt x="38854" y="5465"/>
                    </a:lnTo>
                    <a:lnTo>
                      <a:pt x="38728" y="5277"/>
                    </a:lnTo>
                    <a:lnTo>
                      <a:pt x="38591" y="5114"/>
                    </a:lnTo>
                    <a:lnTo>
                      <a:pt x="38440" y="4951"/>
                    </a:lnTo>
                    <a:lnTo>
                      <a:pt x="38277" y="4788"/>
                    </a:lnTo>
                    <a:lnTo>
                      <a:pt x="38102" y="4650"/>
                    </a:lnTo>
                    <a:lnTo>
                      <a:pt x="35395" y="2582"/>
                    </a:lnTo>
                    <a:lnTo>
                      <a:pt x="34981" y="2269"/>
                    </a:lnTo>
                    <a:lnTo>
                      <a:pt x="34567" y="1993"/>
                    </a:lnTo>
                    <a:lnTo>
                      <a:pt x="34129" y="1717"/>
                    </a:lnTo>
                    <a:lnTo>
                      <a:pt x="33678" y="1467"/>
                    </a:lnTo>
                    <a:lnTo>
                      <a:pt x="33226" y="1241"/>
                    </a:lnTo>
                    <a:lnTo>
                      <a:pt x="32763" y="1028"/>
                    </a:lnTo>
                    <a:lnTo>
                      <a:pt x="32299" y="840"/>
                    </a:lnTo>
                    <a:lnTo>
                      <a:pt x="31823" y="665"/>
                    </a:lnTo>
                    <a:lnTo>
                      <a:pt x="31334" y="514"/>
                    </a:lnTo>
                    <a:lnTo>
                      <a:pt x="30845" y="376"/>
                    </a:lnTo>
                    <a:lnTo>
                      <a:pt x="30344" y="264"/>
                    </a:lnTo>
                    <a:lnTo>
                      <a:pt x="29842" y="176"/>
                    </a:lnTo>
                    <a:lnTo>
                      <a:pt x="29341" y="101"/>
                    </a:lnTo>
                    <a:lnTo>
                      <a:pt x="28827" y="51"/>
                    </a:lnTo>
                    <a:lnTo>
                      <a:pt x="28326" y="13"/>
                    </a:lnTo>
                    <a:lnTo>
                      <a:pt x="27812" y="0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6"/>
              <p:cNvSpPr/>
              <p:nvPr/>
            </p:nvSpPr>
            <p:spPr>
              <a:xfrm>
                <a:off x="3125768" y="3222772"/>
                <a:ext cx="325699" cy="1502711"/>
              </a:xfrm>
              <a:custGeom>
                <a:rect b="b" l="l" r="r" t="t"/>
                <a:pathLst>
                  <a:path extrusionOk="0" h="66854" w="14490">
                    <a:moveTo>
                      <a:pt x="11256" y="1"/>
                    </a:moveTo>
                    <a:lnTo>
                      <a:pt x="1" y="66854"/>
                    </a:lnTo>
                    <a:lnTo>
                      <a:pt x="3974" y="66854"/>
                    </a:lnTo>
                    <a:lnTo>
                      <a:pt x="14452" y="4663"/>
                    </a:lnTo>
                    <a:lnTo>
                      <a:pt x="14477" y="4438"/>
                    </a:lnTo>
                    <a:lnTo>
                      <a:pt x="14489" y="4212"/>
                    </a:lnTo>
                    <a:lnTo>
                      <a:pt x="14489" y="3986"/>
                    </a:lnTo>
                    <a:lnTo>
                      <a:pt x="14477" y="3773"/>
                    </a:lnTo>
                    <a:lnTo>
                      <a:pt x="14452" y="3560"/>
                    </a:lnTo>
                    <a:lnTo>
                      <a:pt x="14401" y="3335"/>
                    </a:lnTo>
                    <a:lnTo>
                      <a:pt x="14339" y="3134"/>
                    </a:lnTo>
                    <a:lnTo>
                      <a:pt x="14276" y="2921"/>
                    </a:lnTo>
                    <a:lnTo>
                      <a:pt x="14188" y="2721"/>
                    </a:lnTo>
                    <a:lnTo>
                      <a:pt x="14088" y="2533"/>
                    </a:lnTo>
                    <a:lnTo>
                      <a:pt x="13975" y="2345"/>
                    </a:lnTo>
                    <a:lnTo>
                      <a:pt x="13850" y="2157"/>
                    </a:lnTo>
                    <a:lnTo>
                      <a:pt x="13712" y="1994"/>
                    </a:lnTo>
                    <a:lnTo>
                      <a:pt x="13562" y="1831"/>
                    </a:lnTo>
                    <a:lnTo>
                      <a:pt x="13399" y="1668"/>
                    </a:lnTo>
                    <a:lnTo>
                      <a:pt x="13223" y="1530"/>
                    </a:lnTo>
                    <a:lnTo>
                      <a:pt x="11256" y="1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6"/>
              <p:cNvSpPr/>
              <p:nvPr/>
            </p:nvSpPr>
            <p:spPr>
              <a:xfrm>
                <a:off x="3203518" y="3820876"/>
                <a:ext cx="872801" cy="78604"/>
              </a:xfrm>
              <a:custGeom>
                <a:rect b="b" l="l" r="r" t="t"/>
                <a:pathLst>
                  <a:path extrusionOk="0" h="3497" w="38830">
                    <a:moveTo>
                      <a:pt x="3485" y="0"/>
                    </a:moveTo>
                    <a:lnTo>
                      <a:pt x="3310" y="13"/>
                    </a:lnTo>
                    <a:lnTo>
                      <a:pt x="3134" y="25"/>
                    </a:lnTo>
                    <a:lnTo>
                      <a:pt x="2959" y="50"/>
                    </a:lnTo>
                    <a:lnTo>
                      <a:pt x="2783" y="75"/>
                    </a:lnTo>
                    <a:lnTo>
                      <a:pt x="2620" y="113"/>
                    </a:lnTo>
                    <a:lnTo>
                      <a:pt x="2457" y="163"/>
                    </a:lnTo>
                    <a:lnTo>
                      <a:pt x="2294" y="213"/>
                    </a:lnTo>
                    <a:lnTo>
                      <a:pt x="2131" y="276"/>
                    </a:lnTo>
                    <a:lnTo>
                      <a:pt x="1981" y="351"/>
                    </a:lnTo>
                    <a:lnTo>
                      <a:pt x="1831" y="426"/>
                    </a:lnTo>
                    <a:lnTo>
                      <a:pt x="1680" y="514"/>
                    </a:lnTo>
                    <a:lnTo>
                      <a:pt x="1542" y="602"/>
                    </a:lnTo>
                    <a:lnTo>
                      <a:pt x="1405" y="702"/>
                    </a:lnTo>
                    <a:lnTo>
                      <a:pt x="1267" y="802"/>
                    </a:lnTo>
                    <a:lnTo>
                      <a:pt x="1141" y="915"/>
                    </a:lnTo>
                    <a:lnTo>
                      <a:pt x="1016" y="1028"/>
                    </a:lnTo>
                    <a:lnTo>
                      <a:pt x="903" y="1153"/>
                    </a:lnTo>
                    <a:lnTo>
                      <a:pt x="790" y="1279"/>
                    </a:lnTo>
                    <a:lnTo>
                      <a:pt x="690" y="1404"/>
                    </a:lnTo>
                    <a:lnTo>
                      <a:pt x="590" y="1542"/>
                    </a:lnTo>
                    <a:lnTo>
                      <a:pt x="502" y="1692"/>
                    </a:lnTo>
                    <a:lnTo>
                      <a:pt x="414" y="1830"/>
                    </a:lnTo>
                    <a:lnTo>
                      <a:pt x="339" y="1980"/>
                    </a:lnTo>
                    <a:lnTo>
                      <a:pt x="277" y="2143"/>
                    </a:lnTo>
                    <a:lnTo>
                      <a:pt x="214" y="2294"/>
                    </a:lnTo>
                    <a:lnTo>
                      <a:pt x="151" y="2457"/>
                    </a:lnTo>
                    <a:lnTo>
                      <a:pt x="114" y="2620"/>
                    </a:lnTo>
                    <a:lnTo>
                      <a:pt x="76" y="2795"/>
                    </a:lnTo>
                    <a:lnTo>
                      <a:pt x="38" y="2971"/>
                    </a:lnTo>
                    <a:lnTo>
                      <a:pt x="13" y="3133"/>
                    </a:lnTo>
                    <a:lnTo>
                      <a:pt x="1" y="3321"/>
                    </a:lnTo>
                    <a:lnTo>
                      <a:pt x="1" y="3497"/>
                    </a:lnTo>
                    <a:lnTo>
                      <a:pt x="38829" y="3497"/>
                    </a:lnTo>
                    <a:lnTo>
                      <a:pt x="38817" y="3321"/>
                    </a:lnTo>
                    <a:lnTo>
                      <a:pt x="38804" y="3133"/>
                    </a:lnTo>
                    <a:lnTo>
                      <a:pt x="38792" y="2971"/>
                    </a:lnTo>
                    <a:lnTo>
                      <a:pt x="38754" y="2795"/>
                    </a:lnTo>
                    <a:lnTo>
                      <a:pt x="38717" y="2620"/>
                    </a:lnTo>
                    <a:lnTo>
                      <a:pt x="38666" y="2457"/>
                    </a:lnTo>
                    <a:lnTo>
                      <a:pt x="38616" y="2294"/>
                    </a:lnTo>
                    <a:lnTo>
                      <a:pt x="38554" y="2143"/>
                    </a:lnTo>
                    <a:lnTo>
                      <a:pt x="38478" y="1980"/>
                    </a:lnTo>
                    <a:lnTo>
                      <a:pt x="38403" y="1830"/>
                    </a:lnTo>
                    <a:lnTo>
                      <a:pt x="38316" y="1692"/>
                    </a:lnTo>
                    <a:lnTo>
                      <a:pt x="38228" y="1542"/>
                    </a:lnTo>
                    <a:lnTo>
                      <a:pt x="38128" y="1404"/>
                    </a:lnTo>
                    <a:lnTo>
                      <a:pt x="38027" y="1279"/>
                    </a:lnTo>
                    <a:lnTo>
                      <a:pt x="37914" y="1153"/>
                    </a:lnTo>
                    <a:lnTo>
                      <a:pt x="37802" y="1028"/>
                    </a:lnTo>
                    <a:lnTo>
                      <a:pt x="37676" y="915"/>
                    </a:lnTo>
                    <a:lnTo>
                      <a:pt x="37551" y="802"/>
                    </a:lnTo>
                    <a:lnTo>
                      <a:pt x="37426" y="702"/>
                    </a:lnTo>
                    <a:lnTo>
                      <a:pt x="37288" y="602"/>
                    </a:lnTo>
                    <a:lnTo>
                      <a:pt x="37150" y="514"/>
                    </a:lnTo>
                    <a:lnTo>
                      <a:pt x="37000" y="426"/>
                    </a:lnTo>
                    <a:lnTo>
                      <a:pt x="36849" y="351"/>
                    </a:lnTo>
                    <a:lnTo>
                      <a:pt x="36699" y="276"/>
                    </a:lnTo>
                    <a:lnTo>
                      <a:pt x="36536" y="213"/>
                    </a:lnTo>
                    <a:lnTo>
                      <a:pt x="36373" y="163"/>
                    </a:lnTo>
                    <a:lnTo>
                      <a:pt x="36210" y="113"/>
                    </a:lnTo>
                    <a:lnTo>
                      <a:pt x="36034" y="75"/>
                    </a:lnTo>
                    <a:lnTo>
                      <a:pt x="35872" y="50"/>
                    </a:lnTo>
                    <a:lnTo>
                      <a:pt x="35696" y="25"/>
                    </a:lnTo>
                    <a:lnTo>
                      <a:pt x="35521" y="13"/>
                    </a:lnTo>
                    <a:lnTo>
                      <a:pt x="35333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6"/>
              <p:cNvSpPr/>
              <p:nvPr/>
            </p:nvSpPr>
            <p:spPr>
              <a:xfrm>
                <a:off x="3517371" y="3899457"/>
                <a:ext cx="558948" cy="147093"/>
              </a:xfrm>
              <a:custGeom>
                <a:rect b="b" l="l" r="r" t="t"/>
                <a:pathLst>
                  <a:path extrusionOk="0" h="6544" w="24867">
                    <a:moveTo>
                      <a:pt x="0" y="1"/>
                    </a:moveTo>
                    <a:lnTo>
                      <a:pt x="0" y="6543"/>
                    </a:lnTo>
                    <a:lnTo>
                      <a:pt x="24866" y="6543"/>
                    </a:lnTo>
                    <a:lnTo>
                      <a:pt x="24866" y="1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16"/>
              <p:cNvSpPr/>
              <p:nvPr/>
            </p:nvSpPr>
            <p:spPr>
              <a:xfrm>
                <a:off x="2644592" y="3899457"/>
                <a:ext cx="872801" cy="147093"/>
              </a:xfrm>
              <a:custGeom>
                <a:rect b="b" l="l" r="r" t="t"/>
                <a:pathLst>
                  <a:path extrusionOk="0" h="6544" w="38830">
                    <a:moveTo>
                      <a:pt x="0" y="1"/>
                    </a:moveTo>
                    <a:lnTo>
                      <a:pt x="0" y="6543"/>
                    </a:lnTo>
                    <a:lnTo>
                      <a:pt x="38829" y="6543"/>
                    </a:lnTo>
                    <a:lnTo>
                      <a:pt x="38829" y="1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6"/>
              <p:cNvSpPr/>
              <p:nvPr/>
            </p:nvSpPr>
            <p:spPr>
              <a:xfrm>
                <a:off x="2644592" y="3820876"/>
                <a:ext cx="872801" cy="78604"/>
              </a:xfrm>
              <a:custGeom>
                <a:rect b="b" l="l" r="r" t="t"/>
                <a:pathLst>
                  <a:path extrusionOk="0" h="3497" w="38830">
                    <a:moveTo>
                      <a:pt x="3485" y="0"/>
                    </a:moveTo>
                    <a:lnTo>
                      <a:pt x="3309" y="13"/>
                    </a:lnTo>
                    <a:lnTo>
                      <a:pt x="3134" y="25"/>
                    </a:lnTo>
                    <a:lnTo>
                      <a:pt x="2958" y="50"/>
                    </a:lnTo>
                    <a:lnTo>
                      <a:pt x="2783" y="75"/>
                    </a:lnTo>
                    <a:lnTo>
                      <a:pt x="2620" y="113"/>
                    </a:lnTo>
                    <a:lnTo>
                      <a:pt x="2444" y="163"/>
                    </a:lnTo>
                    <a:lnTo>
                      <a:pt x="2294" y="213"/>
                    </a:lnTo>
                    <a:lnTo>
                      <a:pt x="2131" y="276"/>
                    </a:lnTo>
                    <a:lnTo>
                      <a:pt x="1981" y="351"/>
                    </a:lnTo>
                    <a:lnTo>
                      <a:pt x="1830" y="426"/>
                    </a:lnTo>
                    <a:lnTo>
                      <a:pt x="1680" y="514"/>
                    </a:lnTo>
                    <a:lnTo>
                      <a:pt x="1542" y="602"/>
                    </a:lnTo>
                    <a:lnTo>
                      <a:pt x="1404" y="702"/>
                    </a:lnTo>
                    <a:lnTo>
                      <a:pt x="1266" y="802"/>
                    </a:lnTo>
                    <a:lnTo>
                      <a:pt x="1141" y="915"/>
                    </a:lnTo>
                    <a:lnTo>
                      <a:pt x="1016" y="1028"/>
                    </a:lnTo>
                    <a:lnTo>
                      <a:pt x="903" y="1153"/>
                    </a:lnTo>
                    <a:lnTo>
                      <a:pt x="790" y="1279"/>
                    </a:lnTo>
                    <a:lnTo>
                      <a:pt x="690" y="1404"/>
                    </a:lnTo>
                    <a:lnTo>
                      <a:pt x="590" y="1542"/>
                    </a:lnTo>
                    <a:lnTo>
                      <a:pt x="502" y="1692"/>
                    </a:lnTo>
                    <a:lnTo>
                      <a:pt x="414" y="1830"/>
                    </a:lnTo>
                    <a:lnTo>
                      <a:pt x="339" y="1980"/>
                    </a:lnTo>
                    <a:lnTo>
                      <a:pt x="276" y="2143"/>
                    </a:lnTo>
                    <a:lnTo>
                      <a:pt x="214" y="2294"/>
                    </a:lnTo>
                    <a:lnTo>
                      <a:pt x="151" y="2457"/>
                    </a:lnTo>
                    <a:lnTo>
                      <a:pt x="113" y="2620"/>
                    </a:lnTo>
                    <a:lnTo>
                      <a:pt x="63" y="2795"/>
                    </a:lnTo>
                    <a:lnTo>
                      <a:pt x="38" y="2971"/>
                    </a:lnTo>
                    <a:lnTo>
                      <a:pt x="13" y="3133"/>
                    </a:lnTo>
                    <a:lnTo>
                      <a:pt x="0" y="3321"/>
                    </a:lnTo>
                    <a:lnTo>
                      <a:pt x="0" y="3497"/>
                    </a:lnTo>
                    <a:lnTo>
                      <a:pt x="38829" y="3497"/>
                    </a:lnTo>
                    <a:lnTo>
                      <a:pt x="38817" y="3321"/>
                    </a:lnTo>
                    <a:lnTo>
                      <a:pt x="38804" y="3133"/>
                    </a:lnTo>
                    <a:lnTo>
                      <a:pt x="38779" y="2971"/>
                    </a:lnTo>
                    <a:lnTo>
                      <a:pt x="38754" y="2795"/>
                    </a:lnTo>
                    <a:lnTo>
                      <a:pt x="38716" y="2620"/>
                    </a:lnTo>
                    <a:lnTo>
                      <a:pt x="38666" y="2457"/>
                    </a:lnTo>
                    <a:lnTo>
                      <a:pt x="38616" y="2294"/>
                    </a:lnTo>
                    <a:lnTo>
                      <a:pt x="38553" y="2143"/>
                    </a:lnTo>
                    <a:lnTo>
                      <a:pt x="38478" y="1980"/>
                    </a:lnTo>
                    <a:lnTo>
                      <a:pt x="38403" y="1830"/>
                    </a:lnTo>
                    <a:lnTo>
                      <a:pt x="38315" y="1692"/>
                    </a:lnTo>
                    <a:lnTo>
                      <a:pt x="38227" y="1542"/>
                    </a:lnTo>
                    <a:lnTo>
                      <a:pt x="38127" y="1404"/>
                    </a:lnTo>
                    <a:lnTo>
                      <a:pt x="38027" y="1279"/>
                    </a:lnTo>
                    <a:lnTo>
                      <a:pt x="37914" y="1153"/>
                    </a:lnTo>
                    <a:lnTo>
                      <a:pt x="37801" y="1028"/>
                    </a:lnTo>
                    <a:lnTo>
                      <a:pt x="37676" y="915"/>
                    </a:lnTo>
                    <a:lnTo>
                      <a:pt x="37551" y="802"/>
                    </a:lnTo>
                    <a:lnTo>
                      <a:pt x="37425" y="702"/>
                    </a:lnTo>
                    <a:lnTo>
                      <a:pt x="37287" y="602"/>
                    </a:lnTo>
                    <a:lnTo>
                      <a:pt x="37150" y="514"/>
                    </a:lnTo>
                    <a:lnTo>
                      <a:pt x="36999" y="426"/>
                    </a:lnTo>
                    <a:lnTo>
                      <a:pt x="36849" y="351"/>
                    </a:lnTo>
                    <a:lnTo>
                      <a:pt x="36698" y="276"/>
                    </a:lnTo>
                    <a:lnTo>
                      <a:pt x="36535" y="213"/>
                    </a:lnTo>
                    <a:lnTo>
                      <a:pt x="36372" y="163"/>
                    </a:lnTo>
                    <a:lnTo>
                      <a:pt x="36210" y="113"/>
                    </a:lnTo>
                    <a:lnTo>
                      <a:pt x="36034" y="75"/>
                    </a:lnTo>
                    <a:lnTo>
                      <a:pt x="35871" y="50"/>
                    </a:lnTo>
                    <a:lnTo>
                      <a:pt x="35696" y="25"/>
                    </a:lnTo>
                    <a:lnTo>
                      <a:pt x="35520" y="13"/>
                    </a:lnTo>
                    <a:lnTo>
                      <a:pt x="35332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6"/>
              <p:cNvSpPr/>
              <p:nvPr/>
            </p:nvSpPr>
            <p:spPr>
              <a:xfrm>
                <a:off x="4031791" y="3899457"/>
                <a:ext cx="89033" cy="826026"/>
              </a:xfrm>
              <a:custGeom>
                <a:rect b="b" l="l" r="r" t="t"/>
                <a:pathLst>
                  <a:path extrusionOk="0" h="36749" w="3961">
                    <a:moveTo>
                      <a:pt x="0" y="1"/>
                    </a:moveTo>
                    <a:lnTo>
                      <a:pt x="0" y="36749"/>
                    </a:lnTo>
                    <a:lnTo>
                      <a:pt x="3961" y="36749"/>
                    </a:lnTo>
                    <a:lnTo>
                      <a:pt x="3961" y="1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6"/>
              <p:cNvSpPr/>
              <p:nvPr/>
            </p:nvSpPr>
            <p:spPr>
              <a:xfrm>
                <a:off x="3517371" y="3899457"/>
                <a:ext cx="89033" cy="826026"/>
              </a:xfrm>
              <a:custGeom>
                <a:rect b="b" l="l" r="r" t="t"/>
                <a:pathLst>
                  <a:path extrusionOk="0" h="36749" w="3961">
                    <a:moveTo>
                      <a:pt x="0" y="1"/>
                    </a:moveTo>
                    <a:lnTo>
                      <a:pt x="0" y="36749"/>
                    </a:lnTo>
                    <a:lnTo>
                      <a:pt x="3961" y="36749"/>
                    </a:lnTo>
                    <a:lnTo>
                      <a:pt x="3961" y="1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6"/>
              <p:cNvSpPr/>
              <p:nvPr/>
            </p:nvSpPr>
            <p:spPr>
              <a:xfrm>
                <a:off x="2500624" y="3284203"/>
                <a:ext cx="324575" cy="1441280"/>
              </a:xfrm>
              <a:custGeom>
                <a:rect b="b" l="l" r="r" t="t"/>
                <a:pathLst>
                  <a:path extrusionOk="0" h="64121" w="14440">
                    <a:moveTo>
                      <a:pt x="10805" y="0"/>
                    </a:moveTo>
                    <a:lnTo>
                      <a:pt x="1" y="64121"/>
                    </a:lnTo>
                    <a:lnTo>
                      <a:pt x="3974" y="64121"/>
                    </a:lnTo>
                    <a:lnTo>
                      <a:pt x="14414" y="2143"/>
                    </a:lnTo>
                    <a:lnTo>
                      <a:pt x="14439" y="1930"/>
                    </a:lnTo>
                    <a:lnTo>
                      <a:pt x="14439" y="1730"/>
                    </a:lnTo>
                    <a:lnTo>
                      <a:pt x="14414" y="1529"/>
                    </a:lnTo>
                    <a:lnTo>
                      <a:pt x="14364" y="1329"/>
                    </a:lnTo>
                    <a:lnTo>
                      <a:pt x="14302" y="1141"/>
                    </a:lnTo>
                    <a:lnTo>
                      <a:pt x="14226" y="965"/>
                    </a:lnTo>
                    <a:lnTo>
                      <a:pt x="14126" y="802"/>
                    </a:lnTo>
                    <a:lnTo>
                      <a:pt x="14001" y="652"/>
                    </a:lnTo>
                    <a:lnTo>
                      <a:pt x="13875" y="501"/>
                    </a:lnTo>
                    <a:lnTo>
                      <a:pt x="13725" y="376"/>
                    </a:lnTo>
                    <a:lnTo>
                      <a:pt x="13562" y="263"/>
                    </a:lnTo>
                    <a:lnTo>
                      <a:pt x="13387" y="176"/>
                    </a:lnTo>
                    <a:lnTo>
                      <a:pt x="13211" y="100"/>
                    </a:lnTo>
                    <a:lnTo>
                      <a:pt x="13011" y="38"/>
                    </a:lnTo>
                    <a:lnTo>
                      <a:pt x="12810" y="13"/>
                    </a:lnTo>
                    <a:lnTo>
                      <a:pt x="12597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2408781" y="3152058"/>
                <a:ext cx="417542" cy="300906"/>
              </a:xfrm>
              <a:custGeom>
                <a:rect b="b" l="l" r="r" t="t"/>
                <a:pathLst>
                  <a:path extrusionOk="0" h="13387" w="18576">
                    <a:moveTo>
                      <a:pt x="1304" y="1"/>
                    </a:moveTo>
                    <a:lnTo>
                      <a:pt x="1154" y="13"/>
                    </a:lnTo>
                    <a:lnTo>
                      <a:pt x="1016" y="39"/>
                    </a:lnTo>
                    <a:lnTo>
                      <a:pt x="878" y="76"/>
                    </a:lnTo>
                    <a:lnTo>
                      <a:pt x="753" y="126"/>
                    </a:lnTo>
                    <a:lnTo>
                      <a:pt x="628" y="189"/>
                    </a:lnTo>
                    <a:lnTo>
                      <a:pt x="515" y="264"/>
                    </a:lnTo>
                    <a:lnTo>
                      <a:pt x="415" y="352"/>
                    </a:lnTo>
                    <a:lnTo>
                      <a:pt x="314" y="452"/>
                    </a:lnTo>
                    <a:lnTo>
                      <a:pt x="239" y="565"/>
                    </a:lnTo>
                    <a:lnTo>
                      <a:pt x="164" y="678"/>
                    </a:lnTo>
                    <a:lnTo>
                      <a:pt x="101" y="791"/>
                    </a:lnTo>
                    <a:lnTo>
                      <a:pt x="64" y="928"/>
                    </a:lnTo>
                    <a:lnTo>
                      <a:pt x="26" y="1054"/>
                    </a:lnTo>
                    <a:lnTo>
                      <a:pt x="13" y="1204"/>
                    </a:lnTo>
                    <a:lnTo>
                      <a:pt x="1" y="1342"/>
                    </a:lnTo>
                    <a:lnTo>
                      <a:pt x="13" y="1480"/>
                    </a:lnTo>
                    <a:lnTo>
                      <a:pt x="1141" y="9100"/>
                    </a:lnTo>
                    <a:lnTo>
                      <a:pt x="1154" y="9226"/>
                    </a:lnTo>
                    <a:lnTo>
                      <a:pt x="1192" y="9338"/>
                    </a:lnTo>
                    <a:lnTo>
                      <a:pt x="1229" y="9464"/>
                    </a:lnTo>
                    <a:lnTo>
                      <a:pt x="1279" y="9576"/>
                    </a:lnTo>
                    <a:lnTo>
                      <a:pt x="1342" y="9677"/>
                    </a:lnTo>
                    <a:lnTo>
                      <a:pt x="1405" y="9777"/>
                    </a:lnTo>
                    <a:lnTo>
                      <a:pt x="1480" y="9877"/>
                    </a:lnTo>
                    <a:lnTo>
                      <a:pt x="1568" y="9965"/>
                    </a:lnTo>
                    <a:lnTo>
                      <a:pt x="1655" y="10053"/>
                    </a:lnTo>
                    <a:lnTo>
                      <a:pt x="1743" y="10128"/>
                    </a:lnTo>
                    <a:lnTo>
                      <a:pt x="1843" y="10191"/>
                    </a:lnTo>
                    <a:lnTo>
                      <a:pt x="1956" y="10253"/>
                    </a:lnTo>
                    <a:lnTo>
                      <a:pt x="2069" y="10303"/>
                    </a:lnTo>
                    <a:lnTo>
                      <a:pt x="2182" y="10354"/>
                    </a:lnTo>
                    <a:lnTo>
                      <a:pt x="2307" y="10379"/>
                    </a:lnTo>
                    <a:lnTo>
                      <a:pt x="2432" y="10404"/>
                    </a:lnTo>
                    <a:lnTo>
                      <a:pt x="2834" y="10466"/>
                    </a:lnTo>
                    <a:lnTo>
                      <a:pt x="3260" y="10504"/>
                    </a:lnTo>
                    <a:lnTo>
                      <a:pt x="3673" y="10554"/>
                    </a:lnTo>
                    <a:lnTo>
                      <a:pt x="4099" y="10579"/>
                    </a:lnTo>
                    <a:lnTo>
                      <a:pt x="4952" y="10629"/>
                    </a:lnTo>
                    <a:lnTo>
                      <a:pt x="5804" y="10642"/>
                    </a:lnTo>
                    <a:lnTo>
                      <a:pt x="6631" y="10642"/>
                    </a:lnTo>
                    <a:lnTo>
                      <a:pt x="7446" y="10629"/>
                    </a:lnTo>
                    <a:lnTo>
                      <a:pt x="8223" y="10592"/>
                    </a:lnTo>
                    <a:lnTo>
                      <a:pt x="8962" y="10542"/>
                    </a:lnTo>
                    <a:lnTo>
                      <a:pt x="9652" y="10491"/>
                    </a:lnTo>
                    <a:lnTo>
                      <a:pt x="10278" y="10429"/>
                    </a:lnTo>
                    <a:lnTo>
                      <a:pt x="11319" y="10316"/>
                    </a:lnTo>
                    <a:lnTo>
                      <a:pt x="11995" y="10228"/>
                    </a:lnTo>
                    <a:lnTo>
                      <a:pt x="12234" y="10191"/>
                    </a:lnTo>
                    <a:lnTo>
                      <a:pt x="17585" y="13387"/>
                    </a:lnTo>
                    <a:lnTo>
                      <a:pt x="18538" y="7797"/>
                    </a:lnTo>
                    <a:lnTo>
                      <a:pt x="18563" y="7571"/>
                    </a:lnTo>
                    <a:lnTo>
                      <a:pt x="18576" y="7345"/>
                    </a:lnTo>
                    <a:lnTo>
                      <a:pt x="18576" y="7120"/>
                    </a:lnTo>
                    <a:lnTo>
                      <a:pt x="18563" y="6907"/>
                    </a:lnTo>
                    <a:lnTo>
                      <a:pt x="18525" y="6681"/>
                    </a:lnTo>
                    <a:lnTo>
                      <a:pt x="18488" y="6468"/>
                    </a:lnTo>
                    <a:lnTo>
                      <a:pt x="18425" y="6255"/>
                    </a:lnTo>
                    <a:lnTo>
                      <a:pt x="18350" y="6055"/>
                    </a:lnTo>
                    <a:lnTo>
                      <a:pt x="18262" y="5854"/>
                    </a:lnTo>
                    <a:lnTo>
                      <a:pt x="18162" y="5653"/>
                    </a:lnTo>
                    <a:lnTo>
                      <a:pt x="18049" y="5465"/>
                    </a:lnTo>
                    <a:lnTo>
                      <a:pt x="17924" y="5290"/>
                    </a:lnTo>
                    <a:lnTo>
                      <a:pt x="17786" y="5115"/>
                    </a:lnTo>
                    <a:lnTo>
                      <a:pt x="17636" y="4952"/>
                    </a:lnTo>
                    <a:lnTo>
                      <a:pt x="17473" y="4789"/>
                    </a:lnTo>
                    <a:lnTo>
                      <a:pt x="17297" y="4651"/>
                    </a:lnTo>
                    <a:lnTo>
                      <a:pt x="14602" y="2583"/>
                    </a:lnTo>
                    <a:lnTo>
                      <a:pt x="14176" y="2282"/>
                    </a:lnTo>
                    <a:lnTo>
                      <a:pt x="13763" y="1994"/>
                    </a:lnTo>
                    <a:lnTo>
                      <a:pt x="13324" y="1718"/>
                    </a:lnTo>
                    <a:lnTo>
                      <a:pt x="12873" y="1467"/>
                    </a:lnTo>
                    <a:lnTo>
                      <a:pt x="12422" y="1242"/>
                    </a:lnTo>
                    <a:lnTo>
                      <a:pt x="11958" y="1029"/>
                    </a:lnTo>
                    <a:lnTo>
                      <a:pt x="11494" y="841"/>
                    </a:lnTo>
                    <a:lnTo>
                      <a:pt x="11018" y="665"/>
                    </a:lnTo>
                    <a:lnTo>
                      <a:pt x="10529" y="515"/>
                    </a:lnTo>
                    <a:lnTo>
                      <a:pt x="10040" y="377"/>
                    </a:lnTo>
                    <a:lnTo>
                      <a:pt x="9539" y="264"/>
                    </a:lnTo>
                    <a:lnTo>
                      <a:pt x="9038" y="176"/>
                    </a:lnTo>
                    <a:lnTo>
                      <a:pt x="8536" y="101"/>
                    </a:lnTo>
                    <a:lnTo>
                      <a:pt x="8022" y="51"/>
                    </a:lnTo>
                    <a:lnTo>
                      <a:pt x="7521" y="13"/>
                    </a:lnTo>
                    <a:lnTo>
                      <a:pt x="7007" y="1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3497366" y="2930924"/>
                <a:ext cx="198634" cy="265122"/>
              </a:xfrm>
              <a:custGeom>
                <a:rect b="b" l="l" r="r" t="t"/>
                <a:pathLst>
                  <a:path extrusionOk="0" h="11795" w="8837">
                    <a:moveTo>
                      <a:pt x="3773" y="0"/>
                    </a:moveTo>
                    <a:lnTo>
                      <a:pt x="0" y="3146"/>
                    </a:lnTo>
                    <a:lnTo>
                      <a:pt x="414" y="3948"/>
                    </a:lnTo>
                    <a:lnTo>
                      <a:pt x="878" y="4801"/>
                    </a:lnTo>
                    <a:lnTo>
                      <a:pt x="1429" y="5816"/>
                    </a:lnTo>
                    <a:lnTo>
                      <a:pt x="2031" y="6894"/>
                    </a:lnTo>
                    <a:lnTo>
                      <a:pt x="2331" y="7420"/>
                    </a:lnTo>
                    <a:lnTo>
                      <a:pt x="2632" y="7921"/>
                    </a:lnTo>
                    <a:lnTo>
                      <a:pt x="2920" y="8385"/>
                    </a:lnTo>
                    <a:lnTo>
                      <a:pt x="3196" y="8799"/>
                    </a:lnTo>
                    <a:lnTo>
                      <a:pt x="3434" y="9162"/>
                    </a:lnTo>
                    <a:lnTo>
                      <a:pt x="3660" y="9438"/>
                    </a:lnTo>
                    <a:lnTo>
                      <a:pt x="4048" y="9902"/>
                    </a:lnTo>
                    <a:lnTo>
                      <a:pt x="4249" y="10127"/>
                    </a:lnTo>
                    <a:lnTo>
                      <a:pt x="4462" y="10340"/>
                    </a:lnTo>
                    <a:lnTo>
                      <a:pt x="4675" y="10541"/>
                    </a:lnTo>
                    <a:lnTo>
                      <a:pt x="4913" y="10741"/>
                    </a:lnTo>
                    <a:lnTo>
                      <a:pt x="5164" y="10917"/>
                    </a:lnTo>
                    <a:lnTo>
                      <a:pt x="5427" y="11092"/>
                    </a:lnTo>
                    <a:lnTo>
                      <a:pt x="5728" y="11243"/>
                    </a:lnTo>
                    <a:lnTo>
                      <a:pt x="6054" y="11381"/>
                    </a:lnTo>
                    <a:lnTo>
                      <a:pt x="6417" y="11493"/>
                    </a:lnTo>
                    <a:lnTo>
                      <a:pt x="6806" y="11594"/>
                    </a:lnTo>
                    <a:lnTo>
                      <a:pt x="7245" y="11681"/>
                    </a:lnTo>
                    <a:lnTo>
                      <a:pt x="7733" y="11744"/>
                    </a:lnTo>
                    <a:lnTo>
                      <a:pt x="8260" y="11782"/>
                    </a:lnTo>
                    <a:lnTo>
                      <a:pt x="8836" y="11794"/>
                    </a:lnTo>
                    <a:lnTo>
                      <a:pt x="8147" y="10090"/>
                    </a:lnTo>
                    <a:lnTo>
                      <a:pt x="7420" y="8322"/>
                    </a:lnTo>
                    <a:lnTo>
                      <a:pt x="6568" y="6279"/>
                    </a:lnTo>
                    <a:lnTo>
                      <a:pt x="5678" y="4174"/>
                    </a:lnTo>
                    <a:lnTo>
                      <a:pt x="4863" y="2269"/>
                    </a:lnTo>
                    <a:lnTo>
                      <a:pt x="4500" y="1467"/>
                    </a:lnTo>
                    <a:lnTo>
                      <a:pt x="4199" y="802"/>
                    </a:lnTo>
                    <a:lnTo>
                      <a:pt x="3948" y="301"/>
                    </a:lnTo>
                    <a:lnTo>
                      <a:pt x="3848" y="126"/>
                    </a:lnTo>
                    <a:lnTo>
                      <a:pt x="3773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3042376" y="3403648"/>
                <a:ext cx="773923" cy="425139"/>
              </a:xfrm>
              <a:custGeom>
                <a:rect b="b" l="l" r="r" t="t"/>
                <a:pathLst>
                  <a:path extrusionOk="0" h="18914" w="34431">
                    <a:moveTo>
                      <a:pt x="978" y="0"/>
                    </a:moveTo>
                    <a:lnTo>
                      <a:pt x="865" y="1203"/>
                    </a:lnTo>
                    <a:lnTo>
                      <a:pt x="602" y="4161"/>
                    </a:lnTo>
                    <a:lnTo>
                      <a:pt x="452" y="5966"/>
                    </a:lnTo>
                    <a:lnTo>
                      <a:pt x="314" y="7821"/>
                    </a:lnTo>
                    <a:lnTo>
                      <a:pt x="189" y="9601"/>
                    </a:lnTo>
                    <a:lnTo>
                      <a:pt x="101" y="11180"/>
                    </a:lnTo>
                    <a:lnTo>
                      <a:pt x="38" y="12496"/>
                    </a:lnTo>
                    <a:lnTo>
                      <a:pt x="13" y="13135"/>
                    </a:lnTo>
                    <a:lnTo>
                      <a:pt x="1" y="13737"/>
                    </a:lnTo>
                    <a:lnTo>
                      <a:pt x="13" y="14326"/>
                    </a:lnTo>
                    <a:lnTo>
                      <a:pt x="38" y="14890"/>
                    </a:lnTo>
                    <a:lnTo>
                      <a:pt x="63" y="15166"/>
                    </a:lnTo>
                    <a:lnTo>
                      <a:pt x="101" y="15429"/>
                    </a:lnTo>
                    <a:lnTo>
                      <a:pt x="139" y="15679"/>
                    </a:lnTo>
                    <a:lnTo>
                      <a:pt x="189" y="15930"/>
                    </a:lnTo>
                    <a:lnTo>
                      <a:pt x="239" y="16168"/>
                    </a:lnTo>
                    <a:lnTo>
                      <a:pt x="314" y="16394"/>
                    </a:lnTo>
                    <a:lnTo>
                      <a:pt x="389" y="16619"/>
                    </a:lnTo>
                    <a:lnTo>
                      <a:pt x="477" y="16833"/>
                    </a:lnTo>
                    <a:lnTo>
                      <a:pt x="577" y="17033"/>
                    </a:lnTo>
                    <a:lnTo>
                      <a:pt x="690" y="17234"/>
                    </a:lnTo>
                    <a:lnTo>
                      <a:pt x="815" y="17409"/>
                    </a:lnTo>
                    <a:lnTo>
                      <a:pt x="953" y="17585"/>
                    </a:lnTo>
                    <a:lnTo>
                      <a:pt x="1104" y="17747"/>
                    </a:lnTo>
                    <a:lnTo>
                      <a:pt x="1267" y="17898"/>
                    </a:lnTo>
                    <a:lnTo>
                      <a:pt x="1455" y="18048"/>
                    </a:lnTo>
                    <a:lnTo>
                      <a:pt x="1643" y="18174"/>
                    </a:lnTo>
                    <a:lnTo>
                      <a:pt x="1868" y="18286"/>
                    </a:lnTo>
                    <a:lnTo>
                      <a:pt x="2094" y="18399"/>
                    </a:lnTo>
                    <a:lnTo>
                      <a:pt x="2344" y="18487"/>
                    </a:lnTo>
                    <a:lnTo>
                      <a:pt x="2608" y="18562"/>
                    </a:lnTo>
                    <a:lnTo>
                      <a:pt x="2921" y="18637"/>
                    </a:lnTo>
                    <a:lnTo>
                      <a:pt x="3309" y="18700"/>
                    </a:lnTo>
                    <a:lnTo>
                      <a:pt x="3761" y="18750"/>
                    </a:lnTo>
                    <a:lnTo>
                      <a:pt x="4287" y="18800"/>
                    </a:lnTo>
                    <a:lnTo>
                      <a:pt x="4851" y="18825"/>
                    </a:lnTo>
                    <a:lnTo>
                      <a:pt x="5478" y="18863"/>
                    </a:lnTo>
                    <a:lnTo>
                      <a:pt x="6155" y="18888"/>
                    </a:lnTo>
                    <a:lnTo>
                      <a:pt x="6869" y="18901"/>
                    </a:lnTo>
                    <a:lnTo>
                      <a:pt x="8386" y="18913"/>
                    </a:lnTo>
                    <a:lnTo>
                      <a:pt x="10002" y="18913"/>
                    </a:lnTo>
                    <a:lnTo>
                      <a:pt x="11682" y="18901"/>
                    </a:lnTo>
                    <a:lnTo>
                      <a:pt x="13361" y="18863"/>
                    </a:lnTo>
                    <a:lnTo>
                      <a:pt x="15003" y="18825"/>
                    </a:lnTo>
                    <a:lnTo>
                      <a:pt x="16570" y="18775"/>
                    </a:lnTo>
                    <a:lnTo>
                      <a:pt x="19302" y="18675"/>
                    </a:lnTo>
                    <a:lnTo>
                      <a:pt x="21195" y="18600"/>
                    </a:lnTo>
                    <a:lnTo>
                      <a:pt x="21897" y="18562"/>
                    </a:lnTo>
                    <a:lnTo>
                      <a:pt x="22072" y="18061"/>
                    </a:lnTo>
                    <a:lnTo>
                      <a:pt x="22260" y="17497"/>
                    </a:lnTo>
                    <a:lnTo>
                      <a:pt x="22536" y="16745"/>
                    </a:lnTo>
                    <a:lnTo>
                      <a:pt x="22862" y="15855"/>
                    </a:lnTo>
                    <a:lnTo>
                      <a:pt x="23238" y="14877"/>
                    </a:lnTo>
                    <a:lnTo>
                      <a:pt x="23664" y="13812"/>
                    </a:lnTo>
                    <a:lnTo>
                      <a:pt x="24128" y="12722"/>
                    </a:lnTo>
                    <a:lnTo>
                      <a:pt x="24366" y="12183"/>
                    </a:lnTo>
                    <a:lnTo>
                      <a:pt x="24616" y="11631"/>
                    </a:lnTo>
                    <a:lnTo>
                      <a:pt x="24880" y="11092"/>
                    </a:lnTo>
                    <a:lnTo>
                      <a:pt x="25143" y="10566"/>
                    </a:lnTo>
                    <a:lnTo>
                      <a:pt x="25406" y="10065"/>
                    </a:lnTo>
                    <a:lnTo>
                      <a:pt x="25669" y="9576"/>
                    </a:lnTo>
                    <a:lnTo>
                      <a:pt x="25945" y="9112"/>
                    </a:lnTo>
                    <a:lnTo>
                      <a:pt x="26208" y="8686"/>
                    </a:lnTo>
                    <a:lnTo>
                      <a:pt x="26484" y="8285"/>
                    </a:lnTo>
                    <a:lnTo>
                      <a:pt x="26760" y="7921"/>
                    </a:lnTo>
                    <a:lnTo>
                      <a:pt x="27023" y="7608"/>
                    </a:lnTo>
                    <a:lnTo>
                      <a:pt x="27161" y="7458"/>
                    </a:lnTo>
                    <a:lnTo>
                      <a:pt x="27299" y="7332"/>
                    </a:lnTo>
                    <a:lnTo>
                      <a:pt x="27424" y="7207"/>
                    </a:lnTo>
                    <a:lnTo>
                      <a:pt x="27562" y="7107"/>
                    </a:lnTo>
                    <a:lnTo>
                      <a:pt x="27687" y="7019"/>
                    </a:lnTo>
                    <a:lnTo>
                      <a:pt x="27812" y="6944"/>
                    </a:lnTo>
                    <a:lnTo>
                      <a:pt x="27950" y="6881"/>
                    </a:lnTo>
                    <a:lnTo>
                      <a:pt x="28076" y="6831"/>
                    </a:lnTo>
                    <a:lnTo>
                      <a:pt x="28201" y="6806"/>
                    </a:lnTo>
                    <a:lnTo>
                      <a:pt x="28326" y="6793"/>
                    </a:lnTo>
                    <a:lnTo>
                      <a:pt x="29341" y="6743"/>
                    </a:lnTo>
                    <a:lnTo>
                      <a:pt x="30382" y="6718"/>
                    </a:lnTo>
                    <a:lnTo>
                      <a:pt x="32362" y="6681"/>
                    </a:lnTo>
                    <a:lnTo>
                      <a:pt x="33841" y="6668"/>
                    </a:lnTo>
                    <a:lnTo>
                      <a:pt x="34430" y="6655"/>
                    </a:lnTo>
                    <a:lnTo>
                      <a:pt x="32976" y="6442"/>
                    </a:lnTo>
                    <a:lnTo>
                      <a:pt x="31447" y="6204"/>
                    </a:lnTo>
                    <a:lnTo>
                      <a:pt x="29680" y="5929"/>
                    </a:lnTo>
                    <a:lnTo>
                      <a:pt x="27863" y="5628"/>
                    </a:lnTo>
                    <a:lnTo>
                      <a:pt x="26196" y="5327"/>
                    </a:lnTo>
                    <a:lnTo>
                      <a:pt x="25481" y="5189"/>
                    </a:lnTo>
                    <a:lnTo>
                      <a:pt x="24880" y="5064"/>
                    </a:lnTo>
                    <a:lnTo>
                      <a:pt x="24428" y="4951"/>
                    </a:lnTo>
                    <a:lnTo>
                      <a:pt x="24265" y="4901"/>
                    </a:lnTo>
                    <a:lnTo>
                      <a:pt x="24140" y="4863"/>
                    </a:lnTo>
                    <a:lnTo>
                      <a:pt x="24040" y="4813"/>
                    </a:lnTo>
                    <a:lnTo>
                      <a:pt x="23952" y="4738"/>
                    </a:lnTo>
                    <a:lnTo>
                      <a:pt x="23852" y="4638"/>
                    </a:lnTo>
                    <a:lnTo>
                      <a:pt x="23764" y="4525"/>
                    </a:lnTo>
                    <a:lnTo>
                      <a:pt x="23676" y="4399"/>
                    </a:lnTo>
                    <a:lnTo>
                      <a:pt x="23589" y="4249"/>
                    </a:lnTo>
                    <a:lnTo>
                      <a:pt x="23501" y="4086"/>
                    </a:lnTo>
                    <a:lnTo>
                      <a:pt x="23426" y="3923"/>
                    </a:lnTo>
                    <a:lnTo>
                      <a:pt x="23263" y="3547"/>
                    </a:lnTo>
                    <a:lnTo>
                      <a:pt x="23125" y="3134"/>
                    </a:lnTo>
                    <a:lnTo>
                      <a:pt x="22987" y="2707"/>
                    </a:lnTo>
                    <a:lnTo>
                      <a:pt x="22862" y="2269"/>
                    </a:lnTo>
                    <a:lnTo>
                      <a:pt x="22749" y="1843"/>
                    </a:lnTo>
                    <a:lnTo>
                      <a:pt x="22649" y="1429"/>
                    </a:lnTo>
                    <a:lnTo>
                      <a:pt x="22498" y="702"/>
                    </a:lnTo>
                    <a:lnTo>
                      <a:pt x="22398" y="188"/>
                    </a:lnTo>
                    <a:lnTo>
                      <a:pt x="223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3099851" y="3452672"/>
                <a:ext cx="462047" cy="296096"/>
              </a:xfrm>
              <a:custGeom>
                <a:rect b="b" l="l" r="r" t="t"/>
                <a:pathLst>
                  <a:path extrusionOk="0" h="13173" w="20556">
                    <a:moveTo>
                      <a:pt x="715" y="0"/>
                    </a:moveTo>
                    <a:lnTo>
                      <a:pt x="564" y="1228"/>
                    </a:lnTo>
                    <a:lnTo>
                      <a:pt x="427" y="2432"/>
                    </a:lnTo>
                    <a:lnTo>
                      <a:pt x="276" y="3860"/>
                    </a:lnTo>
                    <a:lnTo>
                      <a:pt x="214" y="4625"/>
                    </a:lnTo>
                    <a:lnTo>
                      <a:pt x="138" y="5414"/>
                    </a:lnTo>
                    <a:lnTo>
                      <a:pt x="88" y="6192"/>
                    </a:lnTo>
                    <a:lnTo>
                      <a:pt x="38" y="6956"/>
                    </a:lnTo>
                    <a:lnTo>
                      <a:pt x="13" y="7683"/>
                    </a:lnTo>
                    <a:lnTo>
                      <a:pt x="0" y="8360"/>
                    </a:lnTo>
                    <a:lnTo>
                      <a:pt x="13" y="8986"/>
                    </a:lnTo>
                    <a:lnTo>
                      <a:pt x="26" y="9275"/>
                    </a:lnTo>
                    <a:lnTo>
                      <a:pt x="51" y="9538"/>
                    </a:lnTo>
                    <a:lnTo>
                      <a:pt x="63" y="9651"/>
                    </a:lnTo>
                    <a:lnTo>
                      <a:pt x="101" y="9751"/>
                    </a:lnTo>
                    <a:lnTo>
                      <a:pt x="163" y="9864"/>
                    </a:lnTo>
                    <a:lnTo>
                      <a:pt x="239" y="9977"/>
                    </a:lnTo>
                    <a:lnTo>
                      <a:pt x="339" y="10077"/>
                    </a:lnTo>
                    <a:lnTo>
                      <a:pt x="452" y="10190"/>
                    </a:lnTo>
                    <a:lnTo>
                      <a:pt x="590" y="10290"/>
                    </a:lnTo>
                    <a:lnTo>
                      <a:pt x="752" y="10390"/>
                    </a:lnTo>
                    <a:lnTo>
                      <a:pt x="928" y="10490"/>
                    </a:lnTo>
                    <a:lnTo>
                      <a:pt x="1116" y="10591"/>
                    </a:lnTo>
                    <a:lnTo>
                      <a:pt x="1329" y="10691"/>
                    </a:lnTo>
                    <a:lnTo>
                      <a:pt x="1567" y="10791"/>
                    </a:lnTo>
                    <a:lnTo>
                      <a:pt x="1818" y="10879"/>
                    </a:lnTo>
                    <a:lnTo>
                      <a:pt x="2094" y="10979"/>
                    </a:lnTo>
                    <a:lnTo>
                      <a:pt x="2708" y="11155"/>
                    </a:lnTo>
                    <a:lnTo>
                      <a:pt x="3397" y="11330"/>
                    </a:lnTo>
                    <a:lnTo>
                      <a:pt x="4162" y="11506"/>
                    </a:lnTo>
                    <a:lnTo>
                      <a:pt x="5001" y="11669"/>
                    </a:lnTo>
                    <a:lnTo>
                      <a:pt x="5929" y="11832"/>
                    </a:lnTo>
                    <a:lnTo>
                      <a:pt x="6944" y="11994"/>
                    </a:lnTo>
                    <a:lnTo>
                      <a:pt x="8022" y="12145"/>
                    </a:lnTo>
                    <a:lnTo>
                      <a:pt x="9200" y="12283"/>
                    </a:lnTo>
                    <a:lnTo>
                      <a:pt x="10441" y="12433"/>
                    </a:lnTo>
                    <a:lnTo>
                      <a:pt x="12321" y="12609"/>
                    </a:lnTo>
                    <a:lnTo>
                      <a:pt x="14126" y="12772"/>
                    </a:lnTo>
                    <a:lnTo>
                      <a:pt x="15830" y="12897"/>
                    </a:lnTo>
                    <a:lnTo>
                      <a:pt x="17359" y="12997"/>
                    </a:lnTo>
                    <a:lnTo>
                      <a:pt x="18650" y="13072"/>
                    </a:lnTo>
                    <a:lnTo>
                      <a:pt x="19653" y="13135"/>
                    </a:lnTo>
                    <a:lnTo>
                      <a:pt x="20543" y="13173"/>
                    </a:lnTo>
                    <a:lnTo>
                      <a:pt x="20555" y="12897"/>
                    </a:lnTo>
                    <a:lnTo>
                      <a:pt x="19665" y="12847"/>
                    </a:lnTo>
                    <a:lnTo>
                      <a:pt x="18663" y="12797"/>
                    </a:lnTo>
                    <a:lnTo>
                      <a:pt x="17372" y="12721"/>
                    </a:lnTo>
                    <a:lnTo>
                      <a:pt x="15843" y="12621"/>
                    </a:lnTo>
                    <a:lnTo>
                      <a:pt x="14151" y="12483"/>
                    </a:lnTo>
                    <a:lnTo>
                      <a:pt x="12346" y="12333"/>
                    </a:lnTo>
                    <a:lnTo>
                      <a:pt x="10478" y="12145"/>
                    </a:lnTo>
                    <a:lnTo>
                      <a:pt x="8924" y="11969"/>
                    </a:lnTo>
                    <a:lnTo>
                      <a:pt x="7546" y="11794"/>
                    </a:lnTo>
                    <a:lnTo>
                      <a:pt x="6317" y="11606"/>
                    </a:lnTo>
                    <a:lnTo>
                      <a:pt x="5227" y="11430"/>
                    </a:lnTo>
                    <a:lnTo>
                      <a:pt x="4274" y="11242"/>
                    </a:lnTo>
                    <a:lnTo>
                      <a:pt x="3460" y="11054"/>
                    </a:lnTo>
                    <a:lnTo>
                      <a:pt x="2745" y="10879"/>
                    </a:lnTo>
                    <a:lnTo>
                      <a:pt x="2156" y="10704"/>
                    </a:lnTo>
                    <a:lnTo>
                      <a:pt x="1667" y="10528"/>
                    </a:lnTo>
                    <a:lnTo>
                      <a:pt x="1266" y="10353"/>
                    </a:lnTo>
                    <a:lnTo>
                      <a:pt x="1103" y="10277"/>
                    </a:lnTo>
                    <a:lnTo>
                      <a:pt x="953" y="10190"/>
                    </a:lnTo>
                    <a:lnTo>
                      <a:pt x="828" y="10114"/>
                    </a:lnTo>
                    <a:lnTo>
                      <a:pt x="715" y="10039"/>
                    </a:lnTo>
                    <a:lnTo>
                      <a:pt x="615" y="9964"/>
                    </a:lnTo>
                    <a:lnTo>
                      <a:pt x="539" y="9889"/>
                    </a:lnTo>
                    <a:lnTo>
                      <a:pt x="477" y="9814"/>
                    </a:lnTo>
                    <a:lnTo>
                      <a:pt x="427" y="9751"/>
                    </a:lnTo>
                    <a:lnTo>
                      <a:pt x="389" y="9688"/>
                    </a:lnTo>
                    <a:lnTo>
                      <a:pt x="351" y="9626"/>
                    </a:lnTo>
                    <a:lnTo>
                      <a:pt x="339" y="9563"/>
                    </a:lnTo>
                    <a:lnTo>
                      <a:pt x="326" y="9513"/>
                    </a:lnTo>
                    <a:lnTo>
                      <a:pt x="314" y="9250"/>
                    </a:lnTo>
                    <a:lnTo>
                      <a:pt x="301" y="8961"/>
                    </a:lnTo>
                    <a:lnTo>
                      <a:pt x="289" y="8347"/>
                    </a:lnTo>
                    <a:lnTo>
                      <a:pt x="301" y="7658"/>
                    </a:lnTo>
                    <a:lnTo>
                      <a:pt x="326" y="6918"/>
                    </a:lnTo>
                    <a:lnTo>
                      <a:pt x="376" y="6154"/>
                    </a:lnTo>
                    <a:lnTo>
                      <a:pt x="427" y="5364"/>
                    </a:lnTo>
                    <a:lnTo>
                      <a:pt x="502" y="4575"/>
                    </a:lnTo>
                    <a:lnTo>
                      <a:pt x="564" y="3798"/>
                    </a:lnTo>
                    <a:lnTo>
                      <a:pt x="715" y="2369"/>
                    </a:lnTo>
                    <a:lnTo>
                      <a:pt x="853" y="1166"/>
                    </a:lnTo>
                    <a:lnTo>
                      <a:pt x="1003" y="38"/>
                    </a:lnTo>
                    <a:lnTo>
                      <a:pt x="7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3457356" y="3521970"/>
                <a:ext cx="183147" cy="302862"/>
              </a:xfrm>
              <a:custGeom>
                <a:rect b="b" l="l" r="r" t="t"/>
                <a:pathLst>
                  <a:path extrusionOk="0" h="13474" w="8148">
                    <a:moveTo>
                      <a:pt x="8097" y="0"/>
                    </a:moveTo>
                    <a:lnTo>
                      <a:pt x="7621" y="75"/>
                    </a:lnTo>
                    <a:lnTo>
                      <a:pt x="7157" y="163"/>
                    </a:lnTo>
                    <a:lnTo>
                      <a:pt x="6606" y="276"/>
                    </a:lnTo>
                    <a:lnTo>
                      <a:pt x="6016" y="414"/>
                    </a:lnTo>
                    <a:lnTo>
                      <a:pt x="5427" y="564"/>
                    </a:lnTo>
                    <a:lnTo>
                      <a:pt x="5139" y="652"/>
                    </a:lnTo>
                    <a:lnTo>
                      <a:pt x="4876" y="740"/>
                    </a:lnTo>
                    <a:lnTo>
                      <a:pt x="4650" y="827"/>
                    </a:lnTo>
                    <a:lnTo>
                      <a:pt x="4437" y="915"/>
                    </a:lnTo>
                    <a:lnTo>
                      <a:pt x="4362" y="965"/>
                    </a:lnTo>
                    <a:lnTo>
                      <a:pt x="4274" y="1053"/>
                    </a:lnTo>
                    <a:lnTo>
                      <a:pt x="4162" y="1178"/>
                    </a:lnTo>
                    <a:lnTo>
                      <a:pt x="4036" y="1379"/>
                    </a:lnTo>
                    <a:lnTo>
                      <a:pt x="3886" y="1667"/>
                    </a:lnTo>
                    <a:lnTo>
                      <a:pt x="3710" y="2043"/>
                    </a:lnTo>
                    <a:lnTo>
                      <a:pt x="3497" y="2532"/>
                    </a:lnTo>
                    <a:lnTo>
                      <a:pt x="3259" y="3134"/>
                    </a:lnTo>
                    <a:lnTo>
                      <a:pt x="2946" y="3998"/>
                    </a:lnTo>
                    <a:lnTo>
                      <a:pt x="2595" y="4989"/>
                    </a:lnTo>
                    <a:lnTo>
                      <a:pt x="2206" y="6117"/>
                    </a:lnTo>
                    <a:lnTo>
                      <a:pt x="1805" y="7382"/>
                    </a:lnTo>
                    <a:lnTo>
                      <a:pt x="1454" y="8498"/>
                    </a:lnTo>
                    <a:lnTo>
                      <a:pt x="1128" y="9588"/>
                    </a:lnTo>
                    <a:lnTo>
                      <a:pt x="552" y="11506"/>
                    </a:lnTo>
                    <a:lnTo>
                      <a:pt x="151" y="12872"/>
                    </a:lnTo>
                    <a:lnTo>
                      <a:pt x="0" y="13398"/>
                    </a:lnTo>
                    <a:lnTo>
                      <a:pt x="276" y="13474"/>
                    </a:lnTo>
                    <a:lnTo>
                      <a:pt x="427" y="12947"/>
                    </a:lnTo>
                    <a:lnTo>
                      <a:pt x="815" y="11594"/>
                    </a:lnTo>
                    <a:lnTo>
                      <a:pt x="1392" y="9676"/>
                    </a:lnTo>
                    <a:lnTo>
                      <a:pt x="1730" y="8586"/>
                    </a:lnTo>
                    <a:lnTo>
                      <a:pt x="2081" y="7470"/>
                    </a:lnTo>
                    <a:lnTo>
                      <a:pt x="2382" y="6505"/>
                    </a:lnTo>
                    <a:lnTo>
                      <a:pt x="2670" y="5640"/>
                    </a:lnTo>
                    <a:lnTo>
                      <a:pt x="2933" y="4876"/>
                    </a:lnTo>
                    <a:lnTo>
                      <a:pt x="3171" y="4199"/>
                    </a:lnTo>
                    <a:lnTo>
                      <a:pt x="3384" y="3622"/>
                    </a:lnTo>
                    <a:lnTo>
                      <a:pt x="3572" y="3109"/>
                    </a:lnTo>
                    <a:lnTo>
                      <a:pt x="3748" y="2682"/>
                    </a:lnTo>
                    <a:lnTo>
                      <a:pt x="3898" y="2319"/>
                    </a:lnTo>
                    <a:lnTo>
                      <a:pt x="4036" y="2006"/>
                    </a:lnTo>
                    <a:lnTo>
                      <a:pt x="4149" y="1767"/>
                    </a:lnTo>
                    <a:lnTo>
                      <a:pt x="4249" y="1567"/>
                    </a:lnTo>
                    <a:lnTo>
                      <a:pt x="4337" y="1429"/>
                    </a:lnTo>
                    <a:lnTo>
                      <a:pt x="4412" y="1316"/>
                    </a:lnTo>
                    <a:lnTo>
                      <a:pt x="4475" y="1241"/>
                    </a:lnTo>
                    <a:lnTo>
                      <a:pt x="4525" y="1191"/>
                    </a:lnTo>
                    <a:lnTo>
                      <a:pt x="4563" y="1166"/>
                    </a:lnTo>
                    <a:lnTo>
                      <a:pt x="4763" y="1078"/>
                    </a:lnTo>
                    <a:lnTo>
                      <a:pt x="4989" y="990"/>
                    </a:lnTo>
                    <a:lnTo>
                      <a:pt x="5252" y="915"/>
                    </a:lnTo>
                    <a:lnTo>
                      <a:pt x="5528" y="827"/>
                    </a:lnTo>
                    <a:lnTo>
                      <a:pt x="6117" y="677"/>
                    </a:lnTo>
                    <a:lnTo>
                      <a:pt x="6706" y="539"/>
                    </a:lnTo>
                    <a:lnTo>
                      <a:pt x="7257" y="439"/>
                    </a:lnTo>
                    <a:lnTo>
                      <a:pt x="7708" y="351"/>
                    </a:lnTo>
                    <a:lnTo>
                      <a:pt x="8147" y="276"/>
                    </a:lnTo>
                    <a:lnTo>
                      <a:pt x="809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3675410" y="3552944"/>
                <a:ext cx="460339" cy="972242"/>
              </a:xfrm>
              <a:custGeom>
                <a:rect b="b" l="l" r="r" t="t"/>
                <a:pathLst>
                  <a:path extrusionOk="0" h="43254" w="20480">
                    <a:moveTo>
                      <a:pt x="12007" y="1"/>
                    </a:moveTo>
                    <a:lnTo>
                      <a:pt x="10854" y="26"/>
                    </a:lnTo>
                    <a:lnTo>
                      <a:pt x="9714" y="64"/>
                    </a:lnTo>
                    <a:lnTo>
                      <a:pt x="9162" y="89"/>
                    </a:lnTo>
                    <a:lnTo>
                      <a:pt x="8623" y="126"/>
                    </a:lnTo>
                    <a:lnTo>
                      <a:pt x="8109" y="164"/>
                    </a:lnTo>
                    <a:lnTo>
                      <a:pt x="7621" y="214"/>
                    </a:lnTo>
                    <a:lnTo>
                      <a:pt x="7157" y="277"/>
                    </a:lnTo>
                    <a:lnTo>
                      <a:pt x="6731" y="339"/>
                    </a:lnTo>
                    <a:lnTo>
                      <a:pt x="6342" y="415"/>
                    </a:lnTo>
                    <a:lnTo>
                      <a:pt x="5991" y="502"/>
                    </a:lnTo>
                    <a:lnTo>
                      <a:pt x="5678" y="603"/>
                    </a:lnTo>
                    <a:lnTo>
                      <a:pt x="5415" y="703"/>
                    </a:lnTo>
                    <a:lnTo>
                      <a:pt x="5314" y="753"/>
                    </a:lnTo>
                    <a:lnTo>
                      <a:pt x="5214" y="816"/>
                    </a:lnTo>
                    <a:lnTo>
                      <a:pt x="5139" y="878"/>
                    </a:lnTo>
                    <a:lnTo>
                      <a:pt x="5064" y="941"/>
                    </a:lnTo>
                    <a:lnTo>
                      <a:pt x="4951" y="1104"/>
                    </a:lnTo>
                    <a:lnTo>
                      <a:pt x="4826" y="1304"/>
                    </a:lnTo>
                    <a:lnTo>
                      <a:pt x="4700" y="1543"/>
                    </a:lnTo>
                    <a:lnTo>
                      <a:pt x="4575" y="1818"/>
                    </a:lnTo>
                    <a:lnTo>
                      <a:pt x="4437" y="2132"/>
                    </a:lnTo>
                    <a:lnTo>
                      <a:pt x="4312" y="2483"/>
                    </a:lnTo>
                    <a:lnTo>
                      <a:pt x="4186" y="2859"/>
                    </a:lnTo>
                    <a:lnTo>
                      <a:pt x="4049" y="3260"/>
                    </a:lnTo>
                    <a:lnTo>
                      <a:pt x="3785" y="4124"/>
                    </a:lnTo>
                    <a:lnTo>
                      <a:pt x="3535" y="5039"/>
                    </a:lnTo>
                    <a:lnTo>
                      <a:pt x="3284" y="6004"/>
                    </a:lnTo>
                    <a:lnTo>
                      <a:pt x="3046" y="6969"/>
                    </a:lnTo>
                    <a:lnTo>
                      <a:pt x="2820" y="7922"/>
                    </a:lnTo>
                    <a:lnTo>
                      <a:pt x="2620" y="8824"/>
                    </a:lnTo>
                    <a:lnTo>
                      <a:pt x="2281" y="10404"/>
                    </a:lnTo>
                    <a:lnTo>
                      <a:pt x="2056" y="11507"/>
                    </a:lnTo>
                    <a:lnTo>
                      <a:pt x="1968" y="11920"/>
                    </a:lnTo>
                    <a:lnTo>
                      <a:pt x="8724" y="11920"/>
                    </a:lnTo>
                    <a:lnTo>
                      <a:pt x="0" y="42802"/>
                    </a:lnTo>
                    <a:lnTo>
                      <a:pt x="4738" y="43254"/>
                    </a:lnTo>
                    <a:lnTo>
                      <a:pt x="5252" y="42251"/>
                    </a:lnTo>
                    <a:lnTo>
                      <a:pt x="6618" y="39531"/>
                    </a:lnTo>
                    <a:lnTo>
                      <a:pt x="8586" y="35571"/>
                    </a:lnTo>
                    <a:lnTo>
                      <a:pt x="9714" y="33277"/>
                    </a:lnTo>
                    <a:lnTo>
                      <a:pt x="10904" y="30846"/>
                    </a:lnTo>
                    <a:lnTo>
                      <a:pt x="12108" y="28339"/>
                    </a:lnTo>
                    <a:lnTo>
                      <a:pt x="13311" y="25820"/>
                    </a:lnTo>
                    <a:lnTo>
                      <a:pt x="14464" y="23351"/>
                    </a:lnTo>
                    <a:lnTo>
                      <a:pt x="15554" y="20969"/>
                    </a:lnTo>
                    <a:lnTo>
                      <a:pt x="16056" y="19841"/>
                    </a:lnTo>
                    <a:lnTo>
                      <a:pt x="16532" y="18763"/>
                    </a:lnTo>
                    <a:lnTo>
                      <a:pt x="16983" y="17736"/>
                    </a:lnTo>
                    <a:lnTo>
                      <a:pt x="17384" y="16758"/>
                    </a:lnTo>
                    <a:lnTo>
                      <a:pt x="17748" y="15868"/>
                    </a:lnTo>
                    <a:lnTo>
                      <a:pt x="18061" y="15053"/>
                    </a:lnTo>
                    <a:lnTo>
                      <a:pt x="18324" y="14314"/>
                    </a:lnTo>
                    <a:lnTo>
                      <a:pt x="18537" y="13675"/>
                    </a:lnTo>
                    <a:lnTo>
                      <a:pt x="18901" y="12472"/>
                    </a:lnTo>
                    <a:lnTo>
                      <a:pt x="19239" y="11281"/>
                    </a:lnTo>
                    <a:lnTo>
                      <a:pt x="19552" y="10078"/>
                    </a:lnTo>
                    <a:lnTo>
                      <a:pt x="19703" y="9489"/>
                    </a:lnTo>
                    <a:lnTo>
                      <a:pt x="19828" y="8912"/>
                    </a:lnTo>
                    <a:lnTo>
                      <a:pt x="19954" y="8336"/>
                    </a:lnTo>
                    <a:lnTo>
                      <a:pt x="20066" y="7759"/>
                    </a:lnTo>
                    <a:lnTo>
                      <a:pt x="20179" y="7208"/>
                    </a:lnTo>
                    <a:lnTo>
                      <a:pt x="20267" y="6656"/>
                    </a:lnTo>
                    <a:lnTo>
                      <a:pt x="20342" y="6117"/>
                    </a:lnTo>
                    <a:lnTo>
                      <a:pt x="20392" y="5603"/>
                    </a:lnTo>
                    <a:lnTo>
                      <a:pt x="20442" y="5089"/>
                    </a:lnTo>
                    <a:lnTo>
                      <a:pt x="20467" y="4601"/>
                    </a:lnTo>
                    <a:lnTo>
                      <a:pt x="20480" y="4137"/>
                    </a:lnTo>
                    <a:lnTo>
                      <a:pt x="20480" y="3673"/>
                    </a:lnTo>
                    <a:lnTo>
                      <a:pt x="20455" y="3247"/>
                    </a:lnTo>
                    <a:lnTo>
                      <a:pt x="20405" y="2833"/>
                    </a:lnTo>
                    <a:lnTo>
                      <a:pt x="20342" y="2445"/>
                    </a:lnTo>
                    <a:lnTo>
                      <a:pt x="20254" y="2094"/>
                    </a:lnTo>
                    <a:lnTo>
                      <a:pt x="20204" y="1919"/>
                    </a:lnTo>
                    <a:lnTo>
                      <a:pt x="20142" y="1756"/>
                    </a:lnTo>
                    <a:lnTo>
                      <a:pt x="20079" y="1593"/>
                    </a:lnTo>
                    <a:lnTo>
                      <a:pt x="20004" y="1442"/>
                    </a:lnTo>
                    <a:lnTo>
                      <a:pt x="19928" y="1304"/>
                    </a:lnTo>
                    <a:lnTo>
                      <a:pt x="19853" y="1167"/>
                    </a:lnTo>
                    <a:lnTo>
                      <a:pt x="19766" y="1041"/>
                    </a:lnTo>
                    <a:lnTo>
                      <a:pt x="19665" y="916"/>
                    </a:lnTo>
                    <a:lnTo>
                      <a:pt x="19565" y="803"/>
                    </a:lnTo>
                    <a:lnTo>
                      <a:pt x="19465" y="703"/>
                    </a:lnTo>
                    <a:lnTo>
                      <a:pt x="19339" y="603"/>
                    </a:lnTo>
                    <a:lnTo>
                      <a:pt x="19227" y="515"/>
                    </a:lnTo>
                    <a:lnTo>
                      <a:pt x="19101" y="440"/>
                    </a:lnTo>
                    <a:lnTo>
                      <a:pt x="18963" y="364"/>
                    </a:lnTo>
                    <a:lnTo>
                      <a:pt x="18813" y="302"/>
                    </a:lnTo>
                    <a:lnTo>
                      <a:pt x="18663" y="252"/>
                    </a:lnTo>
                    <a:lnTo>
                      <a:pt x="18512" y="201"/>
                    </a:lnTo>
                    <a:lnTo>
                      <a:pt x="18349" y="176"/>
                    </a:lnTo>
                    <a:lnTo>
                      <a:pt x="18174" y="151"/>
                    </a:lnTo>
                    <a:lnTo>
                      <a:pt x="17998" y="126"/>
                    </a:lnTo>
                    <a:lnTo>
                      <a:pt x="17484" y="101"/>
                    </a:lnTo>
                    <a:lnTo>
                      <a:pt x="16156" y="64"/>
                    </a:lnTo>
                    <a:lnTo>
                      <a:pt x="15254" y="39"/>
                    </a:lnTo>
                    <a:lnTo>
                      <a:pt x="14238" y="13"/>
                    </a:lnTo>
                    <a:lnTo>
                      <a:pt x="13148" y="1"/>
                    </a:lnTo>
                    <a:close/>
                  </a:path>
                </a:pathLst>
              </a:custGeom>
              <a:solidFill>
                <a:srgbClr val="E08067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3584983" y="4419227"/>
                <a:ext cx="347929" cy="312729"/>
              </a:xfrm>
              <a:custGeom>
                <a:rect b="b" l="l" r="r" t="t"/>
                <a:pathLst>
                  <a:path extrusionOk="0" h="13913" w="15479">
                    <a:moveTo>
                      <a:pt x="4688" y="1"/>
                    </a:moveTo>
                    <a:lnTo>
                      <a:pt x="3046" y="3836"/>
                    </a:lnTo>
                    <a:lnTo>
                      <a:pt x="1792" y="6756"/>
                    </a:lnTo>
                    <a:lnTo>
                      <a:pt x="1304" y="7935"/>
                    </a:lnTo>
                    <a:lnTo>
                      <a:pt x="978" y="8724"/>
                    </a:lnTo>
                    <a:lnTo>
                      <a:pt x="877" y="9012"/>
                    </a:lnTo>
                    <a:lnTo>
                      <a:pt x="790" y="9338"/>
                    </a:lnTo>
                    <a:lnTo>
                      <a:pt x="689" y="9702"/>
                    </a:lnTo>
                    <a:lnTo>
                      <a:pt x="602" y="10090"/>
                    </a:lnTo>
                    <a:lnTo>
                      <a:pt x="439" y="10892"/>
                    </a:lnTo>
                    <a:lnTo>
                      <a:pt x="288" y="11707"/>
                    </a:lnTo>
                    <a:lnTo>
                      <a:pt x="163" y="12447"/>
                    </a:lnTo>
                    <a:lnTo>
                      <a:pt x="75" y="13061"/>
                    </a:lnTo>
                    <a:lnTo>
                      <a:pt x="0" y="13625"/>
                    </a:lnTo>
                    <a:lnTo>
                      <a:pt x="1429" y="13625"/>
                    </a:lnTo>
                    <a:lnTo>
                      <a:pt x="2808" y="10354"/>
                    </a:lnTo>
                    <a:lnTo>
                      <a:pt x="2933" y="10780"/>
                    </a:lnTo>
                    <a:lnTo>
                      <a:pt x="3083" y="11218"/>
                    </a:lnTo>
                    <a:lnTo>
                      <a:pt x="3271" y="11745"/>
                    </a:lnTo>
                    <a:lnTo>
                      <a:pt x="3472" y="12309"/>
                    </a:lnTo>
                    <a:lnTo>
                      <a:pt x="3697" y="12848"/>
                    </a:lnTo>
                    <a:lnTo>
                      <a:pt x="3810" y="13086"/>
                    </a:lnTo>
                    <a:lnTo>
                      <a:pt x="3923" y="13299"/>
                    </a:lnTo>
                    <a:lnTo>
                      <a:pt x="4036" y="13487"/>
                    </a:lnTo>
                    <a:lnTo>
                      <a:pt x="4136" y="13625"/>
                    </a:lnTo>
                    <a:lnTo>
                      <a:pt x="4174" y="13662"/>
                    </a:lnTo>
                    <a:lnTo>
                      <a:pt x="4224" y="13687"/>
                    </a:lnTo>
                    <a:lnTo>
                      <a:pt x="4362" y="13738"/>
                    </a:lnTo>
                    <a:lnTo>
                      <a:pt x="4550" y="13775"/>
                    </a:lnTo>
                    <a:lnTo>
                      <a:pt x="4788" y="13813"/>
                    </a:lnTo>
                    <a:lnTo>
                      <a:pt x="5064" y="13850"/>
                    </a:lnTo>
                    <a:lnTo>
                      <a:pt x="5389" y="13875"/>
                    </a:lnTo>
                    <a:lnTo>
                      <a:pt x="6141" y="13900"/>
                    </a:lnTo>
                    <a:lnTo>
                      <a:pt x="7006" y="13913"/>
                    </a:lnTo>
                    <a:lnTo>
                      <a:pt x="7971" y="13913"/>
                    </a:lnTo>
                    <a:lnTo>
                      <a:pt x="8974" y="13900"/>
                    </a:lnTo>
                    <a:lnTo>
                      <a:pt x="10014" y="13875"/>
                    </a:lnTo>
                    <a:lnTo>
                      <a:pt x="12032" y="13800"/>
                    </a:lnTo>
                    <a:lnTo>
                      <a:pt x="13787" y="13725"/>
                    </a:lnTo>
                    <a:lnTo>
                      <a:pt x="15479" y="13625"/>
                    </a:lnTo>
                    <a:lnTo>
                      <a:pt x="15441" y="13499"/>
                    </a:lnTo>
                    <a:lnTo>
                      <a:pt x="15354" y="13148"/>
                    </a:lnTo>
                    <a:lnTo>
                      <a:pt x="15216" y="12647"/>
                    </a:lnTo>
                    <a:lnTo>
                      <a:pt x="15015" y="12033"/>
                    </a:lnTo>
                    <a:lnTo>
                      <a:pt x="14890" y="11707"/>
                    </a:lnTo>
                    <a:lnTo>
                      <a:pt x="14764" y="11381"/>
                    </a:lnTo>
                    <a:lnTo>
                      <a:pt x="14627" y="11043"/>
                    </a:lnTo>
                    <a:lnTo>
                      <a:pt x="14464" y="10730"/>
                    </a:lnTo>
                    <a:lnTo>
                      <a:pt x="14301" y="10429"/>
                    </a:lnTo>
                    <a:lnTo>
                      <a:pt x="14125" y="10153"/>
                    </a:lnTo>
                    <a:lnTo>
                      <a:pt x="14025" y="10028"/>
                    </a:lnTo>
                    <a:lnTo>
                      <a:pt x="13937" y="9902"/>
                    </a:lnTo>
                    <a:lnTo>
                      <a:pt x="13837" y="9802"/>
                    </a:lnTo>
                    <a:lnTo>
                      <a:pt x="13737" y="9702"/>
                    </a:lnTo>
                    <a:lnTo>
                      <a:pt x="13624" y="9614"/>
                    </a:lnTo>
                    <a:lnTo>
                      <a:pt x="13499" y="9526"/>
                    </a:lnTo>
                    <a:lnTo>
                      <a:pt x="13348" y="9426"/>
                    </a:lnTo>
                    <a:lnTo>
                      <a:pt x="13198" y="9351"/>
                    </a:lnTo>
                    <a:lnTo>
                      <a:pt x="12847" y="9175"/>
                    </a:lnTo>
                    <a:lnTo>
                      <a:pt x="12458" y="9012"/>
                    </a:lnTo>
                    <a:lnTo>
                      <a:pt x="12032" y="8862"/>
                    </a:lnTo>
                    <a:lnTo>
                      <a:pt x="11594" y="8724"/>
                    </a:lnTo>
                    <a:lnTo>
                      <a:pt x="11155" y="8586"/>
                    </a:lnTo>
                    <a:lnTo>
                      <a:pt x="10704" y="8461"/>
                    </a:lnTo>
                    <a:lnTo>
                      <a:pt x="9876" y="8248"/>
                    </a:lnTo>
                    <a:lnTo>
                      <a:pt x="9162" y="8098"/>
                    </a:lnTo>
                    <a:lnTo>
                      <a:pt x="8498" y="7960"/>
                    </a:lnTo>
                    <a:lnTo>
                      <a:pt x="10541" y="1405"/>
                    </a:lnTo>
                    <a:lnTo>
                      <a:pt x="4688" y="1"/>
                    </a:lnTo>
                    <a:close/>
                  </a:path>
                </a:pathLst>
              </a:custGeom>
              <a:solidFill>
                <a:srgbClr val="6C587C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3490308" y="3552944"/>
                <a:ext cx="460362" cy="972242"/>
              </a:xfrm>
              <a:custGeom>
                <a:rect b="b" l="l" r="r" t="t"/>
                <a:pathLst>
                  <a:path extrusionOk="0" h="43254" w="20481">
                    <a:moveTo>
                      <a:pt x="11995" y="1"/>
                    </a:moveTo>
                    <a:lnTo>
                      <a:pt x="10842" y="26"/>
                    </a:lnTo>
                    <a:lnTo>
                      <a:pt x="9714" y="64"/>
                    </a:lnTo>
                    <a:lnTo>
                      <a:pt x="9163" y="89"/>
                    </a:lnTo>
                    <a:lnTo>
                      <a:pt x="8624" y="126"/>
                    </a:lnTo>
                    <a:lnTo>
                      <a:pt x="8110" y="164"/>
                    </a:lnTo>
                    <a:lnTo>
                      <a:pt x="7621" y="214"/>
                    </a:lnTo>
                    <a:lnTo>
                      <a:pt x="7157" y="277"/>
                    </a:lnTo>
                    <a:lnTo>
                      <a:pt x="6731" y="339"/>
                    </a:lnTo>
                    <a:lnTo>
                      <a:pt x="6330" y="415"/>
                    </a:lnTo>
                    <a:lnTo>
                      <a:pt x="5979" y="502"/>
                    </a:lnTo>
                    <a:lnTo>
                      <a:pt x="5678" y="603"/>
                    </a:lnTo>
                    <a:lnTo>
                      <a:pt x="5415" y="703"/>
                    </a:lnTo>
                    <a:lnTo>
                      <a:pt x="5302" y="753"/>
                    </a:lnTo>
                    <a:lnTo>
                      <a:pt x="5215" y="816"/>
                    </a:lnTo>
                    <a:lnTo>
                      <a:pt x="5127" y="878"/>
                    </a:lnTo>
                    <a:lnTo>
                      <a:pt x="5064" y="941"/>
                    </a:lnTo>
                    <a:lnTo>
                      <a:pt x="4939" y="1104"/>
                    </a:lnTo>
                    <a:lnTo>
                      <a:pt x="4826" y="1304"/>
                    </a:lnTo>
                    <a:lnTo>
                      <a:pt x="4701" y="1543"/>
                    </a:lnTo>
                    <a:lnTo>
                      <a:pt x="4563" y="1818"/>
                    </a:lnTo>
                    <a:lnTo>
                      <a:pt x="4438" y="2132"/>
                    </a:lnTo>
                    <a:lnTo>
                      <a:pt x="4312" y="2483"/>
                    </a:lnTo>
                    <a:lnTo>
                      <a:pt x="4174" y="2859"/>
                    </a:lnTo>
                    <a:lnTo>
                      <a:pt x="4049" y="3260"/>
                    </a:lnTo>
                    <a:lnTo>
                      <a:pt x="3786" y="4124"/>
                    </a:lnTo>
                    <a:lnTo>
                      <a:pt x="3535" y="5039"/>
                    </a:lnTo>
                    <a:lnTo>
                      <a:pt x="3285" y="6004"/>
                    </a:lnTo>
                    <a:lnTo>
                      <a:pt x="3046" y="6969"/>
                    </a:lnTo>
                    <a:lnTo>
                      <a:pt x="2821" y="7922"/>
                    </a:lnTo>
                    <a:lnTo>
                      <a:pt x="2620" y="8824"/>
                    </a:lnTo>
                    <a:lnTo>
                      <a:pt x="2269" y="10404"/>
                    </a:lnTo>
                    <a:lnTo>
                      <a:pt x="2056" y="11507"/>
                    </a:lnTo>
                    <a:lnTo>
                      <a:pt x="1969" y="11920"/>
                    </a:lnTo>
                    <a:lnTo>
                      <a:pt x="8724" y="11920"/>
                    </a:lnTo>
                    <a:lnTo>
                      <a:pt x="1" y="42802"/>
                    </a:lnTo>
                    <a:lnTo>
                      <a:pt x="4738" y="43254"/>
                    </a:lnTo>
                    <a:lnTo>
                      <a:pt x="5252" y="42251"/>
                    </a:lnTo>
                    <a:lnTo>
                      <a:pt x="6619" y="39531"/>
                    </a:lnTo>
                    <a:lnTo>
                      <a:pt x="8586" y="35571"/>
                    </a:lnTo>
                    <a:lnTo>
                      <a:pt x="9714" y="33277"/>
                    </a:lnTo>
                    <a:lnTo>
                      <a:pt x="10892" y="30846"/>
                    </a:lnTo>
                    <a:lnTo>
                      <a:pt x="12108" y="28339"/>
                    </a:lnTo>
                    <a:lnTo>
                      <a:pt x="13311" y="25820"/>
                    </a:lnTo>
                    <a:lnTo>
                      <a:pt x="14464" y="23351"/>
                    </a:lnTo>
                    <a:lnTo>
                      <a:pt x="15555" y="20969"/>
                    </a:lnTo>
                    <a:lnTo>
                      <a:pt x="16056" y="19841"/>
                    </a:lnTo>
                    <a:lnTo>
                      <a:pt x="16532" y="18763"/>
                    </a:lnTo>
                    <a:lnTo>
                      <a:pt x="16971" y="17736"/>
                    </a:lnTo>
                    <a:lnTo>
                      <a:pt x="17385" y="16758"/>
                    </a:lnTo>
                    <a:lnTo>
                      <a:pt x="17736" y="15868"/>
                    </a:lnTo>
                    <a:lnTo>
                      <a:pt x="18062" y="15053"/>
                    </a:lnTo>
                    <a:lnTo>
                      <a:pt x="18325" y="14314"/>
                    </a:lnTo>
                    <a:lnTo>
                      <a:pt x="18538" y="13675"/>
                    </a:lnTo>
                    <a:lnTo>
                      <a:pt x="18901" y="12472"/>
                    </a:lnTo>
                    <a:lnTo>
                      <a:pt x="19240" y="11281"/>
                    </a:lnTo>
                    <a:lnTo>
                      <a:pt x="19553" y="10078"/>
                    </a:lnTo>
                    <a:lnTo>
                      <a:pt x="19691" y="9489"/>
                    </a:lnTo>
                    <a:lnTo>
                      <a:pt x="19829" y="8912"/>
                    </a:lnTo>
                    <a:lnTo>
                      <a:pt x="19954" y="8336"/>
                    </a:lnTo>
                    <a:lnTo>
                      <a:pt x="20067" y="7759"/>
                    </a:lnTo>
                    <a:lnTo>
                      <a:pt x="20167" y="7208"/>
                    </a:lnTo>
                    <a:lnTo>
                      <a:pt x="20255" y="6656"/>
                    </a:lnTo>
                    <a:lnTo>
                      <a:pt x="20330" y="6117"/>
                    </a:lnTo>
                    <a:lnTo>
                      <a:pt x="20393" y="5603"/>
                    </a:lnTo>
                    <a:lnTo>
                      <a:pt x="20443" y="5089"/>
                    </a:lnTo>
                    <a:lnTo>
                      <a:pt x="20468" y="4601"/>
                    </a:lnTo>
                    <a:lnTo>
                      <a:pt x="20480" y="4137"/>
                    </a:lnTo>
                    <a:lnTo>
                      <a:pt x="20480" y="3673"/>
                    </a:lnTo>
                    <a:lnTo>
                      <a:pt x="20443" y="3247"/>
                    </a:lnTo>
                    <a:lnTo>
                      <a:pt x="20405" y="2833"/>
                    </a:lnTo>
                    <a:lnTo>
                      <a:pt x="20343" y="2445"/>
                    </a:lnTo>
                    <a:lnTo>
                      <a:pt x="20255" y="2094"/>
                    </a:lnTo>
                    <a:lnTo>
                      <a:pt x="20192" y="1919"/>
                    </a:lnTo>
                    <a:lnTo>
                      <a:pt x="20142" y="1756"/>
                    </a:lnTo>
                    <a:lnTo>
                      <a:pt x="20079" y="1593"/>
                    </a:lnTo>
                    <a:lnTo>
                      <a:pt x="20004" y="1442"/>
                    </a:lnTo>
                    <a:lnTo>
                      <a:pt x="19929" y="1304"/>
                    </a:lnTo>
                    <a:lnTo>
                      <a:pt x="19854" y="1167"/>
                    </a:lnTo>
                    <a:lnTo>
                      <a:pt x="19766" y="1041"/>
                    </a:lnTo>
                    <a:lnTo>
                      <a:pt x="19666" y="916"/>
                    </a:lnTo>
                    <a:lnTo>
                      <a:pt x="19566" y="803"/>
                    </a:lnTo>
                    <a:lnTo>
                      <a:pt x="19453" y="703"/>
                    </a:lnTo>
                    <a:lnTo>
                      <a:pt x="19340" y="603"/>
                    </a:lnTo>
                    <a:lnTo>
                      <a:pt x="19215" y="515"/>
                    </a:lnTo>
                    <a:lnTo>
                      <a:pt x="19089" y="440"/>
                    </a:lnTo>
                    <a:lnTo>
                      <a:pt x="18951" y="364"/>
                    </a:lnTo>
                    <a:lnTo>
                      <a:pt x="18814" y="302"/>
                    </a:lnTo>
                    <a:lnTo>
                      <a:pt x="18663" y="252"/>
                    </a:lnTo>
                    <a:lnTo>
                      <a:pt x="18513" y="201"/>
                    </a:lnTo>
                    <a:lnTo>
                      <a:pt x="18337" y="176"/>
                    </a:lnTo>
                    <a:lnTo>
                      <a:pt x="18174" y="151"/>
                    </a:lnTo>
                    <a:lnTo>
                      <a:pt x="17986" y="126"/>
                    </a:lnTo>
                    <a:lnTo>
                      <a:pt x="17485" y="101"/>
                    </a:lnTo>
                    <a:lnTo>
                      <a:pt x="16144" y="64"/>
                    </a:lnTo>
                    <a:lnTo>
                      <a:pt x="15242" y="39"/>
                    </a:lnTo>
                    <a:lnTo>
                      <a:pt x="14239" y="13"/>
                    </a:lnTo>
                    <a:lnTo>
                      <a:pt x="13136" y="1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2905174" y="2952885"/>
                <a:ext cx="192452" cy="252175"/>
              </a:xfrm>
              <a:custGeom>
                <a:rect b="b" l="l" r="r" t="t"/>
                <a:pathLst>
                  <a:path extrusionOk="0" h="11219" w="8562">
                    <a:moveTo>
                      <a:pt x="3021" y="1"/>
                    </a:moveTo>
                    <a:lnTo>
                      <a:pt x="1" y="4613"/>
                    </a:lnTo>
                    <a:lnTo>
                      <a:pt x="101" y="4939"/>
                    </a:lnTo>
                    <a:lnTo>
                      <a:pt x="364" y="5766"/>
                    </a:lnTo>
                    <a:lnTo>
                      <a:pt x="552" y="6318"/>
                    </a:lnTo>
                    <a:lnTo>
                      <a:pt x="778" y="6919"/>
                    </a:lnTo>
                    <a:lnTo>
                      <a:pt x="1016" y="7571"/>
                    </a:lnTo>
                    <a:lnTo>
                      <a:pt x="1279" y="8223"/>
                    </a:lnTo>
                    <a:lnTo>
                      <a:pt x="1555" y="8862"/>
                    </a:lnTo>
                    <a:lnTo>
                      <a:pt x="1856" y="9476"/>
                    </a:lnTo>
                    <a:lnTo>
                      <a:pt x="2006" y="9764"/>
                    </a:lnTo>
                    <a:lnTo>
                      <a:pt x="2157" y="10028"/>
                    </a:lnTo>
                    <a:lnTo>
                      <a:pt x="2307" y="10278"/>
                    </a:lnTo>
                    <a:lnTo>
                      <a:pt x="2457" y="10504"/>
                    </a:lnTo>
                    <a:lnTo>
                      <a:pt x="2608" y="10704"/>
                    </a:lnTo>
                    <a:lnTo>
                      <a:pt x="2758" y="10880"/>
                    </a:lnTo>
                    <a:lnTo>
                      <a:pt x="2896" y="11018"/>
                    </a:lnTo>
                    <a:lnTo>
                      <a:pt x="3047" y="11118"/>
                    </a:lnTo>
                    <a:lnTo>
                      <a:pt x="3122" y="11156"/>
                    </a:lnTo>
                    <a:lnTo>
                      <a:pt x="3197" y="11193"/>
                    </a:lnTo>
                    <a:lnTo>
                      <a:pt x="3260" y="11206"/>
                    </a:lnTo>
                    <a:lnTo>
                      <a:pt x="3335" y="11218"/>
                    </a:lnTo>
                    <a:lnTo>
                      <a:pt x="3397" y="11218"/>
                    </a:lnTo>
                    <a:lnTo>
                      <a:pt x="3473" y="11193"/>
                    </a:lnTo>
                    <a:lnTo>
                      <a:pt x="3535" y="11168"/>
                    </a:lnTo>
                    <a:lnTo>
                      <a:pt x="3598" y="11130"/>
                    </a:lnTo>
                    <a:lnTo>
                      <a:pt x="3736" y="11030"/>
                    </a:lnTo>
                    <a:lnTo>
                      <a:pt x="3886" y="10905"/>
                    </a:lnTo>
                    <a:lnTo>
                      <a:pt x="4049" y="10742"/>
                    </a:lnTo>
                    <a:lnTo>
                      <a:pt x="4212" y="10566"/>
                    </a:lnTo>
                    <a:lnTo>
                      <a:pt x="4388" y="10366"/>
                    </a:lnTo>
                    <a:lnTo>
                      <a:pt x="4576" y="10140"/>
                    </a:lnTo>
                    <a:lnTo>
                      <a:pt x="4964" y="9626"/>
                    </a:lnTo>
                    <a:lnTo>
                      <a:pt x="5365" y="9075"/>
                    </a:lnTo>
                    <a:lnTo>
                      <a:pt x="5779" y="8473"/>
                    </a:lnTo>
                    <a:lnTo>
                      <a:pt x="6192" y="7847"/>
                    </a:lnTo>
                    <a:lnTo>
                      <a:pt x="6606" y="7220"/>
                    </a:lnTo>
                    <a:lnTo>
                      <a:pt x="7358" y="6004"/>
                    </a:lnTo>
                    <a:lnTo>
                      <a:pt x="7972" y="4977"/>
                    </a:lnTo>
                    <a:lnTo>
                      <a:pt x="8561" y="3986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3044624" y="3403648"/>
                <a:ext cx="540382" cy="89888"/>
              </a:xfrm>
              <a:custGeom>
                <a:rect b="b" l="l" r="r" t="t"/>
                <a:pathLst>
                  <a:path extrusionOk="0" h="3999" w="24041">
                    <a:moveTo>
                      <a:pt x="878" y="0"/>
                    </a:moveTo>
                    <a:lnTo>
                      <a:pt x="1" y="3998"/>
                    </a:lnTo>
                    <a:lnTo>
                      <a:pt x="13487" y="3998"/>
                    </a:lnTo>
                    <a:lnTo>
                      <a:pt x="14728" y="1329"/>
                    </a:lnTo>
                    <a:lnTo>
                      <a:pt x="15730" y="3998"/>
                    </a:lnTo>
                    <a:lnTo>
                      <a:pt x="24040" y="3998"/>
                    </a:lnTo>
                    <a:lnTo>
                      <a:pt x="2268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6"/>
              <p:cNvSpPr/>
              <p:nvPr/>
            </p:nvSpPr>
            <p:spPr>
              <a:xfrm>
                <a:off x="3064359" y="2616531"/>
                <a:ext cx="540067" cy="787140"/>
              </a:xfrm>
              <a:custGeom>
                <a:rect b="b" l="l" r="r" t="t"/>
                <a:pathLst>
                  <a:path extrusionOk="0" h="35019" w="24027">
                    <a:moveTo>
                      <a:pt x="8398" y="0"/>
                    </a:moveTo>
                    <a:lnTo>
                      <a:pt x="1642" y="1429"/>
                    </a:lnTo>
                    <a:lnTo>
                      <a:pt x="1529" y="4086"/>
                    </a:lnTo>
                    <a:lnTo>
                      <a:pt x="1279" y="10039"/>
                    </a:lnTo>
                    <a:lnTo>
                      <a:pt x="1128" y="13310"/>
                    </a:lnTo>
                    <a:lnTo>
                      <a:pt x="978" y="16281"/>
                    </a:lnTo>
                    <a:lnTo>
                      <a:pt x="903" y="17522"/>
                    </a:lnTo>
                    <a:lnTo>
                      <a:pt x="840" y="18549"/>
                    </a:lnTo>
                    <a:lnTo>
                      <a:pt x="790" y="19314"/>
                    </a:lnTo>
                    <a:lnTo>
                      <a:pt x="740" y="19765"/>
                    </a:lnTo>
                    <a:lnTo>
                      <a:pt x="690" y="20179"/>
                    </a:lnTo>
                    <a:lnTo>
                      <a:pt x="639" y="20843"/>
                    </a:lnTo>
                    <a:lnTo>
                      <a:pt x="527" y="22761"/>
                    </a:lnTo>
                    <a:lnTo>
                      <a:pt x="401" y="25230"/>
                    </a:lnTo>
                    <a:lnTo>
                      <a:pt x="276" y="27937"/>
                    </a:lnTo>
                    <a:lnTo>
                      <a:pt x="75" y="32837"/>
                    </a:lnTo>
                    <a:lnTo>
                      <a:pt x="0" y="35018"/>
                    </a:lnTo>
                    <a:lnTo>
                      <a:pt x="21808" y="35018"/>
                    </a:lnTo>
                    <a:lnTo>
                      <a:pt x="19954" y="18048"/>
                    </a:lnTo>
                    <a:lnTo>
                      <a:pt x="20154" y="17860"/>
                    </a:lnTo>
                    <a:lnTo>
                      <a:pt x="20680" y="17371"/>
                    </a:lnTo>
                    <a:lnTo>
                      <a:pt x="21019" y="17033"/>
                    </a:lnTo>
                    <a:lnTo>
                      <a:pt x="21395" y="16657"/>
                    </a:lnTo>
                    <a:lnTo>
                      <a:pt x="21808" y="16231"/>
                    </a:lnTo>
                    <a:lnTo>
                      <a:pt x="22210" y="15792"/>
                    </a:lnTo>
                    <a:lnTo>
                      <a:pt x="22611" y="15328"/>
                    </a:lnTo>
                    <a:lnTo>
                      <a:pt x="22999" y="14852"/>
                    </a:lnTo>
                    <a:lnTo>
                      <a:pt x="23175" y="14626"/>
                    </a:lnTo>
                    <a:lnTo>
                      <a:pt x="23338" y="14388"/>
                    </a:lnTo>
                    <a:lnTo>
                      <a:pt x="23488" y="14163"/>
                    </a:lnTo>
                    <a:lnTo>
                      <a:pt x="23626" y="13950"/>
                    </a:lnTo>
                    <a:lnTo>
                      <a:pt x="23739" y="13724"/>
                    </a:lnTo>
                    <a:lnTo>
                      <a:pt x="23851" y="13524"/>
                    </a:lnTo>
                    <a:lnTo>
                      <a:pt x="23927" y="13323"/>
                    </a:lnTo>
                    <a:lnTo>
                      <a:pt x="23989" y="13135"/>
                    </a:lnTo>
                    <a:lnTo>
                      <a:pt x="24027" y="12960"/>
                    </a:lnTo>
                    <a:lnTo>
                      <a:pt x="24027" y="12784"/>
                    </a:lnTo>
                    <a:lnTo>
                      <a:pt x="24027" y="12709"/>
                    </a:lnTo>
                    <a:lnTo>
                      <a:pt x="24014" y="12634"/>
                    </a:lnTo>
                    <a:lnTo>
                      <a:pt x="23989" y="12571"/>
                    </a:lnTo>
                    <a:lnTo>
                      <a:pt x="23964" y="12508"/>
                    </a:lnTo>
                    <a:lnTo>
                      <a:pt x="23801" y="12145"/>
                    </a:lnTo>
                    <a:lnTo>
                      <a:pt x="23551" y="11618"/>
                    </a:lnTo>
                    <a:lnTo>
                      <a:pt x="22899" y="10114"/>
                    </a:lnTo>
                    <a:lnTo>
                      <a:pt x="22059" y="8234"/>
                    </a:lnTo>
                    <a:lnTo>
                      <a:pt x="21132" y="6166"/>
                    </a:lnTo>
                    <a:lnTo>
                      <a:pt x="20655" y="5139"/>
                    </a:lnTo>
                    <a:lnTo>
                      <a:pt x="20192" y="4149"/>
                    </a:lnTo>
                    <a:lnTo>
                      <a:pt x="19740" y="3221"/>
                    </a:lnTo>
                    <a:lnTo>
                      <a:pt x="19314" y="2381"/>
                    </a:lnTo>
                    <a:lnTo>
                      <a:pt x="18926" y="1667"/>
                    </a:lnTo>
                    <a:lnTo>
                      <a:pt x="18750" y="1366"/>
                    </a:lnTo>
                    <a:lnTo>
                      <a:pt x="18587" y="1103"/>
                    </a:lnTo>
                    <a:lnTo>
                      <a:pt x="18437" y="877"/>
                    </a:lnTo>
                    <a:lnTo>
                      <a:pt x="18312" y="702"/>
                    </a:lnTo>
                    <a:lnTo>
                      <a:pt x="18186" y="577"/>
                    </a:lnTo>
                    <a:lnTo>
                      <a:pt x="18136" y="539"/>
                    </a:lnTo>
                    <a:lnTo>
                      <a:pt x="18099" y="501"/>
                    </a:lnTo>
                    <a:lnTo>
                      <a:pt x="18011" y="476"/>
                    </a:lnTo>
                    <a:lnTo>
                      <a:pt x="17898" y="451"/>
                    </a:lnTo>
                    <a:lnTo>
                      <a:pt x="17572" y="389"/>
                    </a:lnTo>
                    <a:lnTo>
                      <a:pt x="17159" y="326"/>
                    </a:lnTo>
                    <a:lnTo>
                      <a:pt x="16707" y="263"/>
                    </a:lnTo>
                    <a:lnTo>
                      <a:pt x="15918" y="163"/>
                    </a:lnTo>
                    <a:lnTo>
                      <a:pt x="15554" y="125"/>
                    </a:lnTo>
                    <a:lnTo>
                      <a:pt x="83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6"/>
              <p:cNvSpPr/>
              <p:nvPr/>
            </p:nvSpPr>
            <p:spPr>
              <a:xfrm>
                <a:off x="3217319" y="3094605"/>
                <a:ext cx="272180" cy="240037"/>
              </a:xfrm>
              <a:custGeom>
                <a:rect b="b" l="l" r="r" t="t"/>
                <a:pathLst>
                  <a:path extrusionOk="0" h="10679" w="12109">
                    <a:moveTo>
                      <a:pt x="11920" y="0"/>
                    </a:moveTo>
                    <a:lnTo>
                      <a:pt x="1" y="10466"/>
                    </a:lnTo>
                    <a:lnTo>
                      <a:pt x="189" y="10679"/>
                    </a:lnTo>
                    <a:lnTo>
                      <a:pt x="12108" y="213"/>
                    </a:lnTo>
                    <a:lnTo>
                      <a:pt x="1192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3391722" y="3207577"/>
                <a:ext cx="72423" cy="96923"/>
              </a:xfrm>
              <a:custGeom>
                <a:rect b="b" l="l" r="r" t="t"/>
                <a:pathLst>
                  <a:path extrusionOk="0" h="4312" w="3222">
                    <a:moveTo>
                      <a:pt x="2983" y="0"/>
                    </a:moveTo>
                    <a:lnTo>
                      <a:pt x="0" y="4149"/>
                    </a:lnTo>
                    <a:lnTo>
                      <a:pt x="238" y="4311"/>
                    </a:lnTo>
                    <a:lnTo>
                      <a:pt x="3221" y="163"/>
                    </a:lnTo>
                    <a:lnTo>
                      <a:pt x="298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3173937" y="2616531"/>
                <a:ext cx="243724" cy="169615"/>
              </a:xfrm>
              <a:custGeom>
                <a:rect b="b" l="l" r="r" t="t"/>
                <a:pathLst>
                  <a:path extrusionOk="0" h="7546" w="10843">
                    <a:moveTo>
                      <a:pt x="3523" y="0"/>
                    </a:moveTo>
                    <a:lnTo>
                      <a:pt x="1" y="752"/>
                    </a:lnTo>
                    <a:lnTo>
                      <a:pt x="214" y="1166"/>
                    </a:lnTo>
                    <a:lnTo>
                      <a:pt x="490" y="1642"/>
                    </a:lnTo>
                    <a:lnTo>
                      <a:pt x="853" y="2244"/>
                    </a:lnTo>
                    <a:lnTo>
                      <a:pt x="1116" y="2645"/>
                    </a:lnTo>
                    <a:lnTo>
                      <a:pt x="1405" y="3071"/>
                    </a:lnTo>
                    <a:lnTo>
                      <a:pt x="1718" y="3522"/>
                    </a:lnTo>
                    <a:lnTo>
                      <a:pt x="2069" y="3973"/>
                    </a:lnTo>
                    <a:lnTo>
                      <a:pt x="2432" y="4437"/>
                    </a:lnTo>
                    <a:lnTo>
                      <a:pt x="2833" y="4888"/>
                    </a:lnTo>
                    <a:lnTo>
                      <a:pt x="3247" y="5327"/>
                    </a:lnTo>
                    <a:lnTo>
                      <a:pt x="3460" y="5540"/>
                    </a:lnTo>
                    <a:lnTo>
                      <a:pt x="3686" y="5753"/>
                    </a:lnTo>
                    <a:lnTo>
                      <a:pt x="3911" y="5953"/>
                    </a:lnTo>
                    <a:lnTo>
                      <a:pt x="4137" y="6154"/>
                    </a:lnTo>
                    <a:lnTo>
                      <a:pt x="4375" y="6329"/>
                    </a:lnTo>
                    <a:lnTo>
                      <a:pt x="4613" y="6505"/>
                    </a:lnTo>
                    <a:lnTo>
                      <a:pt x="4851" y="6680"/>
                    </a:lnTo>
                    <a:lnTo>
                      <a:pt x="5102" y="6831"/>
                    </a:lnTo>
                    <a:lnTo>
                      <a:pt x="5353" y="6969"/>
                    </a:lnTo>
                    <a:lnTo>
                      <a:pt x="5603" y="7094"/>
                    </a:lnTo>
                    <a:lnTo>
                      <a:pt x="5866" y="7207"/>
                    </a:lnTo>
                    <a:lnTo>
                      <a:pt x="6117" y="7307"/>
                    </a:lnTo>
                    <a:lnTo>
                      <a:pt x="6380" y="7395"/>
                    </a:lnTo>
                    <a:lnTo>
                      <a:pt x="6656" y="7457"/>
                    </a:lnTo>
                    <a:lnTo>
                      <a:pt x="6919" y="7508"/>
                    </a:lnTo>
                    <a:lnTo>
                      <a:pt x="7182" y="7533"/>
                    </a:lnTo>
                    <a:lnTo>
                      <a:pt x="7458" y="7545"/>
                    </a:lnTo>
                    <a:lnTo>
                      <a:pt x="7734" y="7533"/>
                    </a:lnTo>
                    <a:lnTo>
                      <a:pt x="7960" y="7495"/>
                    </a:lnTo>
                    <a:lnTo>
                      <a:pt x="8185" y="7457"/>
                    </a:lnTo>
                    <a:lnTo>
                      <a:pt x="8398" y="7407"/>
                    </a:lnTo>
                    <a:lnTo>
                      <a:pt x="8599" y="7332"/>
                    </a:lnTo>
                    <a:lnTo>
                      <a:pt x="8787" y="7257"/>
                    </a:lnTo>
                    <a:lnTo>
                      <a:pt x="8962" y="7157"/>
                    </a:lnTo>
                    <a:lnTo>
                      <a:pt x="9125" y="7056"/>
                    </a:lnTo>
                    <a:lnTo>
                      <a:pt x="9288" y="6944"/>
                    </a:lnTo>
                    <a:lnTo>
                      <a:pt x="9438" y="6818"/>
                    </a:lnTo>
                    <a:lnTo>
                      <a:pt x="9576" y="6680"/>
                    </a:lnTo>
                    <a:lnTo>
                      <a:pt x="9702" y="6542"/>
                    </a:lnTo>
                    <a:lnTo>
                      <a:pt x="9827" y="6392"/>
                    </a:lnTo>
                    <a:lnTo>
                      <a:pt x="9940" y="6229"/>
                    </a:lnTo>
                    <a:lnTo>
                      <a:pt x="10040" y="6066"/>
                    </a:lnTo>
                    <a:lnTo>
                      <a:pt x="10140" y="5891"/>
                    </a:lnTo>
                    <a:lnTo>
                      <a:pt x="10228" y="5715"/>
                    </a:lnTo>
                    <a:lnTo>
                      <a:pt x="10316" y="5527"/>
                    </a:lnTo>
                    <a:lnTo>
                      <a:pt x="10391" y="5339"/>
                    </a:lnTo>
                    <a:lnTo>
                      <a:pt x="10454" y="5151"/>
                    </a:lnTo>
                    <a:lnTo>
                      <a:pt x="10516" y="4951"/>
                    </a:lnTo>
                    <a:lnTo>
                      <a:pt x="10617" y="4550"/>
                    </a:lnTo>
                    <a:lnTo>
                      <a:pt x="10704" y="4136"/>
                    </a:lnTo>
                    <a:lnTo>
                      <a:pt x="10767" y="3722"/>
                    </a:lnTo>
                    <a:lnTo>
                      <a:pt x="10805" y="3309"/>
                    </a:lnTo>
                    <a:lnTo>
                      <a:pt x="10830" y="2895"/>
                    </a:lnTo>
                    <a:lnTo>
                      <a:pt x="10842" y="2507"/>
                    </a:lnTo>
                    <a:lnTo>
                      <a:pt x="10842" y="2018"/>
                    </a:lnTo>
                    <a:lnTo>
                      <a:pt x="10830" y="1579"/>
                    </a:lnTo>
                    <a:lnTo>
                      <a:pt x="10805" y="1166"/>
                    </a:lnTo>
                    <a:lnTo>
                      <a:pt x="10767" y="815"/>
                    </a:lnTo>
                    <a:lnTo>
                      <a:pt x="10704" y="313"/>
                    </a:lnTo>
                    <a:lnTo>
                      <a:pt x="10679" y="125"/>
                    </a:lnTo>
                    <a:lnTo>
                      <a:pt x="3523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2905174" y="2026879"/>
                <a:ext cx="384590" cy="452742"/>
              </a:xfrm>
              <a:custGeom>
                <a:rect b="b" l="l" r="r" t="t"/>
                <a:pathLst>
                  <a:path extrusionOk="0" h="20142" w="17110">
                    <a:moveTo>
                      <a:pt x="9739" y="1"/>
                    </a:moveTo>
                    <a:lnTo>
                      <a:pt x="9301" y="13"/>
                    </a:lnTo>
                    <a:lnTo>
                      <a:pt x="8862" y="38"/>
                    </a:lnTo>
                    <a:lnTo>
                      <a:pt x="8649" y="63"/>
                    </a:lnTo>
                    <a:lnTo>
                      <a:pt x="8436" y="101"/>
                    </a:lnTo>
                    <a:lnTo>
                      <a:pt x="8223" y="139"/>
                    </a:lnTo>
                    <a:lnTo>
                      <a:pt x="8022" y="189"/>
                    </a:lnTo>
                    <a:lnTo>
                      <a:pt x="7822" y="251"/>
                    </a:lnTo>
                    <a:lnTo>
                      <a:pt x="7621" y="314"/>
                    </a:lnTo>
                    <a:lnTo>
                      <a:pt x="7433" y="402"/>
                    </a:lnTo>
                    <a:lnTo>
                      <a:pt x="7245" y="490"/>
                    </a:lnTo>
                    <a:lnTo>
                      <a:pt x="7070" y="590"/>
                    </a:lnTo>
                    <a:lnTo>
                      <a:pt x="6894" y="690"/>
                    </a:lnTo>
                    <a:lnTo>
                      <a:pt x="6731" y="815"/>
                    </a:lnTo>
                    <a:lnTo>
                      <a:pt x="6568" y="953"/>
                    </a:lnTo>
                    <a:lnTo>
                      <a:pt x="6431" y="1091"/>
                    </a:lnTo>
                    <a:lnTo>
                      <a:pt x="6293" y="1242"/>
                    </a:lnTo>
                    <a:lnTo>
                      <a:pt x="6167" y="1392"/>
                    </a:lnTo>
                    <a:lnTo>
                      <a:pt x="6042" y="1555"/>
                    </a:lnTo>
                    <a:lnTo>
                      <a:pt x="5942" y="1718"/>
                    </a:lnTo>
                    <a:lnTo>
                      <a:pt x="5841" y="1893"/>
                    </a:lnTo>
                    <a:lnTo>
                      <a:pt x="5741" y="2069"/>
                    </a:lnTo>
                    <a:lnTo>
                      <a:pt x="5666" y="2257"/>
                    </a:lnTo>
                    <a:lnTo>
                      <a:pt x="5578" y="2432"/>
                    </a:lnTo>
                    <a:lnTo>
                      <a:pt x="5516" y="2633"/>
                    </a:lnTo>
                    <a:lnTo>
                      <a:pt x="5378" y="3009"/>
                    </a:lnTo>
                    <a:lnTo>
                      <a:pt x="5277" y="3410"/>
                    </a:lnTo>
                    <a:lnTo>
                      <a:pt x="5190" y="3798"/>
                    </a:lnTo>
                    <a:lnTo>
                      <a:pt x="5102" y="4350"/>
                    </a:lnTo>
                    <a:lnTo>
                      <a:pt x="5027" y="4901"/>
                    </a:lnTo>
                    <a:lnTo>
                      <a:pt x="4964" y="5453"/>
                    </a:lnTo>
                    <a:lnTo>
                      <a:pt x="4927" y="6004"/>
                    </a:lnTo>
                    <a:lnTo>
                      <a:pt x="4901" y="6556"/>
                    </a:lnTo>
                    <a:lnTo>
                      <a:pt x="4876" y="7120"/>
                    </a:lnTo>
                    <a:lnTo>
                      <a:pt x="4864" y="8235"/>
                    </a:lnTo>
                    <a:lnTo>
                      <a:pt x="4864" y="9351"/>
                    </a:lnTo>
                    <a:lnTo>
                      <a:pt x="4864" y="10466"/>
                    </a:lnTo>
                    <a:lnTo>
                      <a:pt x="4851" y="11018"/>
                    </a:lnTo>
                    <a:lnTo>
                      <a:pt x="4826" y="11582"/>
                    </a:lnTo>
                    <a:lnTo>
                      <a:pt x="4789" y="12133"/>
                    </a:lnTo>
                    <a:lnTo>
                      <a:pt x="4751" y="12684"/>
                    </a:lnTo>
                    <a:lnTo>
                      <a:pt x="4688" y="13161"/>
                    </a:lnTo>
                    <a:lnTo>
                      <a:pt x="4613" y="13637"/>
                    </a:lnTo>
                    <a:lnTo>
                      <a:pt x="4563" y="13875"/>
                    </a:lnTo>
                    <a:lnTo>
                      <a:pt x="4500" y="14101"/>
                    </a:lnTo>
                    <a:lnTo>
                      <a:pt x="4438" y="14339"/>
                    </a:lnTo>
                    <a:lnTo>
                      <a:pt x="4363" y="14564"/>
                    </a:lnTo>
                    <a:lnTo>
                      <a:pt x="4287" y="14778"/>
                    </a:lnTo>
                    <a:lnTo>
                      <a:pt x="4200" y="15003"/>
                    </a:lnTo>
                    <a:lnTo>
                      <a:pt x="4099" y="15216"/>
                    </a:lnTo>
                    <a:lnTo>
                      <a:pt x="3987" y="15417"/>
                    </a:lnTo>
                    <a:lnTo>
                      <a:pt x="3861" y="15617"/>
                    </a:lnTo>
                    <a:lnTo>
                      <a:pt x="3723" y="15805"/>
                    </a:lnTo>
                    <a:lnTo>
                      <a:pt x="3573" y="15981"/>
                    </a:lnTo>
                    <a:lnTo>
                      <a:pt x="3410" y="16156"/>
                    </a:lnTo>
                    <a:lnTo>
                      <a:pt x="3235" y="16319"/>
                    </a:lnTo>
                    <a:lnTo>
                      <a:pt x="3034" y="16457"/>
                    </a:lnTo>
                    <a:lnTo>
                      <a:pt x="2833" y="16582"/>
                    </a:lnTo>
                    <a:lnTo>
                      <a:pt x="2620" y="16683"/>
                    </a:lnTo>
                    <a:lnTo>
                      <a:pt x="2395" y="16770"/>
                    </a:lnTo>
                    <a:lnTo>
                      <a:pt x="2157" y="16833"/>
                    </a:lnTo>
                    <a:lnTo>
                      <a:pt x="1918" y="16883"/>
                    </a:lnTo>
                    <a:lnTo>
                      <a:pt x="1680" y="16908"/>
                    </a:lnTo>
                    <a:lnTo>
                      <a:pt x="1455" y="16908"/>
                    </a:lnTo>
                    <a:lnTo>
                      <a:pt x="1217" y="16896"/>
                    </a:lnTo>
                    <a:lnTo>
                      <a:pt x="991" y="16858"/>
                    </a:lnTo>
                    <a:lnTo>
                      <a:pt x="778" y="16783"/>
                    </a:lnTo>
                    <a:lnTo>
                      <a:pt x="565" y="16695"/>
                    </a:lnTo>
                    <a:lnTo>
                      <a:pt x="377" y="16582"/>
                    </a:lnTo>
                    <a:lnTo>
                      <a:pt x="289" y="16507"/>
                    </a:lnTo>
                    <a:lnTo>
                      <a:pt x="201" y="16432"/>
                    </a:lnTo>
                    <a:lnTo>
                      <a:pt x="114" y="16357"/>
                    </a:lnTo>
                    <a:lnTo>
                      <a:pt x="38" y="16269"/>
                    </a:lnTo>
                    <a:lnTo>
                      <a:pt x="13" y="16457"/>
                    </a:lnTo>
                    <a:lnTo>
                      <a:pt x="1" y="16658"/>
                    </a:lnTo>
                    <a:lnTo>
                      <a:pt x="13" y="16846"/>
                    </a:lnTo>
                    <a:lnTo>
                      <a:pt x="38" y="17046"/>
                    </a:lnTo>
                    <a:lnTo>
                      <a:pt x="89" y="17247"/>
                    </a:lnTo>
                    <a:lnTo>
                      <a:pt x="151" y="17435"/>
                    </a:lnTo>
                    <a:lnTo>
                      <a:pt x="226" y="17635"/>
                    </a:lnTo>
                    <a:lnTo>
                      <a:pt x="314" y="17823"/>
                    </a:lnTo>
                    <a:lnTo>
                      <a:pt x="414" y="18011"/>
                    </a:lnTo>
                    <a:lnTo>
                      <a:pt x="515" y="18187"/>
                    </a:lnTo>
                    <a:lnTo>
                      <a:pt x="640" y="18362"/>
                    </a:lnTo>
                    <a:lnTo>
                      <a:pt x="765" y="18525"/>
                    </a:lnTo>
                    <a:lnTo>
                      <a:pt x="891" y="18688"/>
                    </a:lnTo>
                    <a:lnTo>
                      <a:pt x="1041" y="18838"/>
                    </a:lnTo>
                    <a:lnTo>
                      <a:pt x="1179" y="18976"/>
                    </a:lnTo>
                    <a:lnTo>
                      <a:pt x="1329" y="19102"/>
                    </a:lnTo>
                    <a:lnTo>
                      <a:pt x="1480" y="19227"/>
                    </a:lnTo>
                    <a:lnTo>
                      <a:pt x="1643" y="19340"/>
                    </a:lnTo>
                    <a:lnTo>
                      <a:pt x="1806" y="19440"/>
                    </a:lnTo>
                    <a:lnTo>
                      <a:pt x="1969" y="19540"/>
                    </a:lnTo>
                    <a:lnTo>
                      <a:pt x="2144" y="19615"/>
                    </a:lnTo>
                    <a:lnTo>
                      <a:pt x="2320" y="19703"/>
                    </a:lnTo>
                    <a:lnTo>
                      <a:pt x="2495" y="19778"/>
                    </a:lnTo>
                    <a:lnTo>
                      <a:pt x="2671" y="19841"/>
                    </a:lnTo>
                    <a:lnTo>
                      <a:pt x="3047" y="19941"/>
                    </a:lnTo>
                    <a:lnTo>
                      <a:pt x="3423" y="20029"/>
                    </a:lnTo>
                    <a:lnTo>
                      <a:pt x="3811" y="20092"/>
                    </a:lnTo>
                    <a:lnTo>
                      <a:pt x="4200" y="20129"/>
                    </a:lnTo>
                    <a:lnTo>
                      <a:pt x="4638" y="20142"/>
                    </a:lnTo>
                    <a:lnTo>
                      <a:pt x="5077" y="20129"/>
                    </a:lnTo>
                    <a:lnTo>
                      <a:pt x="5516" y="20092"/>
                    </a:lnTo>
                    <a:lnTo>
                      <a:pt x="5942" y="20017"/>
                    </a:lnTo>
                    <a:lnTo>
                      <a:pt x="6368" y="19916"/>
                    </a:lnTo>
                    <a:lnTo>
                      <a:pt x="6794" y="19791"/>
                    </a:lnTo>
                    <a:lnTo>
                      <a:pt x="7208" y="19641"/>
                    </a:lnTo>
                    <a:lnTo>
                      <a:pt x="7408" y="19553"/>
                    </a:lnTo>
                    <a:lnTo>
                      <a:pt x="7596" y="19465"/>
                    </a:lnTo>
                    <a:lnTo>
                      <a:pt x="7797" y="19365"/>
                    </a:lnTo>
                    <a:lnTo>
                      <a:pt x="7985" y="19265"/>
                    </a:lnTo>
                    <a:lnTo>
                      <a:pt x="8173" y="19152"/>
                    </a:lnTo>
                    <a:lnTo>
                      <a:pt x="8348" y="19026"/>
                    </a:lnTo>
                    <a:lnTo>
                      <a:pt x="8524" y="18901"/>
                    </a:lnTo>
                    <a:lnTo>
                      <a:pt x="8687" y="18776"/>
                    </a:lnTo>
                    <a:lnTo>
                      <a:pt x="8849" y="18638"/>
                    </a:lnTo>
                    <a:lnTo>
                      <a:pt x="9012" y="18487"/>
                    </a:lnTo>
                    <a:lnTo>
                      <a:pt x="9163" y="18337"/>
                    </a:lnTo>
                    <a:lnTo>
                      <a:pt x="9313" y="18187"/>
                    </a:lnTo>
                    <a:lnTo>
                      <a:pt x="9451" y="18024"/>
                    </a:lnTo>
                    <a:lnTo>
                      <a:pt x="9576" y="17848"/>
                    </a:lnTo>
                    <a:lnTo>
                      <a:pt x="9702" y="17673"/>
                    </a:lnTo>
                    <a:lnTo>
                      <a:pt x="9815" y="17497"/>
                    </a:lnTo>
                    <a:lnTo>
                      <a:pt x="9915" y="17309"/>
                    </a:lnTo>
                    <a:lnTo>
                      <a:pt x="10015" y="17109"/>
                    </a:lnTo>
                    <a:lnTo>
                      <a:pt x="10128" y="16858"/>
                    </a:lnTo>
                    <a:lnTo>
                      <a:pt x="10228" y="16607"/>
                    </a:lnTo>
                    <a:lnTo>
                      <a:pt x="10303" y="16357"/>
                    </a:lnTo>
                    <a:lnTo>
                      <a:pt x="10379" y="16094"/>
                    </a:lnTo>
                    <a:lnTo>
                      <a:pt x="10441" y="15830"/>
                    </a:lnTo>
                    <a:lnTo>
                      <a:pt x="10479" y="15555"/>
                    </a:lnTo>
                    <a:lnTo>
                      <a:pt x="10529" y="15291"/>
                    </a:lnTo>
                    <a:lnTo>
                      <a:pt x="10554" y="15016"/>
                    </a:lnTo>
                    <a:lnTo>
                      <a:pt x="10592" y="14464"/>
                    </a:lnTo>
                    <a:lnTo>
                      <a:pt x="10604" y="13913"/>
                    </a:lnTo>
                    <a:lnTo>
                      <a:pt x="10604" y="13361"/>
                    </a:lnTo>
                    <a:lnTo>
                      <a:pt x="10592" y="12810"/>
                    </a:lnTo>
                    <a:lnTo>
                      <a:pt x="10567" y="12058"/>
                    </a:lnTo>
                    <a:lnTo>
                      <a:pt x="10529" y="11293"/>
                    </a:lnTo>
                    <a:lnTo>
                      <a:pt x="10441" y="9752"/>
                    </a:lnTo>
                    <a:lnTo>
                      <a:pt x="10416" y="8987"/>
                    </a:lnTo>
                    <a:lnTo>
                      <a:pt x="10404" y="8223"/>
                    </a:lnTo>
                    <a:lnTo>
                      <a:pt x="10416" y="7458"/>
                    </a:lnTo>
                    <a:lnTo>
                      <a:pt x="10429" y="7082"/>
                    </a:lnTo>
                    <a:lnTo>
                      <a:pt x="10466" y="6706"/>
                    </a:lnTo>
                    <a:lnTo>
                      <a:pt x="10479" y="6556"/>
                    </a:lnTo>
                    <a:lnTo>
                      <a:pt x="10504" y="6418"/>
                    </a:lnTo>
                    <a:lnTo>
                      <a:pt x="10529" y="6280"/>
                    </a:lnTo>
                    <a:lnTo>
                      <a:pt x="10579" y="6155"/>
                    </a:lnTo>
                    <a:lnTo>
                      <a:pt x="10617" y="6042"/>
                    </a:lnTo>
                    <a:lnTo>
                      <a:pt x="10667" y="5929"/>
                    </a:lnTo>
                    <a:lnTo>
                      <a:pt x="10730" y="5829"/>
                    </a:lnTo>
                    <a:lnTo>
                      <a:pt x="10792" y="5741"/>
                    </a:lnTo>
                    <a:lnTo>
                      <a:pt x="10867" y="5666"/>
                    </a:lnTo>
                    <a:lnTo>
                      <a:pt x="10943" y="5591"/>
                    </a:lnTo>
                    <a:lnTo>
                      <a:pt x="11018" y="5528"/>
                    </a:lnTo>
                    <a:lnTo>
                      <a:pt x="11093" y="5478"/>
                    </a:lnTo>
                    <a:lnTo>
                      <a:pt x="11181" y="5440"/>
                    </a:lnTo>
                    <a:lnTo>
                      <a:pt x="11268" y="5403"/>
                    </a:lnTo>
                    <a:lnTo>
                      <a:pt x="11369" y="5378"/>
                    </a:lnTo>
                    <a:lnTo>
                      <a:pt x="11469" y="5352"/>
                    </a:lnTo>
                    <a:lnTo>
                      <a:pt x="11757" y="5352"/>
                    </a:lnTo>
                    <a:lnTo>
                      <a:pt x="11870" y="5365"/>
                    </a:lnTo>
                    <a:lnTo>
                      <a:pt x="11970" y="5390"/>
                    </a:lnTo>
                    <a:lnTo>
                      <a:pt x="12071" y="5428"/>
                    </a:lnTo>
                    <a:lnTo>
                      <a:pt x="12284" y="5515"/>
                    </a:lnTo>
                    <a:lnTo>
                      <a:pt x="12497" y="5628"/>
                    </a:lnTo>
                    <a:lnTo>
                      <a:pt x="12697" y="5779"/>
                    </a:lnTo>
                    <a:lnTo>
                      <a:pt x="12885" y="5954"/>
                    </a:lnTo>
                    <a:lnTo>
                      <a:pt x="13073" y="6167"/>
                    </a:lnTo>
                    <a:lnTo>
                      <a:pt x="13199" y="6330"/>
                    </a:lnTo>
                    <a:lnTo>
                      <a:pt x="13299" y="6518"/>
                    </a:lnTo>
                    <a:lnTo>
                      <a:pt x="13399" y="6706"/>
                    </a:lnTo>
                    <a:lnTo>
                      <a:pt x="13499" y="6919"/>
                    </a:lnTo>
                    <a:lnTo>
                      <a:pt x="13700" y="7345"/>
                    </a:lnTo>
                    <a:lnTo>
                      <a:pt x="13813" y="7546"/>
                    </a:lnTo>
                    <a:lnTo>
                      <a:pt x="13913" y="7759"/>
                    </a:lnTo>
                    <a:lnTo>
                      <a:pt x="14038" y="7947"/>
                    </a:lnTo>
                    <a:lnTo>
                      <a:pt x="14164" y="8122"/>
                    </a:lnTo>
                    <a:lnTo>
                      <a:pt x="14314" y="8273"/>
                    </a:lnTo>
                    <a:lnTo>
                      <a:pt x="14389" y="8348"/>
                    </a:lnTo>
                    <a:lnTo>
                      <a:pt x="14477" y="8398"/>
                    </a:lnTo>
                    <a:lnTo>
                      <a:pt x="14565" y="8461"/>
                    </a:lnTo>
                    <a:lnTo>
                      <a:pt x="14652" y="8498"/>
                    </a:lnTo>
                    <a:lnTo>
                      <a:pt x="14753" y="8536"/>
                    </a:lnTo>
                    <a:lnTo>
                      <a:pt x="14853" y="8574"/>
                    </a:lnTo>
                    <a:lnTo>
                      <a:pt x="14966" y="8586"/>
                    </a:lnTo>
                    <a:lnTo>
                      <a:pt x="15079" y="8599"/>
                    </a:lnTo>
                    <a:lnTo>
                      <a:pt x="15191" y="8599"/>
                    </a:lnTo>
                    <a:lnTo>
                      <a:pt x="15329" y="8586"/>
                    </a:lnTo>
                    <a:lnTo>
                      <a:pt x="15517" y="8548"/>
                    </a:lnTo>
                    <a:lnTo>
                      <a:pt x="15705" y="8486"/>
                    </a:lnTo>
                    <a:lnTo>
                      <a:pt x="15881" y="8398"/>
                    </a:lnTo>
                    <a:lnTo>
                      <a:pt x="16044" y="8285"/>
                    </a:lnTo>
                    <a:lnTo>
                      <a:pt x="16194" y="8172"/>
                    </a:lnTo>
                    <a:lnTo>
                      <a:pt x="16332" y="8022"/>
                    </a:lnTo>
                    <a:lnTo>
                      <a:pt x="16457" y="7872"/>
                    </a:lnTo>
                    <a:lnTo>
                      <a:pt x="16570" y="7709"/>
                    </a:lnTo>
                    <a:lnTo>
                      <a:pt x="16683" y="7533"/>
                    </a:lnTo>
                    <a:lnTo>
                      <a:pt x="16771" y="7358"/>
                    </a:lnTo>
                    <a:lnTo>
                      <a:pt x="16858" y="7170"/>
                    </a:lnTo>
                    <a:lnTo>
                      <a:pt x="16921" y="6982"/>
                    </a:lnTo>
                    <a:lnTo>
                      <a:pt x="16984" y="6794"/>
                    </a:lnTo>
                    <a:lnTo>
                      <a:pt x="17034" y="6606"/>
                    </a:lnTo>
                    <a:lnTo>
                      <a:pt x="17071" y="6405"/>
                    </a:lnTo>
                    <a:lnTo>
                      <a:pt x="17096" y="6230"/>
                    </a:lnTo>
                    <a:lnTo>
                      <a:pt x="17109" y="5967"/>
                    </a:lnTo>
                    <a:lnTo>
                      <a:pt x="17109" y="5829"/>
                    </a:lnTo>
                    <a:lnTo>
                      <a:pt x="17096" y="5716"/>
                    </a:lnTo>
                    <a:lnTo>
                      <a:pt x="17021" y="5290"/>
                    </a:lnTo>
                    <a:lnTo>
                      <a:pt x="16934" y="4876"/>
                    </a:lnTo>
                    <a:lnTo>
                      <a:pt x="16808" y="4463"/>
                    </a:lnTo>
                    <a:lnTo>
                      <a:pt x="16658" y="4062"/>
                    </a:lnTo>
                    <a:lnTo>
                      <a:pt x="16470" y="3673"/>
                    </a:lnTo>
                    <a:lnTo>
                      <a:pt x="16269" y="3297"/>
                    </a:lnTo>
                    <a:lnTo>
                      <a:pt x="16044" y="2921"/>
                    </a:lnTo>
                    <a:lnTo>
                      <a:pt x="15793" y="2570"/>
                    </a:lnTo>
                    <a:lnTo>
                      <a:pt x="15530" y="2244"/>
                    </a:lnTo>
                    <a:lnTo>
                      <a:pt x="15229" y="1931"/>
                    </a:lnTo>
                    <a:lnTo>
                      <a:pt x="15079" y="1793"/>
                    </a:lnTo>
                    <a:lnTo>
                      <a:pt x="14916" y="1643"/>
                    </a:lnTo>
                    <a:lnTo>
                      <a:pt x="14753" y="1505"/>
                    </a:lnTo>
                    <a:lnTo>
                      <a:pt x="14590" y="1379"/>
                    </a:lnTo>
                    <a:lnTo>
                      <a:pt x="14414" y="1254"/>
                    </a:lnTo>
                    <a:lnTo>
                      <a:pt x="14239" y="1141"/>
                    </a:lnTo>
                    <a:lnTo>
                      <a:pt x="14063" y="1041"/>
                    </a:lnTo>
                    <a:lnTo>
                      <a:pt x="13875" y="941"/>
                    </a:lnTo>
                    <a:lnTo>
                      <a:pt x="13687" y="840"/>
                    </a:lnTo>
                    <a:lnTo>
                      <a:pt x="13487" y="753"/>
                    </a:lnTo>
                    <a:lnTo>
                      <a:pt x="13299" y="678"/>
                    </a:lnTo>
                    <a:lnTo>
                      <a:pt x="13098" y="615"/>
                    </a:lnTo>
                    <a:lnTo>
                      <a:pt x="12722" y="502"/>
                    </a:lnTo>
                    <a:lnTo>
                      <a:pt x="12334" y="402"/>
                    </a:lnTo>
                    <a:lnTo>
                      <a:pt x="11933" y="302"/>
                    </a:lnTo>
                    <a:lnTo>
                      <a:pt x="11507" y="214"/>
                    </a:lnTo>
                    <a:lnTo>
                      <a:pt x="11080" y="126"/>
                    </a:lnTo>
                    <a:lnTo>
                      <a:pt x="10629" y="76"/>
                    </a:lnTo>
                    <a:lnTo>
                      <a:pt x="10191" y="26"/>
                    </a:lnTo>
                    <a:lnTo>
                      <a:pt x="973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3190278" y="2121262"/>
                <a:ext cx="180607" cy="150734"/>
              </a:xfrm>
              <a:custGeom>
                <a:rect b="b" l="l" r="r" t="t"/>
                <a:pathLst>
                  <a:path extrusionOk="0" h="6706" w="8035">
                    <a:moveTo>
                      <a:pt x="3786" y="0"/>
                    </a:moveTo>
                    <a:lnTo>
                      <a:pt x="3510" y="25"/>
                    </a:lnTo>
                    <a:lnTo>
                      <a:pt x="3247" y="51"/>
                    </a:lnTo>
                    <a:lnTo>
                      <a:pt x="2971" y="101"/>
                    </a:lnTo>
                    <a:lnTo>
                      <a:pt x="2708" y="176"/>
                    </a:lnTo>
                    <a:lnTo>
                      <a:pt x="2457" y="251"/>
                    </a:lnTo>
                    <a:lnTo>
                      <a:pt x="2194" y="364"/>
                    </a:lnTo>
                    <a:lnTo>
                      <a:pt x="1943" y="477"/>
                    </a:lnTo>
                    <a:lnTo>
                      <a:pt x="1693" y="627"/>
                    </a:lnTo>
                    <a:lnTo>
                      <a:pt x="1467" y="790"/>
                    </a:lnTo>
                    <a:lnTo>
                      <a:pt x="1254" y="978"/>
                    </a:lnTo>
                    <a:lnTo>
                      <a:pt x="1054" y="1166"/>
                    </a:lnTo>
                    <a:lnTo>
                      <a:pt x="891" y="1367"/>
                    </a:lnTo>
                    <a:lnTo>
                      <a:pt x="740" y="1580"/>
                    </a:lnTo>
                    <a:lnTo>
                      <a:pt x="602" y="1805"/>
                    </a:lnTo>
                    <a:lnTo>
                      <a:pt x="477" y="2043"/>
                    </a:lnTo>
                    <a:lnTo>
                      <a:pt x="377" y="2281"/>
                    </a:lnTo>
                    <a:lnTo>
                      <a:pt x="289" y="2532"/>
                    </a:lnTo>
                    <a:lnTo>
                      <a:pt x="214" y="2783"/>
                    </a:lnTo>
                    <a:lnTo>
                      <a:pt x="151" y="3033"/>
                    </a:lnTo>
                    <a:lnTo>
                      <a:pt x="101" y="3284"/>
                    </a:lnTo>
                    <a:lnTo>
                      <a:pt x="63" y="3547"/>
                    </a:lnTo>
                    <a:lnTo>
                      <a:pt x="38" y="3798"/>
                    </a:lnTo>
                    <a:lnTo>
                      <a:pt x="13" y="4049"/>
                    </a:lnTo>
                    <a:lnTo>
                      <a:pt x="1" y="4299"/>
                    </a:lnTo>
                    <a:lnTo>
                      <a:pt x="13" y="4776"/>
                    </a:lnTo>
                    <a:lnTo>
                      <a:pt x="26" y="5227"/>
                    </a:lnTo>
                    <a:lnTo>
                      <a:pt x="76" y="5640"/>
                    </a:lnTo>
                    <a:lnTo>
                      <a:pt x="126" y="5991"/>
                    </a:lnTo>
                    <a:lnTo>
                      <a:pt x="176" y="6292"/>
                    </a:lnTo>
                    <a:lnTo>
                      <a:pt x="214" y="6518"/>
                    </a:lnTo>
                    <a:lnTo>
                      <a:pt x="264" y="6706"/>
                    </a:lnTo>
                    <a:lnTo>
                      <a:pt x="377" y="6568"/>
                    </a:lnTo>
                    <a:lnTo>
                      <a:pt x="515" y="6405"/>
                    </a:lnTo>
                    <a:lnTo>
                      <a:pt x="703" y="6192"/>
                    </a:lnTo>
                    <a:lnTo>
                      <a:pt x="966" y="5929"/>
                    </a:lnTo>
                    <a:lnTo>
                      <a:pt x="1279" y="5603"/>
                    </a:lnTo>
                    <a:lnTo>
                      <a:pt x="1655" y="5252"/>
                    </a:lnTo>
                    <a:lnTo>
                      <a:pt x="2094" y="4863"/>
                    </a:lnTo>
                    <a:lnTo>
                      <a:pt x="2595" y="4450"/>
                    </a:lnTo>
                    <a:lnTo>
                      <a:pt x="3172" y="3999"/>
                    </a:lnTo>
                    <a:lnTo>
                      <a:pt x="3798" y="3535"/>
                    </a:lnTo>
                    <a:lnTo>
                      <a:pt x="4149" y="3309"/>
                    </a:lnTo>
                    <a:lnTo>
                      <a:pt x="4513" y="3059"/>
                    </a:lnTo>
                    <a:lnTo>
                      <a:pt x="4889" y="2820"/>
                    </a:lnTo>
                    <a:lnTo>
                      <a:pt x="5290" y="2582"/>
                    </a:lnTo>
                    <a:lnTo>
                      <a:pt x="5703" y="2332"/>
                    </a:lnTo>
                    <a:lnTo>
                      <a:pt x="6130" y="2093"/>
                    </a:lnTo>
                    <a:lnTo>
                      <a:pt x="6581" y="1855"/>
                    </a:lnTo>
                    <a:lnTo>
                      <a:pt x="7045" y="1605"/>
                    </a:lnTo>
                    <a:lnTo>
                      <a:pt x="7533" y="1367"/>
                    </a:lnTo>
                    <a:lnTo>
                      <a:pt x="8035" y="1128"/>
                    </a:lnTo>
                    <a:lnTo>
                      <a:pt x="7872" y="1041"/>
                    </a:lnTo>
                    <a:lnTo>
                      <a:pt x="7671" y="940"/>
                    </a:lnTo>
                    <a:lnTo>
                      <a:pt x="7408" y="815"/>
                    </a:lnTo>
                    <a:lnTo>
                      <a:pt x="7095" y="677"/>
                    </a:lnTo>
                    <a:lnTo>
                      <a:pt x="6719" y="539"/>
                    </a:lnTo>
                    <a:lnTo>
                      <a:pt x="6293" y="389"/>
                    </a:lnTo>
                    <a:lnTo>
                      <a:pt x="5841" y="251"/>
                    </a:lnTo>
                    <a:lnTo>
                      <a:pt x="5603" y="188"/>
                    </a:lnTo>
                    <a:lnTo>
                      <a:pt x="5353" y="138"/>
                    </a:lnTo>
                    <a:lnTo>
                      <a:pt x="5102" y="88"/>
                    </a:lnTo>
                    <a:lnTo>
                      <a:pt x="4839" y="51"/>
                    </a:lnTo>
                    <a:lnTo>
                      <a:pt x="4575" y="25"/>
                    </a:lnTo>
                    <a:lnTo>
                      <a:pt x="43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>
                <a:off x="3173937" y="2135355"/>
                <a:ext cx="400077" cy="346536"/>
              </a:xfrm>
              <a:custGeom>
                <a:rect b="b" l="l" r="r" t="t"/>
                <a:pathLst>
                  <a:path extrusionOk="0" h="15417" w="17799">
                    <a:moveTo>
                      <a:pt x="9514" y="0"/>
                    </a:moveTo>
                    <a:lnTo>
                      <a:pt x="9138" y="13"/>
                    </a:lnTo>
                    <a:lnTo>
                      <a:pt x="8762" y="38"/>
                    </a:lnTo>
                    <a:lnTo>
                      <a:pt x="8373" y="63"/>
                    </a:lnTo>
                    <a:lnTo>
                      <a:pt x="7997" y="100"/>
                    </a:lnTo>
                    <a:lnTo>
                      <a:pt x="7245" y="188"/>
                    </a:lnTo>
                    <a:lnTo>
                      <a:pt x="6756" y="251"/>
                    </a:lnTo>
                    <a:lnTo>
                      <a:pt x="6268" y="338"/>
                    </a:lnTo>
                    <a:lnTo>
                      <a:pt x="5779" y="439"/>
                    </a:lnTo>
                    <a:lnTo>
                      <a:pt x="5302" y="552"/>
                    </a:lnTo>
                    <a:lnTo>
                      <a:pt x="4839" y="689"/>
                    </a:lnTo>
                    <a:lnTo>
                      <a:pt x="4613" y="777"/>
                    </a:lnTo>
                    <a:lnTo>
                      <a:pt x="4387" y="865"/>
                    </a:lnTo>
                    <a:lnTo>
                      <a:pt x="4162" y="953"/>
                    </a:lnTo>
                    <a:lnTo>
                      <a:pt x="3936" y="1065"/>
                    </a:lnTo>
                    <a:lnTo>
                      <a:pt x="3723" y="1178"/>
                    </a:lnTo>
                    <a:lnTo>
                      <a:pt x="3510" y="1304"/>
                    </a:lnTo>
                    <a:lnTo>
                      <a:pt x="3285" y="1441"/>
                    </a:lnTo>
                    <a:lnTo>
                      <a:pt x="3071" y="1592"/>
                    </a:lnTo>
                    <a:lnTo>
                      <a:pt x="2858" y="1755"/>
                    </a:lnTo>
                    <a:lnTo>
                      <a:pt x="2670" y="1930"/>
                    </a:lnTo>
                    <a:lnTo>
                      <a:pt x="2482" y="2106"/>
                    </a:lnTo>
                    <a:lnTo>
                      <a:pt x="2294" y="2294"/>
                    </a:lnTo>
                    <a:lnTo>
                      <a:pt x="2119" y="2494"/>
                    </a:lnTo>
                    <a:lnTo>
                      <a:pt x="1956" y="2695"/>
                    </a:lnTo>
                    <a:lnTo>
                      <a:pt x="1806" y="2895"/>
                    </a:lnTo>
                    <a:lnTo>
                      <a:pt x="1655" y="3108"/>
                    </a:lnTo>
                    <a:lnTo>
                      <a:pt x="1505" y="3334"/>
                    </a:lnTo>
                    <a:lnTo>
                      <a:pt x="1379" y="3560"/>
                    </a:lnTo>
                    <a:lnTo>
                      <a:pt x="1242" y="3798"/>
                    </a:lnTo>
                    <a:lnTo>
                      <a:pt x="1129" y="4023"/>
                    </a:lnTo>
                    <a:lnTo>
                      <a:pt x="1016" y="4274"/>
                    </a:lnTo>
                    <a:lnTo>
                      <a:pt x="903" y="4512"/>
                    </a:lnTo>
                    <a:lnTo>
                      <a:pt x="715" y="5013"/>
                    </a:lnTo>
                    <a:lnTo>
                      <a:pt x="552" y="5540"/>
                    </a:lnTo>
                    <a:lnTo>
                      <a:pt x="402" y="6066"/>
                    </a:lnTo>
                    <a:lnTo>
                      <a:pt x="289" y="6593"/>
                    </a:lnTo>
                    <a:lnTo>
                      <a:pt x="189" y="7132"/>
                    </a:lnTo>
                    <a:lnTo>
                      <a:pt x="101" y="7670"/>
                    </a:lnTo>
                    <a:lnTo>
                      <a:pt x="51" y="8222"/>
                    </a:lnTo>
                    <a:lnTo>
                      <a:pt x="1" y="8748"/>
                    </a:lnTo>
                    <a:lnTo>
                      <a:pt x="1" y="9174"/>
                    </a:lnTo>
                    <a:lnTo>
                      <a:pt x="13" y="9588"/>
                    </a:lnTo>
                    <a:lnTo>
                      <a:pt x="63" y="9989"/>
                    </a:lnTo>
                    <a:lnTo>
                      <a:pt x="139" y="10390"/>
                    </a:lnTo>
                    <a:lnTo>
                      <a:pt x="239" y="10779"/>
                    </a:lnTo>
                    <a:lnTo>
                      <a:pt x="364" y="11167"/>
                    </a:lnTo>
                    <a:lnTo>
                      <a:pt x="515" y="11531"/>
                    </a:lnTo>
                    <a:lnTo>
                      <a:pt x="690" y="11894"/>
                    </a:lnTo>
                    <a:lnTo>
                      <a:pt x="891" y="12233"/>
                    </a:lnTo>
                    <a:lnTo>
                      <a:pt x="1104" y="12571"/>
                    </a:lnTo>
                    <a:lnTo>
                      <a:pt x="1342" y="12884"/>
                    </a:lnTo>
                    <a:lnTo>
                      <a:pt x="1605" y="13185"/>
                    </a:lnTo>
                    <a:lnTo>
                      <a:pt x="1881" y="13473"/>
                    </a:lnTo>
                    <a:lnTo>
                      <a:pt x="2169" y="13749"/>
                    </a:lnTo>
                    <a:lnTo>
                      <a:pt x="2470" y="14000"/>
                    </a:lnTo>
                    <a:lnTo>
                      <a:pt x="2796" y="14238"/>
                    </a:lnTo>
                    <a:lnTo>
                      <a:pt x="2996" y="14376"/>
                    </a:lnTo>
                    <a:lnTo>
                      <a:pt x="3209" y="14501"/>
                    </a:lnTo>
                    <a:lnTo>
                      <a:pt x="3422" y="14614"/>
                    </a:lnTo>
                    <a:lnTo>
                      <a:pt x="3635" y="14727"/>
                    </a:lnTo>
                    <a:lnTo>
                      <a:pt x="3861" y="14840"/>
                    </a:lnTo>
                    <a:lnTo>
                      <a:pt x="4074" y="14927"/>
                    </a:lnTo>
                    <a:lnTo>
                      <a:pt x="4312" y="15015"/>
                    </a:lnTo>
                    <a:lnTo>
                      <a:pt x="4538" y="15103"/>
                    </a:lnTo>
                    <a:lnTo>
                      <a:pt x="4776" y="15165"/>
                    </a:lnTo>
                    <a:lnTo>
                      <a:pt x="5014" y="15228"/>
                    </a:lnTo>
                    <a:lnTo>
                      <a:pt x="5252" y="15291"/>
                    </a:lnTo>
                    <a:lnTo>
                      <a:pt x="5490" y="15328"/>
                    </a:lnTo>
                    <a:lnTo>
                      <a:pt x="5741" y="15366"/>
                    </a:lnTo>
                    <a:lnTo>
                      <a:pt x="5992" y="15391"/>
                    </a:lnTo>
                    <a:lnTo>
                      <a:pt x="6242" y="15416"/>
                    </a:lnTo>
                    <a:lnTo>
                      <a:pt x="6994" y="15416"/>
                    </a:lnTo>
                    <a:lnTo>
                      <a:pt x="7496" y="15391"/>
                    </a:lnTo>
                    <a:lnTo>
                      <a:pt x="8010" y="15353"/>
                    </a:lnTo>
                    <a:lnTo>
                      <a:pt x="8524" y="15303"/>
                    </a:lnTo>
                    <a:lnTo>
                      <a:pt x="9050" y="15228"/>
                    </a:lnTo>
                    <a:lnTo>
                      <a:pt x="9564" y="15140"/>
                    </a:lnTo>
                    <a:lnTo>
                      <a:pt x="10090" y="15028"/>
                    </a:lnTo>
                    <a:lnTo>
                      <a:pt x="10604" y="14902"/>
                    </a:lnTo>
                    <a:lnTo>
                      <a:pt x="11118" y="14764"/>
                    </a:lnTo>
                    <a:lnTo>
                      <a:pt x="11619" y="14601"/>
                    </a:lnTo>
                    <a:lnTo>
                      <a:pt x="12121" y="14426"/>
                    </a:lnTo>
                    <a:lnTo>
                      <a:pt x="12609" y="14225"/>
                    </a:lnTo>
                    <a:lnTo>
                      <a:pt x="13086" y="14012"/>
                    </a:lnTo>
                    <a:lnTo>
                      <a:pt x="13549" y="13787"/>
                    </a:lnTo>
                    <a:lnTo>
                      <a:pt x="14001" y="13524"/>
                    </a:lnTo>
                    <a:lnTo>
                      <a:pt x="14439" y="13260"/>
                    </a:lnTo>
                    <a:lnTo>
                      <a:pt x="14853" y="12972"/>
                    </a:lnTo>
                    <a:lnTo>
                      <a:pt x="15254" y="12659"/>
                    </a:lnTo>
                    <a:lnTo>
                      <a:pt x="15617" y="12333"/>
                    </a:lnTo>
                    <a:lnTo>
                      <a:pt x="15805" y="12157"/>
                    </a:lnTo>
                    <a:lnTo>
                      <a:pt x="15968" y="11982"/>
                    </a:lnTo>
                    <a:lnTo>
                      <a:pt x="16144" y="11806"/>
                    </a:lnTo>
                    <a:lnTo>
                      <a:pt x="16294" y="11618"/>
                    </a:lnTo>
                    <a:lnTo>
                      <a:pt x="16445" y="11418"/>
                    </a:lnTo>
                    <a:lnTo>
                      <a:pt x="16595" y="11230"/>
                    </a:lnTo>
                    <a:lnTo>
                      <a:pt x="16733" y="11029"/>
                    </a:lnTo>
                    <a:lnTo>
                      <a:pt x="16871" y="10816"/>
                    </a:lnTo>
                    <a:lnTo>
                      <a:pt x="16984" y="10603"/>
                    </a:lnTo>
                    <a:lnTo>
                      <a:pt x="17109" y="10390"/>
                    </a:lnTo>
                    <a:lnTo>
                      <a:pt x="17209" y="10177"/>
                    </a:lnTo>
                    <a:lnTo>
                      <a:pt x="17309" y="9952"/>
                    </a:lnTo>
                    <a:lnTo>
                      <a:pt x="17397" y="9713"/>
                    </a:lnTo>
                    <a:lnTo>
                      <a:pt x="17485" y="9475"/>
                    </a:lnTo>
                    <a:lnTo>
                      <a:pt x="17560" y="9237"/>
                    </a:lnTo>
                    <a:lnTo>
                      <a:pt x="17623" y="8986"/>
                    </a:lnTo>
                    <a:lnTo>
                      <a:pt x="17673" y="8736"/>
                    </a:lnTo>
                    <a:lnTo>
                      <a:pt x="17723" y="8485"/>
                    </a:lnTo>
                    <a:lnTo>
                      <a:pt x="17761" y="8222"/>
                    </a:lnTo>
                    <a:lnTo>
                      <a:pt x="17786" y="7959"/>
                    </a:lnTo>
                    <a:lnTo>
                      <a:pt x="17798" y="7683"/>
                    </a:lnTo>
                    <a:lnTo>
                      <a:pt x="17798" y="7407"/>
                    </a:lnTo>
                    <a:lnTo>
                      <a:pt x="17798" y="7119"/>
                    </a:lnTo>
                    <a:lnTo>
                      <a:pt x="17786" y="6831"/>
                    </a:lnTo>
                    <a:lnTo>
                      <a:pt x="17748" y="6542"/>
                    </a:lnTo>
                    <a:lnTo>
                      <a:pt x="17711" y="6242"/>
                    </a:lnTo>
                    <a:lnTo>
                      <a:pt x="17673" y="6004"/>
                    </a:lnTo>
                    <a:lnTo>
                      <a:pt x="17623" y="5778"/>
                    </a:lnTo>
                    <a:lnTo>
                      <a:pt x="17573" y="5552"/>
                    </a:lnTo>
                    <a:lnTo>
                      <a:pt x="17510" y="5314"/>
                    </a:lnTo>
                    <a:lnTo>
                      <a:pt x="17435" y="5101"/>
                    </a:lnTo>
                    <a:lnTo>
                      <a:pt x="17360" y="4876"/>
                    </a:lnTo>
                    <a:lnTo>
                      <a:pt x="17284" y="4650"/>
                    </a:lnTo>
                    <a:lnTo>
                      <a:pt x="17184" y="4437"/>
                    </a:lnTo>
                    <a:lnTo>
                      <a:pt x="17084" y="4224"/>
                    </a:lnTo>
                    <a:lnTo>
                      <a:pt x="16984" y="4011"/>
                    </a:lnTo>
                    <a:lnTo>
                      <a:pt x="16745" y="3610"/>
                    </a:lnTo>
                    <a:lnTo>
                      <a:pt x="16495" y="3209"/>
                    </a:lnTo>
                    <a:lnTo>
                      <a:pt x="16207" y="2833"/>
                    </a:lnTo>
                    <a:lnTo>
                      <a:pt x="15906" y="2469"/>
                    </a:lnTo>
                    <a:lnTo>
                      <a:pt x="15580" y="2131"/>
                    </a:lnTo>
                    <a:lnTo>
                      <a:pt x="15229" y="1817"/>
                    </a:lnTo>
                    <a:lnTo>
                      <a:pt x="15053" y="1667"/>
                    </a:lnTo>
                    <a:lnTo>
                      <a:pt x="14865" y="1517"/>
                    </a:lnTo>
                    <a:lnTo>
                      <a:pt x="14677" y="1379"/>
                    </a:lnTo>
                    <a:lnTo>
                      <a:pt x="14477" y="1253"/>
                    </a:lnTo>
                    <a:lnTo>
                      <a:pt x="14276" y="1116"/>
                    </a:lnTo>
                    <a:lnTo>
                      <a:pt x="14076" y="1003"/>
                    </a:lnTo>
                    <a:lnTo>
                      <a:pt x="13863" y="890"/>
                    </a:lnTo>
                    <a:lnTo>
                      <a:pt x="13662" y="790"/>
                    </a:lnTo>
                    <a:lnTo>
                      <a:pt x="13437" y="689"/>
                    </a:lnTo>
                    <a:lnTo>
                      <a:pt x="13224" y="602"/>
                    </a:lnTo>
                    <a:lnTo>
                      <a:pt x="12873" y="464"/>
                    </a:lnTo>
                    <a:lnTo>
                      <a:pt x="12509" y="351"/>
                    </a:lnTo>
                    <a:lnTo>
                      <a:pt x="12146" y="263"/>
                    </a:lnTo>
                    <a:lnTo>
                      <a:pt x="11782" y="176"/>
                    </a:lnTo>
                    <a:lnTo>
                      <a:pt x="11406" y="113"/>
                    </a:lnTo>
                    <a:lnTo>
                      <a:pt x="11030" y="75"/>
                    </a:lnTo>
                    <a:lnTo>
                      <a:pt x="10654" y="38"/>
                    </a:lnTo>
                    <a:lnTo>
                      <a:pt x="10278" y="13"/>
                    </a:lnTo>
                    <a:lnTo>
                      <a:pt x="990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6"/>
              <p:cNvSpPr/>
              <p:nvPr/>
            </p:nvSpPr>
            <p:spPr>
              <a:xfrm>
                <a:off x="3475675" y="2366357"/>
                <a:ext cx="64241" cy="82852"/>
              </a:xfrm>
              <a:custGeom>
                <a:rect b="b" l="l" r="r" t="t"/>
                <a:pathLst>
                  <a:path extrusionOk="0" h="3686" w="2858">
                    <a:moveTo>
                      <a:pt x="1366" y="0"/>
                    </a:moveTo>
                    <a:lnTo>
                      <a:pt x="1153" y="13"/>
                    </a:lnTo>
                    <a:lnTo>
                      <a:pt x="953" y="38"/>
                    </a:lnTo>
                    <a:lnTo>
                      <a:pt x="777" y="63"/>
                    </a:lnTo>
                    <a:lnTo>
                      <a:pt x="527" y="126"/>
                    </a:lnTo>
                    <a:lnTo>
                      <a:pt x="426" y="163"/>
                    </a:lnTo>
                    <a:lnTo>
                      <a:pt x="0" y="3435"/>
                    </a:lnTo>
                    <a:lnTo>
                      <a:pt x="326" y="3547"/>
                    </a:lnTo>
                    <a:lnTo>
                      <a:pt x="639" y="3623"/>
                    </a:lnTo>
                    <a:lnTo>
                      <a:pt x="790" y="3660"/>
                    </a:lnTo>
                    <a:lnTo>
                      <a:pt x="940" y="3673"/>
                    </a:lnTo>
                    <a:lnTo>
                      <a:pt x="1091" y="3685"/>
                    </a:lnTo>
                    <a:lnTo>
                      <a:pt x="1354" y="3685"/>
                    </a:lnTo>
                    <a:lnTo>
                      <a:pt x="1492" y="3660"/>
                    </a:lnTo>
                    <a:lnTo>
                      <a:pt x="1617" y="3635"/>
                    </a:lnTo>
                    <a:lnTo>
                      <a:pt x="1730" y="3610"/>
                    </a:lnTo>
                    <a:lnTo>
                      <a:pt x="1843" y="3572"/>
                    </a:lnTo>
                    <a:lnTo>
                      <a:pt x="1955" y="3522"/>
                    </a:lnTo>
                    <a:lnTo>
                      <a:pt x="2056" y="3460"/>
                    </a:lnTo>
                    <a:lnTo>
                      <a:pt x="2156" y="3397"/>
                    </a:lnTo>
                    <a:lnTo>
                      <a:pt x="2244" y="3334"/>
                    </a:lnTo>
                    <a:lnTo>
                      <a:pt x="2331" y="3247"/>
                    </a:lnTo>
                    <a:lnTo>
                      <a:pt x="2419" y="3159"/>
                    </a:lnTo>
                    <a:lnTo>
                      <a:pt x="2494" y="3071"/>
                    </a:lnTo>
                    <a:lnTo>
                      <a:pt x="2557" y="2958"/>
                    </a:lnTo>
                    <a:lnTo>
                      <a:pt x="2620" y="2846"/>
                    </a:lnTo>
                    <a:lnTo>
                      <a:pt x="2670" y="2733"/>
                    </a:lnTo>
                    <a:lnTo>
                      <a:pt x="2720" y="2607"/>
                    </a:lnTo>
                    <a:lnTo>
                      <a:pt x="2757" y="2470"/>
                    </a:lnTo>
                    <a:lnTo>
                      <a:pt x="2795" y="2332"/>
                    </a:lnTo>
                    <a:lnTo>
                      <a:pt x="2820" y="2181"/>
                    </a:lnTo>
                    <a:lnTo>
                      <a:pt x="2845" y="2031"/>
                    </a:lnTo>
                    <a:lnTo>
                      <a:pt x="2858" y="1868"/>
                    </a:lnTo>
                    <a:lnTo>
                      <a:pt x="2858" y="1692"/>
                    </a:lnTo>
                    <a:lnTo>
                      <a:pt x="2858" y="1341"/>
                    </a:lnTo>
                    <a:lnTo>
                      <a:pt x="2833" y="1153"/>
                    </a:lnTo>
                    <a:lnTo>
                      <a:pt x="2808" y="991"/>
                    </a:lnTo>
                    <a:lnTo>
                      <a:pt x="2757" y="840"/>
                    </a:lnTo>
                    <a:lnTo>
                      <a:pt x="2707" y="715"/>
                    </a:lnTo>
                    <a:lnTo>
                      <a:pt x="2645" y="589"/>
                    </a:lnTo>
                    <a:lnTo>
                      <a:pt x="2569" y="489"/>
                    </a:lnTo>
                    <a:lnTo>
                      <a:pt x="2494" y="389"/>
                    </a:lnTo>
                    <a:lnTo>
                      <a:pt x="2407" y="314"/>
                    </a:lnTo>
                    <a:lnTo>
                      <a:pt x="2319" y="239"/>
                    </a:lnTo>
                    <a:lnTo>
                      <a:pt x="2231" y="176"/>
                    </a:lnTo>
                    <a:lnTo>
                      <a:pt x="2131" y="126"/>
                    </a:lnTo>
                    <a:lnTo>
                      <a:pt x="2018" y="88"/>
                    </a:lnTo>
                    <a:lnTo>
                      <a:pt x="1918" y="51"/>
                    </a:lnTo>
                    <a:lnTo>
                      <a:pt x="1805" y="25"/>
                    </a:lnTo>
                    <a:lnTo>
                      <a:pt x="1579" y="0"/>
                    </a:lnTo>
                    <a:close/>
                  </a:path>
                </a:pathLst>
              </a:custGeom>
              <a:solidFill>
                <a:srgbClr val="E08067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16"/>
              <p:cNvSpPr/>
              <p:nvPr/>
            </p:nvSpPr>
            <p:spPr>
              <a:xfrm>
                <a:off x="3253103" y="2418752"/>
                <a:ext cx="131583" cy="277799"/>
              </a:xfrm>
              <a:custGeom>
                <a:rect b="b" l="l" r="r" t="t"/>
                <a:pathLst>
                  <a:path extrusionOk="0" h="12359" w="5854">
                    <a:moveTo>
                      <a:pt x="214" y="1"/>
                    </a:moveTo>
                    <a:lnTo>
                      <a:pt x="1" y="8799"/>
                    </a:lnTo>
                    <a:lnTo>
                      <a:pt x="1" y="9125"/>
                    </a:lnTo>
                    <a:lnTo>
                      <a:pt x="26" y="9451"/>
                    </a:lnTo>
                    <a:lnTo>
                      <a:pt x="76" y="9764"/>
                    </a:lnTo>
                    <a:lnTo>
                      <a:pt x="151" y="10065"/>
                    </a:lnTo>
                    <a:lnTo>
                      <a:pt x="251" y="10353"/>
                    </a:lnTo>
                    <a:lnTo>
                      <a:pt x="364" y="10641"/>
                    </a:lnTo>
                    <a:lnTo>
                      <a:pt x="515" y="10905"/>
                    </a:lnTo>
                    <a:lnTo>
                      <a:pt x="677" y="11143"/>
                    </a:lnTo>
                    <a:lnTo>
                      <a:pt x="853" y="11368"/>
                    </a:lnTo>
                    <a:lnTo>
                      <a:pt x="1053" y="11581"/>
                    </a:lnTo>
                    <a:lnTo>
                      <a:pt x="1279" y="11769"/>
                    </a:lnTo>
                    <a:lnTo>
                      <a:pt x="1505" y="11932"/>
                    </a:lnTo>
                    <a:lnTo>
                      <a:pt x="1755" y="12070"/>
                    </a:lnTo>
                    <a:lnTo>
                      <a:pt x="1881" y="12133"/>
                    </a:lnTo>
                    <a:lnTo>
                      <a:pt x="2019" y="12183"/>
                    </a:lnTo>
                    <a:lnTo>
                      <a:pt x="2156" y="12233"/>
                    </a:lnTo>
                    <a:lnTo>
                      <a:pt x="2294" y="12271"/>
                    </a:lnTo>
                    <a:lnTo>
                      <a:pt x="2432" y="12308"/>
                    </a:lnTo>
                    <a:lnTo>
                      <a:pt x="2570" y="12333"/>
                    </a:lnTo>
                    <a:lnTo>
                      <a:pt x="2746" y="12346"/>
                    </a:lnTo>
                    <a:lnTo>
                      <a:pt x="2908" y="12359"/>
                    </a:lnTo>
                    <a:lnTo>
                      <a:pt x="3071" y="12346"/>
                    </a:lnTo>
                    <a:lnTo>
                      <a:pt x="3222" y="12333"/>
                    </a:lnTo>
                    <a:lnTo>
                      <a:pt x="3385" y="12308"/>
                    </a:lnTo>
                    <a:lnTo>
                      <a:pt x="3535" y="12283"/>
                    </a:lnTo>
                    <a:lnTo>
                      <a:pt x="3698" y="12233"/>
                    </a:lnTo>
                    <a:lnTo>
                      <a:pt x="3848" y="12183"/>
                    </a:lnTo>
                    <a:lnTo>
                      <a:pt x="3986" y="12133"/>
                    </a:lnTo>
                    <a:lnTo>
                      <a:pt x="4137" y="12058"/>
                    </a:lnTo>
                    <a:lnTo>
                      <a:pt x="4275" y="11983"/>
                    </a:lnTo>
                    <a:lnTo>
                      <a:pt x="4412" y="11895"/>
                    </a:lnTo>
                    <a:lnTo>
                      <a:pt x="4538" y="11807"/>
                    </a:lnTo>
                    <a:lnTo>
                      <a:pt x="4663" y="11707"/>
                    </a:lnTo>
                    <a:lnTo>
                      <a:pt x="4788" y="11594"/>
                    </a:lnTo>
                    <a:lnTo>
                      <a:pt x="4901" y="11481"/>
                    </a:lnTo>
                    <a:lnTo>
                      <a:pt x="5014" y="11356"/>
                    </a:lnTo>
                    <a:lnTo>
                      <a:pt x="5114" y="11231"/>
                    </a:lnTo>
                    <a:lnTo>
                      <a:pt x="5215" y="11105"/>
                    </a:lnTo>
                    <a:lnTo>
                      <a:pt x="5315" y="10955"/>
                    </a:lnTo>
                    <a:lnTo>
                      <a:pt x="5390" y="10817"/>
                    </a:lnTo>
                    <a:lnTo>
                      <a:pt x="5478" y="10667"/>
                    </a:lnTo>
                    <a:lnTo>
                      <a:pt x="5553" y="10504"/>
                    </a:lnTo>
                    <a:lnTo>
                      <a:pt x="5616" y="10353"/>
                    </a:lnTo>
                    <a:lnTo>
                      <a:pt x="5678" y="10178"/>
                    </a:lnTo>
                    <a:lnTo>
                      <a:pt x="5728" y="10015"/>
                    </a:lnTo>
                    <a:lnTo>
                      <a:pt x="5766" y="9839"/>
                    </a:lnTo>
                    <a:lnTo>
                      <a:pt x="5804" y="9664"/>
                    </a:lnTo>
                    <a:lnTo>
                      <a:pt x="5829" y="9476"/>
                    </a:lnTo>
                    <a:lnTo>
                      <a:pt x="5854" y="9300"/>
                    </a:lnTo>
                    <a:lnTo>
                      <a:pt x="5854" y="9112"/>
                    </a:lnTo>
                    <a:lnTo>
                      <a:pt x="5854" y="8912"/>
                    </a:lnTo>
                    <a:lnTo>
                      <a:pt x="5716" y="740"/>
                    </a:lnTo>
                    <a:lnTo>
                      <a:pt x="214" y="1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16"/>
              <p:cNvSpPr/>
              <p:nvPr/>
            </p:nvSpPr>
            <p:spPr>
              <a:xfrm>
                <a:off x="3277334" y="2464404"/>
                <a:ext cx="107645" cy="154668"/>
              </a:xfrm>
              <a:custGeom>
                <a:rect b="b" l="l" r="r" t="t"/>
                <a:pathLst>
                  <a:path extrusionOk="0" h="6881" w="4789">
                    <a:moveTo>
                      <a:pt x="88" y="0"/>
                    </a:moveTo>
                    <a:lnTo>
                      <a:pt x="51" y="288"/>
                    </a:lnTo>
                    <a:lnTo>
                      <a:pt x="26" y="627"/>
                    </a:lnTo>
                    <a:lnTo>
                      <a:pt x="1" y="1053"/>
                    </a:lnTo>
                    <a:lnTo>
                      <a:pt x="1" y="1567"/>
                    </a:lnTo>
                    <a:lnTo>
                      <a:pt x="13" y="1855"/>
                    </a:lnTo>
                    <a:lnTo>
                      <a:pt x="26" y="2143"/>
                    </a:lnTo>
                    <a:lnTo>
                      <a:pt x="63" y="2444"/>
                    </a:lnTo>
                    <a:lnTo>
                      <a:pt x="101" y="2757"/>
                    </a:lnTo>
                    <a:lnTo>
                      <a:pt x="163" y="3083"/>
                    </a:lnTo>
                    <a:lnTo>
                      <a:pt x="239" y="3397"/>
                    </a:lnTo>
                    <a:lnTo>
                      <a:pt x="326" y="3722"/>
                    </a:lnTo>
                    <a:lnTo>
                      <a:pt x="439" y="4036"/>
                    </a:lnTo>
                    <a:lnTo>
                      <a:pt x="577" y="4349"/>
                    </a:lnTo>
                    <a:lnTo>
                      <a:pt x="727" y="4650"/>
                    </a:lnTo>
                    <a:lnTo>
                      <a:pt x="903" y="4951"/>
                    </a:lnTo>
                    <a:lnTo>
                      <a:pt x="1104" y="5239"/>
                    </a:lnTo>
                    <a:lnTo>
                      <a:pt x="1204" y="5377"/>
                    </a:lnTo>
                    <a:lnTo>
                      <a:pt x="1329" y="5502"/>
                    </a:lnTo>
                    <a:lnTo>
                      <a:pt x="1442" y="5640"/>
                    </a:lnTo>
                    <a:lnTo>
                      <a:pt x="1580" y="5765"/>
                    </a:lnTo>
                    <a:lnTo>
                      <a:pt x="1718" y="5878"/>
                    </a:lnTo>
                    <a:lnTo>
                      <a:pt x="1856" y="5991"/>
                    </a:lnTo>
                    <a:lnTo>
                      <a:pt x="2018" y="6104"/>
                    </a:lnTo>
                    <a:lnTo>
                      <a:pt x="2169" y="6204"/>
                    </a:lnTo>
                    <a:lnTo>
                      <a:pt x="2344" y="6304"/>
                    </a:lnTo>
                    <a:lnTo>
                      <a:pt x="2520" y="6392"/>
                    </a:lnTo>
                    <a:lnTo>
                      <a:pt x="2708" y="6480"/>
                    </a:lnTo>
                    <a:lnTo>
                      <a:pt x="2896" y="6555"/>
                    </a:lnTo>
                    <a:lnTo>
                      <a:pt x="3096" y="6630"/>
                    </a:lnTo>
                    <a:lnTo>
                      <a:pt x="3309" y="6693"/>
                    </a:lnTo>
                    <a:lnTo>
                      <a:pt x="3535" y="6743"/>
                    </a:lnTo>
                    <a:lnTo>
                      <a:pt x="3761" y="6793"/>
                    </a:lnTo>
                    <a:lnTo>
                      <a:pt x="3999" y="6831"/>
                    </a:lnTo>
                    <a:lnTo>
                      <a:pt x="4249" y="6856"/>
                    </a:lnTo>
                    <a:lnTo>
                      <a:pt x="4513" y="6881"/>
                    </a:lnTo>
                    <a:lnTo>
                      <a:pt x="4776" y="6881"/>
                    </a:lnTo>
                    <a:lnTo>
                      <a:pt x="4788" y="3447"/>
                    </a:lnTo>
                    <a:lnTo>
                      <a:pt x="4575" y="3434"/>
                    </a:lnTo>
                    <a:lnTo>
                      <a:pt x="4362" y="3397"/>
                    </a:lnTo>
                    <a:lnTo>
                      <a:pt x="4149" y="3346"/>
                    </a:lnTo>
                    <a:lnTo>
                      <a:pt x="3936" y="3284"/>
                    </a:lnTo>
                    <a:lnTo>
                      <a:pt x="3723" y="3196"/>
                    </a:lnTo>
                    <a:lnTo>
                      <a:pt x="3510" y="3108"/>
                    </a:lnTo>
                    <a:lnTo>
                      <a:pt x="3297" y="2996"/>
                    </a:lnTo>
                    <a:lnTo>
                      <a:pt x="3096" y="2883"/>
                    </a:lnTo>
                    <a:lnTo>
                      <a:pt x="2896" y="2757"/>
                    </a:lnTo>
                    <a:lnTo>
                      <a:pt x="2695" y="2620"/>
                    </a:lnTo>
                    <a:lnTo>
                      <a:pt x="2495" y="2469"/>
                    </a:lnTo>
                    <a:lnTo>
                      <a:pt x="2307" y="2331"/>
                    </a:lnTo>
                    <a:lnTo>
                      <a:pt x="1931" y="2018"/>
                    </a:lnTo>
                    <a:lnTo>
                      <a:pt x="1592" y="1692"/>
                    </a:lnTo>
                    <a:lnTo>
                      <a:pt x="1266" y="1379"/>
                    </a:lnTo>
                    <a:lnTo>
                      <a:pt x="978" y="1065"/>
                    </a:lnTo>
                    <a:lnTo>
                      <a:pt x="727" y="790"/>
                    </a:lnTo>
                    <a:lnTo>
                      <a:pt x="502" y="526"/>
                    </a:lnTo>
                    <a:lnTo>
                      <a:pt x="201" y="138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070019">
                  <a:alpha val="12549"/>
                </a:srgbClr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16"/>
              <p:cNvSpPr/>
              <p:nvPr/>
            </p:nvSpPr>
            <p:spPr>
              <a:xfrm>
                <a:off x="3277334" y="2464404"/>
                <a:ext cx="107645" cy="154668"/>
              </a:xfrm>
              <a:custGeom>
                <a:rect b="b" l="l" r="r" t="t"/>
                <a:pathLst>
                  <a:path extrusionOk="0" fill="none" h="6881" w="4789">
                    <a:moveTo>
                      <a:pt x="4788" y="3447"/>
                    </a:moveTo>
                    <a:lnTo>
                      <a:pt x="4788" y="3447"/>
                    </a:lnTo>
                    <a:lnTo>
                      <a:pt x="4575" y="3434"/>
                    </a:lnTo>
                    <a:lnTo>
                      <a:pt x="4362" y="3397"/>
                    </a:lnTo>
                    <a:lnTo>
                      <a:pt x="4149" y="3346"/>
                    </a:lnTo>
                    <a:lnTo>
                      <a:pt x="3936" y="3284"/>
                    </a:lnTo>
                    <a:lnTo>
                      <a:pt x="3723" y="3196"/>
                    </a:lnTo>
                    <a:lnTo>
                      <a:pt x="3510" y="3108"/>
                    </a:lnTo>
                    <a:lnTo>
                      <a:pt x="3297" y="2996"/>
                    </a:lnTo>
                    <a:lnTo>
                      <a:pt x="3096" y="2883"/>
                    </a:lnTo>
                    <a:lnTo>
                      <a:pt x="2896" y="2757"/>
                    </a:lnTo>
                    <a:lnTo>
                      <a:pt x="2695" y="2620"/>
                    </a:lnTo>
                    <a:lnTo>
                      <a:pt x="2495" y="2469"/>
                    </a:lnTo>
                    <a:lnTo>
                      <a:pt x="2307" y="2331"/>
                    </a:lnTo>
                    <a:lnTo>
                      <a:pt x="1931" y="2018"/>
                    </a:lnTo>
                    <a:lnTo>
                      <a:pt x="1592" y="1692"/>
                    </a:lnTo>
                    <a:lnTo>
                      <a:pt x="1266" y="1379"/>
                    </a:lnTo>
                    <a:lnTo>
                      <a:pt x="978" y="1065"/>
                    </a:lnTo>
                    <a:lnTo>
                      <a:pt x="727" y="790"/>
                    </a:lnTo>
                    <a:lnTo>
                      <a:pt x="502" y="526"/>
                    </a:lnTo>
                    <a:lnTo>
                      <a:pt x="201" y="138"/>
                    </a:lnTo>
                    <a:lnTo>
                      <a:pt x="88" y="0"/>
                    </a:lnTo>
                    <a:lnTo>
                      <a:pt x="88" y="0"/>
                    </a:lnTo>
                    <a:lnTo>
                      <a:pt x="51" y="288"/>
                    </a:lnTo>
                    <a:lnTo>
                      <a:pt x="26" y="627"/>
                    </a:lnTo>
                    <a:lnTo>
                      <a:pt x="1" y="1053"/>
                    </a:lnTo>
                    <a:lnTo>
                      <a:pt x="1" y="1567"/>
                    </a:lnTo>
                    <a:lnTo>
                      <a:pt x="13" y="1855"/>
                    </a:lnTo>
                    <a:lnTo>
                      <a:pt x="26" y="2143"/>
                    </a:lnTo>
                    <a:lnTo>
                      <a:pt x="63" y="2444"/>
                    </a:lnTo>
                    <a:lnTo>
                      <a:pt x="101" y="2757"/>
                    </a:lnTo>
                    <a:lnTo>
                      <a:pt x="163" y="3083"/>
                    </a:lnTo>
                    <a:lnTo>
                      <a:pt x="239" y="3397"/>
                    </a:lnTo>
                    <a:lnTo>
                      <a:pt x="326" y="3722"/>
                    </a:lnTo>
                    <a:lnTo>
                      <a:pt x="439" y="4036"/>
                    </a:lnTo>
                    <a:lnTo>
                      <a:pt x="577" y="4349"/>
                    </a:lnTo>
                    <a:lnTo>
                      <a:pt x="727" y="4650"/>
                    </a:lnTo>
                    <a:lnTo>
                      <a:pt x="903" y="4951"/>
                    </a:lnTo>
                    <a:lnTo>
                      <a:pt x="1104" y="5239"/>
                    </a:lnTo>
                    <a:lnTo>
                      <a:pt x="1204" y="5377"/>
                    </a:lnTo>
                    <a:lnTo>
                      <a:pt x="1329" y="5502"/>
                    </a:lnTo>
                    <a:lnTo>
                      <a:pt x="1442" y="5640"/>
                    </a:lnTo>
                    <a:lnTo>
                      <a:pt x="1580" y="5765"/>
                    </a:lnTo>
                    <a:lnTo>
                      <a:pt x="1718" y="5878"/>
                    </a:lnTo>
                    <a:lnTo>
                      <a:pt x="1856" y="5991"/>
                    </a:lnTo>
                    <a:lnTo>
                      <a:pt x="2018" y="6104"/>
                    </a:lnTo>
                    <a:lnTo>
                      <a:pt x="2169" y="6204"/>
                    </a:lnTo>
                    <a:lnTo>
                      <a:pt x="2344" y="6304"/>
                    </a:lnTo>
                    <a:lnTo>
                      <a:pt x="2520" y="6392"/>
                    </a:lnTo>
                    <a:lnTo>
                      <a:pt x="2708" y="6480"/>
                    </a:lnTo>
                    <a:lnTo>
                      <a:pt x="2896" y="6555"/>
                    </a:lnTo>
                    <a:lnTo>
                      <a:pt x="3096" y="6630"/>
                    </a:lnTo>
                    <a:lnTo>
                      <a:pt x="3309" y="6693"/>
                    </a:lnTo>
                    <a:lnTo>
                      <a:pt x="3535" y="6743"/>
                    </a:lnTo>
                    <a:lnTo>
                      <a:pt x="3761" y="6793"/>
                    </a:lnTo>
                    <a:lnTo>
                      <a:pt x="3999" y="6831"/>
                    </a:lnTo>
                    <a:lnTo>
                      <a:pt x="4249" y="6856"/>
                    </a:lnTo>
                    <a:lnTo>
                      <a:pt x="4513" y="6881"/>
                    </a:lnTo>
                    <a:lnTo>
                      <a:pt x="4776" y="6881"/>
                    </a:lnTo>
                    <a:lnTo>
                      <a:pt x="4788" y="3447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6"/>
              <p:cNvSpPr/>
              <p:nvPr/>
            </p:nvSpPr>
            <p:spPr>
              <a:xfrm>
                <a:off x="3273670" y="2215645"/>
                <a:ext cx="234126" cy="359775"/>
              </a:xfrm>
              <a:custGeom>
                <a:rect b="b" l="l" r="r" t="t"/>
                <a:pathLst>
                  <a:path extrusionOk="0" h="16006" w="10416">
                    <a:moveTo>
                      <a:pt x="4287" y="0"/>
                    </a:moveTo>
                    <a:lnTo>
                      <a:pt x="4049" y="38"/>
                    </a:lnTo>
                    <a:lnTo>
                      <a:pt x="3798" y="88"/>
                    </a:lnTo>
                    <a:lnTo>
                      <a:pt x="3472" y="163"/>
                    </a:lnTo>
                    <a:lnTo>
                      <a:pt x="3159" y="263"/>
                    </a:lnTo>
                    <a:lnTo>
                      <a:pt x="2871" y="376"/>
                    </a:lnTo>
                    <a:lnTo>
                      <a:pt x="2595" y="501"/>
                    </a:lnTo>
                    <a:lnTo>
                      <a:pt x="2344" y="639"/>
                    </a:lnTo>
                    <a:lnTo>
                      <a:pt x="2106" y="777"/>
                    </a:lnTo>
                    <a:lnTo>
                      <a:pt x="1881" y="928"/>
                    </a:lnTo>
                    <a:lnTo>
                      <a:pt x="1668" y="1090"/>
                    </a:lnTo>
                    <a:lnTo>
                      <a:pt x="1480" y="1266"/>
                    </a:lnTo>
                    <a:lnTo>
                      <a:pt x="1304" y="1441"/>
                    </a:lnTo>
                    <a:lnTo>
                      <a:pt x="1141" y="1629"/>
                    </a:lnTo>
                    <a:lnTo>
                      <a:pt x="991" y="1817"/>
                    </a:lnTo>
                    <a:lnTo>
                      <a:pt x="853" y="2005"/>
                    </a:lnTo>
                    <a:lnTo>
                      <a:pt x="728" y="2218"/>
                    </a:lnTo>
                    <a:lnTo>
                      <a:pt x="615" y="2419"/>
                    </a:lnTo>
                    <a:lnTo>
                      <a:pt x="514" y="2632"/>
                    </a:lnTo>
                    <a:lnTo>
                      <a:pt x="427" y="2845"/>
                    </a:lnTo>
                    <a:lnTo>
                      <a:pt x="339" y="3058"/>
                    </a:lnTo>
                    <a:lnTo>
                      <a:pt x="276" y="3271"/>
                    </a:lnTo>
                    <a:lnTo>
                      <a:pt x="214" y="3497"/>
                    </a:lnTo>
                    <a:lnTo>
                      <a:pt x="164" y="3722"/>
                    </a:lnTo>
                    <a:lnTo>
                      <a:pt x="113" y="3936"/>
                    </a:lnTo>
                    <a:lnTo>
                      <a:pt x="51" y="4374"/>
                    </a:lnTo>
                    <a:lnTo>
                      <a:pt x="13" y="4813"/>
                    </a:lnTo>
                    <a:lnTo>
                      <a:pt x="1" y="5239"/>
                    </a:lnTo>
                    <a:lnTo>
                      <a:pt x="1" y="5640"/>
                    </a:lnTo>
                    <a:lnTo>
                      <a:pt x="13" y="6029"/>
                    </a:lnTo>
                    <a:lnTo>
                      <a:pt x="51" y="6655"/>
                    </a:lnTo>
                    <a:lnTo>
                      <a:pt x="51" y="6856"/>
                    </a:lnTo>
                    <a:lnTo>
                      <a:pt x="38" y="7232"/>
                    </a:lnTo>
                    <a:lnTo>
                      <a:pt x="26" y="7746"/>
                    </a:lnTo>
                    <a:lnTo>
                      <a:pt x="26" y="8372"/>
                    </a:lnTo>
                    <a:lnTo>
                      <a:pt x="38" y="8723"/>
                    </a:lnTo>
                    <a:lnTo>
                      <a:pt x="51" y="9087"/>
                    </a:lnTo>
                    <a:lnTo>
                      <a:pt x="76" y="9475"/>
                    </a:lnTo>
                    <a:lnTo>
                      <a:pt x="113" y="9876"/>
                    </a:lnTo>
                    <a:lnTo>
                      <a:pt x="164" y="10290"/>
                    </a:lnTo>
                    <a:lnTo>
                      <a:pt x="226" y="10704"/>
                    </a:lnTo>
                    <a:lnTo>
                      <a:pt x="314" y="11130"/>
                    </a:lnTo>
                    <a:lnTo>
                      <a:pt x="414" y="11556"/>
                    </a:lnTo>
                    <a:lnTo>
                      <a:pt x="540" y="11969"/>
                    </a:lnTo>
                    <a:lnTo>
                      <a:pt x="677" y="12396"/>
                    </a:lnTo>
                    <a:lnTo>
                      <a:pt x="840" y="12797"/>
                    </a:lnTo>
                    <a:lnTo>
                      <a:pt x="1028" y="13198"/>
                    </a:lnTo>
                    <a:lnTo>
                      <a:pt x="1129" y="13398"/>
                    </a:lnTo>
                    <a:lnTo>
                      <a:pt x="1241" y="13586"/>
                    </a:lnTo>
                    <a:lnTo>
                      <a:pt x="1354" y="13774"/>
                    </a:lnTo>
                    <a:lnTo>
                      <a:pt x="1480" y="13950"/>
                    </a:lnTo>
                    <a:lnTo>
                      <a:pt x="1617" y="14125"/>
                    </a:lnTo>
                    <a:lnTo>
                      <a:pt x="1755" y="14301"/>
                    </a:lnTo>
                    <a:lnTo>
                      <a:pt x="1893" y="14464"/>
                    </a:lnTo>
                    <a:lnTo>
                      <a:pt x="2056" y="14627"/>
                    </a:lnTo>
                    <a:lnTo>
                      <a:pt x="2219" y="14777"/>
                    </a:lnTo>
                    <a:lnTo>
                      <a:pt x="2382" y="14915"/>
                    </a:lnTo>
                    <a:lnTo>
                      <a:pt x="2570" y="15053"/>
                    </a:lnTo>
                    <a:lnTo>
                      <a:pt x="2758" y="15191"/>
                    </a:lnTo>
                    <a:lnTo>
                      <a:pt x="2946" y="15316"/>
                    </a:lnTo>
                    <a:lnTo>
                      <a:pt x="3159" y="15429"/>
                    </a:lnTo>
                    <a:lnTo>
                      <a:pt x="3372" y="15529"/>
                    </a:lnTo>
                    <a:lnTo>
                      <a:pt x="3598" y="15617"/>
                    </a:lnTo>
                    <a:lnTo>
                      <a:pt x="3836" y="15704"/>
                    </a:lnTo>
                    <a:lnTo>
                      <a:pt x="4074" y="15780"/>
                    </a:lnTo>
                    <a:lnTo>
                      <a:pt x="4337" y="15842"/>
                    </a:lnTo>
                    <a:lnTo>
                      <a:pt x="4600" y="15905"/>
                    </a:lnTo>
                    <a:lnTo>
                      <a:pt x="4876" y="15943"/>
                    </a:lnTo>
                    <a:lnTo>
                      <a:pt x="5164" y="15980"/>
                    </a:lnTo>
                    <a:lnTo>
                      <a:pt x="5465" y="15993"/>
                    </a:lnTo>
                    <a:lnTo>
                      <a:pt x="5766" y="16005"/>
                    </a:lnTo>
                    <a:lnTo>
                      <a:pt x="5954" y="15993"/>
                    </a:lnTo>
                    <a:lnTo>
                      <a:pt x="6129" y="15980"/>
                    </a:lnTo>
                    <a:lnTo>
                      <a:pt x="6305" y="15955"/>
                    </a:lnTo>
                    <a:lnTo>
                      <a:pt x="6480" y="15930"/>
                    </a:lnTo>
                    <a:lnTo>
                      <a:pt x="6643" y="15880"/>
                    </a:lnTo>
                    <a:lnTo>
                      <a:pt x="6806" y="15830"/>
                    </a:lnTo>
                    <a:lnTo>
                      <a:pt x="6957" y="15780"/>
                    </a:lnTo>
                    <a:lnTo>
                      <a:pt x="7107" y="15704"/>
                    </a:lnTo>
                    <a:lnTo>
                      <a:pt x="7257" y="15629"/>
                    </a:lnTo>
                    <a:lnTo>
                      <a:pt x="7408" y="15554"/>
                    </a:lnTo>
                    <a:lnTo>
                      <a:pt x="7546" y="15466"/>
                    </a:lnTo>
                    <a:lnTo>
                      <a:pt x="7671" y="15366"/>
                    </a:lnTo>
                    <a:lnTo>
                      <a:pt x="7809" y="15266"/>
                    </a:lnTo>
                    <a:lnTo>
                      <a:pt x="7934" y="15153"/>
                    </a:lnTo>
                    <a:lnTo>
                      <a:pt x="8172" y="14915"/>
                    </a:lnTo>
                    <a:lnTo>
                      <a:pt x="8398" y="14664"/>
                    </a:lnTo>
                    <a:lnTo>
                      <a:pt x="8611" y="14376"/>
                    </a:lnTo>
                    <a:lnTo>
                      <a:pt x="8799" y="14075"/>
                    </a:lnTo>
                    <a:lnTo>
                      <a:pt x="8987" y="13762"/>
                    </a:lnTo>
                    <a:lnTo>
                      <a:pt x="9150" y="13436"/>
                    </a:lnTo>
                    <a:lnTo>
                      <a:pt x="9300" y="13085"/>
                    </a:lnTo>
                    <a:lnTo>
                      <a:pt x="9451" y="12734"/>
                    </a:lnTo>
                    <a:lnTo>
                      <a:pt x="9576" y="12358"/>
                    </a:lnTo>
                    <a:lnTo>
                      <a:pt x="9689" y="11995"/>
                    </a:lnTo>
                    <a:lnTo>
                      <a:pt x="9802" y="11606"/>
                    </a:lnTo>
                    <a:lnTo>
                      <a:pt x="9902" y="11230"/>
                    </a:lnTo>
                    <a:lnTo>
                      <a:pt x="9977" y="10841"/>
                    </a:lnTo>
                    <a:lnTo>
                      <a:pt x="10065" y="10465"/>
                    </a:lnTo>
                    <a:lnTo>
                      <a:pt x="10128" y="10077"/>
                    </a:lnTo>
                    <a:lnTo>
                      <a:pt x="10240" y="9337"/>
                    </a:lnTo>
                    <a:lnTo>
                      <a:pt x="10316" y="8623"/>
                    </a:lnTo>
                    <a:lnTo>
                      <a:pt x="10366" y="7971"/>
                    </a:lnTo>
                    <a:lnTo>
                      <a:pt x="10403" y="7370"/>
                    </a:lnTo>
                    <a:lnTo>
                      <a:pt x="10416" y="6856"/>
                    </a:lnTo>
                    <a:lnTo>
                      <a:pt x="10416" y="6254"/>
                    </a:lnTo>
                    <a:lnTo>
                      <a:pt x="10391" y="5778"/>
                    </a:lnTo>
                    <a:lnTo>
                      <a:pt x="10366" y="5377"/>
                    </a:lnTo>
                    <a:lnTo>
                      <a:pt x="10316" y="5076"/>
                    </a:lnTo>
                    <a:lnTo>
                      <a:pt x="10240" y="4775"/>
                    </a:lnTo>
                    <a:lnTo>
                      <a:pt x="10153" y="4474"/>
                    </a:lnTo>
                    <a:lnTo>
                      <a:pt x="10052" y="4186"/>
                    </a:lnTo>
                    <a:lnTo>
                      <a:pt x="9927" y="3910"/>
                    </a:lnTo>
                    <a:lnTo>
                      <a:pt x="9789" y="3635"/>
                    </a:lnTo>
                    <a:lnTo>
                      <a:pt x="9651" y="3359"/>
                    </a:lnTo>
                    <a:lnTo>
                      <a:pt x="9488" y="3096"/>
                    </a:lnTo>
                    <a:lnTo>
                      <a:pt x="9326" y="2833"/>
                    </a:lnTo>
                    <a:lnTo>
                      <a:pt x="9138" y="2594"/>
                    </a:lnTo>
                    <a:lnTo>
                      <a:pt x="8950" y="2344"/>
                    </a:lnTo>
                    <a:lnTo>
                      <a:pt x="8749" y="2118"/>
                    </a:lnTo>
                    <a:lnTo>
                      <a:pt x="8536" y="1893"/>
                    </a:lnTo>
                    <a:lnTo>
                      <a:pt x="8323" y="1680"/>
                    </a:lnTo>
                    <a:lnTo>
                      <a:pt x="8085" y="1479"/>
                    </a:lnTo>
                    <a:lnTo>
                      <a:pt x="7859" y="1291"/>
                    </a:lnTo>
                    <a:lnTo>
                      <a:pt x="7621" y="1103"/>
                    </a:lnTo>
                    <a:lnTo>
                      <a:pt x="7370" y="940"/>
                    </a:lnTo>
                    <a:lnTo>
                      <a:pt x="7132" y="777"/>
                    </a:lnTo>
                    <a:lnTo>
                      <a:pt x="6869" y="639"/>
                    </a:lnTo>
                    <a:lnTo>
                      <a:pt x="6618" y="501"/>
                    </a:lnTo>
                    <a:lnTo>
                      <a:pt x="6355" y="389"/>
                    </a:lnTo>
                    <a:lnTo>
                      <a:pt x="6104" y="288"/>
                    </a:lnTo>
                    <a:lnTo>
                      <a:pt x="5841" y="201"/>
                    </a:lnTo>
                    <a:lnTo>
                      <a:pt x="5578" y="125"/>
                    </a:lnTo>
                    <a:lnTo>
                      <a:pt x="5315" y="63"/>
                    </a:lnTo>
                    <a:lnTo>
                      <a:pt x="5064" y="25"/>
                    </a:lnTo>
                    <a:lnTo>
                      <a:pt x="4801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16"/>
              <p:cNvSpPr/>
              <p:nvPr/>
            </p:nvSpPr>
            <p:spPr>
              <a:xfrm>
                <a:off x="3246067" y="2184649"/>
                <a:ext cx="303154" cy="186226"/>
              </a:xfrm>
              <a:custGeom>
                <a:rect b="b" l="l" r="r" t="t"/>
                <a:pathLst>
                  <a:path extrusionOk="0" h="8285" w="13487">
                    <a:moveTo>
                      <a:pt x="5791" y="0"/>
                    </a:moveTo>
                    <a:lnTo>
                      <a:pt x="5402" y="25"/>
                    </a:lnTo>
                    <a:lnTo>
                      <a:pt x="5026" y="63"/>
                    </a:lnTo>
                    <a:lnTo>
                      <a:pt x="4650" y="138"/>
                    </a:lnTo>
                    <a:lnTo>
                      <a:pt x="4274" y="226"/>
                    </a:lnTo>
                    <a:lnTo>
                      <a:pt x="3911" y="339"/>
                    </a:lnTo>
                    <a:lnTo>
                      <a:pt x="3547" y="464"/>
                    </a:lnTo>
                    <a:lnTo>
                      <a:pt x="3196" y="627"/>
                    </a:lnTo>
                    <a:lnTo>
                      <a:pt x="2845" y="790"/>
                    </a:lnTo>
                    <a:lnTo>
                      <a:pt x="2507" y="991"/>
                    </a:lnTo>
                    <a:lnTo>
                      <a:pt x="2181" y="1204"/>
                    </a:lnTo>
                    <a:lnTo>
                      <a:pt x="1868" y="1429"/>
                    </a:lnTo>
                    <a:lnTo>
                      <a:pt x="1554" y="1680"/>
                    </a:lnTo>
                    <a:lnTo>
                      <a:pt x="1279" y="1943"/>
                    </a:lnTo>
                    <a:lnTo>
                      <a:pt x="1028" y="2219"/>
                    </a:lnTo>
                    <a:lnTo>
                      <a:pt x="815" y="2495"/>
                    </a:lnTo>
                    <a:lnTo>
                      <a:pt x="627" y="2770"/>
                    </a:lnTo>
                    <a:lnTo>
                      <a:pt x="464" y="3046"/>
                    </a:lnTo>
                    <a:lnTo>
                      <a:pt x="326" y="3322"/>
                    </a:lnTo>
                    <a:lnTo>
                      <a:pt x="226" y="3610"/>
                    </a:lnTo>
                    <a:lnTo>
                      <a:pt x="138" y="3898"/>
                    </a:lnTo>
                    <a:lnTo>
                      <a:pt x="76" y="4174"/>
                    </a:lnTo>
                    <a:lnTo>
                      <a:pt x="25" y="4450"/>
                    </a:lnTo>
                    <a:lnTo>
                      <a:pt x="13" y="4725"/>
                    </a:lnTo>
                    <a:lnTo>
                      <a:pt x="0" y="5001"/>
                    </a:lnTo>
                    <a:lnTo>
                      <a:pt x="13" y="5277"/>
                    </a:lnTo>
                    <a:lnTo>
                      <a:pt x="38" y="5540"/>
                    </a:lnTo>
                    <a:lnTo>
                      <a:pt x="76" y="5791"/>
                    </a:lnTo>
                    <a:lnTo>
                      <a:pt x="126" y="6041"/>
                    </a:lnTo>
                    <a:lnTo>
                      <a:pt x="188" y="6280"/>
                    </a:lnTo>
                    <a:lnTo>
                      <a:pt x="251" y="6518"/>
                    </a:lnTo>
                    <a:lnTo>
                      <a:pt x="339" y="6731"/>
                    </a:lnTo>
                    <a:lnTo>
                      <a:pt x="414" y="6944"/>
                    </a:lnTo>
                    <a:lnTo>
                      <a:pt x="502" y="7144"/>
                    </a:lnTo>
                    <a:lnTo>
                      <a:pt x="589" y="7320"/>
                    </a:lnTo>
                    <a:lnTo>
                      <a:pt x="690" y="7495"/>
                    </a:lnTo>
                    <a:lnTo>
                      <a:pt x="777" y="7646"/>
                    </a:lnTo>
                    <a:lnTo>
                      <a:pt x="878" y="7796"/>
                    </a:lnTo>
                    <a:lnTo>
                      <a:pt x="965" y="7909"/>
                    </a:lnTo>
                    <a:lnTo>
                      <a:pt x="1053" y="8022"/>
                    </a:lnTo>
                    <a:lnTo>
                      <a:pt x="1128" y="8109"/>
                    </a:lnTo>
                    <a:lnTo>
                      <a:pt x="1204" y="8172"/>
                    </a:lnTo>
                    <a:lnTo>
                      <a:pt x="1266" y="8222"/>
                    </a:lnTo>
                    <a:lnTo>
                      <a:pt x="1316" y="8247"/>
                    </a:lnTo>
                    <a:lnTo>
                      <a:pt x="1454" y="8272"/>
                    </a:lnTo>
                    <a:lnTo>
                      <a:pt x="1592" y="8285"/>
                    </a:lnTo>
                    <a:lnTo>
                      <a:pt x="1717" y="8272"/>
                    </a:lnTo>
                    <a:lnTo>
                      <a:pt x="1843" y="8235"/>
                    </a:lnTo>
                    <a:lnTo>
                      <a:pt x="1956" y="8172"/>
                    </a:lnTo>
                    <a:lnTo>
                      <a:pt x="2068" y="8097"/>
                    </a:lnTo>
                    <a:lnTo>
                      <a:pt x="2169" y="8009"/>
                    </a:lnTo>
                    <a:lnTo>
                      <a:pt x="2269" y="7896"/>
                    </a:lnTo>
                    <a:lnTo>
                      <a:pt x="2357" y="7771"/>
                    </a:lnTo>
                    <a:lnTo>
                      <a:pt x="2444" y="7646"/>
                    </a:lnTo>
                    <a:lnTo>
                      <a:pt x="2532" y="7495"/>
                    </a:lnTo>
                    <a:lnTo>
                      <a:pt x="2607" y="7332"/>
                    </a:lnTo>
                    <a:lnTo>
                      <a:pt x="2683" y="7169"/>
                    </a:lnTo>
                    <a:lnTo>
                      <a:pt x="2745" y="6994"/>
                    </a:lnTo>
                    <a:lnTo>
                      <a:pt x="2858" y="6631"/>
                    </a:lnTo>
                    <a:lnTo>
                      <a:pt x="2958" y="6255"/>
                    </a:lnTo>
                    <a:lnTo>
                      <a:pt x="3046" y="5866"/>
                    </a:lnTo>
                    <a:lnTo>
                      <a:pt x="3109" y="5490"/>
                    </a:lnTo>
                    <a:lnTo>
                      <a:pt x="3159" y="5139"/>
                    </a:lnTo>
                    <a:lnTo>
                      <a:pt x="3184" y="4813"/>
                    </a:lnTo>
                    <a:lnTo>
                      <a:pt x="3209" y="4525"/>
                    </a:lnTo>
                    <a:lnTo>
                      <a:pt x="3209" y="4299"/>
                    </a:lnTo>
                    <a:lnTo>
                      <a:pt x="3209" y="4124"/>
                    </a:lnTo>
                    <a:lnTo>
                      <a:pt x="4400" y="4675"/>
                    </a:lnTo>
                    <a:lnTo>
                      <a:pt x="5415" y="5139"/>
                    </a:lnTo>
                    <a:lnTo>
                      <a:pt x="6004" y="5390"/>
                    </a:lnTo>
                    <a:lnTo>
                      <a:pt x="6618" y="5653"/>
                    </a:lnTo>
                    <a:lnTo>
                      <a:pt x="7270" y="5916"/>
                    </a:lnTo>
                    <a:lnTo>
                      <a:pt x="7934" y="6167"/>
                    </a:lnTo>
                    <a:lnTo>
                      <a:pt x="8623" y="6417"/>
                    </a:lnTo>
                    <a:lnTo>
                      <a:pt x="9300" y="6643"/>
                    </a:lnTo>
                    <a:lnTo>
                      <a:pt x="9977" y="6856"/>
                    </a:lnTo>
                    <a:lnTo>
                      <a:pt x="10629" y="7044"/>
                    </a:lnTo>
                    <a:lnTo>
                      <a:pt x="10955" y="7119"/>
                    </a:lnTo>
                    <a:lnTo>
                      <a:pt x="11268" y="7195"/>
                    </a:lnTo>
                    <a:lnTo>
                      <a:pt x="11569" y="7245"/>
                    </a:lnTo>
                    <a:lnTo>
                      <a:pt x="11870" y="7295"/>
                    </a:lnTo>
                    <a:lnTo>
                      <a:pt x="12058" y="7320"/>
                    </a:lnTo>
                    <a:lnTo>
                      <a:pt x="12233" y="7320"/>
                    </a:lnTo>
                    <a:lnTo>
                      <a:pt x="12383" y="7307"/>
                    </a:lnTo>
                    <a:lnTo>
                      <a:pt x="12534" y="7270"/>
                    </a:lnTo>
                    <a:lnTo>
                      <a:pt x="12659" y="7232"/>
                    </a:lnTo>
                    <a:lnTo>
                      <a:pt x="12784" y="7169"/>
                    </a:lnTo>
                    <a:lnTo>
                      <a:pt x="12885" y="7094"/>
                    </a:lnTo>
                    <a:lnTo>
                      <a:pt x="12985" y="7019"/>
                    </a:lnTo>
                    <a:lnTo>
                      <a:pt x="13073" y="6931"/>
                    </a:lnTo>
                    <a:lnTo>
                      <a:pt x="13148" y="6831"/>
                    </a:lnTo>
                    <a:lnTo>
                      <a:pt x="13211" y="6718"/>
                    </a:lnTo>
                    <a:lnTo>
                      <a:pt x="13273" y="6605"/>
                    </a:lnTo>
                    <a:lnTo>
                      <a:pt x="13323" y="6493"/>
                    </a:lnTo>
                    <a:lnTo>
                      <a:pt x="13361" y="6367"/>
                    </a:lnTo>
                    <a:lnTo>
                      <a:pt x="13424" y="6117"/>
                    </a:lnTo>
                    <a:lnTo>
                      <a:pt x="13461" y="5866"/>
                    </a:lnTo>
                    <a:lnTo>
                      <a:pt x="13486" y="5615"/>
                    </a:lnTo>
                    <a:lnTo>
                      <a:pt x="13486" y="5390"/>
                    </a:lnTo>
                    <a:lnTo>
                      <a:pt x="13486" y="5177"/>
                    </a:lnTo>
                    <a:lnTo>
                      <a:pt x="13461" y="4876"/>
                    </a:lnTo>
                    <a:lnTo>
                      <a:pt x="13461" y="4801"/>
                    </a:lnTo>
                    <a:lnTo>
                      <a:pt x="13461" y="4788"/>
                    </a:lnTo>
                    <a:lnTo>
                      <a:pt x="13374" y="4613"/>
                    </a:lnTo>
                    <a:lnTo>
                      <a:pt x="13261" y="4437"/>
                    </a:lnTo>
                    <a:lnTo>
                      <a:pt x="13148" y="4262"/>
                    </a:lnTo>
                    <a:lnTo>
                      <a:pt x="13023" y="4086"/>
                    </a:lnTo>
                    <a:lnTo>
                      <a:pt x="12747" y="3735"/>
                    </a:lnTo>
                    <a:lnTo>
                      <a:pt x="12446" y="3397"/>
                    </a:lnTo>
                    <a:lnTo>
                      <a:pt x="12108" y="3059"/>
                    </a:lnTo>
                    <a:lnTo>
                      <a:pt x="11744" y="2720"/>
                    </a:lnTo>
                    <a:lnTo>
                      <a:pt x="11356" y="2394"/>
                    </a:lnTo>
                    <a:lnTo>
                      <a:pt x="10955" y="2081"/>
                    </a:lnTo>
                    <a:lnTo>
                      <a:pt x="10541" y="1780"/>
                    </a:lnTo>
                    <a:lnTo>
                      <a:pt x="10127" y="1504"/>
                    </a:lnTo>
                    <a:lnTo>
                      <a:pt x="9701" y="1241"/>
                    </a:lnTo>
                    <a:lnTo>
                      <a:pt x="9288" y="991"/>
                    </a:lnTo>
                    <a:lnTo>
                      <a:pt x="8861" y="777"/>
                    </a:lnTo>
                    <a:lnTo>
                      <a:pt x="8460" y="577"/>
                    </a:lnTo>
                    <a:lnTo>
                      <a:pt x="8059" y="414"/>
                    </a:lnTo>
                    <a:lnTo>
                      <a:pt x="7683" y="276"/>
                    </a:lnTo>
                    <a:lnTo>
                      <a:pt x="7307" y="176"/>
                    </a:lnTo>
                    <a:lnTo>
                      <a:pt x="6931" y="88"/>
                    </a:lnTo>
                    <a:lnTo>
                      <a:pt x="6555" y="38"/>
                    </a:lnTo>
                    <a:lnTo>
                      <a:pt x="616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16"/>
              <p:cNvSpPr/>
              <p:nvPr/>
            </p:nvSpPr>
            <p:spPr>
              <a:xfrm>
                <a:off x="2942374" y="2648629"/>
                <a:ext cx="242015" cy="393873"/>
              </a:xfrm>
              <a:custGeom>
                <a:rect b="b" l="l" r="r" t="t"/>
                <a:pathLst>
                  <a:path extrusionOk="0" h="17523" w="10767">
                    <a:moveTo>
                      <a:pt x="7069" y="1"/>
                    </a:moveTo>
                    <a:lnTo>
                      <a:pt x="6956" y="13"/>
                    </a:lnTo>
                    <a:lnTo>
                      <a:pt x="6844" y="51"/>
                    </a:lnTo>
                    <a:lnTo>
                      <a:pt x="6731" y="89"/>
                    </a:lnTo>
                    <a:lnTo>
                      <a:pt x="6618" y="151"/>
                    </a:lnTo>
                    <a:lnTo>
                      <a:pt x="6493" y="226"/>
                    </a:lnTo>
                    <a:lnTo>
                      <a:pt x="6380" y="314"/>
                    </a:lnTo>
                    <a:lnTo>
                      <a:pt x="6267" y="414"/>
                    </a:lnTo>
                    <a:lnTo>
                      <a:pt x="6142" y="540"/>
                    </a:lnTo>
                    <a:lnTo>
                      <a:pt x="6016" y="665"/>
                    </a:lnTo>
                    <a:lnTo>
                      <a:pt x="5904" y="803"/>
                    </a:lnTo>
                    <a:lnTo>
                      <a:pt x="5653" y="1129"/>
                    </a:lnTo>
                    <a:lnTo>
                      <a:pt x="5402" y="1505"/>
                    </a:lnTo>
                    <a:lnTo>
                      <a:pt x="5152" y="1906"/>
                    </a:lnTo>
                    <a:lnTo>
                      <a:pt x="4901" y="2357"/>
                    </a:lnTo>
                    <a:lnTo>
                      <a:pt x="4650" y="2846"/>
                    </a:lnTo>
                    <a:lnTo>
                      <a:pt x="4400" y="3372"/>
                    </a:lnTo>
                    <a:lnTo>
                      <a:pt x="4136" y="3911"/>
                    </a:lnTo>
                    <a:lnTo>
                      <a:pt x="3886" y="4488"/>
                    </a:lnTo>
                    <a:lnTo>
                      <a:pt x="3635" y="5089"/>
                    </a:lnTo>
                    <a:lnTo>
                      <a:pt x="3384" y="5704"/>
                    </a:lnTo>
                    <a:lnTo>
                      <a:pt x="3134" y="6330"/>
                    </a:lnTo>
                    <a:lnTo>
                      <a:pt x="2657" y="7621"/>
                    </a:lnTo>
                    <a:lnTo>
                      <a:pt x="2181" y="8925"/>
                    </a:lnTo>
                    <a:lnTo>
                      <a:pt x="1742" y="10216"/>
                    </a:lnTo>
                    <a:lnTo>
                      <a:pt x="1316" y="11481"/>
                    </a:lnTo>
                    <a:lnTo>
                      <a:pt x="577" y="13788"/>
                    </a:lnTo>
                    <a:lnTo>
                      <a:pt x="0" y="15617"/>
                    </a:lnTo>
                    <a:lnTo>
                      <a:pt x="6906" y="17522"/>
                    </a:lnTo>
                    <a:lnTo>
                      <a:pt x="7270" y="16570"/>
                    </a:lnTo>
                    <a:lnTo>
                      <a:pt x="8160" y="14201"/>
                    </a:lnTo>
                    <a:lnTo>
                      <a:pt x="9263" y="11181"/>
                    </a:lnTo>
                    <a:lnTo>
                      <a:pt x="9814" y="9677"/>
                    </a:lnTo>
                    <a:lnTo>
                      <a:pt x="10303" y="8285"/>
                    </a:lnTo>
                    <a:lnTo>
                      <a:pt x="10403" y="7960"/>
                    </a:lnTo>
                    <a:lnTo>
                      <a:pt x="10491" y="7634"/>
                    </a:lnTo>
                    <a:lnTo>
                      <a:pt x="10566" y="7283"/>
                    </a:lnTo>
                    <a:lnTo>
                      <a:pt x="10641" y="6944"/>
                    </a:lnTo>
                    <a:lnTo>
                      <a:pt x="10691" y="6593"/>
                    </a:lnTo>
                    <a:lnTo>
                      <a:pt x="10729" y="6242"/>
                    </a:lnTo>
                    <a:lnTo>
                      <a:pt x="10754" y="5879"/>
                    </a:lnTo>
                    <a:lnTo>
                      <a:pt x="10767" y="5528"/>
                    </a:lnTo>
                    <a:lnTo>
                      <a:pt x="10767" y="5177"/>
                    </a:lnTo>
                    <a:lnTo>
                      <a:pt x="10754" y="4826"/>
                    </a:lnTo>
                    <a:lnTo>
                      <a:pt x="10729" y="4475"/>
                    </a:lnTo>
                    <a:lnTo>
                      <a:pt x="10679" y="4124"/>
                    </a:lnTo>
                    <a:lnTo>
                      <a:pt x="10629" y="3786"/>
                    </a:lnTo>
                    <a:lnTo>
                      <a:pt x="10566" y="3460"/>
                    </a:lnTo>
                    <a:lnTo>
                      <a:pt x="10478" y="3134"/>
                    </a:lnTo>
                    <a:lnTo>
                      <a:pt x="10391" y="2821"/>
                    </a:lnTo>
                    <a:lnTo>
                      <a:pt x="10278" y="2508"/>
                    </a:lnTo>
                    <a:lnTo>
                      <a:pt x="10165" y="2219"/>
                    </a:lnTo>
                    <a:lnTo>
                      <a:pt x="10027" y="1931"/>
                    </a:lnTo>
                    <a:lnTo>
                      <a:pt x="9877" y="1668"/>
                    </a:lnTo>
                    <a:lnTo>
                      <a:pt x="9726" y="1417"/>
                    </a:lnTo>
                    <a:lnTo>
                      <a:pt x="9551" y="1179"/>
                    </a:lnTo>
                    <a:lnTo>
                      <a:pt x="9363" y="966"/>
                    </a:lnTo>
                    <a:lnTo>
                      <a:pt x="9162" y="765"/>
                    </a:lnTo>
                    <a:lnTo>
                      <a:pt x="8949" y="590"/>
                    </a:lnTo>
                    <a:lnTo>
                      <a:pt x="8724" y="427"/>
                    </a:lnTo>
                    <a:lnTo>
                      <a:pt x="8473" y="302"/>
                    </a:lnTo>
                    <a:lnTo>
                      <a:pt x="8222" y="189"/>
                    </a:lnTo>
                    <a:lnTo>
                      <a:pt x="7959" y="101"/>
                    </a:lnTo>
                    <a:lnTo>
                      <a:pt x="7671" y="38"/>
                    </a:lnTo>
                    <a:lnTo>
                      <a:pt x="7382" y="13"/>
                    </a:lnTo>
                    <a:lnTo>
                      <a:pt x="70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>
                <a:off x="2680646" y="2668364"/>
                <a:ext cx="328239" cy="542315"/>
              </a:xfrm>
              <a:custGeom>
                <a:rect b="b" l="l" r="r" t="t"/>
                <a:pathLst>
                  <a:path extrusionOk="0" h="24127" w="14603">
                    <a:moveTo>
                      <a:pt x="2583" y="0"/>
                    </a:moveTo>
                    <a:lnTo>
                      <a:pt x="1" y="1279"/>
                    </a:lnTo>
                    <a:lnTo>
                      <a:pt x="302" y="2206"/>
                    </a:lnTo>
                    <a:lnTo>
                      <a:pt x="665" y="3271"/>
                    </a:lnTo>
                    <a:lnTo>
                      <a:pt x="1154" y="4650"/>
                    </a:lnTo>
                    <a:lnTo>
                      <a:pt x="1743" y="6292"/>
                    </a:lnTo>
                    <a:lnTo>
                      <a:pt x="2420" y="8122"/>
                    </a:lnTo>
                    <a:lnTo>
                      <a:pt x="3172" y="10102"/>
                    </a:lnTo>
                    <a:lnTo>
                      <a:pt x="3573" y="11117"/>
                    </a:lnTo>
                    <a:lnTo>
                      <a:pt x="3999" y="12145"/>
                    </a:lnTo>
                    <a:lnTo>
                      <a:pt x="4425" y="13185"/>
                    </a:lnTo>
                    <a:lnTo>
                      <a:pt x="4851" y="14213"/>
                    </a:lnTo>
                    <a:lnTo>
                      <a:pt x="5302" y="15228"/>
                    </a:lnTo>
                    <a:lnTo>
                      <a:pt x="5754" y="16218"/>
                    </a:lnTo>
                    <a:lnTo>
                      <a:pt x="6205" y="17196"/>
                    </a:lnTo>
                    <a:lnTo>
                      <a:pt x="6656" y="18123"/>
                    </a:lnTo>
                    <a:lnTo>
                      <a:pt x="7120" y="19013"/>
                    </a:lnTo>
                    <a:lnTo>
                      <a:pt x="7571" y="19853"/>
                    </a:lnTo>
                    <a:lnTo>
                      <a:pt x="8022" y="20643"/>
                    </a:lnTo>
                    <a:lnTo>
                      <a:pt x="8248" y="21006"/>
                    </a:lnTo>
                    <a:lnTo>
                      <a:pt x="8473" y="21357"/>
                    </a:lnTo>
                    <a:lnTo>
                      <a:pt x="8699" y="21695"/>
                    </a:lnTo>
                    <a:lnTo>
                      <a:pt x="8912" y="22009"/>
                    </a:lnTo>
                    <a:lnTo>
                      <a:pt x="9125" y="22297"/>
                    </a:lnTo>
                    <a:lnTo>
                      <a:pt x="9351" y="22573"/>
                    </a:lnTo>
                    <a:lnTo>
                      <a:pt x="9551" y="22823"/>
                    </a:lnTo>
                    <a:lnTo>
                      <a:pt x="9764" y="23049"/>
                    </a:lnTo>
                    <a:lnTo>
                      <a:pt x="9977" y="23250"/>
                    </a:lnTo>
                    <a:lnTo>
                      <a:pt x="10178" y="23425"/>
                    </a:lnTo>
                    <a:lnTo>
                      <a:pt x="10378" y="23575"/>
                    </a:lnTo>
                    <a:lnTo>
                      <a:pt x="10566" y="23701"/>
                    </a:lnTo>
                    <a:lnTo>
                      <a:pt x="10754" y="23801"/>
                    </a:lnTo>
                    <a:lnTo>
                      <a:pt x="10942" y="23864"/>
                    </a:lnTo>
                    <a:lnTo>
                      <a:pt x="11306" y="23964"/>
                    </a:lnTo>
                    <a:lnTo>
                      <a:pt x="11644" y="24027"/>
                    </a:lnTo>
                    <a:lnTo>
                      <a:pt x="11970" y="24089"/>
                    </a:lnTo>
                    <a:lnTo>
                      <a:pt x="12284" y="24114"/>
                    </a:lnTo>
                    <a:lnTo>
                      <a:pt x="12572" y="24127"/>
                    </a:lnTo>
                    <a:lnTo>
                      <a:pt x="12835" y="24114"/>
                    </a:lnTo>
                    <a:lnTo>
                      <a:pt x="13086" y="24077"/>
                    </a:lnTo>
                    <a:lnTo>
                      <a:pt x="13324" y="24014"/>
                    </a:lnTo>
                    <a:lnTo>
                      <a:pt x="13537" y="23939"/>
                    </a:lnTo>
                    <a:lnTo>
                      <a:pt x="13725" y="23826"/>
                    </a:lnTo>
                    <a:lnTo>
                      <a:pt x="13825" y="23763"/>
                    </a:lnTo>
                    <a:lnTo>
                      <a:pt x="13900" y="23701"/>
                    </a:lnTo>
                    <a:lnTo>
                      <a:pt x="13988" y="23626"/>
                    </a:lnTo>
                    <a:lnTo>
                      <a:pt x="14063" y="23550"/>
                    </a:lnTo>
                    <a:lnTo>
                      <a:pt x="14126" y="23463"/>
                    </a:lnTo>
                    <a:lnTo>
                      <a:pt x="14201" y="23375"/>
                    </a:lnTo>
                    <a:lnTo>
                      <a:pt x="14314" y="23174"/>
                    </a:lnTo>
                    <a:lnTo>
                      <a:pt x="14414" y="22936"/>
                    </a:lnTo>
                    <a:lnTo>
                      <a:pt x="14489" y="22686"/>
                    </a:lnTo>
                    <a:lnTo>
                      <a:pt x="14540" y="22410"/>
                    </a:lnTo>
                    <a:lnTo>
                      <a:pt x="14577" y="22109"/>
                    </a:lnTo>
                    <a:lnTo>
                      <a:pt x="14602" y="21783"/>
                    </a:lnTo>
                    <a:lnTo>
                      <a:pt x="14590" y="21432"/>
                    </a:lnTo>
                    <a:lnTo>
                      <a:pt x="14565" y="21044"/>
                    </a:lnTo>
                    <a:lnTo>
                      <a:pt x="14527" y="20643"/>
                    </a:lnTo>
                    <a:lnTo>
                      <a:pt x="14452" y="20204"/>
                    </a:lnTo>
                    <a:lnTo>
                      <a:pt x="14364" y="19740"/>
                    </a:lnTo>
                    <a:lnTo>
                      <a:pt x="14264" y="19251"/>
                    </a:lnTo>
                    <a:lnTo>
                      <a:pt x="14126" y="18738"/>
                    </a:lnTo>
                    <a:lnTo>
                      <a:pt x="13976" y="18186"/>
                    </a:lnTo>
                    <a:lnTo>
                      <a:pt x="13813" y="17622"/>
                    </a:lnTo>
                    <a:lnTo>
                      <a:pt x="13612" y="17020"/>
                    </a:lnTo>
                    <a:lnTo>
                      <a:pt x="13399" y="16381"/>
                    </a:lnTo>
                    <a:lnTo>
                      <a:pt x="13161" y="15717"/>
                    </a:lnTo>
                    <a:lnTo>
                      <a:pt x="12898" y="15028"/>
                    </a:lnTo>
                    <a:lnTo>
                      <a:pt x="2583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6"/>
              <p:cNvSpPr/>
              <p:nvPr/>
            </p:nvSpPr>
            <p:spPr>
              <a:xfrm>
                <a:off x="2542881" y="2555100"/>
                <a:ext cx="195824" cy="142013"/>
              </a:xfrm>
              <a:custGeom>
                <a:rect b="b" l="l" r="r" t="t"/>
                <a:pathLst>
                  <a:path extrusionOk="0" h="6318" w="8712">
                    <a:moveTo>
                      <a:pt x="101" y="1"/>
                    </a:moveTo>
                    <a:lnTo>
                      <a:pt x="64" y="13"/>
                    </a:lnTo>
                    <a:lnTo>
                      <a:pt x="38" y="38"/>
                    </a:lnTo>
                    <a:lnTo>
                      <a:pt x="13" y="89"/>
                    </a:lnTo>
                    <a:lnTo>
                      <a:pt x="13" y="164"/>
                    </a:lnTo>
                    <a:lnTo>
                      <a:pt x="1" y="339"/>
                    </a:lnTo>
                    <a:lnTo>
                      <a:pt x="26" y="577"/>
                    </a:lnTo>
                    <a:lnTo>
                      <a:pt x="64" y="853"/>
                    </a:lnTo>
                    <a:lnTo>
                      <a:pt x="126" y="1166"/>
                    </a:lnTo>
                    <a:lnTo>
                      <a:pt x="201" y="1517"/>
                    </a:lnTo>
                    <a:lnTo>
                      <a:pt x="289" y="1868"/>
                    </a:lnTo>
                    <a:lnTo>
                      <a:pt x="477" y="2595"/>
                    </a:lnTo>
                    <a:lnTo>
                      <a:pt x="690" y="3259"/>
                    </a:lnTo>
                    <a:lnTo>
                      <a:pt x="878" y="3811"/>
                    </a:lnTo>
                    <a:lnTo>
                      <a:pt x="953" y="4011"/>
                    </a:lnTo>
                    <a:lnTo>
                      <a:pt x="1029" y="4149"/>
                    </a:lnTo>
                    <a:lnTo>
                      <a:pt x="1066" y="4199"/>
                    </a:lnTo>
                    <a:lnTo>
                      <a:pt x="1129" y="4250"/>
                    </a:lnTo>
                    <a:lnTo>
                      <a:pt x="1204" y="4300"/>
                    </a:lnTo>
                    <a:lnTo>
                      <a:pt x="1292" y="4350"/>
                    </a:lnTo>
                    <a:lnTo>
                      <a:pt x="1517" y="4438"/>
                    </a:lnTo>
                    <a:lnTo>
                      <a:pt x="1781" y="4500"/>
                    </a:lnTo>
                    <a:lnTo>
                      <a:pt x="2081" y="4575"/>
                    </a:lnTo>
                    <a:lnTo>
                      <a:pt x="2420" y="4626"/>
                    </a:lnTo>
                    <a:lnTo>
                      <a:pt x="2758" y="4676"/>
                    </a:lnTo>
                    <a:lnTo>
                      <a:pt x="3122" y="4726"/>
                    </a:lnTo>
                    <a:lnTo>
                      <a:pt x="3799" y="4789"/>
                    </a:lnTo>
                    <a:lnTo>
                      <a:pt x="4388" y="4839"/>
                    </a:lnTo>
                    <a:lnTo>
                      <a:pt x="4964" y="4864"/>
                    </a:lnTo>
                    <a:lnTo>
                      <a:pt x="6130" y="6318"/>
                    </a:lnTo>
                    <a:lnTo>
                      <a:pt x="8712" y="5039"/>
                    </a:lnTo>
                    <a:lnTo>
                      <a:pt x="8235" y="4199"/>
                    </a:lnTo>
                    <a:lnTo>
                      <a:pt x="7822" y="3447"/>
                    </a:lnTo>
                    <a:lnTo>
                      <a:pt x="7446" y="2771"/>
                    </a:lnTo>
                    <a:lnTo>
                      <a:pt x="7396" y="2695"/>
                    </a:lnTo>
                    <a:lnTo>
                      <a:pt x="7320" y="2633"/>
                    </a:lnTo>
                    <a:lnTo>
                      <a:pt x="7220" y="2583"/>
                    </a:lnTo>
                    <a:lnTo>
                      <a:pt x="7095" y="2533"/>
                    </a:lnTo>
                    <a:lnTo>
                      <a:pt x="6957" y="2495"/>
                    </a:lnTo>
                    <a:lnTo>
                      <a:pt x="6794" y="2457"/>
                    </a:lnTo>
                    <a:lnTo>
                      <a:pt x="6619" y="2432"/>
                    </a:lnTo>
                    <a:lnTo>
                      <a:pt x="6431" y="2407"/>
                    </a:lnTo>
                    <a:lnTo>
                      <a:pt x="6017" y="2370"/>
                    </a:lnTo>
                    <a:lnTo>
                      <a:pt x="5578" y="2345"/>
                    </a:lnTo>
                    <a:lnTo>
                      <a:pt x="5102" y="2345"/>
                    </a:lnTo>
                    <a:lnTo>
                      <a:pt x="4626" y="2357"/>
                    </a:lnTo>
                    <a:lnTo>
                      <a:pt x="4149" y="2370"/>
                    </a:lnTo>
                    <a:lnTo>
                      <a:pt x="3686" y="2395"/>
                    </a:lnTo>
                    <a:lnTo>
                      <a:pt x="2896" y="2457"/>
                    </a:lnTo>
                    <a:lnTo>
                      <a:pt x="2332" y="2507"/>
                    </a:lnTo>
                    <a:lnTo>
                      <a:pt x="2119" y="2520"/>
                    </a:lnTo>
                    <a:lnTo>
                      <a:pt x="1856" y="2131"/>
                    </a:lnTo>
                    <a:lnTo>
                      <a:pt x="1580" y="1718"/>
                    </a:lnTo>
                    <a:lnTo>
                      <a:pt x="1267" y="1254"/>
                    </a:lnTo>
                    <a:lnTo>
                      <a:pt x="916" y="790"/>
                    </a:lnTo>
                    <a:lnTo>
                      <a:pt x="753" y="577"/>
                    </a:lnTo>
                    <a:lnTo>
                      <a:pt x="590" y="377"/>
                    </a:lnTo>
                    <a:lnTo>
                      <a:pt x="440" y="214"/>
                    </a:lnTo>
                    <a:lnTo>
                      <a:pt x="302" y="101"/>
                    </a:lnTo>
                    <a:lnTo>
                      <a:pt x="189" y="26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6"/>
              <p:cNvSpPr/>
              <p:nvPr/>
            </p:nvSpPr>
            <p:spPr>
              <a:xfrm>
                <a:off x="2567966" y="2550313"/>
                <a:ext cx="56643" cy="74401"/>
              </a:xfrm>
              <a:custGeom>
                <a:rect b="b" l="l" r="r" t="t"/>
                <a:pathLst>
                  <a:path extrusionOk="0" h="3310" w="2520">
                    <a:moveTo>
                      <a:pt x="113" y="1"/>
                    </a:moveTo>
                    <a:lnTo>
                      <a:pt x="76" y="26"/>
                    </a:lnTo>
                    <a:lnTo>
                      <a:pt x="50" y="63"/>
                    </a:lnTo>
                    <a:lnTo>
                      <a:pt x="25" y="114"/>
                    </a:lnTo>
                    <a:lnTo>
                      <a:pt x="13" y="189"/>
                    </a:lnTo>
                    <a:lnTo>
                      <a:pt x="0" y="352"/>
                    </a:lnTo>
                    <a:lnTo>
                      <a:pt x="13" y="577"/>
                    </a:lnTo>
                    <a:lnTo>
                      <a:pt x="50" y="828"/>
                    </a:lnTo>
                    <a:lnTo>
                      <a:pt x="88" y="1104"/>
                    </a:lnTo>
                    <a:lnTo>
                      <a:pt x="213" y="1705"/>
                    </a:lnTo>
                    <a:lnTo>
                      <a:pt x="351" y="2294"/>
                    </a:lnTo>
                    <a:lnTo>
                      <a:pt x="477" y="2808"/>
                    </a:lnTo>
                    <a:lnTo>
                      <a:pt x="614" y="3310"/>
                    </a:lnTo>
                    <a:lnTo>
                      <a:pt x="2520" y="3009"/>
                    </a:lnTo>
                    <a:lnTo>
                      <a:pt x="2194" y="2520"/>
                    </a:lnTo>
                    <a:lnTo>
                      <a:pt x="1868" y="2019"/>
                    </a:lnTo>
                    <a:lnTo>
                      <a:pt x="1467" y="1455"/>
                    </a:lnTo>
                    <a:lnTo>
                      <a:pt x="1053" y="891"/>
                    </a:lnTo>
                    <a:lnTo>
                      <a:pt x="853" y="640"/>
                    </a:lnTo>
                    <a:lnTo>
                      <a:pt x="665" y="414"/>
                    </a:lnTo>
                    <a:lnTo>
                      <a:pt x="489" y="226"/>
                    </a:lnTo>
                    <a:lnTo>
                      <a:pt x="326" y="88"/>
                    </a:lnTo>
                    <a:lnTo>
                      <a:pt x="264" y="51"/>
                    </a:lnTo>
                    <a:lnTo>
                      <a:pt x="201" y="13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6"/>
              <p:cNvSpPr/>
              <p:nvPr/>
            </p:nvSpPr>
            <p:spPr>
              <a:xfrm>
                <a:off x="2627959" y="2589761"/>
                <a:ext cx="62285" cy="28187"/>
              </a:xfrm>
              <a:custGeom>
                <a:rect b="b" l="l" r="r" t="t"/>
                <a:pathLst>
                  <a:path extrusionOk="0" h="1254" w="2771">
                    <a:moveTo>
                      <a:pt x="51" y="0"/>
                    </a:moveTo>
                    <a:lnTo>
                      <a:pt x="26" y="13"/>
                    </a:lnTo>
                    <a:lnTo>
                      <a:pt x="14" y="38"/>
                    </a:lnTo>
                    <a:lnTo>
                      <a:pt x="1" y="63"/>
                    </a:lnTo>
                    <a:lnTo>
                      <a:pt x="1" y="88"/>
                    </a:lnTo>
                    <a:lnTo>
                      <a:pt x="14" y="163"/>
                    </a:lnTo>
                    <a:lnTo>
                      <a:pt x="51" y="239"/>
                    </a:lnTo>
                    <a:lnTo>
                      <a:pt x="101" y="339"/>
                    </a:lnTo>
                    <a:lnTo>
                      <a:pt x="176" y="439"/>
                    </a:lnTo>
                    <a:lnTo>
                      <a:pt x="339" y="665"/>
                    </a:lnTo>
                    <a:lnTo>
                      <a:pt x="527" y="890"/>
                    </a:lnTo>
                    <a:lnTo>
                      <a:pt x="690" y="1066"/>
                    </a:lnTo>
                    <a:lnTo>
                      <a:pt x="866" y="1254"/>
                    </a:lnTo>
                    <a:lnTo>
                      <a:pt x="2771" y="1091"/>
                    </a:lnTo>
                    <a:lnTo>
                      <a:pt x="2658" y="1003"/>
                    </a:lnTo>
                    <a:lnTo>
                      <a:pt x="2295" y="828"/>
                    </a:lnTo>
                    <a:lnTo>
                      <a:pt x="1467" y="464"/>
                    </a:lnTo>
                    <a:lnTo>
                      <a:pt x="1016" y="276"/>
                    </a:lnTo>
                    <a:lnTo>
                      <a:pt x="590" y="113"/>
                    </a:lnTo>
                    <a:lnTo>
                      <a:pt x="415" y="63"/>
                    </a:lnTo>
                    <a:lnTo>
                      <a:pt x="252" y="13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6"/>
              <p:cNvSpPr/>
              <p:nvPr/>
            </p:nvSpPr>
            <p:spPr>
              <a:xfrm>
                <a:off x="2627959" y="2589761"/>
                <a:ext cx="62285" cy="28187"/>
              </a:xfrm>
              <a:custGeom>
                <a:rect b="b" l="l" r="r" t="t"/>
                <a:pathLst>
                  <a:path extrusionOk="0" fill="none" h="1254" w="2771">
                    <a:moveTo>
                      <a:pt x="2658" y="1003"/>
                    </a:moveTo>
                    <a:lnTo>
                      <a:pt x="2658" y="1003"/>
                    </a:lnTo>
                    <a:lnTo>
                      <a:pt x="2295" y="828"/>
                    </a:lnTo>
                    <a:lnTo>
                      <a:pt x="1467" y="464"/>
                    </a:lnTo>
                    <a:lnTo>
                      <a:pt x="1016" y="276"/>
                    </a:lnTo>
                    <a:lnTo>
                      <a:pt x="590" y="113"/>
                    </a:lnTo>
                    <a:lnTo>
                      <a:pt x="415" y="63"/>
                    </a:lnTo>
                    <a:lnTo>
                      <a:pt x="252" y="13"/>
                    </a:lnTo>
                    <a:lnTo>
                      <a:pt x="139" y="0"/>
                    </a:lnTo>
                    <a:lnTo>
                      <a:pt x="51" y="0"/>
                    </a:lnTo>
                    <a:lnTo>
                      <a:pt x="51" y="0"/>
                    </a:lnTo>
                    <a:lnTo>
                      <a:pt x="26" y="13"/>
                    </a:lnTo>
                    <a:lnTo>
                      <a:pt x="14" y="38"/>
                    </a:lnTo>
                    <a:lnTo>
                      <a:pt x="1" y="63"/>
                    </a:lnTo>
                    <a:lnTo>
                      <a:pt x="1" y="88"/>
                    </a:lnTo>
                    <a:lnTo>
                      <a:pt x="14" y="163"/>
                    </a:lnTo>
                    <a:lnTo>
                      <a:pt x="51" y="239"/>
                    </a:lnTo>
                    <a:lnTo>
                      <a:pt x="101" y="339"/>
                    </a:lnTo>
                    <a:lnTo>
                      <a:pt x="176" y="439"/>
                    </a:lnTo>
                    <a:lnTo>
                      <a:pt x="339" y="665"/>
                    </a:lnTo>
                    <a:lnTo>
                      <a:pt x="527" y="890"/>
                    </a:lnTo>
                    <a:lnTo>
                      <a:pt x="690" y="1066"/>
                    </a:lnTo>
                    <a:lnTo>
                      <a:pt x="866" y="1254"/>
                    </a:lnTo>
                    <a:lnTo>
                      <a:pt x="2771" y="109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6"/>
              <p:cNvSpPr/>
              <p:nvPr/>
            </p:nvSpPr>
            <p:spPr>
              <a:xfrm>
                <a:off x="2569090" y="2581871"/>
                <a:ext cx="110185" cy="33536"/>
              </a:xfrm>
              <a:custGeom>
                <a:rect b="b" l="l" r="r" t="t"/>
                <a:pathLst>
                  <a:path extrusionOk="0" h="1492" w="4902">
                    <a:moveTo>
                      <a:pt x="226" y="0"/>
                    </a:moveTo>
                    <a:lnTo>
                      <a:pt x="0" y="176"/>
                    </a:lnTo>
                    <a:lnTo>
                      <a:pt x="214" y="477"/>
                    </a:lnTo>
                    <a:lnTo>
                      <a:pt x="489" y="890"/>
                    </a:lnTo>
                    <a:lnTo>
                      <a:pt x="828" y="1417"/>
                    </a:lnTo>
                    <a:lnTo>
                      <a:pt x="878" y="1492"/>
                    </a:lnTo>
                    <a:lnTo>
                      <a:pt x="978" y="1479"/>
                    </a:lnTo>
                    <a:lnTo>
                      <a:pt x="1291" y="1442"/>
                    </a:lnTo>
                    <a:lnTo>
                      <a:pt x="1793" y="1417"/>
                    </a:lnTo>
                    <a:lnTo>
                      <a:pt x="3109" y="1367"/>
                    </a:lnTo>
                    <a:lnTo>
                      <a:pt x="4901" y="1316"/>
                    </a:lnTo>
                    <a:lnTo>
                      <a:pt x="4889" y="1041"/>
                    </a:lnTo>
                    <a:lnTo>
                      <a:pt x="3184" y="1078"/>
                    </a:lnTo>
                    <a:lnTo>
                      <a:pt x="1918" y="1128"/>
                    </a:lnTo>
                    <a:lnTo>
                      <a:pt x="1392" y="1154"/>
                    </a:lnTo>
                    <a:lnTo>
                      <a:pt x="1016" y="1179"/>
                    </a:lnTo>
                    <a:lnTo>
                      <a:pt x="627" y="602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6"/>
              <p:cNvSpPr/>
              <p:nvPr/>
            </p:nvSpPr>
            <p:spPr>
              <a:xfrm>
                <a:off x="3193110" y="2666948"/>
                <a:ext cx="224550" cy="119198"/>
              </a:xfrm>
              <a:custGeom>
                <a:rect b="b" l="l" r="r" t="t"/>
                <a:pathLst>
                  <a:path extrusionOk="0" h="5303" w="9990">
                    <a:moveTo>
                      <a:pt x="0" y="1"/>
                    </a:moveTo>
                    <a:lnTo>
                      <a:pt x="263" y="402"/>
                    </a:lnTo>
                    <a:lnTo>
                      <a:pt x="552" y="828"/>
                    </a:lnTo>
                    <a:lnTo>
                      <a:pt x="865" y="1279"/>
                    </a:lnTo>
                    <a:lnTo>
                      <a:pt x="1216" y="1730"/>
                    </a:lnTo>
                    <a:lnTo>
                      <a:pt x="1579" y="2194"/>
                    </a:lnTo>
                    <a:lnTo>
                      <a:pt x="1980" y="2645"/>
                    </a:lnTo>
                    <a:lnTo>
                      <a:pt x="2394" y="3084"/>
                    </a:lnTo>
                    <a:lnTo>
                      <a:pt x="2607" y="3297"/>
                    </a:lnTo>
                    <a:lnTo>
                      <a:pt x="2833" y="3510"/>
                    </a:lnTo>
                    <a:lnTo>
                      <a:pt x="3058" y="3710"/>
                    </a:lnTo>
                    <a:lnTo>
                      <a:pt x="3284" y="3911"/>
                    </a:lnTo>
                    <a:lnTo>
                      <a:pt x="3522" y="4086"/>
                    </a:lnTo>
                    <a:lnTo>
                      <a:pt x="3760" y="4262"/>
                    </a:lnTo>
                    <a:lnTo>
                      <a:pt x="3998" y="4437"/>
                    </a:lnTo>
                    <a:lnTo>
                      <a:pt x="4249" y="4588"/>
                    </a:lnTo>
                    <a:lnTo>
                      <a:pt x="4500" y="4726"/>
                    </a:lnTo>
                    <a:lnTo>
                      <a:pt x="4750" y="4851"/>
                    </a:lnTo>
                    <a:lnTo>
                      <a:pt x="5013" y="4964"/>
                    </a:lnTo>
                    <a:lnTo>
                      <a:pt x="5264" y="5064"/>
                    </a:lnTo>
                    <a:lnTo>
                      <a:pt x="5527" y="5152"/>
                    </a:lnTo>
                    <a:lnTo>
                      <a:pt x="5803" y="5214"/>
                    </a:lnTo>
                    <a:lnTo>
                      <a:pt x="6066" y="5265"/>
                    </a:lnTo>
                    <a:lnTo>
                      <a:pt x="6329" y="5290"/>
                    </a:lnTo>
                    <a:lnTo>
                      <a:pt x="6605" y="5302"/>
                    </a:lnTo>
                    <a:lnTo>
                      <a:pt x="6881" y="5290"/>
                    </a:lnTo>
                    <a:lnTo>
                      <a:pt x="7107" y="5252"/>
                    </a:lnTo>
                    <a:lnTo>
                      <a:pt x="7332" y="5214"/>
                    </a:lnTo>
                    <a:lnTo>
                      <a:pt x="7545" y="5164"/>
                    </a:lnTo>
                    <a:lnTo>
                      <a:pt x="7746" y="5089"/>
                    </a:lnTo>
                    <a:lnTo>
                      <a:pt x="7934" y="5014"/>
                    </a:lnTo>
                    <a:lnTo>
                      <a:pt x="8109" y="4914"/>
                    </a:lnTo>
                    <a:lnTo>
                      <a:pt x="8272" y="4813"/>
                    </a:lnTo>
                    <a:lnTo>
                      <a:pt x="8435" y="4701"/>
                    </a:lnTo>
                    <a:lnTo>
                      <a:pt x="8585" y="4575"/>
                    </a:lnTo>
                    <a:lnTo>
                      <a:pt x="8723" y="4437"/>
                    </a:lnTo>
                    <a:lnTo>
                      <a:pt x="8849" y="4299"/>
                    </a:lnTo>
                    <a:lnTo>
                      <a:pt x="8974" y="4149"/>
                    </a:lnTo>
                    <a:lnTo>
                      <a:pt x="9087" y="3986"/>
                    </a:lnTo>
                    <a:lnTo>
                      <a:pt x="9187" y="3823"/>
                    </a:lnTo>
                    <a:lnTo>
                      <a:pt x="9287" y="3648"/>
                    </a:lnTo>
                    <a:lnTo>
                      <a:pt x="9375" y="3472"/>
                    </a:lnTo>
                    <a:lnTo>
                      <a:pt x="9463" y="3284"/>
                    </a:lnTo>
                    <a:lnTo>
                      <a:pt x="9538" y="3096"/>
                    </a:lnTo>
                    <a:lnTo>
                      <a:pt x="9601" y="2908"/>
                    </a:lnTo>
                    <a:lnTo>
                      <a:pt x="9663" y="2708"/>
                    </a:lnTo>
                    <a:lnTo>
                      <a:pt x="9764" y="2307"/>
                    </a:lnTo>
                    <a:lnTo>
                      <a:pt x="9851" y="1893"/>
                    </a:lnTo>
                    <a:lnTo>
                      <a:pt x="9914" y="1479"/>
                    </a:lnTo>
                    <a:lnTo>
                      <a:pt x="9952" y="1066"/>
                    </a:lnTo>
                    <a:lnTo>
                      <a:pt x="9977" y="652"/>
                    </a:lnTo>
                    <a:lnTo>
                      <a:pt x="9989" y="264"/>
                    </a:lnTo>
                    <a:lnTo>
                      <a:pt x="9939" y="26"/>
                    </a:lnTo>
                    <a:lnTo>
                      <a:pt x="9876" y="113"/>
                    </a:lnTo>
                    <a:lnTo>
                      <a:pt x="9701" y="377"/>
                    </a:lnTo>
                    <a:lnTo>
                      <a:pt x="9576" y="539"/>
                    </a:lnTo>
                    <a:lnTo>
                      <a:pt x="9413" y="740"/>
                    </a:lnTo>
                    <a:lnTo>
                      <a:pt x="9225" y="941"/>
                    </a:lnTo>
                    <a:lnTo>
                      <a:pt x="9024" y="1154"/>
                    </a:lnTo>
                    <a:lnTo>
                      <a:pt x="8786" y="1379"/>
                    </a:lnTo>
                    <a:lnTo>
                      <a:pt x="8523" y="1580"/>
                    </a:lnTo>
                    <a:lnTo>
                      <a:pt x="8247" y="1780"/>
                    </a:lnTo>
                    <a:lnTo>
                      <a:pt x="7946" y="1968"/>
                    </a:lnTo>
                    <a:lnTo>
                      <a:pt x="7783" y="2043"/>
                    </a:lnTo>
                    <a:lnTo>
                      <a:pt x="7620" y="2119"/>
                    </a:lnTo>
                    <a:lnTo>
                      <a:pt x="7457" y="2194"/>
                    </a:lnTo>
                    <a:lnTo>
                      <a:pt x="7282" y="2244"/>
                    </a:lnTo>
                    <a:lnTo>
                      <a:pt x="7094" y="2294"/>
                    </a:lnTo>
                    <a:lnTo>
                      <a:pt x="6919" y="2344"/>
                    </a:lnTo>
                    <a:lnTo>
                      <a:pt x="6731" y="2369"/>
                    </a:lnTo>
                    <a:lnTo>
                      <a:pt x="6530" y="2382"/>
                    </a:lnTo>
                    <a:lnTo>
                      <a:pt x="6192" y="2382"/>
                    </a:lnTo>
                    <a:lnTo>
                      <a:pt x="6004" y="2369"/>
                    </a:lnTo>
                    <a:lnTo>
                      <a:pt x="5803" y="2332"/>
                    </a:lnTo>
                    <a:lnTo>
                      <a:pt x="5389" y="2257"/>
                    </a:lnTo>
                    <a:lnTo>
                      <a:pt x="4951" y="2144"/>
                    </a:lnTo>
                    <a:lnTo>
                      <a:pt x="4487" y="2006"/>
                    </a:lnTo>
                    <a:lnTo>
                      <a:pt x="4023" y="1843"/>
                    </a:lnTo>
                    <a:lnTo>
                      <a:pt x="3547" y="1655"/>
                    </a:lnTo>
                    <a:lnTo>
                      <a:pt x="3058" y="1467"/>
                    </a:lnTo>
                    <a:lnTo>
                      <a:pt x="2594" y="1266"/>
                    </a:lnTo>
                    <a:lnTo>
                      <a:pt x="2131" y="1053"/>
                    </a:lnTo>
                    <a:lnTo>
                      <a:pt x="1278" y="652"/>
                    </a:lnTo>
                    <a:lnTo>
                      <a:pt x="552" y="28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6"/>
              <p:cNvSpPr/>
              <p:nvPr/>
            </p:nvSpPr>
            <p:spPr>
              <a:xfrm>
                <a:off x="3190840" y="2993749"/>
                <a:ext cx="164828" cy="39178"/>
              </a:xfrm>
              <a:custGeom>
                <a:rect b="b" l="l" r="r" t="t"/>
                <a:pathLst>
                  <a:path extrusionOk="0" h="1743" w="7333">
                    <a:moveTo>
                      <a:pt x="189" y="0"/>
                    </a:moveTo>
                    <a:lnTo>
                      <a:pt x="1" y="201"/>
                    </a:lnTo>
                    <a:lnTo>
                      <a:pt x="239" y="426"/>
                    </a:lnTo>
                    <a:lnTo>
                      <a:pt x="477" y="614"/>
                    </a:lnTo>
                    <a:lnTo>
                      <a:pt x="728" y="802"/>
                    </a:lnTo>
                    <a:lnTo>
                      <a:pt x="966" y="953"/>
                    </a:lnTo>
                    <a:lnTo>
                      <a:pt x="1217" y="1103"/>
                    </a:lnTo>
                    <a:lnTo>
                      <a:pt x="1467" y="1228"/>
                    </a:lnTo>
                    <a:lnTo>
                      <a:pt x="1718" y="1329"/>
                    </a:lnTo>
                    <a:lnTo>
                      <a:pt x="1969" y="1429"/>
                    </a:lnTo>
                    <a:lnTo>
                      <a:pt x="2219" y="1504"/>
                    </a:lnTo>
                    <a:lnTo>
                      <a:pt x="2470" y="1579"/>
                    </a:lnTo>
                    <a:lnTo>
                      <a:pt x="2721" y="1630"/>
                    </a:lnTo>
                    <a:lnTo>
                      <a:pt x="2959" y="1680"/>
                    </a:lnTo>
                    <a:lnTo>
                      <a:pt x="3197" y="1705"/>
                    </a:lnTo>
                    <a:lnTo>
                      <a:pt x="3435" y="1730"/>
                    </a:lnTo>
                    <a:lnTo>
                      <a:pt x="3673" y="1742"/>
                    </a:lnTo>
                    <a:lnTo>
                      <a:pt x="4149" y="1742"/>
                    </a:lnTo>
                    <a:lnTo>
                      <a:pt x="4387" y="1730"/>
                    </a:lnTo>
                    <a:lnTo>
                      <a:pt x="4626" y="1705"/>
                    </a:lnTo>
                    <a:lnTo>
                      <a:pt x="4851" y="1680"/>
                    </a:lnTo>
                    <a:lnTo>
                      <a:pt x="5114" y="1630"/>
                    </a:lnTo>
                    <a:lnTo>
                      <a:pt x="5365" y="1592"/>
                    </a:lnTo>
                    <a:lnTo>
                      <a:pt x="5829" y="1479"/>
                    </a:lnTo>
                    <a:lnTo>
                      <a:pt x="6255" y="1354"/>
                    </a:lnTo>
                    <a:lnTo>
                      <a:pt x="6606" y="1216"/>
                    </a:lnTo>
                    <a:lnTo>
                      <a:pt x="6907" y="1103"/>
                    </a:lnTo>
                    <a:lnTo>
                      <a:pt x="7132" y="1003"/>
                    </a:lnTo>
                    <a:lnTo>
                      <a:pt x="7333" y="903"/>
                    </a:lnTo>
                    <a:lnTo>
                      <a:pt x="7208" y="652"/>
                    </a:lnTo>
                    <a:lnTo>
                      <a:pt x="7020" y="740"/>
                    </a:lnTo>
                    <a:lnTo>
                      <a:pt x="6806" y="840"/>
                    </a:lnTo>
                    <a:lnTo>
                      <a:pt x="6518" y="953"/>
                    </a:lnTo>
                    <a:lnTo>
                      <a:pt x="6167" y="1078"/>
                    </a:lnTo>
                    <a:lnTo>
                      <a:pt x="5766" y="1203"/>
                    </a:lnTo>
                    <a:lnTo>
                      <a:pt x="5302" y="1316"/>
                    </a:lnTo>
                    <a:lnTo>
                      <a:pt x="5064" y="1354"/>
                    </a:lnTo>
                    <a:lnTo>
                      <a:pt x="4814" y="1391"/>
                    </a:lnTo>
                    <a:lnTo>
                      <a:pt x="4475" y="1442"/>
                    </a:lnTo>
                    <a:lnTo>
                      <a:pt x="4137" y="1454"/>
                    </a:lnTo>
                    <a:lnTo>
                      <a:pt x="3811" y="1467"/>
                    </a:lnTo>
                    <a:lnTo>
                      <a:pt x="3498" y="1454"/>
                    </a:lnTo>
                    <a:lnTo>
                      <a:pt x="3184" y="1429"/>
                    </a:lnTo>
                    <a:lnTo>
                      <a:pt x="2871" y="1379"/>
                    </a:lnTo>
                    <a:lnTo>
                      <a:pt x="2570" y="1316"/>
                    </a:lnTo>
                    <a:lnTo>
                      <a:pt x="2282" y="1241"/>
                    </a:lnTo>
                    <a:lnTo>
                      <a:pt x="1994" y="1141"/>
                    </a:lnTo>
                    <a:lnTo>
                      <a:pt x="1718" y="1028"/>
                    </a:lnTo>
                    <a:lnTo>
                      <a:pt x="1442" y="903"/>
                    </a:lnTo>
                    <a:lnTo>
                      <a:pt x="1179" y="752"/>
                    </a:lnTo>
                    <a:lnTo>
                      <a:pt x="916" y="589"/>
                    </a:lnTo>
                    <a:lnTo>
                      <a:pt x="665" y="414"/>
                    </a:lnTo>
                    <a:lnTo>
                      <a:pt x="427" y="21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6"/>
              <p:cNvSpPr/>
              <p:nvPr/>
            </p:nvSpPr>
            <p:spPr>
              <a:xfrm>
                <a:off x="3467785" y="3020227"/>
                <a:ext cx="47630" cy="15802"/>
              </a:xfrm>
              <a:custGeom>
                <a:rect b="b" l="l" r="r" t="t"/>
                <a:pathLst>
                  <a:path extrusionOk="0" h="703" w="2119">
                    <a:moveTo>
                      <a:pt x="1893" y="0"/>
                    </a:moveTo>
                    <a:lnTo>
                      <a:pt x="1880" y="13"/>
                    </a:lnTo>
                    <a:lnTo>
                      <a:pt x="1818" y="50"/>
                    </a:lnTo>
                    <a:lnTo>
                      <a:pt x="1717" y="101"/>
                    </a:lnTo>
                    <a:lnTo>
                      <a:pt x="1542" y="163"/>
                    </a:lnTo>
                    <a:lnTo>
                      <a:pt x="1304" y="238"/>
                    </a:lnTo>
                    <a:lnTo>
                      <a:pt x="965" y="301"/>
                    </a:lnTo>
                    <a:lnTo>
                      <a:pt x="539" y="364"/>
                    </a:lnTo>
                    <a:lnTo>
                      <a:pt x="0" y="414"/>
                    </a:lnTo>
                    <a:lnTo>
                      <a:pt x="13" y="702"/>
                    </a:lnTo>
                    <a:lnTo>
                      <a:pt x="602" y="640"/>
                    </a:lnTo>
                    <a:lnTo>
                      <a:pt x="1066" y="577"/>
                    </a:lnTo>
                    <a:lnTo>
                      <a:pt x="1429" y="489"/>
                    </a:lnTo>
                    <a:lnTo>
                      <a:pt x="1692" y="414"/>
                    </a:lnTo>
                    <a:lnTo>
                      <a:pt x="1893" y="339"/>
                    </a:lnTo>
                    <a:lnTo>
                      <a:pt x="2018" y="264"/>
                    </a:lnTo>
                    <a:lnTo>
                      <a:pt x="2081" y="213"/>
                    </a:lnTo>
                    <a:lnTo>
                      <a:pt x="2118" y="176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6"/>
              <p:cNvSpPr/>
              <p:nvPr/>
            </p:nvSpPr>
            <p:spPr>
              <a:xfrm>
                <a:off x="3081532" y="2746946"/>
                <a:ext cx="102565" cy="293579"/>
              </a:xfrm>
              <a:custGeom>
                <a:rect b="b" l="l" r="r" t="t"/>
                <a:pathLst>
                  <a:path extrusionOk="0" h="13061" w="4563">
                    <a:moveTo>
                      <a:pt x="4463" y="1"/>
                    </a:moveTo>
                    <a:lnTo>
                      <a:pt x="4200" y="76"/>
                    </a:lnTo>
                    <a:lnTo>
                      <a:pt x="4225" y="214"/>
                    </a:lnTo>
                    <a:lnTo>
                      <a:pt x="4250" y="364"/>
                    </a:lnTo>
                    <a:lnTo>
                      <a:pt x="4275" y="527"/>
                    </a:lnTo>
                    <a:lnTo>
                      <a:pt x="4275" y="703"/>
                    </a:lnTo>
                    <a:lnTo>
                      <a:pt x="4275" y="1066"/>
                    </a:lnTo>
                    <a:lnTo>
                      <a:pt x="4250" y="1467"/>
                    </a:lnTo>
                    <a:lnTo>
                      <a:pt x="4187" y="1894"/>
                    </a:lnTo>
                    <a:lnTo>
                      <a:pt x="4099" y="2345"/>
                    </a:lnTo>
                    <a:lnTo>
                      <a:pt x="3999" y="2808"/>
                    </a:lnTo>
                    <a:lnTo>
                      <a:pt x="3874" y="3310"/>
                    </a:lnTo>
                    <a:lnTo>
                      <a:pt x="3736" y="3811"/>
                    </a:lnTo>
                    <a:lnTo>
                      <a:pt x="3585" y="4338"/>
                    </a:lnTo>
                    <a:lnTo>
                      <a:pt x="3410" y="4864"/>
                    </a:lnTo>
                    <a:lnTo>
                      <a:pt x="3222" y="5403"/>
                    </a:lnTo>
                    <a:lnTo>
                      <a:pt x="3034" y="5942"/>
                    </a:lnTo>
                    <a:lnTo>
                      <a:pt x="2833" y="6481"/>
                    </a:lnTo>
                    <a:lnTo>
                      <a:pt x="2407" y="7559"/>
                    </a:lnTo>
                    <a:lnTo>
                      <a:pt x="1981" y="8599"/>
                    </a:lnTo>
                    <a:lnTo>
                      <a:pt x="1555" y="9589"/>
                    </a:lnTo>
                    <a:lnTo>
                      <a:pt x="1154" y="10491"/>
                    </a:lnTo>
                    <a:lnTo>
                      <a:pt x="790" y="11294"/>
                    </a:lnTo>
                    <a:lnTo>
                      <a:pt x="226" y="12472"/>
                    </a:lnTo>
                    <a:lnTo>
                      <a:pt x="1" y="12923"/>
                    </a:lnTo>
                    <a:lnTo>
                      <a:pt x="251" y="13061"/>
                    </a:lnTo>
                    <a:lnTo>
                      <a:pt x="477" y="12610"/>
                    </a:lnTo>
                    <a:lnTo>
                      <a:pt x="1029" y="11431"/>
                    </a:lnTo>
                    <a:lnTo>
                      <a:pt x="1405" y="10629"/>
                    </a:lnTo>
                    <a:lnTo>
                      <a:pt x="1806" y="9727"/>
                    </a:lnTo>
                    <a:lnTo>
                      <a:pt x="2232" y="8737"/>
                    </a:lnTo>
                    <a:lnTo>
                      <a:pt x="2670" y="7696"/>
                    </a:lnTo>
                    <a:lnTo>
                      <a:pt x="2946" y="6995"/>
                    </a:lnTo>
                    <a:lnTo>
                      <a:pt x="3197" y="6318"/>
                    </a:lnTo>
                    <a:lnTo>
                      <a:pt x="3435" y="5679"/>
                    </a:lnTo>
                    <a:lnTo>
                      <a:pt x="3648" y="5064"/>
                    </a:lnTo>
                    <a:lnTo>
                      <a:pt x="3836" y="4475"/>
                    </a:lnTo>
                    <a:lnTo>
                      <a:pt x="3999" y="3924"/>
                    </a:lnTo>
                    <a:lnTo>
                      <a:pt x="4149" y="3398"/>
                    </a:lnTo>
                    <a:lnTo>
                      <a:pt x="4275" y="2896"/>
                    </a:lnTo>
                    <a:lnTo>
                      <a:pt x="4375" y="2432"/>
                    </a:lnTo>
                    <a:lnTo>
                      <a:pt x="4450" y="1994"/>
                    </a:lnTo>
                    <a:lnTo>
                      <a:pt x="4513" y="1580"/>
                    </a:lnTo>
                    <a:lnTo>
                      <a:pt x="4550" y="1204"/>
                    </a:lnTo>
                    <a:lnTo>
                      <a:pt x="4563" y="866"/>
                    </a:lnTo>
                    <a:lnTo>
                      <a:pt x="4550" y="540"/>
                    </a:lnTo>
                    <a:lnTo>
                      <a:pt x="4525" y="252"/>
                    </a:lnTo>
                    <a:lnTo>
                      <a:pt x="446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6"/>
              <p:cNvSpPr/>
              <p:nvPr/>
            </p:nvSpPr>
            <p:spPr>
              <a:xfrm>
                <a:off x="3446657" y="2334529"/>
                <a:ext cx="57475" cy="17195"/>
              </a:xfrm>
              <a:custGeom>
                <a:rect b="b" l="l" r="r" t="t"/>
                <a:pathLst>
                  <a:path extrusionOk="0" h="765" w="2557">
                    <a:moveTo>
                      <a:pt x="1078" y="0"/>
                    </a:moveTo>
                    <a:lnTo>
                      <a:pt x="903" y="25"/>
                    </a:lnTo>
                    <a:lnTo>
                      <a:pt x="740" y="50"/>
                    </a:lnTo>
                    <a:lnTo>
                      <a:pt x="602" y="88"/>
                    </a:lnTo>
                    <a:lnTo>
                      <a:pt x="476" y="125"/>
                    </a:lnTo>
                    <a:lnTo>
                      <a:pt x="364" y="176"/>
                    </a:lnTo>
                    <a:lnTo>
                      <a:pt x="276" y="213"/>
                    </a:lnTo>
                    <a:lnTo>
                      <a:pt x="201" y="263"/>
                    </a:lnTo>
                    <a:lnTo>
                      <a:pt x="138" y="313"/>
                    </a:lnTo>
                    <a:lnTo>
                      <a:pt x="88" y="364"/>
                    </a:lnTo>
                    <a:lnTo>
                      <a:pt x="50" y="414"/>
                    </a:lnTo>
                    <a:lnTo>
                      <a:pt x="25" y="451"/>
                    </a:lnTo>
                    <a:lnTo>
                      <a:pt x="13" y="501"/>
                    </a:lnTo>
                    <a:lnTo>
                      <a:pt x="0" y="539"/>
                    </a:lnTo>
                    <a:lnTo>
                      <a:pt x="0" y="577"/>
                    </a:lnTo>
                    <a:lnTo>
                      <a:pt x="13" y="614"/>
                    </a:lnTo>
                    <a:lnTo>
                      <a:pt x="25" y="639"/>
                    </a:lnTo>
                    <a:lnTo>
                      <a:pt x="63" y="677"/>
                    </a:lnTo>
                    <a:lnTo>
                      <a:pt x="100" y="702"/>
                    </a:lnTo>
                    <a:lnTo>
                      <a:pt x="151" y="727"/>
                    </a:lnTo>
                    <a:lnTo>
                      <a:pt x="201" y="752"/>
                    </a:lnTo>
                    <a:lnTo>
                      <a:pt x="313" y="765"/>
                    </a:lnTo>
                    <a:lnTo>
                      <a:pt x="451" y="765"/>
                    </a:lnTo>
                    <a:lnTo>
                      <a:pt x="602" y="752"/>
                    </a:lnTo>
                    <a:lnTo>
                      <a:pt x="752" y="727"/>
                    </a:lnTo>
                    <a:lnTo>
                      <a:pt x="915" y="677"/>
                    </a:lnTo>
                    <a:lnTo>
                      <a:pt x="1066" y="614"/>
                    </a:lnTo>
                    <a:lnTo>
                      <a:pt x="1178" y="577"/>
                    </a:lnTo>
                    <a:lnTo>
                      <a:pt x="1291" y="552"/>
                    </a:lnTo>
                    <a:lnTo>
                      <a:pt x="1416" y="539"/>
                    </a:lnTo>
                    <a:lnTo>
                      <a:pt x="1542" y="539"/>
                    </a:lnTo>
                    <a:lnTo>
                      <a:pt x="1792" y="552"/>
                    </a:lnTo>
                    <a:lnTo>
                      <a:pt x="2031" y="589"/>
                    </a:lnTo>
                    <a:lnTo>
                      <a:pt x="2244" y="627"/>
                    </a:lnTo>
                    <a:lnTo>
                      <a:pt x="2419" y="652"/>
                    </a:lnTo>
                    <a:lnTo>
                      <a:pt x="2482" y="652"/>
                    </a:lnTo>
                    <a:lnTo>
                      <a:pt x="2519" y="639"/>
                    </a:lnTo>
                    <a:lnTo>
                      <a:pt x="2544" y="614"/>
                    </a:lnTo>
                    <a:lnTo>
                      <a:pt x="2557" y="577"/>
                    </a:lnTo>
                    <a:lnTo>
                      <a:pt x="2532" y="552"/>
                    </a:lnTo>
                    <a:lnTo>
                      <a:pt x="2469" y="476"/>
                    </a:lnTo>
                    <a:lnTo>
                      <a:pt x="2356" y="376"/>
                    </a:lnTo>
                    <a:lnTo>
                      <a:pt x="2194" y="263"/>
                    </a:lnTo>
                    <a:lnTo>
                      <a:pt x="2106" y="201"/>
                    </a:lnTo>
                    <a:lnTo>
                      <a:pt x="1993" y="151"/>
                    </a:lnTo>
                    <a:lnTo>
                      <a:pt x="1868" y="100"/>
                    </a:lnTo>
                    <a:lnTo>
                      <a:pt x="1742" y="50"/>
                    </a:lnTo>
                    <a:lnTo>
                      <a:pt x="1592" y="25"/>
                    </a:lnTo>
                    <a:lnTo>
                      <a:pt x="144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16"/>
              <p:cNvSpPr/>
              <p:nvPr/>
            </p:nvSpPr>
            <p:spPr>
              <a:xfrm>
                <a:off x="3331145" y="2337046"/>
                <a:ext cx="57497" cy="16656"/>
              </a:xfrm>
              <a:custGeom>
                <a:rect b="b" l="l" r="r" t="t"/>
                <a:pathLst>
                  <a:path extrusionOk="0" h="741" w="2558">
                    <a:moveTo>
                      <a:pt x="1266" y="1"/>
                    </a:moveTo>
                    <a:lnTo>
                      <a:pt x="1091" y="13"/>
                    </a:lnTo>
                    <a:lnTo>
                      <a:pt x="940" y="51"/>
                    </a:lnTo>
                    <a:lnTo>
                      <a:pt x="790" y="89"/>
                    </a:lnTo>
                    <a:lnTo>
                      <a:pt x="665" y="126"/>
                    </a:lnTo>
                    <a:lnTo>
                      <a:pt x="539" y="189"/>
                    </a:lnTo>
                    <a:lnTo>
                      <a:pt x="439" y="252"/>
                    </a:lnTo>
                    <a:lnTo>
                      <a:pt x="339" y="302"/>
                    </a:lnTo>
                    <a:lnTo>
                      <a:pt x="188" y="427"/>
                    </a:lnTo>
                    <a:lnTo>
                      <a:pt x="88" y="540"/>
                    </a:lnTo>
                    <a:lnTo>
                      <a:pt x="26" y="615"/>
                    </a:lnTo>
                    <a:lnTo>
                      <a:pt x="0" y="653"/>
                    </a:lnTo>
                    <a:lnTo>
                      <a:pt x="13" y="690"/>
                    </a:lnTo>
                    <a:lnTo>
                      <a:pt x="38" y="703"/>
                    </a:lnTo>
                    <a:lnTo>
                      <a:pt x="88" y="715"/>
                    </a:lnTo>
                    <a:lnTo>
                      <a:pt x="151" y="715"/>
                    </a:lnTo>
                    <a:lnTo>
                      <a:pt x="314" y="678"/>
                    </a:lnTo>
                    <a:lnTo>
                      <a:pt x="527" y="640"/>
                    </a:lnTo>
                    <a:lnTo>
                      <a:pt x="765" y="590"/>
                    </a:lnTo>
                    <a:lnTo>
                      <a:pt x="1016" y="552"/>
                    </a:lnTo>
                    <a:lnTo>
                      <a:pt x="1266" y="552"/>
                    </a:lnTo>
                    <a:lnTo>
                      <a:pt x="1379" y="577"/>
                    </a:lnTo>
                    <a:lnTo>
                      <a:pt x="1492" y="615"/>
                    </a:lnTo>
                    <a:lnTo>
                      <a:pt x="1655" y="665"/>
                    </a:lnTo>
                    <a:lnTo>
                      <a:pt x="1805" y="703"/>
                    </a:lnTo>
                    <a:lnTo>
                      <a:pt x="1956" y="728"/>
                    </a:lnTo>
                    <a:lnTo>
                      <a:pt x="2106" y="740"/>
                    </a:lnTo>
                    <a:lnTo>
                      <a:pt x="2244" y="728"/>
                    </a:lnTo>
                    <a:lnTo>
                      <a:pt x="2369" y="703"/>
                    </a:lnTo>
                    <a:lnTo>
                      <a:pt x="2419" y="690"/>
                    </a:lnTo>
                    <a:lnTo>
                      <a:pt x="2457" y="653"/>
                    </a:lnTo>
                    <a:lnTo>
                      <a:pt x="2495" y="628"/>
                    </a:lnTo>
                    <a:lnTo>
                      <a:pt x="2532" y="590"/>
                    </a:lnTo>
                    <a:lnTo>
                      <a:pt x="2545" y="565"/>
                    </a:lnTo>
                    <a:lnTo>
                      <a:pt x="2557" y="527"/>
                    </a:lnTo>
                    <a:lnTo>
                      <a:pt x="2557" y="490"/>
                    </a:lnTo>
                    <a:lnTo>
                      <a:pt x="2545" y="452"/>
                    </a:lnTo>
                    <a:lnTo>
                      <a:pt x="2520" y="402"/>
                    </a:lnTo>
                    <a:lnTo>
                      <a:pt x="2495" y="364"/>
                    </a:lnTo>
                    <a:lnTo>
                      <a:pt x="2457" y="314"/>
                    </a:lnTo>
                    <a:lnTo>
                      <a:pt x="2407" y="264"/>
                    </a:lnTo>
                    <a:lnTo>
                      <a:pt x="2344" y="227"/>
                    </a:lnTo>
                    <a:lnTo>
                      <a:pt x="2256" y="176"/>
                    </a:lnTo>
                    <a:lnTo>
                      <a:pt x="2169" y="139"/>
                    </a:lnTo>
                    <a:lnTo>
                      <a:pt x="2056" y="101"/>
                    </a:lnTo>
                    <a:lnTo>
                      <a:pt x="1931" y="64"/>
                    </a:lnTo>
                    <a:lnTo>
                      <a:pt x="1793" y="39"/>
                    </a:lnTo>
                    <a:lnTo>
                      <a:pt x="1630" y="13"/>
                    </a:lnTo>
                    <a:lnTo>
                      <a:pt x="144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16"/>
              <p:cNvSpPr/>
              <p:nvPr/>
            </p:nvSpPr>
            <p:spPr>
              <a:xfrm>
                <a:off x="3237054" y="2370020"/>
                <a:ext cx="64533" cy="83122"/>
              </a:xfrm>
              <a:custGeom>
                <a:rect b="b" l="l" r="r" t="t"/>
                <a:pathLst>
                  <a:path extrusionOk="0" h="3698" w="2871">
                    <a:moveTo>
                      <a:pt x="1504" y="0"/>
                    </a:moveTo>
                    <a:lnTo>
                      <a:pt x="1279" y="13"/>
                    </a:lnTo>
                    <a:lnTo>
                      <a:pt x="1066" y="38"/>
                    </a:lnTo>
                    <a:lnTo>
                      <a:pt x="953" y="63"/>
                    </a:lnTo>
                    <a:lnTo>
                      <a:pt x="840" y="101"/>
                    </a:lnTo>
                    <a:lnTo>
                      <a:pt x="740" y="138"/>
                    </a:lnTo>
                    <a:lnTo>
                      <a:pt x="639" y="188"/>
                    </a:lnTo>
                    <a:lnTo>
                      <a:pt x="539" y="251"/>
                    </a:lnTo>
                    <a:lnTo>
                      <a:pt x="451" y="326"/>
                    </a:lnTo>
                    <a:lnTo>
                      <a:pt x="364" y="401"/>
                    </a:lnTo>
                    <a:lnTo>
                      <a:pt x="289" y="502"/>
                    </a:lnTo>
                    <a:lnTo>
                      <a:pt x="226" y="602"/>
                    </a:lnTo>
                    <a:lnTo>
                      <a:pt x="163" y="727"/>
                    </a:lnTo>
                    <a:lnTo>
                      <a:pt x="113" y="853"/>
                    </a:lnTo>
                    <a:lnTo>
                      <a:pt x="63" y="1003"/>
                    </a:lnTo>
                    <a:lnTo>
                      <a:pt x="38" y="1166"/>
                    </a:lnTo>
                    <a:lnTo>
                      <a:pt x="13" y="1341"/>
                    </a:lnTo>
                    <a:lnTo>
                      <a:pt x="0" y="1705"/>
                    </a:lnTo>
                    <a:lnTo>
                      <a:pt x="13" y="1880"/>
                    </a:lnTo>
                    <a:lnTo>
                      <a:pt x="25" y="2043"/>
                    </a:lnTo>
                    <a:lnTo>
                      <a:pt x="38" y="2194"/>
                    </a:lnTo>
                    <a:lnTo>
                      <a:pt x="75" y="2344"/>
                    </a:lnTo>
                    <a:lnTo>
                      <a:pt x="101" y="2482"/>
                    </a:lnTo>
                    <a:lnTo>
                      <a:pt x="151" y="2620"/>
                    </a:lnTo>
                    <a:lnTo>
                      <a:pt x="188" y="2745"/>
                    </a:lnTo>
                    <a:lnTo>
                      <a:pt x="251" y="2858"/>
                    </a:lnTo>
                    <a:lnTo>
                      <a:pt x="314" y="2971"/>
                    </a:lnTo>
                    <a:lnTo>
                      <a:pt x="376" y="3084"/>
                    </a:lnTo>
                    <a:lnTo>
                      <a:pt x="451" y="3171"/>
                    </a:lnTo>
                    <a:lnTo>
                      <a:pt x="527" y="3259"/>
                    </a:lnTo>
                    <a:lnTo>
                      <a:pt x="614" y="3347"/>
                    </a:lnTo>
                    <a:lnTo>
                      <a:pt x="715" y="3409"/>
                    </a:lnTo>
                    <a:lnTo>
                      <a:pt x="802" y="3472"/>
                    </a:lnTo>
                    <a:lnTo>
                      <a:pt x="915" y="3535"/>
                    </a:lnTo>
                    <a:lnTo>
                      <a:pt x="1015" y="3585"/>
                    </a:lnTo>
                    <a:lnTo>
                      <a:pt x="1128" y="3623"/>
                    </a:lnTo>
                    <a:lnTo>
                      <a:pt x="1254" y="3648"/>
                    </a:lnTo>
                    <a:lnTo>
                      <a:pt x="1379" y="3673"/>
                    </a:lnTo>
                    <a:lnTo>
                      <a:pt x="1504" y="3685"/>
                    </a:lnTo>
                    <a:lnTo>
                      <a:pt x="1642" y="3698"/>
                    </a:lnTo>
                    <a:lnTo>
                      <a:pt x="1780" y="3698"/>
                    </a:lnTo>
                    <a:lnTo>
                      <a:pt x="1918" y="3685"/>
                    </a:lnTo>
                    <a:lnTo>
                      <a:pt x="2068" y="3673"/>
                    </a:lnTo>
                    <a:lnTo>
                      <a:pt x="2219" y="3635"/>
                    </a:lnTo>
                    <a:lnTo>
                      <a:pt x="2545" y="3560"/>
                    </a:lnTo>
                    <a:lnTo>
                      <a:pt x="2870" y="3447"/>
                    </a:lnTo>
                    <a:lnTo>
                      <a:pt x="2444" y="176"/>
                    </a:lnTo>
                    <a:lnTo>
                      <a:pt x="2344" y="138"/>
                    </a:lnTo>
                    <a:lnTo>
                      <a:pt x="2081" y="76"/>
                    </a:lnTo>
                    <a:lnTo>
                      <a:pt x="1905" y="50"/>
                    </a:lnTo>
                    <a:lnTo>
                      <a:pt x="1717" y="13"/>
                    </a:lnTo>
                    <a:lnTo>
                      <a:pt x="1504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3382416" y="2374516"/>
                <a:ext cx="18049" cy="32705"/>
              </a:xfrm>
              <a:custGeom>
                <a:rect b="b" l="l" r="r" t="t"/>
                <a:pathLst>
                  <a:path extrusionOk="0" h="1455" w="803">
                    <a:moveTo>
                      <a:pt x="351" y="1"/>
                    </a:moveTo>
                    <a:lnTo>
                      <a:pt x="276" y="26"/>
                    </a:lnTo>
                    <a:lnTo>
                      <a:pt x="201" y="76"/>
                    </a:lnTo>
                    <a:lnTo>
                      <a:pt x="138" y="139"/>
                    </a:lnTo>
                    <a:lnTo>
                      <a:pt x="88" y="239"/>
                    </a:lnTo>
                    <a:lnTo>
                      <a:pt x="51" y="352"/>
                    </a:lnTo>
                    <a:lnTo>
                      <a:pt x="13" y="477"/>
                    </a:lnTo>
                    <a:lnTo>
                      <a:pt x="1" y="615"/>
                    </a:lnTo>
                    <a:lnTo>
                      <a:pt x="1" y="753"/>
                    </a:lnTo>
                    <a:lnTo>
                      <a:pt x="26" y="903"/>
                    </a:lnTo>
                    <a:lnTo>
                      <a:pt x="51" y="1041"/>
                    </a:lnTo>
                    <a:lnTo>
                      <a:pt x="101" y="1166"/>
                    </a:lnTo>
                    <a:lnTo>
                      <a:pt x="151" y="1267"/>
                    </a:lnTo>
                    <a:lnTo>
                      <a:pt x="226" y="1354"/>
                    </a:lnTo>
                    <a:lnTo>
                      <a:pt x="289" y="1417"/>
                    </a:lnTo>
                    <a:lnTo>
                      <a:pt x="377" y="1455"/>
                    </a:lnTo>
                    <a:lnTo>
                      <a:pt x="452" y="1455"/>
                    </a:lnTo>
                    <a:lnTo>
                      <a:pt x="527" y="1442"/>
                    </a:lnTo>
                    <a:lnTo>
                      <a:pt x="602" y="1392"/>
                    </a:lnTo>
                    <a:lnTo>
                      <a:pt x="665" y="1317"/>
                    </a:lnTo>
                    <a:lnTo>
                      <a:pt x="715" y="1229"/>
                    </a:lnTo>
                    <a:lnTo>
                      <a:pt x="765" y="1116"/>
                    </a:lnTo>
                    <a:lnTo>
                      <a:pt x="790" y="991"/>
                    </a:lnTo>
                    <a:lnTo>
                      <a:pt x="803" y="853"/>
                    </a:lnTo>
                    <a:lnTo>
                      <a:pt x="803" y="703"/>
                    </a:lnTo>
                    <a:lnTo>
                      <a:pt x="778" y="552"/>
                    </a:lnTo>
                    <a:lnTo>
                      <a:pt x="753" y="427"/>
                    </a:lnTo>
                    <a:lnTo>
                      <a:pt x="702" y="302"/>
                    </a:lnTo>
                    <a:lnTo>
                      <a:pt x="652" y="201"/>
                    </a:lnTo>
                    <a:lnTo>
                      <a:pt x="577" y="114"/>
                    </a:lnTo>
                    <a:lnTo>
                      <a:pt x="514" y="51"/>
                    </a:lnTo>
                    <a:lnTo>
                      <a:pt x="439" y="13"/>
                    </a:lnTo>
                    <a:lnTo>
                      <a:pt x="35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3465246" y="2369166"/>
                <a:ext cx="17757" cy="32705"/>
              </a:xfrm>
              <a:custGeom>
                <a:rect b="b" l="l" r="r" t="t"/>
                <a:pathLst>
                  <a:path extrusionOk="0" h="1455" w="790">
                    <a:moveTo>
                      <a:pt x="351" y="1"/>
                    </a:moveTo>
                    <a:lnTo>
                      <a:pt x="276" y="13"/>
                    </a:lnTo>
                    <a:lnTo>
                      <a:pt x="201" y="63"/>
                    </a:lnTo>
                    <a:lnTo>
                      <a:pt x="138" y="139"/>
                    </a:lnTo>
                    <a:lnTo>
                      <a:pt x="88" y="226"/>
                    </a:lnTo>
                    <a:lnTo>
                      <a:pt x="38" y="339"/>
                    </a:lnTo>
                    <a:lnTo>
                      <a:pt x="13" y="464"/>
                    </a:lnTo>
                    <a:lnTo>
                      <a:pt x="0" y="602"/>
                    </a:lnTo>
                    <a:lnTo>
                      <a:pt x="0" y="753"/>
                    </a:lnTo>
                    <a:lnTo>
                      <a:pt x="13" y="903"/>
                    </a:lnTo>
                    <a:lnTo>
                      <a:pt x="51" y="1028"/>
                    </a:lnTo>
                    <a:lnTo>
                      <a:pt x="88" y="1154"/>
                    </a:lnTo>
                    <a:lnTo>
                      <a:pt x="151" y="1254"/>
                    </a:lnTo>
                    <a:lnTo>
                      <a:pt x="213" y="1342"/>
                    </a:lnTo>
                    <a:lnTo>
                      <a:pt x="289" y="1404"/>
                    </a:lnTo>
                    <a:lnTo>
                      <a:pt x="364" y="1442"/>
                    </a:lnTo>
                    <a:lnTo>
                      <a:pt x="439" y="1455"/>
                    </a:lnTo>
                    <a:lnTo>
                      <a:pt x="527" y="1430"/>
                    </a:lnTo>
                    <a:lnTo>
                      <a:pt x="589" y="1392"/>
                    </a:lnTo>
                    <a:lnTo>
                      <a:pt x="652" y="1317"/>
                    </a:lnTo>
                    <a:lnTo>
                      <a:pt x="715" y="1229"/>
                    </a:lnTo>
                    <a:lnTo>
                      <a:pt x="752" y="1116"/>
                    </a:lnTo>
                    <a:lnTo>
                      <a:pt x="777" y="991"/>
                    </a:lnTo>
                    <a:lnTo>
                      <a:pt x="790" y="853"/>
                    </a:lnTo>
                    <a:lnTo>
                      <a:pt x="790" y="703"/>
                    </a:lnTo>
                    <a:lnTo>
                      <a:pt x="777" y="552"/>
                    </a:lnTo>
                    <a:lnTo>
                      <a:pt x="740" y="414"/>
                    </a:lnTo>
                    <a:lnTo>
                      <a:pt x="702" y="302"/>
                    </a:lnTo>
                    <a:lnTo>
                      <a:pt x="640" y="189"/>
                    </a:lnTo>
                    <a:lnTo>
                      <a:pt x="577" y="114"/>
                    </a:lnTo>
                    <a:lnTo>
                      <a:pt x="514" y="51"/>
                    </a:lnTo>
                    <a:lnTo>
                      <a:pt x="427" y="13"/>
                    </a:lnTo>
                    <a:lnTo>
                      <a:pt x="35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3397341" y="4419227"/>
                <a:ext cx="347952" cy="312729"/>
              </a:xfrm>
              <a:custGeom>
                <a:rect b="b" l="l" r="r" t="t"/>
                <a:pathLst>
                  <a:path extrusionOk="0" h="13913" w="15480">
                    <a:moveTo>
                      <a:pt x="4688" y="1"/>
                    </a:moveTo>
                    <a:lnTo>
                      <a:pt x="3046" y="3836"/>
                    </a:lnTo>
                    <a:lnTo>
                      <a:pt x="1793" y="6756"/>
                    </a:lnTo>
                    <a:lnTo>
                      <a:pt x="1304" y="7935"/>
                    </a:lnTo>
                    <a:lnTo>
                      <a:pt x="978" y="8724"/>
                    </a:lnTo>
                    <a:lnTo>
                      <a:pt x="878" y="9012"/>
                    </a:lnTo>
                    <a:lnTo>
                      <a:pt x="790" y="9338"/>
                    </a:lnTo>
                    <a:lnTo>
                      <a:pt x="690" y="9702"/>
                    </a:lnTo>
                    <a:lnTo>
                      <a:pt x="602" y="10090"/>
                    </a:lnTo>
                    <a:lnTo>
                      <a:pt x="439" y="10892"/>
                    </a:lnTo>
                    <a:lnTo>
                      <a:pt x="289" y="11707"/>
                    </a:lnTo>
                    <a:lnTo>
                      <a:pt x="164" y="12447"/>
                    </a:lnTo>
                    <a:lnTo>
                      <a:pt x="76" y="13061"/>
                    </a:lnTo>
                    <a:lnTo>
                      <a:pt x="1" y="13625"/>
                    </a:lnTo>
                    <a:lnTo>
                      <a:pt x="1430" y="13625"/>
                    </a:lnTo>
                    <a:lnTo>
                      <a:pt x="2808" y="10354"/>
                    </a:lnTo>
                    <a:lnTo>
                      <a:pt x="2934" y="10780"/>
                    </a:lnTo>
                    <a:lnTo>
                      <a:pt x="3084" y="11218"/>
                    </a:lnTo>
                    <a:lnTo>
                      <a:pt x="3272" y="11745"/>
                    </a:lnTo>
                    <a:lnTo>
                      <a:pt x="3473" y="12309"/>
                    </a:lnTo>
                    <a:lnTo>
                      <a:pt x="3698" y="12848"/>
                    </a:lnTo>
                    <a:lnTo>
                      <a:pt x="3811" y="13086"/>
                    </a:lnTo>
                    <a:lnTo>
                      <a:pt x="3924" y="13299"/>
                    </a:lnTo>
                    <a:lnTo>
                      <a:pt x="4037" y="13487"/>
                    </a:lnTo>
                    <a:lnTo>
                      <a:pt x="4137" y="13625"/>
                    </a:lnTo>
                    <a:lnTo>
                      <a:pt x="4174" y="13662"/>
                    </a:lnTo>
                    <a:lnTo>
                      <a:pt x="4225" y="13687"/>
                    </a:lnTo>
                    <a:lnTo>
                      <a:pt x="4362" y="13738"/>
                    </a:lnTo>
                    <a:lnTo>
                      <a:pt x="4550" y="13775"/>
                    </a:lnTo>
                    <a:lnTo>
                      <a:pt x="4789" y="13813"/>
                    </a:lnTo>
                    <a:lnTo>
                      <a:pt x="5064" y="13850"/>
                    </a:lnTo>
                    <a:lnTo>
                      <a:pt x="5390" y="13875"/>
                    </a:lnTo>
                    <a:lnTo>
                      <a:pt x="6142" y="13900"/>
                    </a:lnTo>
                    <a:lnTo>
                      <a:pt x="7007" y="13913"/>
                    </a:lnTo>
                    <a:lnTo>
                      <a:pt x="7972" y="13913"/>
                    </a:lnTo>
                    <a:lnTo>
                      <a:pt x="8975" y="13900"/>
                    </a:lnTo>
                    <a:lnTo>
                      <a:pt x="10015" y="13875"/>
                    </a:lnTo>
                    <a:lnTo>
                      <a:pt x="12033" y="13800"/>
                    </a:lnTo>
                    <a:lnTo>
                      <a:pt x="13788" y="13725"/>
                    </a:lnTo>
                    <a:lnTo>
                      <a:pt x="15480" y="13625"/>
                    </a:lnTo>
                    <a:lnTo>
                      <a:pt x="15442" y="13499"/>
                    </a:lnTo>
                    <a:lnTo>
                      <a:pt x="15354" y="13148"/>
                    </a:lnTo>
                    <a:lnTo>
                      <a:pt x="15216" y="12647"/>
                    </a:lnTo>
                    <a:lnTo>
                      <a:pt x="15016" y="12033"/>
                    </a:lnTo>
                    <a:lnTo>
                      <a:pt x="14891" y="11707"/>
                    </a:lnTo>
                    <a:lnTo>
                      <a:pt x="14765" y="11381"/>
                    </a:lnTo>
                    <a:lnTo>
                      <a:pt x="14627" y="11043"/>
                    </a:lnTo>
                    <a:lnTo>
                      <a:pt x="14464" y="10730"/>
                    </a:lnTo>
                    <a:lnTo>
                      <a:pt x="14301" y="10429"/>
                    </a:lnTo>
                    <a:lnTo>
                      <a:pt x="14126" y="10153"/>
                    </a:lnTo>
                    <a:lnTo>
                      <a:pt x="14026" y="10028"/>
                    </a:lnTo>
                    <a:lnTo>
                      <a:pt x="13938" y="9902"/>
                    </a:lnTo>
                    <a:lnTo>
                      <a:pt x="13838" y="9802"/>
                    </a:lnTo>
                    <a:lnTo>
                      <a:pt x="13737" y="9702"/>
                    </a:lnTo>
                    <a:lnTo>
                      <a:pt x="13625" y="9614"/>
                    </a:lnTo>
                    <a:lnTo>
                      <a:pt x="13499" y="9526"/>
                    </a:lnTo>
                    <a:lnTo>
                      <a:pt x="13349" y="9426"/>
                    </a:lnTo>
                    <a:lnTo>
                      <a:pt x="13199" y="9351"/>
                    </a:lnTo>
                    <a:lnTo>
                      <a:pt x="12848" y="9175"/>
                    </a:lnTo>
                    <a:lnTo>
                      <a:pt x="12459" y="9012"/>
                    </a:lnTo>
                    <a:lnTo>
                      <a:pt x="12033" y="8862"/>
                    </a:lnTo>
                    <a:lnTo>
                      <a:pt x="11594" y="8724"/>
                    </a:lnTo>
                    <a:lnTo>
                      <a:pt x="11156" y="8586"/>
                    </a:lnTo>
                    <a:lnTo>
                      <a:pt x="10704" y="8461"/>
                    </a:lnTo>
                    <a:lnTo>
                      <a:pt x="9877" y="8248"/>
                    </a:lnTo>
                    <a:lnTo>
                      <a:pt x="9163" y="8098"/>
                    </a:lnTo>
                    <a:lnTo>
                      <a:pt x="8498" y="7960"/>
                    </a:lnTo>
                    <a:lnTo>
                      <a:pt x="10541" y="1405"/>
                    </a:lnTo>
                    <a:lnTo>
                      <a:pt x="468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6"/>
              <p:cNvSpPr/>
              <p:nvPr/>
            </p:nvSpPr>
            <p:spPr>
              <a:xfrm>
                <a:off x="3501030" y="2620757"/>
                <a:ext cx="243139" cy="575289"/>
              </a:xfrm>
              <a:custGeom>
                <a:rect b="b" l="l" r="r" t="t"/>
                <a:pathLst>
                  <a:path extrusionOk="0" h="25594" w="10817">
                    <a:moveTo>
                      <a:pt x="1855" y="0"/>
                    </a:moveTo>
                    <a:lnTo>
                      <a:pt x="0" y="1680"/>
                    </a:lnTo>
                    <a:lnTo>
                      <a:pt x="138" y="2695"/>
                    </a:lnTo>
                    <a:lnTo>
                      <a:pt x="313" y="3860"/>
                    </a:lnTo>
                    <a:lnTo>
                      <a:pt x="552" y="5364"/>
                    </a:lnTo>
                    <a:lnTo>
                      <a:pt x="865" y="7157"/>
                    </a:lnTo>
                    <a:lnTo>
                      <a:pt x="1040" y="8134"/>
                    </a:lnTo>
                    <a:lnTo>
                      <a:pt x="1241" y="9149"/>
                    </a:lnTo>
                    <a:lnTo>
                      <a:pt x="1454" y="10202"/>
                    </a:lnTo>
                    <a:lnTo>
                      <a:pt x="1692" y="11293"/>
                    </a:lnTo>
                    <a:lnTo>
                      <a:pt x="1930" y="12383"/>
                    </a:lnTo>
                    <a:lnTo>
                      <a:pt x="2193" y="13498"/>
                    </a:lnTo>
                    <a:lnTo>
                      <a:pt x="2482" y="14601"/>
                    </a:lnTo>
                    <a:lnTo>
                      <a:pt x="2783" y="15717"/>
                    </a:lnTo>
                    <a:lnTo>
                      <a:pt x="3096" y="16795"/>
                    </a:lnTo>
                    <a:lnTo>
                      <a:pt x="3422" y="17860"/>
                    </a:lnTo>
                    <a:lnTo>
                      <a:pt x="3773" y="18888"/>
                    </a:lnTo>
                    <a:lnTo>
                      <a:pt x="3948" y="19389"/>
                    </a:lnTo>
                    <a:lnTo>
                      <a:pt x="4136" y="19878"/>
                    </a:lnTo>
                    <a:lnTo>
                      <a:pt x="4324" y="20354"/>
                    </a:lnTo>
                    <a:lnTo>
                      <a:pt x="4512" y="20818"/>
                    </a:lnTo>
                    <a:lnTo>
                      <a:pt x="4713" y="21269"/>
                    </a:lnTo>
                    <a:lnTo>
                      <a:pt x="4913" y="21695"/>
                    </a:lnTo>
                    <a:lnTo>
                      <a:pt x="5114" y="22109"/>
                    </a:lnTo>
                    <a:lnTo>
                      <a:pt x="5327" y="22510"/>
                    </a:lnTo>
                    <a:lnTo>
                      <a:pt x="5540" y="22886"/>
                    </a:lnTo>
                    <a:lnTo>
                      <a:pt x="5753" y="23237"/>
                    </a:lnTo>
                    <a:lnTo>
                      <a:pt x="5979" y="23575"/>
                    </a:lnTo>
                    <a:lnTo>
                      <a:pt x="6204" y="23889"/>
                    </a:lnTo>
                    <a:lnTo>
                      <a:pt x="6430" y="24189"/>
                    </a:lnTo>
                    <a:lnTo>
                      <a:pt x="6668" y="24453"/>
                    </a:lnTo>
                    <a:lnTo>
                      <a:pt x="6906" y="24691"/>
                    </a:lnTo>
                    <a:lnTo>
                      <a:pt x="7144" y="24916"/>
                    </a:lnTo>
                    <a:lnTo>
                      <a:pt x="7382" y="25092"/>
                    </a:lnTo>
                    <a:lnTo>
                      <a:pt x="7633" y="25255"/>
                    </a:lnTo>
                    <a:lnTo>
                      <a:pt x="7896" y="25393"/>
                    </a:lnTo>
                    <a:lnTo>
                      <a:pt x="8022" y="25443"/>
                    </a:lnTo>
                    <a:lnTo>
                      <a:pt x="8147" y="25480"/>
                    </a:lnTo>
                    <a:lnTo>
                      <a:pt x="8272" y="25518"/>
                    </a:lnTo>
                    <a:lnTo>
                      <a:pt x="8410" y="25556"/>
                    </a:lnTo>
                    <a:lnTo>
                      <a:pt x="8535" y="25568"/>
                    </a:lnTo>
                    <a:lnTo>
                      <a:pt x="8673" y="25593"/>
                    </a:lnTo>
                    <a:lnTo>
                      <a:pt x="8836" y="25543"/>
                    </a:lnTo>
                    <a:lnTo>
                      <a:pt x="9024" y="25480"/>
                    </a:lnTo>
                    <a:lnTo>
                      <a:pt x="9250" y="25380"/>
                    </a:lnTo>
                    <a:lnTo>
                      <a:pt x="9388" y="25317"/>
                    </a:lnTo>
                    <a:lnTo>
                      <a:pt x="9513" y="25242"/>
                    </a:lnTo>
                    <a:lnTo>
                      <a:pt x="9651" y="25167"/>
                    </a:lnTo>
                    <a:lnTo>
                      <a:pt x="9789" y="25067"/>
                    </a:lnTo>
                    <a:lnTo>
                      <a:pt x="9927" y="24954"/>
                    </a:lnTo>
                    <a:lnTo>
                      <a:pt x="10064" y="24829"/>
                    </a:lnTo>
                    <a:lnTo>
                      <a:pt x="10190" y="24691"/>
                    </a:lnTo>
                    <a:lnTo>
                      <a:pt x="10315" y="24528"/>
                    </a:lnTo>
                    <a:lnTo>
                      <a:pt x="10428" y="24365"/>
                    </a:lnTo>
                    <a:lnTo>
                      <a:pt x="10528" y="24177"/>
                    </a:lnTo>
                    <a:lnTo>
                      <a:pt x="10616" y="23976"/>
                    </a:lnTo>
                    <a:lnTo>
                      <a:pt x="10691" y="23751"/>
                    </a:lnTo>
                    <a:lnTo>
                      <a:pt x="10754" y="23513"/>
                    </a:lnTo>
                    <a:lnTo>
                      <a:pt x="10791" y="23249"/>
                    </a:lnTo>
                    <a:lnTo>
                      <a:pt x="10816" y="22974"/>
                    </a:lnTo>
                    <a:lnTo>
                      <a:pt x="10816" y="22673"/>
                    </a:lnTo>
                    <a:lnTo>
                      <a:pt x="10791" y="22347"/>
                    </a:lnTo>
                    <a:lnTo>
                      <a:pt x="10729" y="22009"/>
                    </a:lnTo>
                    <a:lnTo>
                      <a:pt x="10654" y="21645"/>
                    </a:lnTo>
                    <a:lnTo>
                      <a:pt x="10541" y="21244"/>
                    </a:lnTo>
                    <a:lnTo>
                      <a:pt x="10390" y="20830"/>
                    </a:lnTo>
                    <a:lnTo>
                      <a:pt x="10202" y="20392"/>
                    </a:lnTo>
                    <a:lnTo>
                      <a:pt x="9989" y="19928"/>
                    </a:lnTo>
                    <a:lnTo>
                      <a:pt x="9739" y="19439"/>
                    </a:lnTo>
                    <a:lnTo>
                      <a:pt x="9601" y="19176"/>
                    </a:lnTo>
                    <a:lnTo>
                      <a:pt x="9438" y="18838"/>
                    </a:lnTo>
                    <a:lnTo>
                      <a:pt x="9037" y="17948"/>
                    </a:lnTo>
                    <a:lnTo>
                      <a:pt x="8548" y="16795"/>
                    </a:lnTo>
                    <a:lnTo>
                      <a:pt x="7971" y="15441"/>
                    </a:lnTo>
                    <a:lnTo>
                      <a:pt x="7357" y="13912"/>
                    </a:lnTo>
                    <a:lnTo>
                      <a:pt x="6693" y="12283"/>
                    </a:lnTo>
                    <a:lnTo>
                      <a:pt x="5327" y="8861"/>
                    </a:lnTo>
                    <a:lnTo>
                      <a:pt x="4011" y="5540"/>
                    </a:lnTo>
                    <a:lnTo>
                      <a:pt x="2908" y="2707"/>
                    </a:lnTo>
                    <a:lnTo>
                      <a:pt x="1855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3380168" y="2553707"/>
                <a:ext cx="162580" cy="105105"/>
              </a:xfrm>
              <a:custGeom>
                <a:rect b="b" l="l" r="r" t="t"/>
                <a:pathLst>
                  <a:path extrusionOk="0" h="4676" w="7233">
                    <a:moveTo>
                      <a:pt x="3560" y="0"/>
                    </a:moveTo>
                    <a:lnTo>
                      <a:pt x="3271" y="13"/>
                    </a:lnTo>
                    <a:lnTo>
                      <a:pt x="2958" y="38"/>
                    </a:lnTo>
                    <a:lnTo>
                      <a:pt x="2620" y="63"/>
                    </a:lnTo>
                    <a:lnTo>
                      <a:pt x="2269" y="113"/>
                    </a:lnTo>
                    <a:lnTo>
                      <a:pt x="1905" y="163"/>
                    </a:lnTo>
                    <a:lnTo>
                      <a:pt x="1229" y="288"/>
                    </a:lnTo>
                    <a:lnTo>
                      <a:pt x="915" y="351"/>
                    </a:lnTo>
                    <a:lnTo>
                      <a:pt x="639" y="414"/>
                    </a:lnTo>
                    <a:lnTo>
                      <a:pt x="401" y="489"/>
                    </a:lnTo>
                    <a:lnTo>
                      <a:pt x="213" y="552"/>
                    </a:lnTo>
                    <a:lnTo>
                      <a:pt x="88" y="614"/>
                    </a:lnTo>
                    <a:lnTo>
                      <a:pt x="38" y="652"/>
                    </a:lnTo>
                    <a:lnTo>
                      <a:pt x="13" y="677"/>
                    </a:lnTo>
                    <a:lnTo>
                      <a:pt x="0" y="740"/>
                    </a:lnTo>
                    <a:lnTo>
                      <a:pt x="13" y="802"/>
                    </a:lnTo>
                    <a:lnTo>
                      <a:pt x="38" y="865"/>
                    </a:lnTo>
                    <a:lnTo>
                      <a:pt x="75" y="928"/>
                    </a:lnTo>
                    <a:lnTo>
                      <a:pt x="138" y="990"/>
                    </a:lnTo>
                    <a:lnTo>
                      <a:pt x="201" y="1053"/>
                    </a:lnTo>
                    <a:lnTo>
                      <a:pt x="364" y="1166"/>
                    </a:lnTo>
                    <a:lnTo>
                      <a:pt x="527" y="1266"/>
                    </a:lnTo>
                    <a:lnTo>
                      <a:pt x="677" y="1341"/>
                    </a:lnTo>
                    <a:lnTo>
                      <a:pt x="827" y="1416"/>
                    </a:lnTo>
                    <a:lnTo>
                      <a:pt x="752" y="1492"/>
                    </a:lnTo>
                    <a:lnTo>
                      <a:pt x="690" y="1567"/>
                    </a:lnTo>
                    <a:lnTo>
                      <a:pt x="614" y="1667"/>
                    </a:lnTo>
                    <a:lnTo>
                      <a:pt x="564" y="1780"/>
                    </a:lnTo>
                    <a:lnTo>
                      <a:pt x="539" y="1830"/>
                    </a:lnTo>
                    <a:lnTo>
                      <a:pt x="527" y="1893"/>
                    </a:lnTo>
                    <a:lnTo>
                      <a:pt x="527" y="1943"/>
                    </a:lnTo>
                    <a:lnTo>
                      <a:pt x="539" y="1993"/>
                    </a:lnTo>
                    <a:lnTo>
                      <a:pt x="564" y="2031"/>
                    </a:lnTo>
                    <a:lnTo>
                      <a:pt x="602" y="2081"/>
                    </a:lnTo>
                    <a:lnTo>
                      <a:pt x="702" y="2143"/>
                    </a:lnTo>
                    <a:lnTo>
                      <a:pt x="802" y="2193"/>
                    </a:lnTo>
                    <a:lnTo>
                      <a:pt x="915" y="2231"/>
                    </a:lnTo>
                    <a:lnTo>
                      <a:pt x="1028" y="2256"/>
                    </a:lnTo>
                    <a:lnTo>
                      <a:pt x="1203" y="2281"/>
                    </a:lnTo>
                    <a:lnTo>
                      <a:pt x="1266" y="2281"/>
                    </a:lnTo>
                    <a:lnTo>
                      <a:pt x="1141" y="2344"/>
                    </a:lnTo>
                    <a:lnTo>
                      <a:pt x="1015" y="2419"/>
                    </a:lnTo>
                    <a:lnTo>
                      <a:pt x="890" y="2507"/>
                    </a:lnTo>
                    <a:lnTo>
                      <a:pt x="765" y="2595"/>
                    </a:lnTo>
                    <a:lnTo>
                      <a:pt x="715" y="2657"/>
                    </a:lnTo>
                    <a:lnTo>
                      <a:pt x="677" y="2707"/>
                    </a:lnTo>
                    <a:lnTo>
                      <a:pt x="652" y="2757"/>
                    </a:lnTo>
                    <a:lnTo>
                      <a:pt x="652" y="2808"/>
                    </a:lnTo>
                    <a:lnTo>
                      <a:pt x="665" y="2858"/>
                    </a:lnTo>
                    <a:lnTo>
                      <a:pt x="702" y="2908"/>
                    </a:lnTo>
                    <a:lnTo>
                      <a:pt x="765" y="2945"/>
                    </a:lnTo>
                    <a:lnTo>
                      <a:pt x="840" y="2983"/>
                    </a:lnTo>
                    <a:lnTo>
                      <a:pt x="928" y="2996"/>
                    </a:lnTo>
                    <a:lnTo>
                      <a:pt x="1153" y="2996"/>
                    </a:lnTo>
                    <a:lnTo>
                      <a:pt x="1279" y="2983"/>
                    </a:lnTo>
                    <a:lnTo>
                      <a:pt x="1529" y="2933"/>
                    </a:lnTo>
                    <a:lnTo>
                      <a:pt x="1780" y="2883"/>
                    </a:lnTo>
                    <a:lnTo>
                      <a:pt x="1981" y="2833"/>
                    </a:lnTo>
                    <a:lnTo>
                      <a:pt x="2169" y="2770"/>
                    </a:lnTo>
                    <a:lnTo>
                      <a:pt x="2244" y="2858"/>
                    </a:lnTo>
                    <a:lnTo>
                      <a:pt x="2457" y="3083"/>
                    </a:lnTo>
                    <a:lnTo>
                      <a:pt x="2795" y="3397"/>
                    </a:lnTo>
                    <a:lnTo>
                      <a:pt x="2983" y="3572"/>
                    </a:lnTo>
                    <a:lnTo>
                      <a:pt x="3209" y="3760"/>
                    </a:lnTo>
                    <a:lnTo>
                      <a:pt x="3447" y="3936"/>
                    </a:lnTo>
                    <a:lnTo>
                      <a:pt x="3698" y="4111"/>
                    </a:lnTo>
                    <a:lnTo>
                      <a:pt x="3973" y="4274"/>
                    </a:lnTo>
                    <a:lnTo>
                      <a:pt x="4249" y="4412"/>
                    </a:lnTo>
                    <a:lnTo>
                      <a:pt x="4525" y="4537"/>
                    </a:lnTo>
                    <a:lnTo>
                      <a:pt x="4663" y="4575"/>
                    </a:lnTo>
                    <a:lnTo>
                      <a:pt x="4813" y="4612"/>
                    </a:lnTo>
                    <a:lnTo>
                      <a:pt x="4951" y="4650"/>
                    </a:lnTo>
                    <a:lnTo>
                      <a:pt x="5101" y="4663"/>
                    </a:lnTo>
                    <a:lnTo>
                      <a:pt x="5239" y="4675"/>
                    </a:lnTo>
                    <a:lnTo>
                      <a:pt x="5377" y="4663"/>
                    </a:lnTo>
                    <a:lnTo>
                      <a:pt x="7232" y="2983"/>
                    </a:lnTo>
                    <a:lnTo>
                      <a:pt x="6906" y="2582"/>
                    </a:lnTo>
                    <a:lnTo>
                      <a:pt x="6555" y="2168"/>
                    </a:lnTo>
                    <a:lnTo>
                      <a:pt x="6117" y="1680"/>
                    </a:lnTo>
                    <a:lnTo>
                      <a:pt x="5866" y="1429"/>
                    </a:lnTo>
                    <a:lnTo>
                      <a:pt x="5615" y="1178"/>
                    </a:lnTo>
                    <a:lnTo>
                      <a:pt x="5365" y="928"/>
                    </a:lnTo>
                    <a:lnTo>
                      <a:pt x="5114" y="702"/>
                    </a:lnTo>
                    <a:lnTo>
                      <a:pt x="4863" y="501"/>
                    </a:lnTo>
                    <a:lnTo>
                      <a:pt x="4625" y="313"/>
                    </a:lnTo>
                    <a:lnTo>
                      <a:pt x="4387" y="176"/>
                    </a:lnTo>
                    <a:lnTo>
                      <a:pt x="4274" y="113"/>
                    </a:lnTo>
                    <a:lnTo>
                      <a:pt x="4174" y="63"/>
                    </a:lnTo>
                    <a:lnTo>
                      <a:pt x="4111" y="50"/>
                    </a:lnTo>
                    <a:lnTo>
                      <a:pt x="4024" y="25"/>
                    </a:lnTo>
                    <a:lnTo>
                      <a:pt x="3810" y="13"/>
                    </a:lnTo>
                    <a:lnTo>
                      <a:pt x="3560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3008862" y="3017979"/>
                <a:ext cx="22" cy="22"/>
              </a:xfrm>
              <a:custGeom>
                <a:rect b="b" l="l" r="r" t="t"/>
                <a:pathLst>
                  <a:path extrusionOk="0" fill="none" h="1" w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5625">
                <a:solidFill>
                  <a:srgbClr val="0D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6"/>
              <p:cNvSpPr/>
              <p:nvPr/>
            </p:nvSpPr>
            <p:spPr>
              <a:xfrm>
                <a:off x="2958423" y="3003324"/>
                <a:ext cx="28479" cy="58329"/>
              </a:xfrm>
              <a:custGeom>
                <a:rect b="b" l="l" r="r" t="t"/>
                <a:pathLst>
                  <a:path extrusionOk="0" h="2595" w="1267">
                    <a:moveTo>
                      <a:pt x="251" y="0"/>
                    </a:moveTo>
                    <a:lnTo>
                      <a:pt x="1" y="126"/>
                    </a:lnTo>
                    <a:lnTo>
                      <a:pt x="88" y="326"/>
                    </a:lnTo>
                    <a:lnTo>
                      <a:pt x="327" y="840"/>
                    </a:lnTo>
                    <a:lnTo>
                      <a:pt x="477" y="1204"/>
                    </a:lnTo>
                    <a:lnTo>
                      <a:pt x="652" y="1617"/>
                    </a:lnTo>
                    <a:lnTo>
                      <a:pt x="828" y="2081"/>
                    </a:lnTo>
                    <a:lnTo>
                      <a:pt x="1003" y="2595"/>
                    </a:lnTo>
                    <a:lnTo>
                      <a:pt x="1267" y="2507"/>
                    </a:lnTo>
                    <a:lnTo>
                      <a:pt x="1091" y="1993"/>
                    </a:lnTo>
                    <a:lnTo>
                      <a:pt x="916" y="1517"/>
                    </a:lnTo>
                    <a:lnTo>
                      <a:pt x="740" y="1091"/>
                    </a:lnTo>
                    <a:lnTo>
                      <a:pt x="590" y="727"/>
                    </a:lnTo>
                    <a:lnTo>
                      <a:pt x="352" y="201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6"/>
              <p:cNvSpPr/>
              <p:nvPr/>
            </p:nvSpPr>
            <p:spPr>
              <a:xfrm>
                <a:off x="3009424" y="2864998"/>
                <a:ext cx="86516" cy="116096"/>
              </a:xfrm>
              <a:custGeom>
                <a:rect b="b" l="l" r="r" t="t"/>
                <a:pathLst>
                  <a:path extrusionOk="0" h="5165" w="3849">
                    <a:moveTo>
                      <a:pt x="263" y="0"/>
                    </a:moveTo>
                    <a:lnTo>
                      <a:pt x="0" y="88"/>
                    </a:lnTo>
                    <a:lnTo>
                      <a:pt x="138" y="464"/>
                    </a:lnTo>
                    <a:lnTo>
                      <a:pt x="276" y="828"/>
                    </a:lnTo>
                    <a:lnTo>
                      <a:pt x="439" y="1191"/>
                    </a:lnTo>
                    <a:lnTo>
                      <a:pt x="614" y="1555"/>
                    </a:lnTo>
                    <a:lnTo>
                      <a:pt x="802" y="1906"/>
                    </a:lnTo>
                    <a:lnTo>
                      <a:pt x="1003" y="2244"/>
                    </a:lnTo>
                    <a:lnTo>
                      <a:pt x="1229" y="2582"/>
                    </a:lnTo>
                    <a:lnTo>
                      <a:pt x="1454" y="2908"/>
                    </a:lnTo>
                    <a:lnTo>
                      <a:pt x="1692" y="3222"/>
                    </a:lnTo>
                    <a:lnTo>
                      <a:pt x="1943" y="3535"/>
                    </a:lnTo>
                    <a:lnTo>
                      <a:pt x="2206" y="3836"/>
                    </a:lnTo>
                    <a:lnTo>
                      <a:pt x="2482" y="4124"/>
                    </a:lnTo>
                    <a:lnTo>
                      <a:pt x="2758" y="4400"/>
                    </a:lnTo>
                    <a:lnTo>
                      <a:pt x="3058" y="4663"/>
                    </a:lnTo>
                    <a:lnTo>
                      <a:pt x="3359" y="4914"/>
                    </a:lnTo>
                    <a:lnTo>
                      <a:pt x="3673" y="5164"/>
                    </a:lnTo>
                    <a:lnTo>
                      <a:pt x="3848" y="4939"/>
                    </a:lnTo>
                    <a:lnTo>
                      <a:pt x="3535" y="4700"/>
                    </a:lnTo>
                    <a:lnTo>
                      <a:pt x="3246" y="4450"/>
                    </a:lnTo>
                    <a:lnTo>
                      <a:pt x="2958" y="4187"/>
                    </a:lnTo>
                    <a:lnTo>
                      <a:pt x="2682" y="3923"/>
                    </a:lnTo>
                    <a:lnTo>
                      <a:pt x="2407" y="3635"/>
                    </a:lnTo>
                    <a:lnTo>
                      <a:pt x="2156" y="3347"/>
                    </a:lnTo>
                    <a:lnTo>
                      <a:pt x="1918" y="3046"/>
                    </a:lnTo>
                    <a:lnTo>
                      <a:pt x="1680" y="2745"/>
                    </a:lnTo>
                    <a:lnTo>
                      <a:pt x="1454" y="2419"/>
                    </a:lnTo>
                    <a:lnTo>
                      <a:pt x="1254" y="2094"/>
                    </a:lnTo>
                    <a:lnTo>
                      <a:pt x="1053" y="1768"/>
                    </a:lnTo>
                    <a:lnTo>
                      <a:pt x="865" y="1429"/>
                    </a:lnTo>
                    <a:lnTo>
                      <a:pt x="702" y="1078"/>
                    </a:lnTo>
                    <a:lnTo>
                      <a:pt x="539" y="727"/>
                    </a:lnTo>
                    <a:lnTo>
                      <a:pt x="401" y="364"/>
                    </a:lnTo>
                    <a:lnTo>
                      <a:pt x="26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6"/>
              <p:cNvSpPr/>
              <p:nvPr/>
            </p:nvSpPr>
            <p:spPr>
              <a:xfrm>
                <a:off x="3063235" y="2899658"/>
                <a:ext cx="41426" cy="26501"/>
              </a:xfrm>
              <a:custGeom>
                <a:rect b="b" l="l" r="r" t="t"/>
                <a:pathLst>
                  <a:path extrusionOk="0" h="1179" w="1843">
                    <a:moveTo>
                      <a:pt x="176" y="0"/>
                    </a:moveTo>
                    <a:lnTo>
                      <a:pt x="0" y="226"/>
                    </a:lnTo>
                    <a:lnTo>
                      <a:pt x="201" y="376"/>
                    </a:lnTo>
                    <a:lnTo>
                      <a:pt x="401" y="514"/>
                    </a:lnTo>
                    <a:lnTo>
                      <a:pt x="614" y="652"/>
                    </a:lnTo>
                    <a:lnTo>
                      <a:pt x="827" y="777"/>
                    </a:lnTo>
                    <a:lnTo>
                      <a:pt x="1053" y="890"/>
                    </a:lnTo>
                    <a:lnTo>
                      <a:pt x="1279" y="990"/>
                    </a:lnTo>
                    <a:lnTo>
                      <a:pt x="1517" y="1090"/>
                    </a:lnTo>
                    <a:lnTo>
                      <a:pt x="1742" y="1178"/>
                    </a:lnTo>
                    <a:lnTo>
                      <a:pt x="1843" y="902"/>
                    </a:lnTo>
                    <a:lnTo>
                      <a:pt x="1617" y="827"/>
                    </a:lnTo>
                    <a:lnTo>
                      <a:pt x="1391" y="727"/>
                    </a:lnTo>
                    <a:lnTo>
                      <a:pt x="1178" y="639"/>
                    </a:lnTo>
                    <a:lnTo>
                      <a:pt x="965" y="526"/>
                    </a:lnTo>
                    <a:lnTo>
                      <a:pt x="765" y="414"/>
                    </a:lnTo>
                    <a:lnTo>
                      <a:pt x="564" y="276"/>
                    </a:lnTo>
                    <a:lnTo>
                      <a:pt x="364" y="150"/>
                    </a:lnTo>
                    <a:lnTo>
                      <a:pt x="1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6"/>
              <p:cNvSpPr/>
              <p:nvPr/>
            </p:nvSpPr>
            <p:spPr>
              <a:xfrm>
                <a:off x="3683569" y="3734652"/>
                <a:ext cx="40032" cy="87640"/>
              </a:xfrm>
              <a:custGeom>
                <a:rect b="b" l="l" r="r" t="t"/>
                <a:pathLst>
                  <a:path extrusionOk="0" h="3899" w="1781">
                    <a:moveTo>
                      <a:pt x="1517" y="1"/>
                    </a:moveTo>
                    <a:lnTo>
                      <a:pt x="1" y="3786"/>
                    </a:lnTo>
                    <a:lnTo>
                      <a:pt x="264" y="3899"/>
                    </a:lnTo>
                    <a:lnTo>
                      <a:pt x="1781" y="101"/>
                    </a:lnTo>
                    <a:lnTo>
                      <a:pt x="151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16"/>
              <p:cNvSpPr/>
              <p:nvPr/>
            </p:nvSpPr>
            <p:spPr>
              <a:xfrm>
                <a:off x="3561314" y="2970080"/>
                <a:ext cx="40032" cy="110162"/>
              </a:xfrm>
              <a:custGeom>
                <a:rect b="b" l="l" r="r" t="t"/>
                <a:pathLst>
                  <a:path extrusionOk="0" h="4901" w="1781">
                    <a:moveTo>
                      <a:pt x="276" y="0"/>
                    </a:moveTo>
                    <a:lnTo>
                      <a:pt x="0" y="51"/>
                    </a:lnTo>
                    <a:lnTo>
                      <a:pt x="113" y="564"/>
                    </a:lnTo>
                    <a:lnTo>
                      <a:pt x="251" y="1103"/>
                    </a:lnTo>
                    <a:lnTo>
                      <a:pt x="439" y="1780"/>
                    </a:lnTo>
                    <a:lnTo>
                      <a:pt x="665" y="2545"/>
                    </a:lnTo>
                    <a:lnTo>
                      <a:pt x="928" y="3359"/>
                    </a:lnTo>
                    <a:lnTo>
                      <a:pt x="1066" y="3760"/>
                    </a:lnTo>
                    <a:lnTo>
                      <a:pt x="1216" y="4161"/>
                    </a:lnTo>
                    <a:lnTo>
                      <a:pt x="1366" y="4537"/>
                    </a:lnTo>
                    <a:lnTo>
                      <a:pt x="1529" y="4901"/>
                    </a:lnTo>
                    <a:lnTo>
                      <a:pt x="1780" y="4788"/>
                    </a:lnTo>
                    <a:lnTo>
                      <a:pt x="1630" y="4425"/>
                    </a:lnTo>
                    <a:lnTo>
                      <a:pt x="1479" y="4049"/>
                    </a:lnTo>
                    <a:lnTo>
                      <a:pt x="1329" y="3660"/>
                    </a:lnTo>
                    <a:lnTo>
                      <a:pt x="1191" y="3259"/>
                    </a:lnTo>
                    <a:lnTo>
                      <a:pt x="928" y="2457"/>
                    </a:lnTo>
                    <a:lnTo>
                      <a:pt x="715" y="1705"/>
                    </a:lnTo>
                    <a:lnTo>
                      <a:pt x="527" y="1028"/>
                    </a:lnTo>
                    <a:lnTo>
                      <a:pt x="389" y="489"/>
                    </a:lnTo>
                    <a:lnTo>
                      <a:pt x="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>
                <a:off x="3621869" y="3313221"/>
                <a:ext cx="1744456" cy="121716"/>
              </a:xfrm>
              <a:custGeom>
                <a:rect b="b" l="l" r="r" t="t"/>
                <a:pathLst>
                  <a:path extrusionOk="0" h="5415" w="77609">
                    <a:moveTo>
                      <a:pt x="1" y="0"/>
                    </a:moveTo>
                    <a:lnTo>
                      <a:pt x="1" y="5414"/>
                    </a:lnTo>
                    <a:lnTo>
                      <a:pt x="77608" y="5414"/>
                    </a:lnTo>
                    <a:lnTo>
                      <a:pt x="77608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>
                <a:off x="5246273" y="3317717"/>
                <a:ext cx="308234" cy="1407766"/>
              </a:xfrm>
              <a:custGeom>
                <a:rect b="b" l="l" r="r" t="t"/>
                <a:pathLst>
                  <a:path extrusionOk="0" h="62630" w="13713">
                    <a:moveTo>
                      <a:pt x="1" y="1"/>
                    </a:moveTo>
                    <a:lnTo>
                      <a:pt x="9075" y="62630"/>
                    </a:lnTo>
                    <a:lnTo>
                      <a:pt x="13712" y="62630"/>
                    </a:lnTo>
                    <a:lnTo>
                      <a:pt x="4638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5746622" y="3151788"/>
                <a:ext cx="885186" cy="222864"/>
              </a:xfrm>
              <a:custGeom>
                <a:rect b="b" l="l" r="r" t="t"/>
                <a:pathLst>
                  <a:path extrusionOk="0" h="9915" w="39381">
                    <a:moveTo>
                      <a:pt x="11569" y="0"/>
                    </a:moveTo>
                    <a:lnTo>
                      <a:pt x="11055" y="13"/>
                    </a:lnTo>
                    <a:lnTo>
                      <a:pt x="10553" y="51"/>
                    </a:lnTo>
                    <a:lnTo>
                      <a:pt x="10039" y="101"/>
                    </a:lnTo>
                    <a:lnTo>
                      <a:pt x="9538" y="176"/>
                    </a:lnTo>
                    <a:lnTo>
                      <a:pt x="9037" y="264"/>
                    </a:lnTo>
                    <a:lnTo>
                      <a:pt x="8535" y="376"/>
                    </a:lnTo>
                    <a:lnTo>
                      <a:pt x="8047" y="514"/>
                    </a:lnTo>
                    <a:lnTo>
                      <a:pt x="7558" y="665"/>
                    </a:lnTo>
                    <a:lnTo>
                      <a:pt x="7082" y="840"/>
                    </a:lnTo>
                    <a:lnTo>
                      <a:pt x="6618" y="1028"/>
                    </a:lnTo>
                    <a:lnTo>
                      <a:pt x="6154" y="1241"/>
                    </a:lnTo>
                    <a:lnTo>
                      <a:pt x="5703" y="1467"/>
                    </a:lnTo>
                    <a:lnTo>
                      <a:pt x="5252" y="1717"/>
                    </a:lnTo>
                    <a:lnTo>
                      <a:pt x="4813" y="1993"/>
                    </a:lnTo>
                    <a:lnTo>
                      <a:pt x="4399" y="2269"/>
                    </a:lnTo>
                    <a:lnTo>
                      <a:pt x="3986" y="2582"/>
                    </a:lnTo>
                    <a:lnTo>
                      <a:pt x="1279" y="4650"/>
                    </a:lnTo>
                    <a:lnTo>
                      <a:pt x="1103" y="4788"/>
                    </a:lnTo>
                    <a:lnTo>
                      <a:pt x="940" y="4951"/>
                    </a:lnTo>
                    <a:lnTo>
                      <a:pt x="790" y="5114"/>
                    </a:lnTo>
                    <a:lnTo>
                      <a:pt x="652" y="5277"/>
                    </a:lnTo>
                    <a:lnTo>
                      <a:pt x="527" y="5465"/>
                    </a:lnTo>
                    <a:lnTo>
                      <a:pt x="414" y="5653"/>
                    </a:lnTo>
                    <a:lnTo>
                      <a:pt x="314" y="5841"/>
                    </a:lnTo>
                    <a:lnTo>
                      <a:pt x="226" y="6054"/>
                    </a:lnTo>
                    <a:lnTo>
                      <a:pt x="151" y="6255"/>
                    </a:lnTo>
                    <a:lnTo>
                      <a:pt x="88" y="6468"/>
                    </a:lnTo>
                    <a:lnTo>
                      <a:pt x="50" y="6681"/>
                    </a:lnTo>
                    <a:lnTo>
                      <a:pt x="13" y="6894"/>
                    </a:lnTo>
                    <a:lnTo>
                      <a:pt x="0" y="7119"/>
                    </a:lnTo>
                    <a:lnTo>
                      <a:pt x="0" y="7345"/>
                    </a:lnTo>
                    <a:lnTo>
                      <a:pt x="13" y="7571"/>
                    </a:lnTo>
                    <a:lnTo>
                      <a:pt x="38" y="7796"/>
                    </a:lnTo>
                    <a:lnTo>
                      <a:pt x="401" y="9914"/>
                    </a:lnTo>
                    <a:lnTo>
                      <a:pt x="28200" y="9914"/>
                    </a:lnTo>
                    <a:lnTo>
                      <a:pt x="39380" y="13"/>
                    </a:lnTo>
                    <a:lnTo>
                      <a:pt x="11569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6"/>
              <p:cNvSpPr/>
              <p:nvPr/>
            </p:nvSpPr>
            <p:spPr>
              <a:xfrm>
                <a:off x="5746622" y="3222772"/>
                <a:ext cx="325676" cy="1502711"/>
              </a:xfrm>
              <a:custGeom>
                <a:rect b="b" l="l" r="r" t="t"/>
                <a:pathLst>
                  <a:path extrusionOk="0" h="66854" w="14489">
                    <a:moveTo>
                      <a:pt x="3234" y="1"/>
                    </a:moveTo>
                    <a:lnTo>
                      <a:pt x="1266" y="1530"/>
                    </a:lnTo>
                    <a:lnTo>
                      <a:pt x="1091" y="1668"/>
                    </a:lnTo>
                    <a:lnTo>
                      <a:pt x="928" y="1831"/>
                    </a:lnTo>
                    <a:lnTo>
                      <a:pt x="777" y="1994"/>
                    </a:lnTo>
                    <a:lnTo>
                      <a:pt x="639" y="2157"/>
                    </a:lnTo>
                    <a:lnTo>
                      <a:pt x="514" y="2345"/>
                    </a:lnTo>
                    <a:lnTo>
                      <a:pt x="401" y="2533"/>
                    </a:lnTo>
                    <a:lnTo>
                      <a:pt x="301" y="2721"/>
                    </a:lnTo>
                    <a:lnTo>
                      <a:pt x="213" y="2921"/>
                    </a:lnTo>
                    <a:lnTo>
                      <a:pt x="151" y="3134"/>
                    </a:lnTo>
                    <a:lnTo>
                      <a:pt x="88" y="3335"/>
                    </a:lnTo>
                    <a:lnTo>
                      <a:pt x="38" y="3560"/>
                    </a:lnTo>
                    <a:lnTo>
                      <a:pt x="13" y="3773"/>
                    </a:lnTo>
                    <a:lnTo>
                      <a:pt x="0" y="3986"/>
                    </a:lnTo>
                    <a:lnTo>
                      <a:pt x="0" y="4212"/>
                    </a:lnTo>
                    <a:lnTo>
                      <a:pt x="13" y="4438"/>
                    </a:lnTo>
                    <a:lnTo>
                      <a:pt x="38" y="4663"/>
                    </a:lnTo>
                    <a:lnTo>
                      <a:pt x="10516" y="66854"/>
                    </a:lnTo>
                    <a:lnTo>
                      <a:pt x="14489" y="66854"/>
                    </a:lnTo>
                    <a:lnTo>
                      <a:pt x="3234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6"/>
              <p:cNvSpPr/>
              <p:nvPr/>
            </p:nvSpPr>
            <p:spPr>
              <a:xfrm>
                <a:off x="5121770" y="3820876"/>
                <a:ext cx="872779" cy="78604"/>
              </a:xfrm>
              <a:custGeom>
                <a:rect b="b" l="l" r="r" t="t"/>
                <a:pathLst>
                  <a:path extrusionOk="0" h="3497" w="38829">
                    <a:moveTo>
                      <a:pt x="3497" y="0"/>
                    </a:moveTo>
                    <a:lnTo>
                      <a:pt x="3309" y="13"/>
                    </a:lnTo>
                    <a:lnTo>
                      <a:pt x="3133" y="25"/>
                    </a:lnTo>
                    <a:lnTo>
                      <a:pt x="2958" y="50"/>
                    </a:lnTo>
                    <a:lnTo>
                      <a:pt x="2795" y="75"/>
                    </a:lnTo>
                    <a:lnTo>
                      <a:pt x="2620" y="113"/>
                    </a:lnTo>
                    <a:lnTo>
                      <a:pt x="2457" y="163"/>
                    </a:lnTo>
                    <a:lnTo>
                      <a:pt x="2294" y="213"/>
                    </a:lnTo>
                    <a:lnTo>
                      <a:pt x="2131" y="276"/>
                    </a:lnTo>
                    <a:lnTo>
                      <a:pt x="1980" y="351"/>
                    </a:lnTo>
                    <a:lnTo>
                      <a:pt x="1830" y="426"/>
                    </a:lnTo>
                    <a:lnTo>
                      <a:pt x="1680" y="514"/>
                    </a:lnTo>
                    <a:lnTo>
                      <a:pt x="1542" y="602"/>
                    </a:lnTo>
                    <a:lnTo>
                      <a:pt x="1404" y="702"/>
                    </a:lnTo>
                    <a:lnTo>
                      <a:pt x="1278" y="802"/>
                    </a:lnTo>
                    <a:lnTo>
                      <a:pt x="1153" y="915"/>
                    </a:lnTo>
                    <a:lnTo>
                      <a:pt x="1028" y="1028"/>
                    </a:lnTo>
                    <a:lnTo>
                      <a:pt x="915" y="1153"/>
                    </a:lnTo>
                    <a:lnTo>
                      <a:pt x="802" y="1279"/>
                    </a:lnTo>
                    <a:lnTo>
                      <a:pt x="702" y="1404"/>
                    </a:lnTo>
                    <a:lnTo>
                      <a:pt x="602" y="1542"/>
                    </a:lnTo>
                    <a:lnTo>
                      <a:pt x="514" y="1692"/>
                    </a:lnTo>
                    <a:lnTo>
                      <a:pt x="426" y="1830"/>
                    </a:lnTo>
                    <a:lnTo>
                      <a:pt x="351" y="1980"/>
                    </a:lnTo>
                    <a:lnTo>
                      <a:pt x="276" y="2143"/>
                    </a:lnTo>
                    <a:lnTo>
                      <a:pt x="213" y="2294"/>
                    </a:lnTo>
                    <a:lnTo>
                      <a:pt x="163" y="2457"/>
                    </a:lnTo>
                    <a:lnTo>
                      <a:pt x="113" y="2620"/>
                    </a:lnTo>
                    <a:lnTo>
                      <a:pt x="75" y="2795"/>
                    </a:lnTo>
                    <a:lnTo>
                      <a:pt x="38" y="2971"/>
                    </a:lnTo>
                    <a:lnTo>
                      <a:pt x="25" y="3133"/>
                    </a:lnTo>
                    <a:lnTo>
                      <a:pt x="13" y="3321"/>
                    </a:lnTo>
                    <a:lnTo>
                      <a:pt x="0" y="3497"/>
                    </a:lnTo>
                    <a:lnTo>
                      <a:pt x="38829" y="3497"/>
                    </a:lnTo>
                    <a:lnTo>
                      <a:pt x="38829" y="3321"/>
                    </a:lnTo>
                    <a:lnTo>
                      <a:pt x="38816" y="3133"/>
                    </a:lnTo>
                    <a:lnTo>
                      <a:pt x="38791" y="2971"/>
                    </a:lnTo>
                    <a:lnTo>
                      <a:pt x="38753" y="2795"/>
                    </a:lnTo>
                    <a:lnTo>
                      <a:pt x="38716" y="2620"/>
                    </a:lnTo>
                    <a:lnTo>
                      <a:pt x="38678" y="2457"/>
                    </a:lnTo>
                    <a:lnTo>
                      <a:pt x="38616" y="2294"/>
                    </a:lnTo>
                    <a:lnTo>
                      <a:pt x="38553" y="2143"/>
                    </a:lnTo>
                    <a:lnTo>
                      <a:pt x="38490" y="1980"/>
                    </a:lnTo>
                    <a:lnTo>
                      <a:pt x="38415" y="1830"/>
                    </a:lnTo>
                    <a:lnTo>
                      <a:pt x="38327" y="1692"/>
                    </a:lnTo>
                    <a:lnTo>
                      <a:pt x="38240" y="1542"/>
                    </a:lnTo>
                    <a:lnTo>
                      <a:pt x="38139" y="1404"/>
                    </a:lnTo>
                    <a:lnTo>
                      <a:pt x="38039" y="1279"/>
                    </a:lnTo>
                    <a:lnTo>
                      <a:pt x="37926" y="1153"/>
                    </a:lnTo>
                    <a:lnTo>
                      <a:pt x="37813" y="1028"/>
                    </a:lnTo>
                    <a:lnTo>
                      <a:pt x="37688" y="915"/>
                    </a:lnTo>
                    <a:lnTo>
                      <a:pt x="37563" y="802"/>
                    </a:lnTo>
                    <a:lnTo>
                      <a:pt x="37425" y="702"/>
                    </a:lnTo>
                    <a:lnTo>
                      <a:pt x="37287" y="602"/>
                    </a:lnTo>
                    <a:lnTo>
                      <a:pt x="37149" y="514"/>
                    </a:lnTo>
                    <a:lnTo>
                      <a:pt x="36999" y="426"/>
                    </a:lnTo>
                    <a:lnTo>
                      <a:pt x="36848" y="351"/>
                    </a:lnTo>
                    <a:lnTo>
                      <a:pt x="36698" y="276"/>
                    </a:lnTo>
                    <a:lnTo>
                      <a:pt x="36535" y="213"/>
                    </a:lnTo>
                    <a:lnTo>
                      <a:pt x="36372" y="163"/>
                    </a:lnTo>
                    <a:lnTo>
                      <a:pt x="36209" y="113"/>
                    </a:lnTo>
                    <a:lnTo>
                      <a:pt x="36046" y="75"/>
                    </a:lnTo>
                    <a:lnTo>
                      <a:pt x="35871" y="50"/>
                    </a:lnTo>
                    <a:lnTo>
                      <a:pt x="35695" y="25"/>
                    </a:lnTo>
                    <a:lnTo>
                      <a:pt x="35520" y="13"/>
                    </a:lnTo>
                    <a:lnTo>
                      <a:pt x="35344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6"/>
              <p:cNvSpPr/>
              <p:nvPr/>
            </p:nvSpPr>
            <p:spPr>
              <a:xfrm>
                <a:off x="5121770" y="3899457"/>
                <a:ext cx="558948" cy="147093"/>
              </a:xfrm>
              <a:custGeom>
                <a:rect b="b" l="l" r="r" t="t"/>
                <a:pathLst>
                  <a:path extrusionOk="0" h="6544" w="24867">
                    <a:moveTo>
                      <a:pt x="0" y="1"/>
                    </a:moveTo>
                    <a:lnTo>
                      <a:pt x="0" y="6543"/>
                    </a:lnTo>
                    <a:lnTo>
                      <a:pt x="24866" y="6543"/>
                    </a:lnTo>
                    <a:lnTo>
                      <a:pt x="24866" y="1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5680695" y="3899457"/>
                <a:ext cx="872779" cy="147093"/>
              </a:xfrm>
              <a:custGeom>
                <a:rect b="b" l="l" r="r" t="t"/>
                <a:pathLst>
                  <a:path extrusionOk="0" h="6544" w="38829">
                    <a:moveTo>
                      <a:pt x="0" y="1"/>
                    </a:moveTo>
                    <a:lnTo>
                      <a:pt x="0" y="6543"/>
                    </a:lnTo>
                    <a:lnTo>
                      <a:pt x="38829" y="6543"/>
                    </a:lnTo>
                    <a:lnTo>
                      <a:pt x="38829" y="1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6"/>
              <p:cNvSpPr/>
              <p:nvPr/>
            </p:nvSpPr>
            <p:spPr>
              <a:xfrm>
                <a:off x="5680695" y="3820876"/>
                <a:ext cx="872779" cy="78604"/>
              </a:xfrm>
              <a:custGeom>
                <a:rect b="b" l="l" r="r" t="t"/>
                <a:pathLst>
                  <a:path extrusionOk="0" h="3497" w="38829">
                    <a:moveTo>
                      <a:pt x="3497" y="0"/>
                    </a:moveTo>
                    <a:lnTo>
                      <a:pt x="3309" y="13"/>
                    </a:lnTo>
                    <a:lnTo>
                      <a:pt x="3134" y="25"/>
                    </a:lnTo>
                    <a:lnTo>
                      <a:pt x="2958" y="50"/>
                    </a:lnTo>
                    <a:lnTo>
                      <a:pt x="2795" y="75"/>
                    </a:lnTo>
                    <a:lnTo>
                      <a:pt x="2620" y="113"/>
                    </a:lnTo>
                    <a:lnTo>
                      <a:pt x="2457" y="163"/>
                    </a:lnTo>
                    <a:lnTo>
                      <a:pt x="2294" y="213"/>
                    </a:lnTo>
                    <a:lnTo>
                      <a:pt x="2131" y="276"/>
                    </a:lnTo>
                    <a:lnTo>
                      <a:pt x="1981" y="351"/>
                    </a:lnTo>
                    <a:lnTo>
                      <a:pt x="1830" y="426"/>
                    </a:lnTo>
                    <a:lnTo>
                      <a:pt x="1680" y="514"/>
                    </a:lnTo>
                    <a:lnTo>
                      <a:pt x="1542" y="602"/>
                    </a:lnTo>
                    <a:lnTo>
                      <a:pt x="1404" y="702"/>
                    </a:lnTo>
                    <a:lnTo>
                      <a:pt x="1279" y="802"/>
                    </a:lnTo>
                    <a:lnTo>
                      <a:pt x="1153" y="915"/>
                    </a:lnTo>
                    <a:lnTo>
                      <a:pt x="1028" y="1028"/>
                    </a:lnTo>
                    <a:lnTo>
                      <a:pt x="915" y="1153"/>
                    </a:lnTo>
                    <a:lnTo>
                      <a:pt x="803" y="1279"/>
                    </a:lnTo>
                    <a:lnTo>
                      <a:pt x="702" y="1404"/>
                    </a:lnTo>
                    <a:lnTo>
                      <a:pt x="602" y="1542"/>
                    </a:lnTo>
                    <a:lnTo>
                      <a:pt x="514" y="1692"/>
                    </a:lnTo>
                    <a:lnTo>
                      <a:pt x="427" y="1830"/>
                    </a:lnTo>
                    <a:lnTo>
                      <a:pt x="351" y="1980"/>
                    </a:lnTo>
                    <a:lnTo>
                      <a:pt x="276" y="2143"/>
                    </a:lnTo>
                    <a:lnTo>
                      <a:pt x="213" y="2294"/>
                    </a:lnTo>
                    <a:lnTo>
                      <a:pt x="163" y="2457"/>
                    </a:lnTo>
                    <a:lnTo>
                      <a:pt x="113" y="2620"/>
                    </a:lnTo>
                    <a:lnTo>
                      <a:pt x="76" y="2795"/>
                    </a:lnTo>
                    <a:lnTo>
                      <a:pt x="51" y="2971"/>
                    </a:lnTo>
                    <a:lnTo>
                      <a:pt x="25" y="3133"/>
                    </a:lnTo>
                    <a:lnTo>
                      <a:pt x="13" y="3321"/>
                    </a:lnTo>
                    <a:lnTo>
                      <a:pt x="0" y="3497"/>
                    </a:lnTo>
                    <a:lnTo>
                      <a:pt x="38829" y="3497"/>
                    </a:lnTo>
                    <a:lnTo>
                      <a:pt x="38829" y="3321"/>
                    </a:lnTo>
                    <a:lnTo>
                      <a:pt x="38816" y="3133"/>
                    </a:lnTo>
                    <a:lnTo>
                      <a:pt x="38791" y="2971"/>
                    </a:lnTo>
                    <a:lnTo>
                      <a:pt x="38766" y="2795"/>
                    </a:lnTo>
                    <a:lnTo>
                      <a:pt x="38716" y="2620"/>
                    </a:lnTo>
                    <a:lnTo>
                      <a:pt x="38679" y="2457"/>
                    </a:lnTo>
                    <a:lnTo>
                      <a:pt x="38616" y="2294"/>
                    </a:lnTo>
                    <a:lnTo>
                      <a:pt x="38553" y="2143"/>
                    </a:lnTo>
                    <a:lnTo>
                      <a:pt x="38491" y="1980"/>
                    </a:lnTo>
                    <a:lnTo>
                      <a:pt x="38415" y="1830"/>
                    </a:lnTo>
                    <a:lnTo>
                      <a:pt x="38328" y="1692"/>
                    </a:lnTo>
                    <a:lnTo>
                      <a:pt x="38240" y="1542"/>
                    </a:lnTo>
                    <a:lnTo>
                      <a:pt x="38140" y="1404"/>
                    </a:lnTo>
                    <a:lnTo>
                      <a:pt x="38039" y="1279"/>
                    </a:lnTo>
                    <a:lnTo>
                      <a:pt x="37927" y="1153"/>
                    </a:lnTo>
                    <a:lnTo>
                      <a:pt x="37814" y="1028"/>
                    </a:lnTo>
                    <a:lnTo>
                      <a:pt x="37688" y="915"/>
                    </a:lnTo>
                    <a:lnTo>
                      <a:pt x="37563" y="802"/>
                    </a:lnTo>
                    <a:lnTo>
                      <a:pt x="37425" y="702"/>
                    </a:lnTo>
                    <a:lnTo>
                      <a:pt x="37287" y="602"/>
                    </a:lnTo>
                    <a:lnTo>
                      <a:pt x="37150" y="514"/>
                    </a:lnTo>
                    <a:lnTo>
                      <a:pt x="36999" y="426"/>
                    </a:lnTo>
                    <a:lnTo>
                      <a:pt x="36849" y="351"/>
                    </a:lnTo>
                    <a:lnTo>
                      <a:pt x="36698" y="276"/>
                    </a:lnTo>
                    <a:lnTo>
                      <a:pt x="36535" y="213"/>
                    </a:lnTo>
                    <a:lnTo>
                      <a:pt x="36385" y="163"/>
                    </a:lnTo>
                    <a:lnTo>
                      <a:pt x="36209" y="113"/>
                    </a:lnTo>
                    <a:lnTo>
                      <a:pt x="36047" y="75"/>
                    </a:lnTo>
                    <a:lnTo>
                      <a:pt x="35871" y="50"/>
                    </a:lnTo>
                    <a:lnTo>
                      <a:pt x="35696" y="25"/>
                    </a:lnTo>
                    <a:lnTo>
                      <a:pt x="35520" y="13"/>
                    </a:lnTo>
                    <a:lnTo>
                      <a:pt x="35345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6"/>
              <p:cNvSpPr/>
              <p:nvPr/>
            </p:nvSpPr>
            <p:spPr>
              <a:xfrm>
                <a:off x="5077242" y="3899457"/>
                <a:ext cx="89056" cy="826026"/>
              </a:xfrm>
              <a:custGeom>
                <a:rect b="b" l="l" r="r" t="t"/>
                <a:pathLst>
                  <a:path extrusionOk="0" h="36749" w="3962">
                    <a:moveTo>
                      <a:pt x="1" y="1"/>
                    </a:moveTo>
                    <a:lnTo>
                      <a:pt x="1" y="36749"/>
                    </a:lnTo>
                    <a:lnTo>
                      <a:pt x="3961" y="36749"/>
                    </a:lnTo>
                    <a:lnTo>
                      <a:pt x="3961" y="1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6"/>
              <p:cNvSpPr/>
              <p:nvPr/>
            </p:nvSpPr>
            <p:spPr>
              <a:xfrm>
                <a:off x="5591662" y="3899457"/>
                <a:ext cx="89056" cy="826026"/>
              </a:xfrm>
              <a:custGeom>
                <a:rect b="b" l="l" r="r" t="t"/>
                <a:pathLst>
                  <a:path extrusionOk="0" h="36749" w="3962">
                    <a:moveTo>
                      <a:pt x="1" y="1"/>
                    </a:moveTo>
                    <a:lnTo>
                      <a:pt x="1" y="36749"/>
                    </a:lnTo>
                    <a:lnTo>
                      <a:pt x="3961" y="36749"/>
                    </a:lnTo>
                    <a:lnTo>
                      <a:pt x="3961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6"/>
              <p:cNvSpPr/>
              <p:nvPr/>
            </p:nvSpPr>
            <p:spPr>
              <a:xfrm>
                <a:off x="6372890" y="3284203"/>
                <a:ext cx="324553" cy="1441280"/>
              </a:xfrm>
              <a:custGeom>
                <a:rect b="b" l="l" r="r" t="t"/>
                <a:pathLst>
                  <a:path extrusionOk="0" h="64121" w="14439">
                    <a:moveTo>
                      <a:pt x="1842" y="0"/>
                    </a:moveTo>
                    <a:lnTo>
                      <a:pt x="1629" y="13"/>
                    </a:lnTo>
                    <a:lnTo>
                      <a:pt x="1429" y="38"/>
                    </a:lnTo>
                    <a:lnTo>
                      <a:pt x="1228" y="100"/>
                    </a:lnTo>
                    <a:lnTo>
                      <a:pt x="1053" y="176"/>
                    </a:lnTo>
                    <a:lnTo>
                      <a:pt x="877" y="263"/>
                    </a:lnTo>
                    <a:lnTo>
                      <a:pt x="714" y="376"/>
                    </a:lnTo>
                    <a:lnTo>
                      <a:pt x="564" y="501"/>
                    </a:lnTo>
                    <a:lnTo>
                      <a:pt x="439" y="652"/>
                    </a:lnTo>
                    <a:lnTo>
                      <a:pt x="313" y="802"/>
                    </a:lnTo>
                    <a:lnTo>
                      <a:pt x="213" y="965"/>
                    </a:lnTo>
                    <a:lnTo>
                      <a:pt x="138" y="1141"/>
                    </a:lnTo>
                    <a:lnTo>
                      <a:pt x="75" y="1329"/>
                    </a:lnTo>
                    <a:lnTo>
                      <a:pt x="25" y="1529"/>
                    </a:lnTo>
                    <a:lnTo>
                      <a:pt x="0" y="1730"/>
                    </a:lnTo>
                    <a:lnTo>
                      <a:pt x="0" y="1930"/>
                    </a:lnTo>
                    <a:lnTo>
                      <a:pt x="25" y="2143"/>
                    </a:lnTo>
                    <a:lnTo>
                      <a:pt x="10465" y="64121"/>
                    </a:lnTo>
                    <a:lnTo>
                      <a:pt x="14439" y="64121"/>
                    </a:lnTo>
                    <a:lnTo>
                      <a:pt x="3635" y="0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16"/>
              <p:cNvSpPr/>
              <p:nvPr/>
            </p:nvSpPr>
            <p:spPr>
              <a:xfrm>
                <a:off x="6371744" y="3152058"/>
                <a:ext cx="417542" cy="300906"/>
              </a:xfrm>
              <a:custGeom>
                <a:rect b="b" l="l" r="r" t="t"/>
                <a:pathLst>
                  <a:path extrusionOk="0" h="13387" w="18576">
                    <a:moveTo>
                      <a:pt x="11569" y="1"/>
                    </a:moveTo>
                    <a:lnTo>
                      <a:pt x="11055" y="13"/>
                    </a:lnTo>
                    <a:lnTo>
                      <a:pt x="10554" y="51"/>
                    </a:lnTo>
                    <a:lnTo>
                      <a:pt x="10040" y="101"/>
                    </a:lnTo>
                    <a:lnTo>
                      <a:pt x="9539" y="176"/>
                    </a:lnTo>
                    <a:lnTo>
                      <a:pt x="9038" y="264"/>
                    </a:lnTo>
                    <a:lnTo>
                      <a:pt x="8536" y="377"/>
                    </a:lnTo>
                    <a:lnTo>
                      <a:pt x="8047" y="515"/>
                    </a:lnTo>
                    <a:lnTo>
                      <a:pt x="7559" y="665"/>
                    </a:lnTo>
                    <a:lnTo>
                      <a:pt x="7082" y="841"/>
                    </a:lnTo>
                    <a:lnTo>
                      <a:pt x="6619" y="1029"/>
                    </a:lnTo>
                    <a:lnTo>
                      <a:pt x="6155" y="1242"/>
                    </a:lnTo>
                    <a:lnTo>
                      <a:pt x="5704" y="1467"/>
                    </a:lnTo>
                    <a:lnTo>
                      <a:pt x="5252" y="1718"/>
                    </a:lnTo>
                    <a:lnTo>
                      <a:pt x="4814" y="1994"/>
                    </a:lnTo>
                    <a:lnTo>
                      <a:pt x="4400" y="2282"/>
                    </a:lnTo>
                    <a:lnTo>
                      <a:pt x="3974" y="2583"/>
                    </a:lnTo>
                    <a:lnTo>
                      <a:pt x="1279" y="4651"/>
                    </a:lnTo>
                    <a:lnTo>
                      <a:pt x="1104" y="4789"/>
                    </a:lnTo>
                    <a:lnTo>
                      <a:pt x="941" y="4952"/>
                    </a:lnTo>
                    <a:lnTo>
                      <a:pt x="791" y="5115"/>
                    </a:lnTo>
                    <a:lnTo>
                      <a:pt x="653" y="5290"/>
                    </a:lnTo>
                    <a:lnTo>
                      <a:pt x="527" y="5465"/>
                    </a:lnTo>
                    <a:lnTo>
                      <a:pt x="415" y="5653"/>
                    </a:lnTo>
                    <a:lnTo>
                      <a:pt x="314" y="5854"/>
                    </a:lnTo>
                    <a:lnTo>
                      <a:pt x="227" y="6055"/>
                    </a:lnTo>
                    <a:lnTo>
                      <a:pt x="151" y="6255"/>
                    </a:lnTo>
                    <a:lnTo>
                      <a:pt x="89" y="6468"/>
                    </a:lnTo>
                    <a:lnTo>
                      <a:pt x="51" y="6681"/>
                    </a:lnTo>
                    <a:lnTo>
                      <a:pt x="13" y="6907"/>
                    </a:lnTo>
                    <a:lnTo>
                      <a:pt x="1" y="7120"/>
                    </a:lnTo>
                    <a:lnTo>
                      <a:pt x="1" y="7345"/>
                    </a:lnTo>
                    <a:lnTo>
                      <a:pt x="13" y="7571"/>
                    </a:lnTo>
                    <a:lnTo>
                      <a:pt x="39" y="7797"/>
                    </a:lnTo>
                    <a:lnTo>
                      <a:pt x="991" y="13387"/>
                    </a:lnTo>
                    <a:lnTo>
                      <a:pt x="6343" y="10191"/>
                    </a:lnTo>
                    <a:lnTo>
                      <a:pt x="6581" y="10228"/>
                    </a:lnTo>
                    <a:lnTo>
                      <a:pt x="7258" y="10316"/>
                    </a:lnTo>
                    <a:lnTo>
                      <a:pt x="8298" y="10429"/>
                    </a:lnTo>
                    <a:lnTo>
                      <a:pt x="8925" y="10491"/>
                    </a:lnTo>
                    <a:lnTo>
                      <a:pt x="9614" y="10542"/>
                    </a:lnTo>
                    <a:lnTo>
                      <a:pt x="10354" y="10592"/>
                    </a:lnTo>
                    <a:lnTo>
                      <a:pt x="11131" y="10629"/>
                    </a:lnTo>
                    <a:lnTo>
                      <a:pt x="11945" y="10642"/>
                    </a:lnTo>
                    <a:lnTo>
                      <a:pt x="12772" y="10642"/>
                    </a:lnTo>
                    <a:lnTo>
                      <a:pt x="13625" y="10629"/>
                    </a:lnTo>
                    <a:lnTo>
                      <a:pt x="14477" y="10579"/>
                    </a:lnTo>
                    <a:lnTo>
                      <a:pt x="14903" y="10554"/>
                    </a:lnTo>
                    <a:lnTo>
                      <a:pt x="15317" y="10504"/>
                    </a:lnTo>
                    <a:lnTo>
                      <a:pt x="15743" y="10466"/>
                    </a:lnTo>
                    <a:lnTo>
                      <a:pt x="16144" y="10404"/>
                    </a:lnTo>
                    <a:lnTo>
                      <a:pt x="16269" y="10379"/>
                    </a:lnTo>
                    <a:lnTo>
                      <a:pt x="16395" y="10354"/>
                    </a:lnTo>
                    <a:lnTo>
                      <a:pt x="16507" y="10303"/>
                    </a:lnTo>
                    <a:lnTo>
                      <a:pt x="16620" y="10253"/>
                    </a:lnTo>
                    <a:lnTo>
                      <a:pt x="16733" y="10191"/>
                    </a:lnTo>
                    <a:lnTo>
                      <a:pt x="16833" y="10128"/>
                    </a:lnTo>
                    <a:lnTo>
                      <a:pt x="16921" y="10053"/>
                    </a:lnTo>
                    <a:lnTo>
                      <a:pt x="17009" y="9965"/>
                    </a:lnTo>
                    <a:lnTo>
                      <a:pt x="17097" y="9877"/>
                    </a:lnTo>
                    <a:lnTo>
                      <a:pt x="17172" y="9777"/>
                    </a:lnTo>
                    <a:lnTo>
                      <a:pt x="17234" y="9677"/>
                    </a:lnTo>
                    <a:lnTo>
                      <a:pt x="17297" y="9576"/>
                    </a:lnTo>
                    <a:lnTo>
                      <a:pt x="17347" y="9464"/>
                    </a:lnTo>
                    <a:lnTo>
                      <a:pt x="17385" y="9338"/>
                    </a:lnTo>
                    <a:lnTo>
                      <a:pt x="17422" y="9226"/>
                    </a:lnTo>
                    <a:lnTo>
                      <a:pt x="17435" y="9100"/>
                    </a:lnTo>
                    <a:lnTo>
                      <a:pt x="18563" y="1480"/>
                    </a:lnTo>
                    <a:lnTo>
                      <a:pt x="18575" y="1342"/>
                    </a:lnTo>
                    <a:lnTo>
                      <a:pt x="18563" y="1204"/>
                    </a:lnTo>
                    <a:lnTo>
                      <a:pt x="18550" y="1054"/>
                    </a:lnTo>
                    <a:lnTo>
                      <a:pt x="18513" y="928"/>
                    </a:lnTo>
                    <a:lnTo>
                      <a:pt x="18475" y="791"/>
                    </a:lnTo>
                    <a:lnTo>
                      <a:pt x="18413" y="678"/>
                    </a:lnTo>
                    <a:lnTo>
                      <a:pt x="18337" y="565"/>
                    </a:lnTo>
                    <a:lnTo>
                      <a:pt x="18262" y="452"/>
                    </a:lnTo>
                    <a:lnTo>
                      <a:pt x="18162" y="352"/>
                    </a:lnTo>
                    <a:lnTo>
                      <a:pt x="18062" y="264"/>
                    </a:lnTo>
                    <a:lnTo>
                      <a:pt x="17949" y="189"/>
                    </a:lnTo>
                    <a:lnTo>
                      <a:pt x="17823" y="126"/>
                    </a:lnTo>
                    <a:lnTo>
                      <a:pt x="17698" y="76"/>
                    </a:lnTo>
                    <a:lnTo>
                      <a:pt x="17560" y="39"/>
                    </a:lnTo>
                    <a:lnTo>
                      <a:pt x="17422" y="13"/>
                    </a:lnTo>
                    <a:lnTo>
                      <a:pt x="17272" y="1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16"/>
              <p:cNvSpPr/>
              <p:nvPr/>
            </p:nvSpPr>
            <p:spPr>
              <a:xfrm>
                <a:off x="4539445" y="3468990"/>
                <a:ext cx="1796559" cy="1069727"/>
              </a:xfrm>
              <a:custGeom>
                <a:rect b="b" l="l" r="r" t="t"/>
                <a:pathLst>
                  <a:path extrusionOk="0" h="47591" w="79927">
                    <a:moveTo>
                      <a:pt x="51738" y="1"/>
                    </a:moveTo>
                    <a:lnTo>
                      <a:pt x="50698" y="176"/>
                    </a:lnTo>
                    <a:lnTo>
                      <a:pt x="47916" y="640"/>
                    </a:lnTo>
                    <a:lnTo>
                      <a:pt x="43930" y="1330"/>
                    </a:lnTo>
                    <a:lnTo>
                      <a:pt x="41649" y="1731"/>
                    </a:lnTo>
                    <a:lnTo>
                      <a:pt x="39255" y="2157"/>
                    </a:lnTo>
                    <a:lnTo>
                      <a:pt x="36824" y="2608"/>
                    </a:lnTo>
                    <a:lnTo>
                      <a:pt x="34430" y="3059"/>
                    </a:lnTo>
                    <a:lnTo>
                      <a:pt x="32111" y="3523"/>
                    </a:lnTo>
                    <a:lnTo>
                      <a:pt x="29955" y="3962"/>
                    </a:lnTo>
                    <a:lnTo>
                      <a:pt x="28965" y="4187"/>
                    </a:lnTo>
                    <a:lnTo>
                      <a:pt x="28038" y="4400"/>
                    </a:lnTo>
                    <a:lnTo>
                      <a:pt x="27173" y="4601"/>
                    </a:lnTo>
                    <a:lnTo>
                      <a:pt x="26396" y="4801"/>
                    </a:lnTo>
                    <a:lnTo>
                      <a:pt x="25706" y="4989"/>
                    </a:lnTo>
                    <a:lnTo>
                      <a:pt x="25105" y="5165"/>
                    </a:lnTo>
                    <a:lnTo>
                      <a:pt x="24616" y="5328"/>
                    </a:lnTo>
                    <a:lnTo>
                      <a:pt x="24416" y="5403"/>
                    </a:lnTo>
                    <a:lnTo>
                      <a:pt x="24240" y="5478"/>
                    </a:lnTo>
                    <a:lnTo>
                      <a:pt x="24115" y="5553"/>
                    </a:lnTo>
                    <a:lnTo>
                      <a:pt x="23964" y="5691"/>
                    </a:lnTo>
                    <a:lnTo>
                      <a:pt x="23789" y="5867"/>
                    </a:lnTo>
                    <a:lnTo>
                      <a:pt x="23588" y="6092"/>
                    </a:lnTo>
                    <a:lnTo>
                      <a:pt x="23350" y="6355"/>
                    </a:lnTo>
                    <a:lnTo>
                      <a:pt x="23100" y="6669"/>
                    </a:lnTo>
                    <a:lnTo>
                      <a:pt x="22523" y="7433"/>
                    </a:lnTo>
                    <a:lnTo>
                      <a:pt x="21871" y="8336"/>
                    </a:lnTo>
                    <a:lnTo>
                      <a:pt x="21132" y="9401"/>
                    </a:lnTo>
                    <a:lnTo>
                      <a:pt x="20330" y="10579"/>
                    </a:lnTo>
                    <a:lnTo>
                      <a:pt x="19465" y="11883"/>
                    </a:lnTo>
                    <a:lnTo>
                      <a:pt x="18537" y="13286"/>
                    </a:lnTo>
                    <a:lnTo>
                      <a:pt x="17572" y="14790"/>
                    </a:lnTo>
                    <a:lnTo>
                      <a:pt x="16570" y="16357"/>
                    </a:lnTo>
                    <a:lnTo>
                      <a:pt x="15542" y="17999"/>
                    </a:lnTo>
                    <a:lnTo>
                      <a:pt x="13411" y="21408"/>
                    </a:lnTo>
                    <a:lnTo>
                      <a:pt x="11243" y="24905"/>
                    </a:lnTo>
                    <a:lnTo>
                      <a:pt x="9100" y="28402"/>
                    </a:lnTo>
                    <a:lnTo>
                      <a:pt x="7057" y="31773"/>
                    </a:lnTo>
                    <a:lnTo>
                      <a:pt x="5152" y="34906"/>
                    </a:lnTo>
                    <a:lnTo>
                      <a:pt x="3460" y="37726"/>
                    </a:lnTo>
                    <a:lnTo>
                      <a:pt x="953" y="41925"/>
                    </a:lnTo>
                    <a:lnTo>
                      <a:pt x="0" y="43517"/>
                    </a:lnTo>
                    <a:lnTo>
                      <a:pt x="6405" y="47590"/>
                    </a:lnTo>
                    <a:lnTo>
                      <a:pt x="29868" y="15605"/>
                    </a:lnTo>
                    <a:lnTo>
                      <a:pt x="55699" y="16019"/>
                    </a:lnTo>
                    <a:lnTo>
                      <a:pt x="55937" y="15931"/>
                    </a:lnTo>
                    <a:lnTo>
                      <a:pt x="56626" y="15693"/>
                    </a:lnTo>
                    <a:lnTo>
                      <a:pt x="57692" y="15304"/>
                    </a:lnTo>
                    <a:lnTo>
                      <a:pt x="59083" y="14765"/>
                    </a:lnTo>
                    <a:lnTo>
                      <a:pt x="59873" y="14452"/>
                    </a:lnTo>
                    <a:lnTo>
                      <a:pt x="60737" y="14101"/>
                    </a:lnTo>
                    <a:lnTo>
                      <a:pt x="61640" y="13712"/>
                    </a:lnTo>
                    <a:lnTo>
                      <a:pt x="62592" y="13299"/>
                    </a:lnTo>
                    <a:lnTo>
                      <a:pt x="63595" y="12860"/>
                    </a:lnTo>
                    <a:lnTo>
                      <a:pt x="64610" y="12384"/>
                    </a:lnTo>
                    <a:lnTo>
                      <a:pt x="65663" y="11883"/>
                    </a:lnTo>
                    <a:lnTo>
                      <a:pt x="66716" y="11356"/>
                    </a:lnTo>
                    <a:lnTo>
                      <a:pt x="67794" y="10805"/>
                    </a:lnTo>
                    <a:lnTo>
                      <a:pt x="68859" y="10216"/>
                    </a:lnTo>
                    <a:lnTo>
                      <a:pt x="69924" y="9614"/>
                    </a:lnTo>
                    <a:lnTo>
                      <a:pt x="70977" y="8987"/>
                    </a:lnTo>
                    <a:lnTo>
                      <a:pt x="71491" y="8662"/>
                    </a:lnTo>
                    <a:lnTo>
                      <a:pt x="72005" y="8336"/>
                    </a:lnTo>
                    <a:lnTo>
                      <a:pt x="72519" y="8010"/>
                    </a:lnTo>
                    <a:lnTo>
                      <a:pt x="73008" y="7671"/>
                    </a:lnTo>
                    <a:lnTo>
                      <a:pt x="73497" y="7320"/>
                    </a:lnTo>
                    <a:lnTo>
                      <a:pt x="73985" y="6982"/>
                    </a:lnTo>
                    <a:lnTo>
                      <a:pt x="74449" y="6631"/>
                    </a:lnTo>
                    <a:lnTo>
                      <a:pt x="74913" y="6268"/>
                    </a:lnTo>
                    <a:lnTo>
                      <a:pt x="75351" y="5904"/>
                    </a:lnTo>
                    <a:lnTo>
                      <a:pt x="75790" y="5541"/>
                    </a:lnTo>
                    <a:lnTo>
                      <a:pt x="76204" y="5165"/>
                    </a:lnTo>
                    <a:lnTo>
                      <a:pt x="76605" y="4789"/>
                    </a:lnTo>
                    <a:lnTo>
                      <a:pt x="76993" y="4413"/>
                    </a:lnTo>
                    <a:lnTo>
                      <a:pt x="77357" y="4024"/>
                    </a:lnTo>
                    <a:lnTo>
                      <a:pt x="77708" y="3648"/>
                    </a:lnTo>
                    <a:lnTo>
                      <a:pt x="78046" y="3247"/>
                    </a:lnTo>
                    <a:lnTo>
                      <a:pt x="78359" y="2859"/>
                    </a:lnTo>
                    <a:lnTo>
                      <a:pt x="78648" y="2458"/>
                    </a:lnTo>
                    <a:lnTo>
                      <a:pt x="78923" y="2056"/>
                    </a:lnTo>
                    <a:lnTo>
                      <a:pt x="79174" y="1655"/>
                    </a:lnTo>
                    <a:lnTo>
                      <a:pt x="79400" y="1242"/>
                    </a:lnTo>
                    <a:lnTo>
                      <a:pt x="79600" y="828"/>
                    </a:lnTo>
                    <a:lnTo>
                      <a:pt x="79776" y="415"/>
                    </a:lnTo>
                    <a:lnTo>
                      <a:pt x="79926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6"/>
              <p:cNvSpPr/>
              <p:nvPr/>
            </p:nvSpPr>
            <p:spPr>
              <a:xfrm>
                <a:off x="4501975" y="4419519"/>
                <a:ext cx="211311" cy="208771"/>
              </a:xfrm>
              <a:custGeom>
                <a:rect b="b" l="l" r="r" t="t"/>
                <a:pathLst>
                  <a:path extrusionOk="0" h="9288" w="9401">
                    <a:moveTo>
                      <a:pt x="4187" y="1"/>
                    </a:moveTo>
                    <a:lnTo>
                      <a:pt x="4086" y="189"/>
                    </a:lnTo>
                    <a:lnTo>
                      <a:pt x="3786" y="702"/>
                    </a:lnTo>
                    <a:lnTo>
                      <a:pt x="3334" y="1442"/>
                    </a:lnTo>
                    <a:lnTo>
                      <a:pt x="3071" y="1868"/>
                    </a:lnTo>
                    <a:lnTo>
                      <a:pt x="2770" y="2307"/>
                    </a:lnTo>
                    <a:lnTo>
                      <a:pt x="2457" y="2758"/>
                    </a:lnTo>
                    <a:lnTo>
                      <a:pt x="2119" y="3209"/>
                    </a:lnTo>
                    <a:lnTo>
                      <a:pt x="1768" y="3648"/>
                    </a:lnTo>
                    <a:lnTo>
                      <a:pt x="1417" y="4061"/>
                    </a:lnTo>
                    <a:lnTo>
                      <a:pt x="1241" y="4262"/>
                    </a:lnTo>
                    <a:lnTo>
                      <a:pt x="1053" y="4437"/>
                    </a:lnTo>
                    <a:lnTo>
                      <a:pt x="878" y="4613"/>
                    </a:lnTo>
                    <a:lnTo>
                      <a:pt x="702" y="4763"/>
                    </a:lnTo>
                    <a:lnTo>
                      <a:pt x="527" y="4901"/>
                    </a:lnTo>
                    <a:lnTo>
                      <a:pt x="339" y="5026"/>
                    </a:lnTo>
                    <a:lnTo>
                      <a:pt x="176" y="5127"/>
                    </a:lnTo>
                    <a:lnTo>
                      <a:pt x="0" y="5214"/>
                    </a:lnTo>
                    <a:lnTo>
                      <a:pt x="13" y="5377"/>
                    </a:lnTo>
                    <a:lnTo>
                      <a:pt x="38" y="5553"/>
                    </a:lnTo>
                    <a:lnTo>
                      <a:pt x="63" y="5778"/>
                    </a:lnTo>
                    <a:lnTo>
                      <a:pt x="113" y="6054"/>
                    </a:lnTo>
                    <a:lnTo>
                      <a:pt x="188" y="6367"/>
                    </a:lnTo>
                    <a:lnTo>
                      <a:pt x="289" y="6693"/>
                    </a:lnTo>
                    <a:lnTo>
                      <a:pt x="427" y="7044"/>
                    </a:lnTo>
                    <a:lnTo>
                      <a:pt x="502" y="7220"/>
                    </a:lnTo>
                    <a:lnTo>
                      <a:pt x="577" y="7395"/>
                    </a:lnTo>
                    <a:lnTo>
                      <a:pt x="677" y="7571"/>
                    </a:lnTo>
                    <a:lnTo>
                      <a:pt x="778" y="7746"/>
                    </a:lnTo>
                    <a:lnTo>
                      <a:pt x="890" y="7922"/>
                    </a:lnTo>
                    <a:lnTo>
                      <a:pt x="1016" y="8085"/>
                    </a:lnTo>
                    <a:lnTo>
                      <a:pt x="1154" y="8235"/>
                    </a:lnTo>
                    <a:lnTo>
                      <a:pt x="1291" y="8398"/>
                    </a:lnTo>
                    <a:lnTo>
                      <a:pt x="1454" y="8536"/>
                    </a:lnTo>
                    <a:lnTo>
                      <a:pt x="1617" y="8661"/>
                    </a:lnTo>
                    <a:lnTo>
                      <a:pt x="1805" y="8786"/>
                    </a:lnTo>
                    <a:lnTo>
                      <a:pt x="1993" y="8899"/>
                    </a:lnTo>
                    <a:lnTo>
                      <a:pt x="2206" y="8999"/>
                    </a:lnTo>
                    <a:lnTo>
                      <a:pt x="2419" y="9075"/>
                    </a:lnTo>
                    <a:lnTo>
                      <a:pt x="2658" y="9137"/>
                    </a:lnTo>
                    <a:lnTo>
                      <a:pt x="2908" y="9187"/>
                    </a:lnTo>
                    <a:lnTo>
                      <a:pt x="3410" y="9250"/>
                    </a:lnTo>
                    <a:lnTo>
                      <a:pt x="3873" y="9275"/>
                    </a:lnTo>
                    <a:lnTo>
                      <a:pt x="4287" y="9288"/>
                    </a:lnTo>
                    <a:lnTo>
                      <a:pt x="4663" y="9263"/>
                    </a:lnTo>
                    <a:lnTo>
                      <a:pt x="5001" y="9225"/>
                    </a:lnTo>
                    <a:lnTo>
                      <a:pt x="5315" y="9162"/>
                    </a:lnTo>
                    <a:lnTo>
                      <a:pt x="5578" y="9100"/>
                    </a:lnTo>
                    <a:lnTo>
                      <a:pt x="5816" y="9025"/>
                    </a:lnTo>
                    <a:lnTo>
                      <a:pt x="6017" y="8937"/>
                    </a:lnTo>
                    <a:lnTo>
                      <a:pt x="6192" y="8849"/>
                    </a:lnTo>
                    <a:lnTo>
                      <a:pt x="6342" y="8774"/>
                    </a:lnTo>
                    <a:lnTo>
                      <a:pt x="6455" y="8699"/>
                    </a:lnTo>
                    <a:lnTo>
                      <a:pt x="6606" y="8586"/>
                    </a:lnTo>
                    <a:lnTo>
                      <a:pt x="6643" y="8536"/>
                    </a:lnTo>
                    <a:lnTo>
                      <a:pt x="9401" y="2307"/>
                    </a:lnTo>
                    <a:lnTo>
                      <a:pt x="4187" y="1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4232358" y="4461777"/>
                <a:ext cx="422060" cy="263706"/>
              </a:xfrm>
              <a:custGeom>
                <a:rect b="b" l="l" r="r" t="t"/>
                <a:pathLst>
                  <a:path extrusionOk="0" h="11732" w="18777">
                    <a:moveTo>
                      <a:pt x="2119" y="1"/>
                    </a:moveTo>
                    <a:lnTo>
                      <a:pt x="2069" y="13"/>
                    </a:lnTo>
                    <a:lnTo>
                      <a:pt x="1944" y="38"/>
                    </a:lnTo>
                    <a:lnTo>
                      <a:pt x="1793" y="101"/>
                    </a:lnTo>
                    <a:lnTo>
                      <a:pt x="1643" y="176"/>
                    </a:lnTo>
                    <a:lnTo>
                      <a:pt x="1467" y="264"/>
                    </a:lnTo>
                    <a:lnTo>
                      <a:pt x="1292" y="364"/>
                    </a:lnTo>
                    <a:lnTo>
                      <a:pt x="1116" y="477"/>
                    </a:lnTo>
                    <a:lnTo>
                      <a:pt x="941" y="602"/>
                    </a:lnTo>
                    <a:lnTo>
                      <a:pt x="765" y="727"/>
                    </a:lnTo>
                    <a:lnTo>
                      <a:pt x="603" y="853"/>
                    </a:lnTo>
                    <a:lnTo>
                      <a:pt x="452" y="991"/>
                    </a:lnTo>
                    <a:lnTo>
                      <a:pt x="314" y="1129"/>
                    </a:lnTo>
                    <a:lnTo>
                      <a:pt x="201" y="1254"/>
                    </a:lnTo>
                    <a:lnTo>
                      <a:pt x="114" y="1379"/>
                    </a:lnTo>
                    <a:lnTo>
                      <a:pt x="39" y="1505"/>
                    </a:lnTo>
                    <a:lnTo>
                      <a:pt x="13" y="1617"/>
                    </a:lnTo>
                    <a:lnTo>
                      <a:pt x="1" y="1667"/>
                    </a:lnTo>
                    <a:lnTo>
                      <a:pt x="1" y="1718"/>
                    </a:lnTo>
                    <a:lnTo>
                      <a:pt x="39" y="1830"/>
                    </a:lnTo>
                    <a:lnTo>
                      <a:pt x="89" y="1993"/>
                    </a:lnTo>
                    <a:lnTo>
                      <a:pt x="164" y="2181"/>
                    </a:lnTo>
                    <a:lnTo>
                      <a:pt x="264" y="2407"/>
                    </a:lnTo>
                    <a:lnTo>
                      <a:pt x="377" y="2645"/>
                    </a:lnTo>
                    <a:lnTo>
                      <a:pt x="515" y="2921"/>
                    </a:lnTo>
                    <a:lnTo>
                      <a:pt x="665" y="3184"/>
                    </a:lnTo>
                    <a:lnTo>
                      <a:pt x="841" y="3472"/>
                    </a:lnTo>
                    <a:lnTo>
                      <a:pt x="1016" y="3761"/>
                    </a:lnTo>
                    <a:lnTo>
                      <a:pt x="1217" y="4036"/>
                    </a:lnTo>
                    <a:lnTo>
                      <a:pt x="1417" y="4299"/>
                    </a:lnTo>
                    <a:lnTo>
                      <a:pt x="1630" y="4550"/>
                    </a:lnTo>
                    <a:lnTo>
                      <a:pt x="1856" y="4776"/>
                    </a:lnTo>
                    <a:lnTo>
                      <a:pt x="2081" y="4976"/>
                    </a:lnTo>
                    <a:lnTo>
                      <a:pt x="2194" y="5064"/>
                    </a:lnTo>
                    <a:lnTo>
                      <a:pt x="2307" y="5139"/>
                    </a:lnTo>
                    <a:lnTo>
                      <a:pt x="2420" y="5202"/>
                    </a:lnTo>
                    <a:lnTo>
                      <a:pt x="2545" y="5265"/>
                    </a:lnTo>
                    <a:lnTo>
                      <a:pt x="17209" y="11732"/>
                    </a:lnTo>
                    <a:lnTo>
                      <a:pt x="17410" y="11581"/>
                    </a:lnTo>
                    <a:lnTo>
                      <a:pt x="17598" y="11406"/>
                    </a:lnTo>
                    <a:lnTo>
                      <a:pt x="17761" y="11230"/>
                    </a:lnTo>
                    <a:lnTo>
                      <a:pt x="17911" y="11042"/>
                    </a:lnTo>
                    <a:lnTo>
                      <a:pt x="18049" y="10842"/>
                    </a:lnTo>
                    <a:lnTo>
                      <a:pt x="18162" y="10654"/>
                    </a:lnTo>
                    <a:lnTo>
                      <a:pt x="18275" y="10441"/>
                    </a:lnTo>
                    <a:lnTo>
                      <a:pt x="18375" y="10240"/>
                    </a:lnTo>
                    <a:lnTo>
                      <a:pt x="18450" y="10027"/>
                    </a:lnTo>
                    <a:lnTo>
                      <a:pt x="18525" y="9827"/>
                    </a:lnTo>
                    <a:lnTo>
                      <a:pt x="18588" y="9614"/>
                    </a:lnTo>
                    <a:lnTo>
                      <a:pt x="18638" y="9401"/>
                    </a:lnTo>
                    <a:lnTo>
                      <a:pt x="18688" y="9187"/>
                    </a:lnTo>
                    <a:lnTo>
                      <a:pt x="18713" y="8974"/>
                    </a:lnTo>
                    <a:lnTo>
                      <a:pt x="18764" y="8573"/>
                    </a:lnTo>
                    <a:lnTo>
                      <a:pt x="18776" y="8185"/>
                    </a:lnTo>
                    <a:lnTo>
                      <a:pt x="18776" y="7821"/>
                    </a:lnTo>
                    <a:lnTo>
                      <a:pt x="18764" y="7495"/>
                    </a:lnTo>
                    <a:lnTo>
                      <a:pt x="18726" y="7220"/>
                    </a:lnTo>
                    <a:lnTo>
                      <a:pt x="18701" y="6982"/>
                    </a:lnTo>
                    <a:lnTo>
                      <a:pt x="18676" y="6806"/>
                    </a:lnTo>
                    <a:lnTo>
                      <a:pt x="18638" y="6656"/>
                    </a:lnTo>
                    <a:lnTo>
                      <a:pt x="18488" y="6718"/>
                    </a:lnTo>
                    <a:lnTo>
                      <a:pt x="18312" y="6781"/>
                    </a:lnTo>
                    <a:lnTo>
                      <a:pt x="18137" y="6831"/>
                    </a:lnTo>
                    <a:lnTo>
                      <a:pt x="17961" y="6869"/>
                    </a:lnTo>
                    <a:lnTo>
                      <a:pt x="17773" y="6906"/>
                    </a:lnTo>
                    <a:lnTo>
                      <a:pt x="17573" y="6931"/>
                    </a:lnTo>
                    <a:lnTo>
                      <a:pt x="17172" y="6957"/>
                    </a:lnTo>
                    <a:lnTo>
                      <a:pt x="16758" y="6969"/>
                    </a:lnTo>
                    <a:lnTo>
                      <a:pt x="16345" y="6957"/>
                    </a:lnTo>
                    <a:lnTo>
                      <a:pt x="15931" y="6919"/>
                    </a:lnTo>
                    <a:lnTo>
                      <a:pt x="15542" y="6881"/>
                    </a:lnTo>
                    <a:lnTo>
                      <a:pt x="15154" y="6831"/>
                    </a:lnTo>
                    <a:lnTo>
                      <a:pt x="14803" y="6769"/>
                    </a:lnTo>
                    <a:lnTo>
                      <a:pt x="14214" y="6656"/>
                    </a:lnTo>
                    <a:lnTo>
                      <a:pt x="13813" y="6568"/>
                    </a:lnTo>
                    <a:lnTo>
                      <a:pt x="13662" y="6530"/>
                    </a:lnTo>
                    <a:lnTo>
                      <a:pt x="13825" y="6455"/>
                    </a:lnTo>
                    <a:lnTo>
                      <a:pt x="14001" y="6355"/>
                    </a:lnTo>
                    <a:lnTo>
                      <a:pt x="14164" y="6255"/>
                    </a:lnTo>
                    <a:lnTo>
                      <a:pt x="14339" y="6142"/>
                    </a:lnTo>
                    <a:lnTo>
                      <a:pt x="14678" y="5879"/>
                    </a:lnTo>
                    <a:lnTo>
                      <a:pt x="14991" y="5615"/>
                    </a:lnTo>
                    <a:lnTo>
                      <a:pt x="15267" y="5365"/>
                    </a:lnTo>
                    <a:lnTo>
                      <a:pt x="15467" y="5139"/>
                    </a:lnTo>
                    <a:lnTo>
                      <a:pt x="15555" y="5039"/>
                    </a:lnTo>
                    <a:lnTo>
                      <a:pt x="15605" y="4964"/>
                    </a:lnTo>
                    <a:lnTo>
                      <a:pt x="15630" y="4889"/>
                    </a:lnTo>
                    <a:lnTo>
                      <a:pt x="15643" y="4851"/>
                    </a:lnTo>
                    <a:lnTo>
                      <a:pt x="15605" y="4776"/>
                    </a:lnTo>
                    <a:lnTo>
                      <a:pt x="15517" y="4650"/>
                    </a:lnTo>
                    <a:lnTo>
                      <a:pt x="15254" y="4262"/>
                    </a:lnTo>
                    <a:lnTo>
                      <a:pt x="15066" y="4024"/>
                    </a:lnTo>
                    <a:lnTo>
                      <a:pt x="14853" y="3748"/>
                    </a:lnTo>
                    <a:lnTo>
                      <a:pt x="14627" y="3472"/>
                    </a:lnTo>
                    <a:lnTo>
                      <a:pt x="14389" y="3197"/>
                    </a:lnTo>
                    <a:lnTo>
                      <a:pt x="14139" y="2933"/>
                    </a:lnTo>
                    <a:lnTo>
                      <a:pt x="13875" y="2683"/>
                    </a:lnTo>
                    <a:lnTo>
                      <a:pt x="13625" y="2470"/>
                    </a:lnTo>
                    <a:lnTo>
                      <a:pt x="13499" y="2369"/>
                    </a:lnTo>
                    <a:lnTo>
                      <a:pt x="13374" y="2282"/>
                    </a:lnTo>
                    <a:lnTo>
                      <a:pt x="13261" y="2219"/>
                    </a:lnTo>
                    <a:lnTo>
                      <a:pt x="13136" y="2156"/>
                    </a:lnTo>
                    <a:lnTo>
                      <a:pt x="13036" y="2106"/>
                    </a:lnTo>
                    <a:lnTo>
                      <a:pt x="12923" y="2081"/>
                    </a:lnTo>
                    <a:lnTo>
                      <a:pt x="12823" y="2069"/>
                    </a:lnTo>
                    <a:lnTo>
                      <a:pt x="12722" y="2081"/>
                    </a:lnTo>
                    <a:lnTo>
                      <a:pt x="12635" y="2106"/>
                    </a:lnTo>
                    <a:lnTo>
                      <a:pt x="12547" y="2156"/>
                    </a:lnTo>
                    <a:lnTo>
                      <a:pt x="12459" y="2206"/>
                    </a:lnTo>
                    <a:lnTo>
                      <a:pt x="12334" y="2257"/>
                    </a:lnTo>
                    <a:lnTo>
                      <a:pt x="12171" y="2294"/>
                    </a:lnTo>
                    <a:lnTo>
                      <a:pt x="11995" y="2332"/>
                    </a:lnTo>
                    <a:lnTo>
                      <a:pt x="11782" y="2357"/>
                    </a:lnTo>
                    <a:lnTo>
                      <a:pt x="11544" y="2382"/>
                    </a:lnTo>
                    <a:lnTo>
                      <a:pt x="11030" y="2407"/>
                    </a:lnTo>
                    <a:lnTo>
                      <a:pt x="10429" y="2419"/>
                    </a:lnTo>
                    <a:lnTo>
                      <a:pt x="9790" y="2394"/>
                    </a:lnTo>
                    <a:lnTo>
                      <a:pt x="9113" y="2369"/>
                    </a:lnTo>
                    <a:lnTo>
                      <a:pt x="8423" y="2332"/>
                    </a:lnTo>
                    <a:lnTo>
                      <a:pt x="7734" y="2269"/>
                    </a:lnTo>
                    <a:lnTo>
                      <a:pt x="7057" y="2206"/>
                    </a:lnTo>
                    <a:lnTo>
                      <a:pt x="6431" y="2131"/>
                    </a:lnTo>
                    <a:lnTo>
                      <a:pt x="5842" y="2043"/>
                    </a:lnTo>
                    <a:lnTo>
                      <a:pt x="5328" y="1968"/>
                    </a:lnTo>
                    <a:lnTo>
                      <a:pt x="4889" y="1881"/>
                    </a:lnTo>
                    <a:lnTo>
                      <a:pt x="4563" y="1793"/>
                    </a:lnTo>
                    <a:lnTo>
                      <a:pt x="4450" y="1755"/>
                    </a:lnTo>
                    <a:lnTo>
                      <a:pt x="4363" y="1705"/>
                    </a:lnTo>
                    <a:lnTo>
                      <a:pt x="4162" y="1592"/>
                    </a:lnTo>
                    <a:lnTo>
                      <a:pt x="3974" y="1454"/>
                    </a:lnTo>
                    <a:lnTo>
                      <a:pt x="3799" y="1317"/>
                    </a:lnTo>
                    <a:lnTo>
                      <a:pt x="3623" y="1166"/>
                    </a:lnTo>
                    <a:lnTo>
                      <a:pt x="3322" y="865"/>
                    </a:lnTo>
                    <a:lnTo>
                      <a:pt x="3034" y="577"/>
                    </a:lnTo>
                    <a:lnTo>
                      <a:pt x="2771" y="326"/>
                    </a:lnTo>
                    <a:lnTo>
                      <a:pt x="2658" y="214"/>
                    </a:lnTo>
                    <a:lnTo>
                      <a:pt x="2533" y="126"/>
                    </a:lnTo>
                    <a:lnTo>
                      <a:pt x="2420" y="63"/>
                    </a:lnTo>
                    <a:lnTo>
                      <a:pt x="2295" y="13"/>
                    </a:lnTo>
                    <a:lnTo>
                      <a:pt x="21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6"/>
              <p:cNvSpPr/>
              <p:nvPr/>
            </p:nvSpPr>
            <p:spPr>
              <a:xfrm>
                <a:off x="5715063" y="4447121"/>
                <a:ext cx="167075" cy="210749"/>
              </a:xfrm>
              <a:custGeom>
                <a:rect b="b" l="l" r="r" t="t"/>
                <a:pathLst>
                  <a:path extrusionOk="0" h="9376" w="7433">
                    <a:moveTo>
                      <a:pt x="627" y="1"/>
                    </a:moveTo>
                    <a:lnTo>
                      <a:pt x="665" y="226"/>
                    </a:lnTo>
                    <a:lnTo>
                      <a:pt x="715" y="853"/>
                    </a:lnTo>
                    <a:lnTo>
                      <a:pt x="752" y="1279"/>
                    </a:lnTo>
                    <a:lnTo>
                      <a:pt x="778" y="1768"/>
                    </a:lnTo>
                    <a:lnTo>
                      <a:pt x="803" y="2294"/>
                    </a:lnTo>
                    <a:lnTo>
                      <a:pt x="815" y="2858"/>
                    </a:lnTo>
                    <a:lnTo>
                      <a:pt x="815" y="3435"/>
                    </a:lnTo>
                    <a:lnTo>
                      <a:pt x="790" y="4011"/>
                    </a:lnTo>
                    <a:lnTo>
                      <a:pt x="740" y="4588"/>
                    </a:lnTo>
                    <a:lnTo>
                      <a:pt x="702" y="4864"/>
                    </a:lnTo>
                    <a:lnTo>
                      <a:pt x="665" y="5127"/>
                    </a:lnTo>
                    <a:lnTo>
                      <a:pt x="615" y="5390"/>
                    </a:lnTo>
                    <a:lnTo>
                      <a:pt x="552" y="5641"/>
                    </a:lnTo>
                    <a:lnTo>
                      <a:pt x="489" y="5879"/>
                    </a:lnTo>
                    <a:lnTo>
                      <a:pt x="414" y="6092"/>
                    </a:lnTo>
                    <a:lnTo>
                      <a:pt x="326" y="6305"/>
                    </a:lnTo>
                    <a:lnTo>
                      <a:pt x="226" y="6493"/>
                    </a:lnTo>
                    <a:lnTo>
                      <a:pt x="126" y="6669"/>
                    </a:lnTo>
                    <a:lnTo>
                      <a:pt x="0" y="6806"/>
                    </a:lnTo>
                    <a:lnTo>
                      <a:pt x="76" y="6944"/>
                    </a:lnTo>
                    <a:lnTo>
                      <a:pt x="163" y="7107"/>
                    </a:lnTo>
                    <a:lnTo>
                      <a:pt x="289" y="7295"/>
                    </a:lnTo>
                    <a:lnTo>
                      <a:pt x="452" y="7533"/>
                    </a:lnTo>
                    <a:lnTo>
                      <a:pt x="640" y="7784"/>
                    </a:lnTo>
                    <a:lnTo>
                      <a:pt x="865" y="8047"/>
                    </a:lnTo>
                    <a:lnTo>
                      <a:pt x="1128" y="8310"/>
                    </a:lnTo>
                    <a:lnTo>
                      <a:pt x="1266" y="8448"/>
                    </a:lnTo>
                    <a:lnTo>
                      <a:pt x="1417" y="8574"/>
                    </a:lnTo>
                    <a:lnTo>
                      <a:pt x="1567" y="8699"/>
                    </a:lnTo>
                    <a:lnTo>
                      <a:pt x="1743" y="8812"/>
                    </a:lnTo>
                    <a:lnTo>
                      <a:pt x="1906" y="8925"/>
                    </a:lnTo>
                    <a:lnTo>
                      <a:pt x="2094" y="9025"/>
                    </a:lnTo>
                    <a:lnTo>
                      <a:pt x="2269" y="9113"/>
                    </a:lnTo>
                    <a:lnTo>
                      <a:pt x="2470" y="9188"/>
                    </a:lnTo>
                    <a:lnTo>
                      <a:pt x="2670" y="9263"/>
                    </a:lnTo>
                    <a:lnTo>
                      <a:pt x="2883" y="9313"/>
                    </a:lnTo>
                    <a:lnTo>
                      <a:pt x="3096" y="9351"/>
                    </a:lnTo>
                    <a:lnTo>
                      <a:pt x="3309" y="9376"/>
                    </a:lnTo>
                    <a:lnTo>
                      <a:pt x="3547" y="9376"/>
                    </a:lnTo>
                    <a:lnTo>
                      <a:pt x="3786" y="9363"/>
                    </a:lnTo>
                    <a:lnTo>
                      <a:pt x="4024" y="9326"/>
                    </a:lnTo>
                    <a:lnTo>
                      <a:pt x="4274" y="9263"/>
                    </a:lnTo>
                    <a:lnTo>
                      <a:pt x="4751" y="9125"/>
                    </a:lnTo>
                    <a:lnTo>
                      <a:pt x="5177" y="8962"/>
                    </a:lnTo>
                    <a:lnTo>
                      <a:pt x="5565" y="8799"/>
                    </a:lnTo>
                    <a:lnTo>
                      <a:pt x="5904" y="8624"/>
                    </a:lnTo>
                    <a:lnTo>
                      <a:pt x="6205" y="8448"/>
                    </a:lnTo>
                    <a:lnTo>
                      <a:pt x="6455" y="8285"/>
                    </a:lnTo>
                    <a:lnTo>
                      <a:pt x="6681" y="8110"/>
                    </a:lnTo>
                    <a:lnTo>
                      <a:pt x="6856" y="7934"/>
                    </a:lnTo>
                    <a:lnTo>
                      <a:pt x="7019" y="7784"/>
                    </a:lnTo>
                    <a:lnTo>
                      <a:pt x="7145" y="7634"/>
                    </a:lnTo>
                    <a:lnTo>
                      <a:pt x="7232" y="7508"/>
                    </a:lnTo>
                    <a:lnTo>
                      <a:pt x="7307" y="7395"/>
                    </a:lnTo>
                    <a:lnTo>
                      <a:pt x="7408" y="7220"/>
                    </a:lnTo>
                    <a:lnTo>
                      <a:pt x="7433" y="7170"/>
                    </a:lnTo>
                    <a:lnTo>
                      <a:pt x="6330" y="1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16"/>
              <p:cNvSpPr/>
              <p:nvPr/>
            </p:nvSpPr>
            <p:spPr>
              <a:xfrm>
                <a:off x="5452774" y="4565443"/>
                <a:ext cx="456136" cy="160332"/>
              </a:xfrm>
              <a:custGeom>
                <a:rect b="b" l="l" r="r" t="t"/>
                <a:pathLst>
                  <a:path extrusionOk="0" h="7133" w="20293">
                    <a:moveTo>
                      <a:pt x="12246" y="1"/>
                    </a:moveTo>
                    <a:lnTo>
                      <a:pt x="12121" y="13"/>
                    </a:lnTo>
                    <a:lnTo>
                      <a:pt x="12020" y="26"/>
                    </a:lnTo>
                    <a:lnTo>
                      <a:pt x="11920" y="51"/>
                    </a:lnTo>
                    <a:lnTo>
                      <a:pt x="11832" y="101"/>
                    </a:lnTo>
                    <a:lnTo>
                      <a:pt x="11757" y="164"/>
                    </a:lnTo>
                    <a:lnTo>
                      <a:pt x="11707" y="239"/>
                    </a:lnTo>
                    <a:lnTo>
                      <a:pt x="11644" y="327"/>
                    </a:lnTo>
                    <a:lnTo>
                      <a:pt x="11544" y="427"/>
                    </a:lnTo>
                    <a:lnTo>
                      <a:pt x="11419" y="527"/>
                    </a:lnTo>
                    <a:lnTo>
                      <a:pt x="11268" y="627"/>
                    </a:lnTo>
                    <a:lnTo>
                      <a:pt x="11080" y="740"/>
                    </a:lnTo>
                    <a:lnTo>
                      <a:pt x="10880" y="853"/>
                    </a:lnTo>
                    <a:lnTo>
                      <a:pt x="10416" y="1091"/>
                    </a:lnTo>
                    <a:lnTo>
                      <a:pt x="9877" y="1329"/>
                    </a:lnTo>
                    <a:lnTo>
                      <a:pt x="9276" y="1580"/>
                    </a:lnTo>
                    <a:lnTo>
                      <a:pt x="8649" y="1818"/>
                    </a:lnTo>
                    <a:lnTo>
                      <a:pt x="7997" y="2056"/>
                    </a:lnTo>
                    <a:lnTo>
                      <a:pt x="7345" y="2294"/>
                    </a:lnTo>
                    <a:lnTo>
                      <a:pt x="6706" y="2495"/>
                    </a:lnTo>
                    <a:lnTo>
                      <a:pt x="6092" y="2683"/>
                    </a:lnTo>
                    <a:lnTo>
                      <a:pt x="5516" y="2846"/>
                    </a:lnTo>
                    <a:lnTo>
                      <a:pt x="5014" y="2984"/>
                    </a:lnTo>
                    <a:lnTo>
                      <a:pt x="4588" y="3071"/>
                    </a:lnTo>
                    <a:lnTo>
                      <a:pt x="4250" y="3134"/>
                    </a:lnTo>
                    <a:lnTo>
                      <a:pt x="4124" y="3147"/>
                    </a:lnTo>
                    <a:lnTo>
                      <a:pt x="4024" y="3134"/>
                    </a:lnTo>
                    <a:lnTo>
                      <a:pt x="3798" y="3109"/>
                    </a:lnTo>
                    <a:lnTo>
                      <a:pt x="3573" y="3059"/>
                    </a:lnTo>
                    <a:lnTo>
                      <a:pt x="3347" y="3009"/>
                    </a:lnTo>
                    <a:lnTo>
                      <a:pt x="3134" y="2934"/>
                    </a:lnTo>
                    <a:lnTo>
                      <a:pt x="2733" y="2783"/>
                    </a:lnTo>
                    <a:lnTo>
                      <a:pt x="2357" y="2633"/>
                    </a:lnTo>
                    <a:lnTo>
                      <a:pt x="2019" y="2507"/>
                    </a:lnTo>
                    <a:lnTo>
                      <a:pt x="1868" y="2457"/>
                    </a:lnTo>
                    <a:lnTo>
                      <a:pt x="1718" y="2432"/>
                    </a:lnTo>
                    <a:lnTo>
                      <a:pt x="1580" y="2420"/>
                    </a:lnTo>
                    <a:lnTo>
                      <a:pt x="1455" y="2420"/>
                    </a:lnTo>
                    <a:lnTo>
                      <a:pt x="1342" y="2457"/>
                    </a:lnTo>
                    <a:lnTo>
                      <a:pt x="1292" y="2470"/>
                    </a:lnTo>
                    <a:lnTo>
                      <a:pt x="1242" y="2507"/>
                    </a:lnTo>
                    <a:lnTo>
                      <a:pt x="1141" y="2595"/>
                    </a:lnTo>
                    <a:lnTo>
                      <a:pt x="1029" y="2708"/>
                    </a:lnTo>
                    <a:lnTo>
                      <a:pt x="916" y="2833"/>
                    </a:lnTo>
                    <a:lnTo>
                      <a:pt x="803" y="2984"/>
                    </a:lnTo>
                    <a:lnTo>
                      <a:pt x="678" y="3147"/>
                    </a:lnTo>
                    <a:lnTo>
                      <a:pt x="565" y="3322"/>
                    </a:lnTo>
                    <a:lnTo>
                      <a:pt x="452" y="3498"/>
                    </a:lnTo>
                    <a:lnTo>
                      <a:pt x="352" y="3686"/>
                    </a:lnTo>
                    <a:lnTo>
                      <a:pt x="251" y="3874"/>
                    </a:lnTo>
                    <a:lnTo>
                      <a:pt x="164" y="4062"/>
                    </a:lnTo>
                    <a:lnTo>
                      <a:pt x="101" y="4237"/>
                    </a:lnTo>
                    <a:lnTo>
                      <a:pt x="51" y="4400"/>
                    </a:lnTo>
                    <a:lnTo>
                      <a:pt x="13" y="4550"/>
                    </a:lnTo>
                    <a:lnTo>
                      <a:pt x="1" y="4688"/>
                    </a:lnTo>
                    <a:lnTo>
                      <a:pt x="13" y="4814"/>
                    </a:lnTo>
                    <a:lnTo>
                      <a:pt x="26" y="4864"/>
                    </a:lnTo>
                    <a:lnTo>
                      <a:pt x="51" y="4901"/>
                    </a:lnTo>
                    <a:lnTo>
                      <a:pt x="126" y="5002"/>
                    </a:lnTo>
                    <a:lnTo>
                      <a:pt x="239" y="5114"/>
                    </a:lnTo>
                    <a:lnTo>
                      <a:pt x="389" y="5265"/>
                    </a:lnTo>
                    <a:lnTo>
                      <a:pt x="565" y="5428"/>
                    </a:lnTo>
                    <a:lnTo>
                      <a:pt x="778" y="5603"/>
                    </a:lnTo>
                    <a:lnTo>
                      <a:pt x="1003" y="5791"/>
                    </a:lnTo>
                    <a:lnTo>
                      <a:pt x="1254" y="5979"/>
                    </a:lnTo>
                    <a:lnTo>
                      <a:pt x="1517" y="6167"/>
                    </a:lnTo>
                    <a:lnTo>
                      <a:pt x="1806" y="6355"/>
                    </a:lnTo>
                    <a:lnTo>
                      <a:pt x="2094" y="6531"/>
                    </a:lnTo>
                    <a:lnTo>
                      <a:pt x="2382" y="6694"/>
                    </a:lnTo>
                    <a:lnTo>
                      <a:pt x="2683" y="6831"/>
                    </a:lnTo>
                    <a:lnTo>
                      <a:pt x="2971" y="6957"/>
                    </a:lnTo>
                    <a:lnTo>
                      <a:pt x="3260" y="7045"/>
                    </a:lnTo>
                    <a:lnTo>
                      <a:pt x="3397" y="7082"/>
                    </a:lnTo>
                    <a:lnTo>
                      <a:pt x="3535" y="7107"/>
                    </a:lnTo>
                    <a:lnTo>
                      <a:pt x="3673" y="7120"/>
                    </a:lnTo>
                    <a:lnTo>
                      <a:pt x="3798" y="7120"/>
                    </a:lnTo>
                    <a:lnTo>
                      <a:pt x="19829" y="7132"/>
                    </a:lnTo>
                    <a:lnTo>
                      <a:pt x="19954" y="6894"/>
                    </a:lnTo>
                    <a:lnTo>
                      <a:pt x="20054" y="6669"/>
                    </a:lnTo>
                    <a:lnTo>
                      <a:pt x="20130" y="6443"/>
                    </a:lnTo>
                    <a:lnTo>
                      <a:pt x="20192" y="6205"/>
                    </a:lnTo>
                    <a:lnTo>
                      <a:pt x="20242" y="5979"/>
                    </a:lnTo>
                    <a:lnTo>
                      <a:pt x="20267" y="5741"/>
                    </a:lnTo>
                    <a:lnTo>
                      <a:pt x="20292" y="5515"/>
                    </a:lnTo>
                    <a:lnTo>
                      <a:pt x="20292" y="5290"/>
                    </a:lnTo>
                    <a:lnTo>
                      <a:pt x="20292" y="5064"/>
                    </a:lnTo>
                    <a:lnTo>
                      <a:pt x="20267" y="4839"/>
                    </a:lnTo>
                    <a:lnTo>
                      <a:pt x="20242" y="4626"/>
                    </a:lnTo>
                    <a:lnTo>
                      <a:pt x="20205" y="4413"/>
                    </a:lnTo>
                    <a:lnTo>
                      <a:pt x="20155" y="4199"/>
                    </a:lnTo>
                    <a:lnTo>
                      <a:pt x="20104" y="3999"/>
                    </a:lnTo>
                    <a:lnTo>
                      <a:pt x="19979" y="3610"/>
                    </a:lnTo>
                    <a:lnTo>
                      <a:pt x="19841" y="3247"/>
                    </a:lnTo>
                    <a:lnTo>
                      <a:pt x="19691" y="2921"/>
                    </a:lnTo>
                    <a:lnTo>
                      <a:pt x="19540" y="2620"/>
                    </a:lnTo>
                    <a:lnTo>
                      <a:pt x="19403" y="2382"/>
                    </a:lnTo>
                    <a:lnTo>
                      <a:pt x="19277" y="2169"/>
                    </a:lnTo>
                    <a:lnTo>
                      <a:pt x="19177" y="2031"/>
                    </a:lnTo>
                    <a:lnTo>
                      <a:pt x="19102" y="1906"/>
                    </a:lnTo>
                    <a:lnTo>
                      <a:pt x="18976" y="2019"/>
                    </a:lnTo>
                    <a:lnTo>
                      <a:pt x="18851" y="2144"/>
                    </a:lnTo>
                    <a:lnTo>
                      <a:pt x="18701" y="2257"/>
                    </a:lnTo>
                    <a:lnTo>
                      <a:pt x="18550" y="2370"/>
                    </a:lnTo>
                    <a:lnTo>
                      <a:pt x="18400" y="2482"/>
                    </a:lnTo>
                    <a:lnTo>
                      <a:pt x="18224" y="2583"/>
                    </a:lnTo>
                    <a:lnTo>
                      <a:pt x="17874" y="2771"/>
                    </a:lnTo>
                    <a:lnTo>
                      <a:pt x="17498" y="2946"/>
                    </a:lnTo>
                    <a:lnTo>
                      <a:pt x="17109" y="3097"/>
                    </a:lnTo>
                    <a:lnTo>
                      <a:pt x="16720" y="3234"/>
                    </a:lnTo>
                    <a:lnTo>
                      <a:pt x="16344" y="3360"/>
                    </a:lnTo>
                    <a:lnTo>
                      <a:pt x="15981" y="3460"/>
                    </a:lnTo>
                    <a:lnTo>
                      <a:pt x="15630" y="3548"/>
                    </a:lnTo>
                    <a:lnTo>
                      <a:pt x="15041" y="3686"/>
                    </a:lnTo>
                    <a:lnTo>
                      <a:pt x="14640" y="3773"/>
                    </a:lnTo>
                    <a:lnTo>
                      <a:pt x="14489" y="3798"/>
                    </a:lnTo>
                    <a:lnTo>
                      <a:pt x="14602" y="3661"/>
                    </a:lnTo>
                    <a:lnTo>
                      <a:pt x="14728" y="3510"/>
                    </a:lnTo>
                    <a:lnTo>
                      <a:pt x="14840" y="3335"/>
                    </a:lnTo>
                    <a:lnTo>
                      <a:pt x="14953" y="3159"/>
                    </a:lnTo>
                    <a:lnTo>
                      <a:pt x="15154" y="2796"/>
                    </a:lnTo>
                    <a:lnTo>
                      <a:pt x="15329" y="2420"/>
                    </a:lnTo>
                    <a:lnTo>
                      <a:pt x="15480" y="2081"/>
                    </a:lnTo>
                    <a:lnTo>
                      <a:pt x="15580" y="1793"/>
                    </a:lnTo>
                    <a:lnTo>
                      <a:pt x="15617" y="1668"/>
                    </a:lnTo>
                    <a:lnTo>
                      <a:pt x="15630" y="1567"/>
                    </a:lnTo>
                    <a:lnTo>
                      <a:pt x="15630" y="1505"/>
                    </a:lnTo>
                    <a:lnTo>
                      <a:pt x="15617" y="1455"/>
                    </a:lnTo>
                    <a:lnTo>
                      <a:pt x="15555" y="1417"/>
                    </a:lnTo>
                    <a:lnTo>
                      <a:pt x="15429" y="1329"/>
                    </a:lnTo>
                    <a:lnTo>
                      <a:pt x="15028" y="1079"/>
                    </a:lnTo>
                    <a:lnTo>
                      <a:pt x="14753" y="928"/>
                    </a:lnTo>
                    <a:lnTo>
                      <a:pt x="14464" y="765"/>
                    </a:lnTo>
                    <a:lnTo>
                      <a:pt x="14139" y="615"/>
                    </a:lnTo>
                    <a:lnTo>
                      <a:pt x="13800" y="452"/>
                    </a:lnTo>
                    <a:lnTo>
                      <a:pt x="13462" y="314"/>
                    </a:lnTo>
                    <a:lnTo>
                      <a:pt x="13136" y="189"/>
                    </a:lnTo>
                    <a:lnTo>
                      <a:pt x="12810" y="89"/>
                    </a:lnTo>
                    <a:lnTo>
                      <a:pt x="12660" y="51"/>
                    </a:lnTo>
                    <a:lnTo>
                      <a:pt x="12509" y="26"/>
                    </a:lnTo>
                    <a:lnTo>
                      <a:pt x="12371" y="13"/>
                    </a:lnTo>
                    <a:lnTo>
                      <a:pt x="1224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6"/>
              <p:cNvSpPr/>
              <p:nvPr/>
            </p:nvSpPr>
            <p:spPr>
              <a:xfrm>
                <a:off x="5302062" y="2641032"/>
                <a:ext cx="446538" cy="555014"/>
              </a:xfrm>
              <a:custGeom>
                <a:rect b="b" l="l" r="r" t="t"/>
                <a:pathLst>
                  <a:path extrusionOk="0" h="24692" w="19866">
                    <a:moveTo>
                      <a:pt x="3196" y="0"/>
                    </a:moveTo>
                    <a:lnTo>
                      <a:pt x="0" y="1530"/>
                    </a:lnTo>
                    <a:lnTo>
                      <a:pt x="401" y="2532"/>
                    </a:lnTo>
                    <a:lnTo>
                      <a:pt x="878" y="3685"/>
                    </a:lnTo>
                    <a:lnTo>
                      <a:pt x="1492" y="5189"/>
                    </a:lnTo>
                    <a:lnTo>
                      <a:pt x="2244" y="6956"/>
                    </a:lnTo>
                    <a:lnTo>
                      <a:pt x="3096" y="8937"/>
                    </a:lnTo>
                    <a:lnTo>
                      <a:pt x="4024" y="11042"/>
                    </a:lnTo>
                    <a:lnTo>
                      <a:pt x="4512" y="12120"/>
                    </a:lnTo>
                    <a:lnTo>
                      <a:pt x="5014" y="13223"/>
                    </a:lnTo>
                    <a:lnTo>
                      <a:pt x="5528" y="14314"/>
                    </a:lnTo>
                    <a:lnTo>
                      <a:pt x="6042" y="15391"/>
                    </a:lnTo>
                    <a:lnTo>
                      <a:pt x="6555" y="16457"/>
                    </a:lnTo>
                    <a:lnTo>
                      <a:pt x="7082" y="17484"/>
                    </a:lnTo>
                    <a:lnTo>
                      <a:pt x="7596" y="18487"/>
                    </a:lnTo>
                    <a:lnTo>
                      <a:pt x="8110" y="19440"/>
                    </a:lnTo>
                    <a:lnTo>
                      <a:pt x="8623" y="20355"/>
                    </a:lnTo>
                    <a:lnTo>
                      <a:pt x="9112" y="21194"/>
                    </a:lnTo>
                    <a:lnTo>
                      <a:pt x="9601" y="21959"/>
                    </a:lnTo>
                    <a:lnTo>
                      <a:pt x="9839" y="22322"/>
                    </a:lnTo>
                    <a:lnTo>
                      <a:pt x="10065" y="22661"/>
                    </a:lnTo>
                    <a:lnTo>
                      <a:pt x="10290" y="22974"/>
                    </a:lnTo>
                    <a:lnTo>
                      <a:pt x="10516" y="23262"/>
                    </a:lnTo>
                    <a:lnTo>
                      <a:pt x="10729" y="23538"/>
                    </a:lnTo>
                    <a:lnTo>
                      <a:pt x="10930" y="23776"/>
                    </a:lnTo>
                    <a:lnTo>
                      <a:pt x="11143" y="23989"/>
                    </a:lnTo>
                    <a:lnTo>
                      <a:pt x="11331" y="24177"/>
                    </a:lnTo>
                    <a:lnTo>
                      <a:pt x="11531" y="24340"/>
                    </a:lnTo>
                    <a:lnTo>
                      <a:pt x="11707" y="24478"/>
                    </a:lnTo>
                    <a:lnTo>
                      <a:pt x="11882" y="24578"/>
                    </a:lnTo>
                    <a:lnTo>
                      <a:pt x="12045" y="24641"/>
                    </a:lnTo>
                    <a:lnTo>
                      <a:pt x="12133" y="24666"/>
                    </a:lnTo>
                    <a:lnTo>
                      <a:pt x="12208" y="24679"/>
                    </a:lnTo>
                    <a:lnTo>
                      <a:pt x="12283" y="24691"/>
                    </a:lnTo>
                    <a:lnTo>
                      <a:pt x="12358" y="24691"/>
                    </a:lnTo>
                    <a:lnTo>
                      <a:pt x="12584" y="24654"/>
                    </a:lnTo>
                    <a:lnTo>
                      <a:pt x="12797" y="24616"/>
                    </a:lnTo>
                    <a:lnTo>
                      <a:pt x="13010" y="24553"/>
                    </a:lnTo>
                    <a:lnTo>
                      <a:pt x="13223" y="24491"/>
                    </a:lnTo>
                    <a:lnTo>
                      <a:pt x="13436" y="24403"/>
                    </a:lnTo>
                    <a:lnTo>
                      <a:pt x="13637" y="24303"/>
                    </a:lnTo>
                    <a:lnTo>
                      <a:pt x="13837" y="24202"/>
                    </a:lnTo>
                    <a:lnTo>
                      <a:pt x="14038" y="24077"/>
                    </a:lnTo>
                    <a:lnTo>
                      <a:pt x="14238" y="23952"/>
                    </a:lnTo>
                    <a:lnTo>
                      <a:pt x="14426" y="23801"/>
                    </a:lnTo>
                    <a:lnTo>
                      <a:pt x="14614" y="23651"/>
                    </a:lnTo>
                    <a:lnTo>
                      <a:pt x="14802" y="23488"/>
                    </a:lnTo>
                    <a:lnTo>
                      <a:pt x="14990" y="23325"/>
                    </a:lnTo>
                    <a:lnTo>
                      <a:pt x="15166" y="23137"/>
                    </a:lnTo>
                    <a:lnTo>
                      <a:pt x="15354" y="22949"/>
                    </a:lnTo>
                    <a:lnTo>
                      <a:pt x="15529" y="22761"/>
                    </a:lnTo>
                    <a:lnTo>
                      <a:pt x="15868" y="22347"/>
                    </a:lnTo>
                    <a:lnTo>
                      <a:pt x="16194" y="21909"/>
                    </a:lnTo>
                    <a:lnTo>
                      <a:pt x="16507" y="21445"/>
                    </a:lnTo>
                    <a:lnTo>
                      <a:pt x="16808" y="20969"/>
                    </a:lnTo>
                    <a:lnTo>
                      <a:pt x="17096" y="20480"/>
                    </a:lnTo>
                    <a:lnTo>
                      <a:pt x="17372" y="19979"/>
                    </a:lnTo>
                    <a:lnTo>
                      <a:pt x="17635" y="19477"/>
                    </a:lnTo>
                    <a:lnTo>
                      <a:pt x="17886" y="18963"/>
                    </a:lnTo>
                    <a:lnTo>
                      <a:pt x="18124" y="18450"/>
                    </a:lnTo>
                    <a:lnTo>
                      <a:pt x="18337" y="17948"/>
                    </a:lnTo>
                    <a:lnTo>
                      <a:pt x="18550" y="17459"/>
                    </a:lnTo>
                    <a:lnTo>
                      <a:pt x="18738" y="16971"/>
                    </a:lnTo>
                    <a:lnTo>
                      <a:pt x="19076" y="16068"/>
                    </a:lnTo>
                    <a:lnTo>
                      <a:pt x="19365" y="15254"/>
                    </a:lnTo>
                    <a:lnTo>
                      <a:pt x="19578" y="14564"/>
                    </a:lnTo>
                    <a:lnTo>
                      <a:pt x="19741" y="14038"/>
                    </a:lnTo>
                    <a:lnTo>
                      <a:pt x="19866" y="13587"/>
                    </a:lnTo>
                    <a:lnTo>
                      <a:pt x="11920" y="13587"/>
                    </a:lnTo>
                    <a:lnTo>
                      <a:pt x="3196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5182886" y="2500727"/>
                <a:ext cx="194700" cy="174695"/>
              </a:xfrm>
              <a:custGeom>
                <a:rect b="b" l="l" r="r" t="t"/>
                <a:pathLst>
                  <a:path extrusionOk="0" h="7772" w="8662">
                    <a:moveTo>
                      <a:pt x="1818" y="1"/>
                    </a:moveTo>
                    <a:lnTo>
                      <a:pt x="1781" y="13"/>
                    </a:lnTo>
                    <a:lnTo>
                      <a:pt x="1755" y="38"/>
                    </a:lnTo>
                    <a:lnTo>
                      <a:pt x="1743" y="64"/>
                    </a:lnTo>
                    <a:lnTo>
                      <a:pt x="1743" y="114"/>
                    </a:lnTo>
                    <a:lnTo>
                      <a:pt x="1743" y="164"/>
                    </a:lnTo>
                    <a:lnTo>
                      <a:pt x="1768" y="277"/>
                    </a:lnTo>
                    <a:lnTo>
                      <a:pt x="1831" y="414"/>
                    </a:lnTo>
                    <a:lnTo>
                      <a:pt x="1918" y="577"/>
                    </a:lnTo>
                    <a:lnTo>
                      <a:pt x="2031" y="753"/>
                    </a:lnTo>
                    <a:lnTo>
                      <a:pt x="2269" y="1116"/>
                    </a:lnTo>
                    <a:lnTo>
                      <a:pt x="2533" y="1467"/>
                    </a:lnTo>
                    <a:lnTo>
                      <a:pt x="2783" y="1781"/>
                    </a:lnTo>
                    <a:lnTo>
                      <a:pt x="3021" y="2069"/>
                    </a:lnTo>
                    <a:lnTo>
                      <a:pt x="2658" y="1718"/>
                    </a:lnTo>
                    <a:lnTo>
                      <a:pt x="2282" y="1380"/>
                    </a:lnTo>
                    <a:lnTo>
                      <a:pt x="1856" y="978"/>
                    </a:lnTo>
                    <a:lnTo>
                      <a:pt x="1405" y="602"/>
                    </a:lnTo>
                    <a:lnTo>
                      <a:pt x="1191" y="427"/>
                    </a:lnTo>
                    <a:lnTo>
                      <a:pt x="991" y="289"/>
                    </a:lnTo>
                    <a:lnTo>
                      <a:pt x="815" y="176"/>
                    </a:lnTo>
                    <a:lnTo>
                      <a:pt x="678" y="89"/>
                    </a:lnTo>
                    <a:lnTo>
                      <a:pt x="615" y="76"/>
                    </a:lnTo>
                    <a:lnTo>
                      <a:pt x="565" y="64"/>
                    </a:lnTo>
                    <a:lnTo>
                      <a:pt x="527" y="64"/>
                    </a:lnTo>
                    <a:lnTo>
                      <a:pt x="490" y="76"/>
                    </a:lnTo>
                    <a:lnTo>
                      <a:pt x="465" y="126"/>
                    </a:lnTo>
                    <a:lnTo>
                      <a:pt x="439" y="176"/>
                    </a:lnTo>
                    <a:lnTo>
                      <a:pt x="439" y="239"/>
                    </a:lnTo>
                    <a:lnTo>
                      <a:pt x="439" y="302"/>
                    </a:lnTo>
                    <a:lnTo>
                      <a:pt x="452" y="377"/>
                    </a:lnTo>
                    <a:lnTo>
                      <a:pt x="490" y="452"/>
                    </a:lnTo>
                    <a:lnTo>
                      <a:pt x="565" y="615"/>
                    </a:lnTo>
                    <a:lnTo>
                      <a:pt x="690" y="790"/>
                    </a:lnTo>
                    <a:lnTo>
                      <a:pt x="828" y="978"/>
                    </a:lnTo>
                    <a:lnTo>
                      <a:pt x="991" y="1166"/>
                    </a:lnTo>
                    <a:lnTo>
                      <a:pt x="1166" y="1354"/>
                    </a:lnTo>
                    <a:lnTo>
                      <a:pt x="1517" y="1705"/>
                    </a:lnTo>
                    <a:lnTo>
                      <a:pt x="1843" y="2006"/>
                    </a:lnTo>
                    <a:lnTo>
                      <a:pt x="2169" y="2294"/>
                    </a:lnTo>
                    <a:lnTo>
                      <a:pt x="1868" y="2094"/>
                    </a:lnTo>
                    <a:lnTo>
                      <a:pt x="1555" y="1893"/>
                    </a:lnTo>
                    <a:lnTo>
                      <a:pt x="1191" y="1668"/>
                    </a:lnTo>
                    <a:lnTo>
                      <a:pt x="815" y="1455"/>
                    </a:lnTo>
                    <a:lnTo>
                      <a:pt x="477" y="1279"/>
                    </a:lnTo>
                    <a:lnTo>
                      <a:pt x="339" y="1217"/>
                    </a:lnTo>
                    <a:lnTo>
                      <a:pt x="214" y="1179"/>
                    </a:lnTo>
                    <a:lnTo>
                      <a:pt x="126" y="1166"/>
                    </a:lnTo>
                    <a:lnTo>
                      <a:pt x="101" y="1179"/>
                    </a:lnTo>
                    <a:lnTo>
                      <a:pt x="76" y="1192"/>
                    </a:lnTo>
                    <a:lnTo>
                      <a:pt x="38" y="1242"/>
                    </a:lnTo>
                    <a:lnTo>
                      <a:pt x="13" y="1304"/>
                    </a:lnTo>
                    <a:lnTo>
                      <a:pt x="1" y="1367"/>
                    </a:lnTo>
                    <a:lnTo>
                      <a:pt x="13" y="1442"/>
                    </a:lnTo>
                    <a:lnTo>
                      <a:pt x="26" y="1530"/>
                    </a:lnTo>
                    <a:lnTo>
                      <a:pt x="51" y="1618"/>
                    </a:lnTo>
                    <a:lnTo>
                      <a:pt x="139" y="1806"/>
                    </a:lnTo>
                    <a:lnTo>
                      <a:pt x="251" y="2019"/>
                    </a:lnTo>
                    <a:lnTo>
                      <a:pt x="402" y="2244"/>
                    </a:lnTo>
                    <a:lnTo>
                      <a:pt x="565" y="2470"/>
                    </a:lnTo>
                    <a:lnTo>
                      <a:pt x="740" y="2696"/>
                    </a:lnTo>
                    <a:lnTo>
                      <a:pt x="1104" y="3109"/>
                    </a:lnTo>
                    <a:lnTo>
                      <a:pt x="1430" y="3473"/>
                    </a:lnTo>
                    <a:lnTo>
                      <a:pt x="1755" y="3811"/>
                    </a:lnTo>
                    <a:lnTo>
                      <a:pt x="1517" y="3636"/>
                    </a:lnTo>
                    <a:lnTo>
                      <a:pt x="1267" y="3460"/>
                    </a:lnTo>
                    <a:lnTo>
                      <a:pt x="966" y="3260"/>
                    </a:lnTo>
                    <a:lnTo>
                      <a:pt x="665" y="3072"/>
                    </a:lnTo>
                    <a:lnTo>
                      <a:pt x="515" y="2996"/>
                    </a:lnTo>
                    <a:lnTo>
                      <a:pt x="377" y="2921"/>
                    </a:lnTo>
                    <a:lnTo>
                      <a:pt x="251" y="2871"/>
                    </a:lnTo>
                    <a:lnTo>
                      <a:pt x="151" y="2846"/>
                    </a:lnTo>
                    <a:lnTo>
                      <a:pt x="76" y="2833"/>
                    </a:lnTo>
                    <a:lnTo>
                      <a:pt x="38" y="2846"/>
                    </a:lnTo>
                    <a:lnTo>
                      <a:pt x="13" y="2858"/>
                    </a:lnTo>
                    <a:lnTo>
                      <a:pt x="1" y="2884"/>
                    </a:lnTo>
                    <a:lnTo>
                      <a:pt x="1" y="2921"/>
                    </a:lnTo>
                    <a:lnTo>
                      <a:pt x="13" y="3021"/>
                    </a:lnTo>
                    <a:lnTo>
                      <a:pt x="76" y="3159"/>
                    </a:lnTo>
                    <a:lnTo>
                      <a:pt x="164" y="3322"/>
                    </a:lnTo>
                    <a:lnTo>
                      <a:pt x="277" y="3523"/>
                    </a:lnTo>
                    <a:lnTo>
                      <a:pt x="414" y="3723"/>
                    </a:lnTo>
                    <a:lnTo>
                      <a:pt x="740" y="4174"/>
                    </a:lnTo>
                    <a:lnTo>
                      <a:pt x="1079" y="4626"/>
                    </a:lnTo>
                    <a:lnTo>
                      <a:pt x="1405" y="5039"/>
                    </a:lnTo>
                    <a:lnTo>
                      <a:pt x="1668" y="5353"/>
                    </a:lnTo>
                    <a:lnTo>
                      <a:pt x="1843" y="5541"/>
                    </a:lnTo>
                    <a:lnTo>
                      <a:pt x="2056" y="5691"/>
                    </a:lnTo>
                    <a:lnTo>
                      <a:pt x="2482" y="5979"/>
                    </a:lnTo>
                    <a:lnTo>
                      <a:pt x="3661" y="6731"/>
                    </a:lnTo>
                    <a:lnTo>
                      <a:pt x="5302" y="7772"/>
                    </a:lnTo>
                    <a:lnTo>
                      <a:pt x="8498" y="6242"/>
                    </a:lnTo>
                    <a:lnTo>
                      <a:pt x="8536" y="6029"/>
                    </a:lnTo>
                    <a:lnTo>
                      <a:pt x="8586" y="5804"/>
                    </a:lnTo>
                    <a:lnTo>
                      <a:pt x="8624" y="5528"/>
                    </a:lnTo>
                    <a:lnTo>
                      <a:pt x="8649" y="5240"/>
                    </a:lnTo>
                    <a:lnTo>
                      <a:pt x="8661" y="4977"/>
                    </a:lnTo>
                    <a:lnTo>
                      <a:pt x="8661" y="4851"/>
                    </a:lnTo>
                    <a:lnTo>
                      <a:pt x="8649" y="4751"/>
                    </a:lnTo>
                    <a:lnTo>
                      <a:pt x="8624" y="4663"/>
                    </a:lnTo>
                    <a:lnTo>
                      <a:pt x="8599" y="4588"/>
                    </a:lnTo>
                    <a:lnTo>
                      <a:pt x="8398" y="4312"/>
                    </a:lnTo>
                    <a:lnTo>
                      <a:pt x="8060" y="3874"/>
                    </a:lnTo>
                    <a:lnTo>
                      <a:pt x="7646" y="3347"/>
                    </a:lnTo>
                    <a:lnTo>
                      <a:pt x="7182" y="2783"/>
                    </a:lnTo>
                    <a:lnTo>
                      <a:pt x="6719" y="2244"/>
                    </a:lnTo>
                    <a:lnTo>
                      <a:pt x="6493" y="2006"/>
                    </a:lnTo>
                    <a:lnTo>
                      <a:pt x="6293" y="1806"/>
                    </a:lnTo>
                    <a:lnTo>
                      <a:pt x="6117" y="1630"/>
                    </a:lnTo>
                    <a:lnTo>
                      <a:pt x="5967" y="1505"/>
                    </a:lnTo>
                    <a:lnTo>
                      <a:pt x="5841" y="1430"/>
                    </a:lnTo>
                    <a:lnTo>
                      <a:pt x="5791" y="1417"/>
                    </a:lnTo>
                    <a:lnTo>
                      <a:pt x="5766" y="1417"/>
                    </a:lnTo>
                    <a:lnTo>
                      <a:pt x="5703" y="1442"/>
                    </a:lnTo>
                    <a:lnTo>
                      <a:pt x="5653" y="1480"/>
                    </a:lnTo>
                    <a:lnTo>
                      <a:pt x="5616" y="1517"/>
                    </a:lnTo>
                    <a:lnTo>
                      <a:pt x="5578" y="1580"/>
                    </a:lnTo>
                    <a:lnTo>
                      <a:pt x="5566" y="1630"/>
                    </a:lnTo>
                    <a:lnTo>
                      <a:pt x="5553" y="1705"/>
                    </a:lnTo>
                    <a:lnTo>
                      <a:pt x="5553" y="1781"/>
                    </a:lnTo>
                    <a:lnTo>
                      <a:pt x="5553" y="1856"/>
                    </a:lnTo>
                    <a:lnTo>
                      <a:pt x="5591" y="2019"/>
                    </a:lnTo>
                    <a:lnTo>
                      <a:pt x="5641" y="2207"/>
                    </a:lnTo>
                    <a:lnTo>
                      <a:pt x="5716" y="2395"/>
                    </a:lnTo>
                    <a:lnTo>
                      <a:pt x="5804" y="2583"/>
                    </a:lnTo>
                    <a:lnTo>
                      <a:pt x="6004" y="2959"/>
                    </a:lnTo>
                    <a:lnTo>
                      <a:pt x="6192" y="3285"/>
                    </a:lnTo>
                    <a:lnTo>
                      <a:pt x="6393" y="3585"/>
                    </a:lnTo>
                    <a:lnTo>
                      <a:pt x="5779" y="3460"/>
                    </a:lnTo>
                    <a:lnTo>
                      <a:pt x="5315" y="3372"/>
                    </a:lnTo>
                    <a:lnTo>
                      <a:pt x="5014" y="3297"/>
                    </a:lnTo>
                    <a:lnTo>
                      <a:pt x="4951" y="3272"/>
                    </a:lnTo>
                    <a:lnTo>
                      <a:pt x="4889" y="3222"/>
                    </a:lnTo>
                    <a:lnTo>
                      <a:pt x="4726" y="3097"/>
                    </a:lnTo>
                    <a:lnTo>
                      <a:pt x="4538" y="2909"/>
                    </a:lnTo>
                    <a:lnTo>
                      <a:pt x="4325" y="2683"/>
                    </a:lnTo>
                    <a:lnTo>
                      <a:pt x="3836" y="2119"/>
                    </a:lnTo>
                    <a:lnTo>
                      <a:pt x="3322" y="1505"/>
                    </a:lnTo>
                    <a:lnTo>
                      <a:pt x="2808" y="916"/>
                    </a:lnTo>
                    <a:lnTo>
                      <a:pt x="2570" y="640"/>
                    </a:lnTo>
                    <a:lnTo>
                      <a:pt x="2357" y="414"/>
                    </a:lnTo>
                    <a:lnTo>
                      <a:pt x="2157" y="226"/>
                    </a:lnTo>
                    <a:lnTo>
                      <a:pt x="1994" y="89"/>
                    </a:lnTo>
                    <a:lnTo>
                      <a:pt x="1931" y="38"/>
                    </a:lnTo>
                    <a:lnTo>
                      <a:pt x="1868" y="13"/>
                    </a:lnTo>
                    <a:lnTo>
                      <a:pt x="1818" y="1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5761255" y="2012246"/>
                <a:ext cx="344018" cy="406820"/>
              </a:xfrm>
              <a:custGeom>
                <a:rect b="b" l="l" r="r" t="t"/>
                <a:pathLst>
                  <a:path extrusionOk="0" h="18099" w="15305">
                    <a:moveTo>
                      <a:pt x="4137" y="0"/>
                    </a:moveTo>
                    <a:lnTo>
                      <a:pt x="4074" y="13"/>
                    </a:lnTo>
                    <a:lnTo>
                      <a:pt x="4012" y="38"/>
                    </a:lnTo>
                    <a:lnTo>
                      <a:pt x="3936" y="75"/>
                    </a:lnTo>
                    <a:lnTo>
                      <a:pt x="3774" y="188"/>
                    </a:lnTo>
                    <a:lnTo>
                      <a:pt x="3611" y="326"/>
                    </a:lnTo>
                    <a:lnTo>
                      <a:pt x="3435" y="489"/>
                    </a:lnTo>
                    <a:lnTo>
                      <a:pt x="3260" y="677"/>
                    </a:lnTo>
                    <a:lnTo>
                      <a:pt x="3072" y="865"/>
                    </a:lnTo>
                    <a:lnTo>
                      <a:pt x="2896" y="1078"/>
                    </a:lnTo>
                    <a:lnTo>
                      <a:pt x="2570" y="1479"/>
                    </a:lnTo>
                    <a:lnTo>
                      <a:pt x="2295" y="1842"/>
                    </a:lnTo>
                    <a:lnTo>
                      <a:pt x="2044" y="2181"/>
                    </a:lnTo>
                    <a:lnTo>
                      <a:pt x="2019" y="2068"/>
                    </a:lnTo>
                    <a:lnTo>
                      <a:pt x="1981" y="1943"/>
                    </a:lnTo>
                    <a:lnTo>
                      <a:pt x="1919" y="1817"/>
                    </a:lnTo>
                    <a:lnTo>
                      <a:pt x="1881" y="1755"/>
                    </a:lnTo>
                    <a:lnTo>
                      <a:pt x="1831" y="1692"/>
                    </a:lnTo>
                    <a:lnTo>
                      <a:pt x="1768" y="1642"/>
                    </a:lnTo>
                    <a:lnTo>
                      <a:pt x="1705" y="1604"/>
                    </a:lnTo>
                    <a:lnTo>
                      <a:pt x="1630" y="1579"/>
                    </a:lnTo>
                    <a:lnTo>
                      <a:pt x="1543" y="1567"/>
                    </a:lnTo>
                    <a:lnTo>
                      <a:pt x="1442" y="1579"/>
                    </a:lnTo>
                    <a:lnTo>
                      <a:pt x="1342" y="1604"/>
                    </a:lnTo>
                    <a:lnTo>
                      <a:pt x="1279" y="1629"/>
                    </a:lnTo>
                    <a:lnTo>
                      <a:pt x="1217" y="1679"/>
                    </a:lnTo>
                    <a:lnTo>
                      <a:pt x="1154" y="1730"/>
                    </a:lnTo>
                    <a:lnTo>
                      <a:pt x="1104" y="1792"/>
                    </a:lnTo>
                    <a:lnTo>
                      <a:pt x="979" y="1955"/>
                    </a:lnTo>
                    <a:lnTo>
                      <a:pt x="866" y="2156"/>
                    </a:lnTo>
                    <a:lnTo>
                      <a:pt x="740" y="2394"/>
                    </a:lnTo>
                    <a:lnTo>
                      <a:pt x="628" y="2657"/>
                    </a:lnTo>
                    <a:lnTo>
                      <a:pt x="515" y="2945"/>
                    </a:lnTo>
                    <a:lnTo>
                      <a:pt x="415" y="3246"/>
                    </a:lnTo>
                    <a:lnTo>
                      <a:pt x="327" y="3559"/>
                    </a:lnTo>
                    <a:lnTo>
                      <a:pt x="239" y="3885"/>
                    </a:lnTo>
                    <a:lnTo>
                      <a:pt x="164" y="4224"/>
                    </a:lnTo>
                    <a:lnTo>
                      <a:pt x="101" y="4550"/>
                    </a:lnTo>
                    <a:lnTo>
                      <a:pt x="51" y="4863"/>
                    </a:lnTo>
                    <a:lnTo>
                      <a:pt x="13" y="5164"/>
                    </a:lnTo>
                    <a:lnTo>
                      <a:pt x="1" y="5452"/>
                    </a:lnTo>
                    <a:lnTo>
                      <a:pt x="1" y="5715"/>
                    </a:lnTo>
                    <a:lnTo>
                      <a:pt x="13" y="5841"/>
                    </a:lnTo>
                    <a:lnTo>
                      <a:pt x="39" y="5966"/>
                    </a:lnTo>
                    <a:lnTo>
                      <a:pt x="89" y="6091"/>
                    </a:lnTo>
                    <a:lnTo>
                      <a:pt x="139" y="6217"/>
                    </a:lnTo>
                    <a:lnTo>
                      <a:pt x="201" y="6342"/>
                    </a:lnTo>
                    <a:lnTo>
                      <a:pt x="277" y="6467"/>
                    </a:lnTo>
                    <a:lnTo>
                      <a:pt x="364" y="6580"/>
                    </a:lnTo>
                    <a:lnTo>
                      <a:pt x="465" y="6705"/>
                    </a:lnTo>
                    <a:lnTo>
                      <a:pt x="678" y="6931"/>
                    </a:lnTo>
                    <a:lnTo>
                      <a:pt x="903" y="7157"/>
                    </a:lnTo>
                    <a:lnTo>
                      <a:pt x="1154" y="7370"/>
                    </a:lnTo>
                    <a:lnTo>
                      <a:pt x="1417" y="7558"/>
                    </a:lnTo>
                    <a:lnTo>
                      <a:pt x="1680" y="7746"/>
                    </a:lnTo>
                    <a:lnTo>
                      <a:pt x="1919" y="7909"/>
                    </a:lnTo>
                    <a:lnTo>
                      <a:pt x="2357" y="8172"/>
                    </a:lnTo>
                    <a:lnTo>
                      <a:pt x="2671" y="8335"/>
                    </a:lnTo>
                    <a:lnTo>
                      <a:pt x="2796" y="8397"/>
                    </a:lnTo>
                    <a:lnTo>
                      <a:pt x="2721" y="8598"/>
                    </a:lnTo>
                    <a:lnTo>
                      <a:pt x="2658" y="8823"/>
                    </a:lnTo>
                    <a:lnTo>
                      <a:pt x="2608" y="9062"/>
                    </a:lnTo>
                    <a:lnTo>
                      <a:pt x="2583" y="9325"/>
                    </a:lnTo>
                    <a:lnTo>
                      <a:pt x="2558" y="9588"/>
                    </a:lnTo>
                    <a:lnTo>
                      <a:pt x="2533" y="9864"/>
                    </a:lnTo>
                    <a:lnTo>
                      <a:pt x="2520" y="10390"/>
                    </a:lnTo>
                    <a:lnTo>
                      <a:pt x="2533" y="10879"/>
                    </a:lnTo>
                    <a:lnTo>
                      <a:pt x="2545" y="11267"/>
                    </a:lnTo>
                    <a:lnTo>
                      <a:pt x="2583" y="11631"/>
                    </a:lnTo>
                    <a:lnTo>
                      <a:pt x="2834" y="11894"/>
                    </a:lnTo>
                    <a:lnTo>
                      <a:pt x="3548" y="12571"/>
                    </a:lnTo>
                    <a:lnTo>
                      <a:pt x="4037" y="13035"/>
                    </a:lnTo>
                    <a:lnTo>
                      <a:pt x="4601" y="13549"/>
                    </a:lnTo>
                    <a:lnTo>
                      <a:pt x="5227" y="14100"/>
                    </a:lnTo>
                    <a:lnTo>
                      <a:pt x="5892" y="14664"/>
                    </a:lnTo>
                    <a:lnTo>
                      <a:pt x="6606" y="15253"/>
                    </a:lnTo>
                    <a:lnTo>
                      <a:pt x="7333" y="15817"/>
                    </a:lnTo>
                    <a:lnTo>
                      <a:pt x="7696" y="16093"/>
                    </a:lnTo>
                    <a:lnTo>
                      <a:pt x="8072" y="16356"/>
                    </a:lnTo>
                    <a:lnTo>
                      <a:pt x="8436" y="16619"/>
                    </a:lnTo>
                    <a:lnTo>
                      <a:pt x="8812" y="16857"/>
                    </a:lnTo>
                    <a:lnTo>
                      <a:pt x="9175" y="17083"/>
                    </a:lnTo>
                    <a:lnTo>
                      <a:pt x="9526" y="17296"/>
                    </a:lnTo>
                    <a:lnTo>
                      <a:pt x="9877" y="17484"/>
                    </a:lnTo>
                    <a:lnTo>
                      <a:pt x="10216" y="17647"/>
                    </a:lnTo>
                    <a:lnTo>
                      <a:pt x="10542" y="17797"/>
                    </a:lnTo>
                    <a:lnTo>
                      <a:pt x="10867" y="17910"/>
                    </a:lnTo>
                    <a:lnTo>
                      <a:pt x="11168" y="18010"/>
                    </a:lnTo>
                    <a:lnTo>
                      <a:pt x="11457" y="18073"/>
                    </a:lnTo>
                    <a:lnTo>
                      <a:pt x="11720" y="18098"/>
                    </a:lnTo>
                    <a:lnTo>
                      <a:pt x="11983" y="18098"/>
                    </a:lnTo>
                    <a:lnTo>
                      <a:pt x="12221" y="18073"/>
                    </a:lnTo>
                    <a:lnTo>
                      <a:pt x="12447" y="18010"/>
                    </a:lnTo>
                    <a:lnTo>
                      <a:pt x="12660" y="17935"/>
                    </a:lnTo>
                    <a:lnTo>
                      <a:pt x="12860" y="17822"/>
                    </a:lnTo>
                    <a:lnTo>
                      <a:pt x="13048" y="17697"/>
                    </a:lnTo>
                    <a:lnTo>
                      <a:pt x="13211" y="17547"/>
                    </a:lnTo>
                    <a:lnTo>
                      <a:pt x="13374" y="17384"/>
                    </a:lnTo>
                    <a:lnTo>
                      <a:pt x="13525" y="17196"/>
                    </a:lnTo>
                    <a:lnTo>
                      <a:pt x="13662" y="17008"/>
                    </a:lnTo>
                    <a:lnTo>
                      <a:pt x="13788" y="16795"/>
                    </a:lnTo>
                    <a:lnTo>
                      <a:pt x="13901" y="16569"/>
                    </a:lnTo>
                    <a:lnTo>
                      <a:pt x="14013" y="16331"/>
                    </a:lnTo>
                    <a:lnTo>
                      <a:pt x="14114" y="16080"/>
                    </a:lnTo>
                    <a:lnTo>
                      <a:pt x="14189" y="15830"/>
                    </a:lnTo>
                    <a:lnTo>
                      <a:pt x="14277" y="15579"/>
                    </a:lnTo>
                    <a:lnTo>
                      <a:pt x="14339" y="15316"/>
                    </a:lnTo>
                    <a:lnTo>
                      <a:pt x="14465" y="14789"/>
                    </a:lnTo>
                    <a:lnTo>
                      <a:pt x="14565" y="14263"/>
                    </a:lnTo>
                    <a:lnTo>
                      <a:pt x="14627" y="13749"/>
                    </a:lnTo>
                    <a:lnTo>
                      <a:pt x="14678" y="13273"/>
                    </a:lnTo>
                    <a:lnTo>
                      <a:pt x="14728" y="12847"/>
                    </a:lnTo>
                    <a:lnTo>
                      <a:pt x="14765" y="12157"/>
                    </a:lnTo>
                    <a:lnTo>
                      <a:pt x="14891" y="11205"/>
                    </a:lnTo>
                    <a:lnTo>
                      <a:pt x="15016" y="10227"/>
                    </a:lnTo>
                    <a:lnTo>
                      <a:pt x="15129" y="9087"/>
                    </a:lnTo>
                    <a:lnTo>
                      <a:pt x="15242" y="7934"/>
                    </a:lnTo>
                    <a:lnTo>
                      <a:pt x="15279" y="7382"/>
                    </a:lnTo>
                    <a:lnTo>
                      <a:pt x="15304" y="6881"/>
                    </a:lnTo>
                    <a:lnTo>
                      <a:pt x="15304" y="6442"/>
                    </a:lnTo>
                    <a:lnTo>
                      <a:pt x="15292" y="6079"/>
                    </a:lnTo>
                    <a:lnTo>
                      <a:pt x="15279" y="5928"/>
                    </a:lnTo>
                    <a:lnTo>
                      <a:pt x="15254" y="5803"/>
                    </a:lnTo>
                    <a:lnTo>
                      <a:pt x="15229" y="5715"/>
                    </a:lnTo>
                    <a:lnTo>
                      <a:pt x="15191" y="5653"/>
                    </a:lnTo>
                    <a:lnTo>
                      <a:pt x="15116" y="5565"/>
                    </a:lnTo>
                    <a:lnTo>
                      <a:pt x="15016" y="5502"/>
                    </a:lnTo>
                    <a:lnTo>
                      <a:pt x="14903" y="5452"/>
                    </a:lnTo>
                    <a:lnTo>
                      <a:pt x="14790" y="5414"/>
                    </a:lnTo>
                    <a:lnTo>
                      <a:pt x="14665" y="5377"/>
                    </a:lnTo>
                    <a:lnTo>
                      <a:pt x="14540" y="5364"/>
                    </a:lnTo>
                    <a:lnTo>
                      <a:pt x="14414" y="5352"/>
                    </a:lnTo>
                    <a:lnTo>
                      <a:pt x="14277" y="5352"/>
                    </a:lnTo>
                    <a:lnTo>
                      <a:pt x="14038" y="5364"/>
                    </a:lnTo>
                    <a:lnTo>
                      <a:pt x="13850" y="5389"/>
                    </a:lnTo>
                    <a:lnTo>
                      <a:pt x="13662" y="5414"/>
                    </a:lnTo>
                    <a:lnTo>
                      <a:pt x="13525" y="5114"/>
                    </a:lnTo>
                    <a:lnTo>
                      <a:pt x="13374" y="4775"/>
                    </a:lnTo>
                    <a:lnTo>
                      <a:pt x="13174" y="4374"/>
                    </a:lnTo>
                    <a:lnTo>
                      <a:pt x="12923" y="3935"/>
                    </a:lnTo>
                    <a:lnTo>
                      <a:pt x="12798" y="3710"/>
                    </a:lnTo>
                    <a:lnTo>
                      <a:pt x="12660" y="3497"/>
                    </a:lnTo>
                    <a:lnTo>
                      <a:pt x="12509" y="3296"/>
                    </a:lnTo>
                    <a:lnTo>
                      <a:pt x="12359" y="3096"/>
                    </a:lnTo>
                    <a:lnTo>
                      <a:pt x="12209" y="2933"/>
                    </a:lnTo>
                    <a:lnTo>
                      <a:pt x="12058" y="2782"/>
                    </a:lnTo>
                    <a:lnTo>
                      <a:pt x="11970" y="2720"/>
                    </a:lnTo>
                    <a:lnTo>
                      <a:pt x="11858" y="2657"/>
                    </a:lnTo>
                    <a:lnTo>
                      <a:pt x="11720" y="2594"/>
                    </a:lnTo>
                    <a:lnTo>
                      <a:pt x="11569" y="2544"/>
                    </a:lnTo>
                    <a:lnTo>
                      <a:pt x="11406" y="2494"/>
                    </a:lnTo>
                    <a:lnTo>
                      <a:pt x="11218" y="2457"/>
                    </a:lnTo>
                    <a:lnTo>
                      <a:pt x="10792" y="2381"/>
                    </a:lnTo>
                    <a:lnTo>
                      <a:pt x="10329" y="2319"/>
                    </a:lnTo>
                    <a:lnTo>
                      <a:pt x="9815" y="2269"/>
                    </a:lnTo>
                    <a:lnTo>
                      <a:pt x="9288" y="2218"/>
                    </a:lnTo>
                    <a:lnTo>
                      <a:pt x="8749" y="2181"/>
                    </a:lnTo>
                    <a:lnTo>
                      <a:pt x="7684" y="2131"/>
                    </a:lnTo>
                    <a:lnTo>
                      <a:pt x="6719" y="2081"/>
                    </a:lnTo>
                    <a:lnTo>
                      <a:pt x="6305" y="2055"/>
                    </a:lnTo>
                    <a:lnTo>
                      <a:pt x="5954" y="2030"/>
                    </a:lnTo>
                    <a:lnTo>
                      <a:pt x="5679" y="1993"/>
                    </a:lnTo>
                    <a:lnTo>
                      <a:pt x="5478" y="1943"/>
                    </a:lnTo>
                    <a:lnTo>
                      <a:pt x="5415" y="1918"/>
                    </a:lnTo>
                    <a:lnTo>
                      <a:pt x="5353" y="1880"/>
                    </a:lnTo>
                    <a:lnTo>
                      <a:pt x="5290" y="1842"/>
                    </a:lnTo>
                    <a:lnTo>
                      <a:pt x="5240" y="1792"/>
                    </a:lnTo>
                    <a:lnTo>
                      <a:pt x="5140" y="1679"/>
                    </a:lnTo>
                    <a:lnTo>
                      <a:pt x="5052" y="1542"/>
                    </a:lnTo>
                    <a:lnTo>
                      <a:pt x="4964" y="1391"/>
                    </a:lnTo>
                    <a:lnTo>
                      <a:pt x="4902" y="1228"/>
                    </a:lnTo>
                    <a:lnTo>
                      <a:pt x="4776" y="890"/>
                    </a:lnTo>
                    <a:lnTo>
                      <a:pt x="4663" y="564"/>
                    </a:lnTo>
                    <a:lnTo>
                      <a:pt x="4601" y="414"/>
                    </a:lnTo>
                    <a:lnTo>
                      <a:pt x="4538" y="276"/>
                    </a:lnTo>
                    <a:lnTo>
                      <a:pt x="4475" y="163"/>
                    </a:lnTo>
                    <a:lnTo>
                      <a:pt x="4388" y="75"/>
                    </a:lnTo>
                    <a:lnTo>
                      <a:pt x="4350" y="50"/>
                    </a:lnTo>
                    <a:lnTo>
                      <a:pt x="4300" y="25"/>
                    </a:lnTo>
                    <a:lnTo>
                      <a:pt x="42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6"/>
              <p:cNvSpPr/>
              <p:nvPr/>
            </p:nvSpPr>
            <p:spPr>
              <a:xfrm>
                <a:off x="5569971" y="2545255"/>
                <a:ext cx="221471" cy="401178"/>
              </a:xfrm>
              <a:custGeom>
                <a:rect b="b" l="l" r="r" t="t"/>
                <a:pathLst>
                  <a:path extrusionOk="0" h="17848" w="9853">
                    <a:moveTo>
                      <a:pt x="9852" y="0"/>
                    </a:moveTo>
                    <a:lnTo>
                      <a:pt x="9100" y="389"/>
                    </a:lnTo>
                    <a:lnTo>
                      <a:pt x="8285" y="802"/>
                    </a:lnTo>
                    <a:lnTo>
                      <a:pt x="7308" y="1341"/>
                    </a:lnTo>
                    <a:lnTo>
                      <a:pt x="6794" y="1629"/>
                    </a:lnTo>
                    <a:lnTo>
                      <a:pt x="6267" y="1943"/>
                    </a:lnTo>
                    <a:lnTo>
                      <a:pt x="5754" y="2256"/>
                    </a:lnTo>
                    <a:lnTo>
                      <a:pt x="5252" y="2569"/>
                    </a:lnTo>
                    <a:lnTo>
                      <a:pt x="4776" y="2895"/>
                    </a:lnTo>
                    <a:lnTo>
                      <a:pt x="4350" y="3209"/>
                    </a:lnTo>
                    <a:lnTo>
                      <a:pt x="3961" y="3509"/>
                    </a:lnTo>
                    <a:lnTo>
                      <a:pt x="3798" y="3660"/>
                    </a:lnTo>
                    <a:lnTo>
                      <a:pt x="3648" y="3798"/>
                    </a:lnTo>
                    <a:lnTo>
                      <a:pt x="3573" y="3885"/>
                    </a:lnTo>
                    <a:lnTo>
                      <a:pt x="3485" y="3986"/>
                    </a:lnTo>
                    <a:lnTo>
                      <a:pt x="3410" y="4099"/>
                    </a:lnTo>
                    <a:lnTo>
                      <a:pt x="3322" y="4236"/>
                    </a:lnTo>
                    <a:lnTo>
                      <a:pt x="3172" y="4537"/>
                    </a:lnTo>
                    <a:lnTo>
                      <a:pt x="3009" y="4888"/>
                    </a:lnTo>
                    <a:lnTo>
                      <a:pt x="2846" y="5289"/>
                    </a:lnTo>
                    <a:lnTo>
                      <a:pt x="2683" y="5728"/>
                    </a:lnTo>
                    <a:lnTo>
                      <a:pt x="2520" y="6204"/>
                    </a:lnTo>
                    <a:lnTo>
                      <a:pt x="2357" y="6705"/>
                    </a:lnTo>
                    <a:lnTo>
                      <a:pt x="2207" y="7244"/>
                    </a:lnTo>
                    <a:lnTo>
                      <a:pt x="2044" y="7808"/>
                    </a:lnTo>
                    <a:lnTo>
                      <a:pt x="1743" y="8987"/>
                    </a:lnTo>
                    <a:lnTo>
                      <a:pt x="1455" y="10215"/>
                    </a:lnTo>
                    <a:lnTo>
                      <a:pt x="1191" y="11456"/>
                    </a:lnTo>
                    <a:lnTo>
                      <a:pt x="941" y="12684"/>
                    </a:lnTo>
                    <a:lnTo>
                      <a:pt x="703" y="13849"/>
                    </a:lnTo>
                    <a:lnTo>
                      <a:pt x="502" y="14927"/>
                    </a:lnTo>
                    <a:lnTo>
                      <a:pt x="327" y="15892"/>
                    </a:lnTo>
                    <a:lnTo>
                      <a:pt x="88" y="17309"/>
                    </a:lnTo>
                    <a:lnTo>
                      <a:pt x="1" y="17848"/>
                    </a:lnTo>
                    <a:lnTo>
                      <a:pt x="7496" y="17848"/>
                    </a:lnTo>
                    <a:lnTo>
                      <a:pt x="985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6"/>
              <p:cNvSpPr/>
              <p:nvPr/>
            </p:nvSpPr>
            <p:spPr>
              <a:xfrm>
                <a:off x="5702386" y="2481576"/>
                <a:ext cx="633618" cy="995326"/>
              </a:xfrm>
              <a:custGeom>
                <a:rect b="b" l="l" r="r" t="t"/>
                <a:pathLst>
                  <a:path extrusionOk="0" h="44281" w="28189">
                    <a:moveTo>
                      <a:pt x="9200" y="1"/>
                    </a:moveTo>
                    <a:lnTo>
                      <a:pt x="8849" y="176"/>
                    </a:lnTo>
                    <a:lnTo>
                      <a:pt x="7922" y="627"/>
                    </a:lnTo>
                    <a:lnTo>
                      <a:pt x="7307" y="953"/>
                    </a:lnTo>
                    <a:lnTo>
                      <a:pt x="6606" y="1317"/>
                    </a:lnTo>
                    <a:lnTo>
                      <a:pt x="5866" y="1718"/>
                    </a:lnTo>
                    <a:lnTo>
                      <a:pt x="5102" y="2144"/>
                    </a:lnTo>
                    <a:lnTo>
                      <a:pt x="4337" y="2608"/>
                    </a:lnTo>
                    <a:lnTo>
                      <a:pt x="3585" y="3071"/>
                    </a:lnTo>
                    <a:lnTo>
                      <a:pt x="3234" y="3309"/>
                    </a:lnTo>
                    <a:lnTo>
                      <a:pt x="2883" y="3548"/>
                    </a:lnTo>
                    <a:lnTo>
                      <a:pt x="2557" y="3786"/>
                    </a:lnTo>
                    <a:lnTo>
                      <a:pt x="2256" y="4011"/>
                    </a:lnTo>
                    <a:lnTo>
                      <a:pt x="1968" y="4249"/>
                    </a:lnTo>
                    <a:lnTo>
                      <a:pt x="1718" y="4475"/>
                    </a:lnTo>
                    <a:lnTo>
                      <a:pt x="1492" y="4688"/>
                    </a:lnTo>
                    <a:lnTo>
                      <a:pt x="1291" y="4914"/>
                    </a:lnTo>
                    <a:lnTo>
                      <a:pt x="1128" y="5114"/>
                    </a:lnTo>
                    <a:lnTo>
                      <a:pt x="1003" y="5315"/>
                    </a:lnTo>
                    <a:lnTo>
                      <a:pt x="966" y="5415"/>
                    </a:lnTo>
                    <a:lnTo>
                      <a:pt x="928" y="5503"/>
                    </a:lnTo>
                    <a:lnTo>
                      <a:pt x="903" y="5603"/>
                    </a:lnTo>
                    <a:lnTo>
                      <a:pt x="890" y="5691"/>
                    </a:lnTo>
                    <a:lnTo>
                      <a:pt x="853" y="6418"/>
                    </a:lnTo>
                    <a:lnTo>
                      <a:pt x="803" y="7859"/>
                    </a:lnTo>
                    <a:lnTo>
                      <a:pt x="690" y="12446"/>
                    </a:lnTo>
                    <a:lnTo>
                      <a:pt x="539" y="18600"/>
                    </a:lnTo>
                    <a:lnTo>
                      <a:pt x="389" y="25506"/>
                    </a:lnTo>
                    <a:lnTo>
                      <a:pt x="126" y="38215"/>
                    </a:lnTo>
                    <a:lnTo>
                      <a:pt x="0" y="43930"/>
                    </a:lnTo>
                    <a:lnTo>
                      <a:pt x="28126" y="43930"/>
                    </a:lnTo>
                    <a:lnTo>
                      <a:pt x="28088" y="43579"/>
                    </a:lnTo>
                    <a:lnTo>
                      <a:pt x="27938" y="42000"/>
                    </a:lnTo>
                    <a:lnTo>
                      <a:pt x="27737" y="39669"/>
                    </a:lnTo>
                    <a:lnTo>
                      <a:pt x="27173" y="33314"/>
                    </a:lnTo>
                    <a:lnTo>
                      <a:pt x="26509" y="25606"/>
                    </a:lnTo>
                    <a:lnTo>
                      <a:pt x="26145" y="21596"/>
                    </a:lnTo>
                    <a:lnTo>
                      <a:pt x="25794" y="17648"/>
                    </a:lnTo>
                    <a:lnTo>
                      <a:pt x="25431" y="13900"/>
                    </a:lnTo>
                    <a:lnTo>
                      <a:pt x="25105" y="10504"/>
                    </a:lnTo>
                    <a:lnTo>
                      <a:pt x="24792" y="7596"/>
                    </a:lnTo>
                    <a:lnTo>
                      <a:pt x="24654" y="6355"/>
                    </a:lnTo>
                    <a:lnTo>
                      <a:pt x="24516" y="5302"/>
                    </a:lnTo>
                    <a:lnTo>
                      <a:pt x="24403" y="4425"/>
                    </a:lnTo>
                    <a:lnTo>
                      <a:pt x="24290" y="3761"/>
                    </a:lnTo>
                    <a:lnTo>
                      <a:pt x="24240" y="3510"/>
                    </a:lnTo>
                    <a:lnTo>
                      <a:pt x="24203" y="3309"/>
                    </a:lnTo>
                    <a:lnTo>
                      <a:pt x="24152" y="3184"/>
                    </a:lnTo>
                    <a:lnTo>
                      <a:pt x="24115" y="3109"/>
                    </a:lnTo>
                    <a:lnTo>
                      <a:pt x="24015" y="3009"/>
                    </a:lnTo>
                    <a:lnTo>
                      <a:pt x="23864" y="2908"/>
                    </a:lnTo>
                    <a:lnTo>
                      <a:pt x="23676" y="2796"/>
                    </a:lnTo>
                    <a:lnTo>
                      <a:pt x="23463" y="2683"/>
                    </a:lnTo>
                    <a:lnTo>
                      <a:pt x="23225" y="2570"/>
                    </a:lnTo>
                    <a:lnTo>
                      <a:pt x="22949" y="2445"/>
                    </a:lnTo>
                    <a:lnTo>
                      <a:pt x="22348" y="2206"/>
                    </a:lnTo>
                    <a:lnTo>
                      <a:pt x="21658" y="1956"/>
                    </a:lnTo>
                    <a:lnTo>
                      <a:pt x="20919" y="1705"/>
                    </a:lnTo>
                    <a:lnTo>
                      <a:pt x="20154" y="1454"/>
                    </a:lnTo>
                    <a:lnTo>
                      <a:pt x="19365" y="1216"/>
                    </a:lnTo>
                    <a:lnTo>
                      <a:pt x="17861" y="790"/>
                    </a:lnTo>
                    <a:lnTo>
                      <a:pt x="16570" y="427"/>
                    </a:lnTo>
                    <a:lnTo>
                      <a:pt x="15329" y="113"/>
                    </a:lnTo>
                    <a:lnTo>
                      <a:pt x="9200" y="1"/>
                    </a:lnTo>
                    <a:close/>
                    <a:moveTo>
                      <a:pt x="28126" y="43930"/>
                    </a:moveTo>
                    <a:lnTo>
                      <a:pt x="28138" y="44043"/>
                    </a:lnTo>
                    <a:lnTo>
                      <a:pt x="28176" y="44268"/>
                    </a:lnTo>
                    <a:lnTo>
                      <a:pt x="28188" y="44281"/>
                    </a:lnTo>
                    <a:lnTo>
                      <a:pt x="28188" y="44231"/>
                    </a:lnTo>
                    <a:lnTo>
                      <a:pt x="28188" y="4393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5805783" y="2994018"/>
                <a:ext cx="318079" cy="302322"/>
              </a:xfrm>
              <a:custGeom>
                <a:rect b="b" l="l" r="r" t="t"/>
                <a:pathLst>
                  <a:path extrusionOk="0" h="13450" w="14151">
                    <a:moveTo>
                      <a:pt x="13962" y="1"/>
                    </a:moveTo>
                    <a:lnTo>
                      <a:pt x="0" y="13248"/>
                    </a:lnTo>
                    <a:lnTo>
                      <a:pt x="201" y="13449"/>
                    </a:lnTo>
                    <a:lnTo>
                      <a:pt x="14150" y="214"/>
                    </a:lnTo>
                    <a:lnTo>
                      <a:pt x="1396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6"/>
              <p:cNvSpPr/>
              <p:nvPr/>
            </p:nvSpPr>
            <p:spPr>
              <a:xfrm>
                <a:off x="6041572" y="3143336"/>
                <a:ext cx="82852" cy="114680"/>
              </a:xfrm>
              <a:custGeom>
                <a:rect b="b" l="l" r="r" t="t"/>
                <a:pathLst>
                  <a:path extrusionOk="0" h="5102" w="3686">
                    <a:moveTo>
                      <a:pt x="3447" y="0"/>
                    </a:moveTo>
                    <a:lnTo>
                      <a:pt x="1" y="4939"/>
                    </a:lnTo>
                    <a:lnTo>
                      <a:pt x="226" y="5101"/>
                    </a:lnTo>
                    <a:lnTo>
                      <a:pt x="3686" y="163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6"/>
              <p:cNvSpPr/>
              <p:nvPr/>
            </p:nvSpPr>
            <p:spPr>
              <a:xfrm>
                <a:off x="5865213" y="2464404"/>
                <a:ext cx="107645" cy="125379"/>
              </a:xfrm>
              <a:custGeom>
                <a:rect b="b" l="l" r="r" t="t"/>
                <a:pathLst>
                  <a:path extrusionOk="0" h="5578" w="4789">
                    <a:moveTo>
                      <a:pt x="1956" y="0"/>
                    </a:moveTo>
                    <a:lnTo>
                      <a:pt x="1154" y="564"/>
                    </a:lnTo>
                    <a:lnTo>
                      <a:pt x="527" y="1003"/>
                    </a:lnTo>
                    <a:lnTo>
                      <a:pt x="89" y="1304"/>
                    </a:lnTo>
                    <a:lnTo>
                      <a:pt x="63" y="1341"/>
                    </a:lnTo>
                    <a:lnTo>
                      <a:pt x="38" y="1391"/>
                    </a:lnTo>
                    <a:lnTo>
                      <a:pt x="13" y="1466"/>
                    </a:lnTo>
                    <a:lnTo>
                      <a:pt x="1" y="1554"/>
                    </a:lnTo>
                    <a:lnTo>
                      <a:pt x="1" y="1780"/>
                    </a:lnTo>
                    <a:lnTo>
                      <a:pt x="1" y="2068"/>
                    </a:lnTo>
                    <a:lnTo>
                      <a:pt x="26" y="2394"/>
                    </a:lnTo>
                    <a:lnTo>
                      <a:pt x="63" y="2757"/>
                    </a:lnTo>
                    <a:lnTo>
                      <a:pt x="151" y="3522"/>
                    </a:lnTo>
                    <a:lnTo>
                      <a:pt x="264" y="4286"/>
                    </a:lnTo>
                    <a:lnTo>
                      <a:pt x="377" y="4951"/>
                    </a:lnTo>
                    <a:lnTo>
                      <a:pt x="477" y="5577"/>
                    </a:lnTo>
                    <a:lnTo>
                      <a:pt x="1480" y="4926"/>
                    </a:lnTo>
                    <a:lnTo>
                      <a:pt x="2169" y="4500"/>
                    </a:lnTo>
                    <a:lnTo>
                      <a:pt x="2395" y="4362"/>
                    </a:lnTo>
                    <a:lnTo>
                      <a:pt x="2457" y="4337"/>
                    </a:lnTo>
                    <a:lnTo>
                      <a:pt x="2482" y="4337"/>
                    </a:lnTo>
                    <a:lnTo>
                      <a:pt x="2507" y="4362"/>
                    </a:lnTo>
                    <a:lnTo>
                      <a:pt x="2583" y="4399"/>
                    </a:lnTo>
                    <a:lnTo>
                      <a:pt x="2846" y="4500"/>
                    </a:lnTo>
                    <a:lnTo>
                      <a:pt x="3635" y="4775"/>
                    </a:lnTo>
                    <a:lnTo>
                      <a:pt x="4789" y="5151"/>
                    </a:lnTo>
                    <a:lnTo>
                      <a:pt x="4789" y="176"/>
                    </a:lnTo>
                    <a:lnTo>
                      <a:pt x="195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>
                <a:off x="5972835" y="2456784"/>
                <a:ext cx="114410" cy="141721"/>
              </a:xfrm>
              <a:custGeom>
                <a:rect b="b" l="l" r="r" t="t"/>
                <a:pathLst>
                  <a:path extrusionOk="0" h="6305" w="5090">
                    <a:moveTo>
                      <a:pt x="3334" y="1"/>
                    </a:moveTo>
                    <a:lnTo>
                      <a:pt x="1" y="63"/>
                    </a:lnTo>
                    <a:lnTo>
                      <a:pt x="1" y="5490"/>
                    </a:lnTo>
                    <a:lnTo>
                      <a:pt x="2570" y="4976"/>
                    </a:lnTo>
                    <a:lnTo>
                      <a:pt x="4061" y="6305"/>
                    </a:lnTo>
                    <a:lnTo>
                      <a:pt x="4249" y="5565"/>
                    </a:lnTo>
                    <a:lnTo>
                      <a:pt x="4437" y="4801"/>
                    </a:lnTo>
                    <a:lnTo>
                      <a:pt x="4650" y="3899"/>
                    </a:lnTo>
                    <a:lnTo>
                      <a:pt x="4851" y="2984"/>
                    </a:lnTo>
                    <a:lnTo>
                      <a:pt x="4939" y="2545"/>
                    </a:lnTo>
                    <a:lnTo>
                      <a:pt x="5014" y="2144"/>
                    </a:lnTo>
                    <a:lnTo>
                      <a:pt x="5064" y="1780"/>
                    </a:lnTo>
                    <a:lnTo>
                      <a:pt x="5089" y="1480"/>
                    </a:lnTo>
                    <a:lnTo>
                      <a:pt x="5089" y="1354"/>
                    </a:lnTo>
                    <a:lnTo>
                      <a:pt x="5089" y="1254"/>
                    </a:lnTo>
                    <a:lnTo>
                      <a:pt x="5077" y="1166"/>
                    </a:lnTo>
                    <a:lnTo>
                      <a:pt x="5052" y="1104"/>
                    </a:lnTo>
                    <a:lnTo>
                      <a:pt x="5001" y="1016"/>
                    </a:lnTo>
                    <a:lnTo>
                      <a:pt x="4914" y="928"/>
                    </a:lnTo>
                    <a:lnTo>
                      <a:pt x="4813" y="840"/>
                    </a:lnTo>
                    <a:lnTo>
                      <a:pt x="4688" y="740"/>
                    </a:lnTo>
                    <a:lnTo>
                      <a:pt x="4412" y="565"/>
                    </a:lnTo>
                    <a:lnTo>
                      <a:pt x="4112" y="389"/>
                    </a:lnTo>
                    <a:lnTo>
                      <a:pt x="3811" y="226"/>
                    </a:lnTo>
                    <a:lnTo>
                      <a:pt x="3573" y="101"/>
                    </a:lnTo>
                    <a:lnTo>
                      <a:pt x="333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6"/>
              <p:cNvSpPr/>
              <p:nvPr/>
            </p:nvSpPr>
            <p:spPr>
              <a:xfrm>
                <a:off x="5957348" y="2570610"/>
                <a:ext cx="26771" cy="92989"/>
              </a:xfrm>
              <a:custGeom>
                <a:rect b="b" l="l" r="r" t="t"/>
                <a:pathLst>
                  <a:path extrusionOk="0" h="4137" w="1191">
                    <a:moveTo>
                      <a:pt x="0" y="0"/>
                    </a:moveTo>
                    <a:lnTo>
                      <a:pt x="0" y="4136"/>
                    </a:lnTo>
                    <a:lnTo>
                      <a:pt x="1191" y="4136"/>
                    </a:lnTo>
                    <a:lnTo>
                      <a:pt x="11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6"/>
              <p:cNvSpPr/>
              <p:nvPr/>
            </p:nvSpPr>
            <p:spPr>
              <a:xfrm>
                <a:off x="6215682" y="2544401"/>
                <a:ext cx="202859" cy="423161"/>
              </a:xfrm>
              <a:custGeom>
                <a:rect b="b" l="l" r="r" t="t"/>
                <a:pathLst>
                  <a:path extrusionOk="0" h="18826" w="9025">
                    <a:moveTo>
                      <a:pt x="690" y="1"/>
                    </a:moveTo>
                    <a:lnTo>
                      <a:pt x="589" y="26"/>
                    </a:lnTo>
                    <a:lnTo>
                      <a:pt x="502" y="76"/>
                    </a:lnTo>
                    <a:lnTo>
                      <a:pt x="427" y="151"/>
                    </a:lnTo>
                    <a:lnTo>
                      <a:pt x="351" y="264"/>
                    </a:lnTo>
                    <a:lnTo>
                      <a:pt x="289" y="389"/>
                    </a:lnTo>
                    <a:lnTo>
                      <a:pt x="239" y="539"/>
                    </a:lnTo>
                    <a:lnTo>
                      <a:pt x="176" y="727"/>
                    </a:lnTo>
                    <a:lnTo>
                      <a:pt x="138" y="928"/>
                    </a:lnTo>
                    <a:lnTo>
                      <a:pt x="101" y="1141"/>
                    </a:lnTo>
                    <a:lnTo>
                      <a:pt x="63" y="1379"/>
                    </a:lnTo>
                    <a:lnTo>
                      <a:pt x="25" y="1918"/>
                    </a:lnTo>
                    <a:lnTo>
                      <a:pt x="0" y="2532"/>
                    </a:lnTo>
                    <a:lnTo>
                      <a:pt x="0" y="3209"/>
                    </a:lnTo>
                    <a:lnTo>
                      <a:pt x="13" y="3936"/>
                    </a:lnTo>
                    <a:lnTo>
                      <a:pt x="38" y="4713"/>
                    </a:lnTo>
                    <a:lnTo>
                      <a:pt x="88" y="5528"/>
                    </a:lnTo>
                    <a:lnTo>
                      <a:pt x="151" y="6367"/>
                    </a:lnTo>
                    <a:lnTo>
                      <a:pt x="226" y="7245"/>
                    </a:lnTo>
                    <a:lnTo>
                      <a:pt x="314" y="8135"/>
                    </a:lnTo>
                    <a:lnTo>
                      <a:pt x="414" y="9037"/>
                    </a:lnTo>
                    <a:lnTo>
                      <a:pt x="615" y="10842"/>
                    </a:lnTo>
                    <a:lnTo>
                      <a:pt x="840" y="12609"/>
                    </a:lnTo>
                    <a:lnTo>
                      <a:pt x="1066" y="14251"/>
                    </a:lnTo>
                    <a:lnTo>
                      <a:pt x="1291" y="15742"/>
                    </a:lnTo>
                    <a:lnTo>
                      <a:pt x="1630" y="17973"/>
                    </a:lnTo>
                    <a:lnTo>
                      <a:pt x="1768" y="18826"/>
                    </a:lnTo>
                    <a:lnTo>
                      <a:pt x="9024" y="18826"/>
                    </a:lnTo>
                    <a:lnTo>
                      <a:pt x="8924" y="16720"/>
                    </a:lnTo>
                    <a:lnTo>
                      <a:pt x="8799" y="14527"/>
                    </a:lnTo>
                    <a:lnTo>
                      <a:pt x="8648" y="11982"/>
                    </a:lnTo>
                    <a:lnTo>
                      <a:pt x="8473" y="9363"/>
                    </a:lnTo>
                    <a:lnTo>
                      <a:pt x="8385" y="8135"/>
                    </a:lnTo>
                    <a:lnTo>
                      <a:pt x="8285" y="6994"/>
                    </a:lnTo>
                    <a:lnTo>
                      <a:pt x="8197" y="5991"/>
                    </a:lnTo>
                    <a:lnTo>
                      <a:pt x="8097" y="5152"/>
                    </a:lnTo>
                    <a:lnTo>
                      <a:pt x="8059" y="4813"/>
                    </a:lnTo>
                    <a:lnTo>
                      <a:pt x="8009" y="4525"/>
                    </a:lnTo>
                    <a:lnTo>
                      <a:pt x="7959" y="4312"/>
                    </a:lnTo>
                    <a:lnTo>
                      <a:pt x="7922" y="4149"/>
                    </a:lnTo>
                    <a:lnTo>
                      <a:pt x="7859" y="4024"/>
                    </a:lnTo>
                    <a:lnTo>
                      <a:pt x="7784" y="3898"/>
                    </a:lnTo>
                    <a:lnTo>
                      <a:pt x="7696" y="3773"/>
                    </a:lnTo>
                    <a:lnTo>
                      <a:pt x="7583" y="3648"/>
                    </a:lnTo>
                    <a:lnTo>
                      <a:pt x="7458" y="3510"/>
                    </a:lnTo>
                    <a:lnTo>
                      <a:pt x="7307" y="3372"/>
                    </a:lnTo>
                    <a:lnTo>
                      <a:pt x="7144" y="3247"/>
                    </a:lnTo>
                    <a:lnTo>
                      <a:pt x="6982" y="3109"/>
                    </a:lnTo>
                    <a:lnTo>
                      <a:pt x="6593" y="2833"/>
                    </a:lnTo>
                    <a:lnTo>
                      <a:pt x="6154" y="2557"/>
                    </a:lnTo>
                    <a:lnTo>
                      <a:pt x="5678" y="2282"/>
                    </a:lnTo>
                    <a:lnTo>
                      <a:pt x="5177" y="2006"/>
                    </a:lnTo>
                    <a:lnTo>
                      <a:pt x="4650" y="1730"/>
                    </a:lnTo>
                    <a:lnTo>
                      <a:pt x="4099" y="1467"/>
                    </a:lnTo>
                    <a:lnTo>
                      <a:pt x="3547" y="1204"/>
                    </a:lnTo>
                    <a:lnTo>
                      <a:pt x="2996" y="941"/>
                    </a:lnTo>
                    <a:lnTo>
                      <a:pt x="1905" y="464"/>
                    </a:lnTo>
                    <a:lnTo>
                      <a:pt x="903" y="38"/>
                    </a:lnTo>
                    <a:lnTo>
                      <a:pt x="79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6"/>
              <p:cNvSpPr/>
              <p:nvPr/>
            </p:nvSpPr>
            <p:spPr>
              <a:xfrm>
                <a:off x="5909179" y="2359883"/>
                <a:ext cx="139743" cy="220594"/>
              </a:xfrm>
              <a:custGeom>
                <a:rect b="b" l="l" r="r" t="t"/>
                <a:pathLst>
                  <a:path extrusionOk="0" h="9814" w="6217">
                    <a:moveTo>
                      <a:pt x="6217" y="0"/>
                    </a:moveTo>
                    <a:lnTo>
                      <a:pt x="0" y="639"/>
                    </a:lnTo>
                    <a:lnTo>
                      <a:pt x="0" y="6217"/>
                    </a:lnTo>
                    <a:lnTo>
                      <a:pt x="0" y="6380"/>
                    </a:lnTo>
                    <a:lnTo>
                      <a:pt x="13" y="6543"/>
                    </a:lnTo>
                    <a:lnTo>
                      <a:pt x="38" y="6706"/>
                    </a:lnTo>
                    <a:lnTo>
                      <a:pt x="75" y="6868"/>
                    </a:lnTo>
                    <a:lnTo>
                      <a:pt x="113" y="7031"/>
                    </a:lnTo>
                    <a:lnTo>
                      <a:pt x="163" y="7194"/>
                    </a:lnTo>
                    <a:lnTo>
                      <a:pt x="288" y="7520"/>
                    </a:lnTo>
                    <a:lnTo>
                      <a:pt x="439" y="7834"/>
                    </a:lnTo>
                    <a:lnTo>
                      <a:pt x="614" y="8134"/>
                    </a:lnTo>
                    <a:lnTo>
                      <a:pt x="802" y="8435"/>
                    </a:lnTo>
                    <a:lnTo>
                      <a:pt x="1015" y="8698"/>
                    </a:lnTo>
                    <a:lnTo>
                      <a:pt x="1241" y="8949"/>
                    </a:lnTo>
                    <a:lnTo>
                      <a:pt x="1466" y="9187"/>
                    </a:lnTo>
                    <a:lnTo>
                      <a:pt x="1705" y="9375"/>
                    </a:lnTo>
                    <a:lnTo>
                      <a:pt x="1943" y="9538"/>
                    </a:lnTo>
                    <a:lnTo>
                      <a:pt x="2055" y="9613"/>
                    </a:lnTo>
                    <a:lnTo>
                      <a:pt x="2168" y="9676"/>
                    </a:lnTo>
                    <a:lnTo>
                      <a:pt x="2294" y="9726"/>
                    </a:lnTo>
                    <a:lnTo>
                      <a:pt x="2406" y="9764"/>
                    </a:lnTo>
                    <a:lnTo>
                      <a:pt x="2519" y="9789"/>
                    </a:lnTo>
                    <a:lnTo>
                      <a:pt x="2619" y="9814"/>
                    </a:lnTo>
                    <a:lnTo>
                      <a:pt x="2732" y="9814"/>
                    </a:lnTo>
                    <a:lnTo>
                      <a:pt x="2833" y="9801"/>
                    </a:lnTo>
                    <a:lnTo>
                      <a:pt x="2945" y="9801"/>
                    </a:lnTo>
                    <a:lnTo>
                      <a:pt x="3071" y="9789"/>
                    </a:lnTo>
                    <a:lnTo>
                      <a:pt x="3196" y="9764"/>
                    </a:lnTo>
                    <a:lnTo>
                      <a:pt x="3321" y="9726"/>
                    </a:lnTo>
                    <a:lnTo>
                      <a:pt x="3459" y="9676"/>
                    </a:lnTo>
                    <a:lnTo>
                      <a:pt x="3597" y="9626"/>
                    </a:lnTo>
                    <a:lnTo>
                      <a:pt x="3860" y="9500"/>
                    </a:lnTo>
                    <a:lnTo>
                      <a:pt x="4136" y="9338"/>
                    </a:lnTo>
                    <a:lnTo>
                      <a:pt x="4412" y="9137"/>
                    </a:lnTo>
                    <a:lnTo>
                      <a:pt x="4675" y="8924"/>
                    </a:lnTo>
                    <a:lnTo>
                      <a:pt x="4926" y="8686"/>
                    </a:lnTo>
                    <a:lnTo>
                      <a:pt x="5164" y="8423"/>
                    </a:lnTo>
                    <a:lnTo>
                      <a:pt x="5389" y="8159"/>
                    </a:lnTo>
                    <a:lnTo>
                      <a:pt x="5590" y="7871"/>
                    </a:lnTo>
                    <a:lnTo>
                      <a:pt x="5765" y="7570"/>
                    </a:lnTo>
                    <a:lnTo>
                      <a:pt x="5841" y="7420"/>
                    </a:lnTo>
                    <a:lnTo>
                      <a:pt x="5916" y="7257"/>
                    </a:lnTo>
                    <a:lnTo>
                      <a:pt x="5978" y="7107"/>
                    </a:lnTo>
                    <a:lnTo>
                      <a:pt x="6029" y="6944"/>
                    </a:lnTo>
                    <a:lnTo>
                      <a:pt x="6066" y="6793"/>
                    </a:lnTo>
                    <a:lnTo>
                      <a:pt x="6104" y="6630"/>
                    </a:lnTo>
                    <a:lnTo>
                      <a:pt x="6129" y="6480"/>
                    </a:lnTo>
                    <a:lnTo>
                      <a:pt x="6129" y="6330"/>
                    </a:lnTo>
                    <a:lnTo>
                      <a:pt x="6217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6"/>
              <p:cNvSpPr/>
              <p:nvPr/>
            </p:nvSpPr>
            <p:spPr>
              <a:xfrm>
                <a:off x="5909179" y="2374246"/>
                <a:ext cx="128751" cy="129043"/>
              </a:xfrm>
              <a:custGeom>
                <a:rect b="b" l="l" r="r" t="t"/>
                <a:pathLst>
                  <a:path extrusionOk="0" h="5741" w="5728">
                    <a:moveTo>
                      <a:pt x="0" y="0"/>
                    </a:moveTo>
                    <a:lnTo>
                      <a:pt x="0" y="5578"/>
                    </a:lnTo>
                    <a:lnTo>
                      <a:pt x="213" y="5640"/>
                    </a:lnTo>
                    <a:lnTo>
                      <a:pt x="464" y="5678"/>
                    </a:lnTo>
                    <a:lnTo>
                      <a:pt x="802" y="5716"/>
                    </a:lnTo>
                    <a:lnTo>
                      <a:pt x="990" y="5728"/>
                    </a:lnTo>
                    <a:lnTo>
                      <a:pt x="1191" y="5741"/>
                    </a:lnTo>
                    <a:lnTo>
                      <a:pt x="1404" y="5741"/>
                    </a:lnTo>
                    <a:lnTo>
                      <a:pt x="1629" y="5728"/>
                    </a:lnTo>
                    <a:lnTo>
                      <a:pt x="1867" y="5703"/>
                    </a:lnTo>
                    <a:lnTo>
                      <a:pt x="2118" y="5665"/>
                    </a:lnTo>
                    <a:lnTo>
                      <a:pt x="2369" y="5615"/>
                    </a:lnTo>
                    <a:lnTo>
                      <a:pt x="2619" y="5553"/>
                    </a:lnTo>
                    <a:lnTo>
                      <a:pt x="2870" y="5465"/>
                    </a:lnTo>
                    <a:lnTo>
                      <a:pt x="3121" y="5352"/>
                    </a:lnTo>
                    <a:lnTo>
                      <a:pt x="3371" y="5227"/>
                    </a:lnTo>
                    <a:lnTo>
                      <a:pt x="3622" y="5076"/>
                    </a:lnTo>
                    <a:lnTo>
                      <a:pt x="3873" y="4901"/>
                    </a:lnTo>
                    <a:lnTo>
                      <a:pt x="4111" y="4700"/>
                    </a:lnTo>
                    <a:lnTo>
                      <a:pt x="4337" y="4462"/>
                    </a:lnTo>
                    <a:lnTo>
                      <a:pt x="4550" y="4199"/>
                    </a:lnTo>
                    <a:lnTo>
                      <a:pt x="4763" y="3911"/>
                    </a:lnTo>
                    <a:lnTo>
                      <a:pt x="4863" y="3748"/>
                    </a:lnTo>
                    <a:lnTo>
                      <a:pt x="4951" y="3585"/>
                    </a:lnTo>
                    <a:lnTo>
                      <a:pt x="5051" y="3409"/>
                    </a:lnTo>
                    <a:lnTo>
                      <a:pt x="5139" y="3221"/>
                    </a:lnTo>
                    <a:lnTo>
                      <a:pt x="5214" y="3021"/>
                    </a:lnTo>
                    <a:lnTo>
                      <a:pt x="5302" y="2820"/>
                    </a:lnTo>
                    <a:lnTo>
                      <a:pt x="5364" y="2607"/>
                    </a:lnTo>
                    <a:lnTo>
                      <a:pt x="5440" y="2382"/>
                    </a:lnTo>
                    <a:lnTo>
                      <a:pt x="5502" y="2144"/>
                    </a:lnTo>
                    <a:lnTo>
                      <a:pt x="5565" y="1905"/>
                    </a:lnTo>
                    <a:lnTo>
                      <a:pt x="5615" y="1642"/>
                    </a:lnTo>
                    <a:lnTo>
                      <a:pt x="5653" y="1379"/>
                    </a:lnTo>
                    <a:lnTo>
                      <a:pt x="5703" y="1103"/>
                    </a:lnTo>
                    <a:lnTo>
                      <a:pt x="5728" y="8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0019">
                  <a:alpha val="12549"/>
                </a:srgbClr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6"/>
              <p:cNvSpPr/>
              <p:nvPr/>
            </p:nvSpPr>
            <p:spPr>
              <a:xfrm>
                <a:off x="5809154" y="2260420"/>
                <a:ext cx="58059" cy="63701"/>
              </a:xfrm>
              <a:custGeom>
                <a:rect b="b" l="l" r="r" t="t"/>
                <a:pathLst>
                  <a:path extrusionOk="0" h="2834" w="2583">
                    <a:moveTo>
                      <a:pt x="1016" y="1"/>
                    </a:moveTo>
                    <a:lnTo>
                      <a:pt x="803" y="13"/>
                    </a:lnTo>
                    <a:lnTo>
                      <a:pt x="703" y="38"/>
                    </a:lnTo>
                    <a:lnTo>
                      <a:pt x="602" y="51"/>
                    </a:lnTo>
                    <a:lnTo>
                      <a:pt x="515" y="89"/>
                    </a:lnTo>
                    <a:lnTo>
                      <a:pt x="427" y="126"/>
                    </a:lnTo>
                    <a:lnTo>
                      <a:pt x="352" y="176"/>
                    </a:lnTo>
                    <a:lnTo>
                      <a:pt x="276" y="239"/>
                    </a:lnTo>
                    <a:lnTo>
                      <a:pt x="214" y="302"/>
                    </a:lnTo>
                    <a:lnTo>
                      <a:pt x="151" y="377"/>
                    </a:lnTo>
                    <a:lnTo>
                      <a:pt x="113" y="477"/>
                    </a:lnTo>
                    <a:lnTo>
                      <a:pt x="76" y="577"/>
                    </a:lnTo>
                    <a:lnTo>
                      <a:pt x="26" y="790"/>
                    </a:lnTo>
                    <a:lnTo>
                      <a:pt x="1" y="1004"/>
                    </a:lnTo>
                    <a:lnTo>
                      <a:pt x="1" y="1217"/>
                    </a:lnTo>
                    <a:lnTo>
                      <a:pt x="38" y="1430"/>
                    </a:lnTo>
                    <a:lnTo>
                      <a:pt x="101" y="1630"/>
                    </a:lnTo>
                    <a:lnTo>
                      <a:pt x="176" y="1831"/>
                    </a:lnTo>
                    <a:lnTo>
                      <a:pt x="289" y="2006"/>
                    </a:lnTo>
                    <a:lnTo>
                      <a:pt x="427" y="2182"/>
                    </a:lnTo>
                    <a:lnTo>
                      <a:pt x="590" y="2332"/>
                    </a:lnTo>
                    <a:lnTo>
                      <a:pt x="778" y="2470"/>
                    </a:lnTo>
                    <a:lnTo>
                      <a:pt x="878" y="2533"/>
                    </a:lnTo>
                    <a:lnTo>
                      <a:pt x="991" y="2595"/>
                    </a:lnTo>
                    <a:lnTo>
                      <a:pt x="1104" y="2645"/>
                    </a:lnTo>
                    <a:lnTo>
                      <a:pt x="1229" y="2696"/>
                    </a:lnTo>
                    <a:lnTo>
                      <a:pt x="1354" y="2733"/>
                    </a:lnTo>
                    <a:lnTo>
                      <a:pt x="1492" y="2758"/>
                    </a:lnTo>
                    <a:lnTo>
                      <a:pt x="1630" y="2796"/>
                    </a:lnTo>
                    <a:lnTo>
                      <a:pt x="1780" y="2808"/>
                    </a:lnTo>
                    <a:lnTo>
                      <a:pt x="1931" y="2821"/>
                    </a:lnTo>
                    <a:lnTo>
                      <a:pt x="2081" y="2833"/>
                    </a:lnTo>
                    <a:lnTo>
                      <a:pt x="2257" y="2833"/>
                    </a:lnTo>
                    <a:lnTo>
                      <a:pt x="2420" y="2821"/>
                    </a:lnTo>
                    <a:lnTo>
                      <a:pt x="2583" y="377"/>
                    </a:lnTo>
                    <a:lnTo>
                      <a:pt x="2482" y="339"/>
                    </a:lnTo>
                    <a:lnTo>
                      <a:pt x="2232" y="239"/>
                    </a:lnTo>
                    <a:lnTo>
                      <a:pt x="1881" y="126"/>
                    </a:lnTo>
                    <a:lnTo>
                      <a:pt x="1668" y="76"/>
                    </a:lnTo>
                    <a:lnTo>
                      <a:pt x="1455" y="38"/>
                    </a:lnTo>
                    <a:lnTo>
                      <a:pt x="1229" y="13"/>
                    </a:lnTo>
                    <a:lnTo>
                      <a:pt x="1016" y="1"/>
                    </a:lnTo>
                    <a:close/>
                  </a:path>
                </a:pathLst>
              </a:custGeom>
              <a:solidFill>
                <a:srgbClr val="E08067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6"/>
              <p:cNvSpPr/>
              <p:nvPr/>
            </p:nvSpPr>
            <p:spPr>
              <a:xfrm>
                <a:off x="5836487" y="2128297"/>
                <a:ext cx="227652" cy="344288"/>
              </a:xfrm>
              <a:custGeom>
                <a:rect b="b" l="l" r="r" t="t"/>
                <a:pathLst>
                  <a:path extrusionOk="0" h="15317" w="10128">
                    <a:moveTo>
                      <a:pt x="4086" y="1"/>
                    </a:moveTo>
                    <a:lnTo>
                      <a:pt x="3698" y="26"/>
                    </a:lnTo>
                    <a:lnTo>
                      <a:pt x="3284" y="63"/>
                    </a:lnTo>
                    <a:lnTo>
                      <a:pt x="3071" y="101"/>
                    </a:lnTo>
                    <a:lnTo>
                      <a:pt x="2858" y="151"/>
                    </a:lnTo>
                    <a:lnTo>
                      <a:pt x="2645" y="201"/>
                    </a:lnTo>
                    <a:lnTo>
                      <a:pt x="2432" y="264"/>
                    </a:lnTo>
                    <a:lnTo>
                      <a:pt x="2231" y="339"/>
                    </a:lnTo>
                    <a:lnTo>
                      <a:pt x="2018" y="414"/>
                    </a:lnTo>
                    <a:lnTo>
                      <a:pt x="1830" y="515"/>
                    </a:lnTo>
                    <a:lnTo>
                      <a:pt x="1642" y="627"/>
                    </a:lnTo>
                    <a:lnTo>
                      <a:pt x="1454" y="753"/>
                    </a:lnTo>
                    <a:lnTo>
                      <a:pt x="1291" y="891"/>
                    </a:lnTo>
                    <a:lnTo>
                      <a:pt x="1128" y="1041"/>
                    </a:lnTo>
                    <a:lnTo>
                      <a:pt x="978" y="1204"/>
                    </a:lnTo>
                    <a:lnTo>
                      <a:pt x="853" y="1392"/>
                    </a:lnTo>
                    <a:lnTo>
                      <a:pt x="740" y="1592"/>
                    </a:lnTo>
                    <a:lnTo>
                      <a:pt x="640" y="1806"/>
                    </a:lnTo>
                    <a:lnTo>
                      <a:pt x="552" y="2044"/>
                    </a:lnTo>
                    <a:lnTo>
                      <a:pt x="489" y="2307"/>
                    </a:lnTo>
                    <a:lnTo>
                      <a:pt x="427" y="2570"/>
                    </a:lnTo>
                    <a:lnTo>
                      <a:pt x="314" y="3122"/>
                    </a:lnTo>
                    <a:lnTo>
                      <a:pt x="226" y="3698"/>
                    </a:lnTo>
                    <a:lnTo>
                      <a:pt x="151" y="4300"/>
                    </a:lnTo>
                    <a:lnTo>
                      <a:pt x="101" y="4914"/>
                    </a:lnTo>
                    <a:lnTo>
                      <a:pt x="51" y="5528"/>
                    </a:lnTo>
                    <a:lnTo>
                      <a:pt x="25" y="6142"/>
                    </a:lnTo>
                    <a:lnTo>
                      <a:pt x="13" y="6744"/>
                    </a:lnTo>
                    <a:lnTo>
                      <a:pt x="0" y="7872"/>
                    </a:lnTo>
                    <a:lnTo>
                      <a:pt x="0" y="8874"/>
                    </a:lnTo>
                    <a:lnTo>
                      <a:pt x="13" y="9664"/>
                    </a:lnTo>
                    <a:lnTo>
                      <a:pt x="25" y="10178"/>
                    </a:lnTo>
                    <a:lnTo>
                      <a:pt x="25" y="10403"/>
                    </a:lnTo>
                    <a:lnTo>
                      <a:pt x="63" y="10679"/>
                    </a:lnTo>
                    <a:lnTo>
                      <a:pt x="113" y="10992"/>
                    </a:lnTo>
                    <a:lnTo>
                      <a:pt x="201" y="11356"/>
                    </a:lnTo>
                    <a:lnTo>
                      <a:pt x="314" y="11757"/>
                    </a:lnTo>
                    <a:lnTo>
                      <a:pt x="477" y="12171"/>
                    </a:lnTo>
                    <a:lnTo>
                      <a:pt x="564" y="12384"/>
                    </a:lnTo>
                    <a:lnTo>
                      <a:pt x="665" y="12597"/>
                    </a:lnTo>
                    <a:lnTo>
                      <a:pt x="765" y="12810"/>
                    </a:lnTo>
                    <a:lnTo>
                      <a:pt x="890" y="13023"/>
                    </a:lnTo>
                    <a:lnTo>
                      <a:pt x="1016" y="13236"/>
                    </a:lnTo>
                    <a:lnTo>
                      <a:pt x="1153" y="13437"/>
                    </a:lnTo>
                    <a:lnTo>
                      <a:pt x="1304" y="13637"/>
                    </a:lnTo>
                    <a:lnTo>
                      <a:pt x="1467" y="13838"/>
                    </a:lnTo>
                    <a:lnTo>
                      <a:pt x="1642" y="14026"/>
                    </a:lnTo>
                    <a:lnTo>
                      <a:pt x="1830" y="14214"/>
                    </a:lnTo>
                    <a:lnTo>
                      <a:pt x="2031" y="14377"/>
                    </a:lnTo>
                    <a:lnTo>
                      <a:pt x="2244" y="14539"/>
                    </a:lnTo>
                    <a:lnTo>
                      <a:pt x="2457" y="14690"/>
                    </a:lnTo>
                    <a:lnTo>
                      <a:pt x="2695" y="14828"/>
                    </a:lnTo>
                    <a:lnTo>
                      <a:pt x="2958" y="14953"/>
                    </a:lnTo>
                    <a:lnTo>
                      <a:pt x="3221" y="15053"/>
                    </a:lnTo>
                    <a:lnTo>
                      <a:pt x="3497" y="15141"/>
                    </a:lnTo>
                    <a:lnTo>
                      <a:pt x="3798" y="15216"/>
                    </a:lnTo>
                    <a:lnTo>
                      <a:pt x="4111" y="15266"/>
                    </a:lnTo>
                    <a:lnTo>
                      <a:pt x="4437" y="15304"/>
                    </a:lnTo>
                    <a:lnTo>
                      <a:pt x="4763" y="15317"/>
                    </a:lnTo>
                    <a:lnTo>
                      <a:pt x="5076" y="15304"/>
                    </a:lnTo>
                    <a:lnTo>
                      <a:pt x="5377" y="15279"/>
                    </a:lnTo>
                    <a:lnTo>
                      <a:pt x="5665" y="15229"/>
                    </a:lnTo>
                    <a:lnTo>
                      <a:pt x="5941" y="15166"/>
                    </a:lnTo>
                    <a:lnTo>
                      <a:pt x="6204" y="15091"/>
                    </a:lnTo>
                    <a:lnTo>
                      <a:pt x="6455" y="15003"/>
                    </a:lnTo>
                    <a:lnTo>
                      <a:pt x="6706" y="14890"/>
                    </a:lnTo>
                    <a:lnTo>
                      <a:pt x="6931" y="14778"/>
                    </a:lnTo>
                    <a:lnTo>
                      <a:pt x="7157" y="14640"/>
                    </a:lnTo>
                    <a:lnTo>
                      <a:pt x="7358" y="14502"/>
                    </a:lnTo>
                    <a:lnTo>
                      <a:pt x="7558" y="14351"/>
                    </a:lnTo>
                    <a:lnTo>
                      <a:pt x="7746" y="14189"/>
                    </a:lnTo>
                    <a:lnTo>
                      <a:pt x="7922" y="14026"/>
                    </a:lnTo>
                    <a:lnTo>
                      <a:pt x="8084" y="13863"/>
                    </a:lnTo>
                    <a:lnTo>
                      <a:pt x="8235" y="13687"/>
                    </a:lnTo>
                    <a:lnTo>
                      <a:pt x="8385" y="13512"/>
                    </a:lnTo>
                    <a:lnTo>
                      <a:pt x="8523" y="13324"/>
                    </a:lnTo>
                    <a:lnTo>
                      <a:pt x="8648" y="13148"/>
                    </a:lnTo>
                    <a:lnTo>
                      <a:pt x="8761" y="12960"/>
                    </a:lnTo>
                    <a:lnTo>
                      <a:pt x="8962" y="12597"/>
                    </a:lnTo>
                    <a:lnTo>
                      <a:pt x="9125" y="12258"/>
                    </a:lnTo>
                    <a:lnTo>
                      <a:pt x="9263" y="11932"/>
                    </a:lnTo>
                    <a:lnTo>
                      <a:pt x="9363" y="11632"/>
                    </a:lnTo>
                    <a:lnTo>
                      <a:pt x="9426" y="11368"/>
                    </a:lnTo>
                    <a:lnTo>
                      <a:pt x="9463" y="11168"/>
                    </a:lnTo>
                    <a:lnTo>
                      <a:pt x="9538" y="10629"/>
                    </a:lnTo>
                    <a:lnTo>
                      <a:pt x="9651" y="9814"/>
                    </a:lnTo>
                    <a:lnTo>
                      <a:pt x="9789" y="8762"/>
                    </a:lnTo>
                    <a:lnTo>
                      <a:pt x="9927" y="7571"/>
                    </a:lnTo>
                    <a:lnTo>
                      <a:pt x="9990" y="6944"/>
                    </a:lnTo>
                    <a:lnTo>
                      <a:pt x="10052" y="6292"/>
                    </a:lnTo>
                    <a:lnTo>
                      <a:pt x="10090" y="5653"/>
                    </a:lnTo>
                    <a:lnTo>
                      <a:pt x="10115" y="5014"/>
                    </a:lnTo>
                    <a:lnTo>
                      <a:pt x="10127" y="4387"/>
                    </a:lnTo>
                    <a:lnTo>
                      <a:pt x="10115" y="3773"/>
                    </a:lnTo>
                    <a:lnTo>
                      <a:pt x="10077" y="3209"/>
                    </a:lnTo>
                    <a:lnTo>
                      <a:pt x="10052" y="2934"/>
                    </a:lnTo>
                    <a:lnTo>
                      <a:pt x="10015" y="2670"/>
                    </a:lnTo>
                    <a:lnTo>
                      <a:pt x="9964" y="2420"/>
                    </a:lnTo>
                    <a:lnTo>
                      <a:pt x="9889" y="2194"/>
                    </a:lnTo>
                    <a:lnTo>
                      <a:pt x="9802" y="1981"/>
                    </a:lnTo>
                    <a:lnTo>
                      <a:pt x="9701" y="1780"/>
                    </a:lnTo>
                    <a:lnTo>
                      <a:pt x="9576" y="1592"/>
                    </a:lnTo>
                    <a:lnTo>
                      <a:pt x="9438" y="1417"/>
                    </a:lnTo>
                    <a:lnTo>
                      <a:pt x="9288" y="1267"/>
                    </a:lnTo>
                    <a:lnTo>
                      <a:pt x="9125" y="1116"/>
                    </a:lnTo>
                    <a:lnTo>
                      <a:pt x="8949" y="991"/>
                    </a:lnTo>
                    <a:lnTo>
                      <a:pt x="8774" y="866"/>
                    </a:lnTo>
                    <a:lnTo>
                      <a:pt x="8586" y="753"/>
                    </a:lnTo>
                    <a:lnTo>
                      <a:pt x="8385" y="652"/>
                    </a:lnTo>
                    <a:lnTo>
                      <a:pt x="8185" y="565"/>
                    </a:lnTo>
                    <a:lnTo>
                      <a:pt x="7984" y="490"/>
                    </a:lnTo>
                    <a:lnTo>
                      <a:pt x="7771" y="414"/>
                    </a:lnTo>
                    <a:lnTo>
                      <a:pt x="7571" y="352"/>
                    </a:lnTo>
                    <a:lnTo>
                      <a:pt x="7170" y="251"/>
                    </a:lnTo>
                    <a:lnTo>
                      <a:pt x="6781" y="176"/>
                    </a:lnTo>
                    <a:lnTo>
                      <a:pt x="6417" y="126"/>
                    </a:lnTo>
                    <a:lnTo>
                      <a:pt x="6092" y="88"/>
                    </a:lnTo>
                    <a:lnTo>
                      <a:pt x="5816" y="76"/>
                    </a:lnTo>
                    <a:lnTo>
                      <a:pt x="5615" y="76"/>
                    </a:lnTo>
                    <a:lnTo>
                      <a:pt x="5440" y="63"/>
                    </a:lnTo>
                    <a:lnTo>
                      <a:pt x="5252" y="51"/>
                    </a:lnTo>
                    <a:lnTo>
                      <a:pt x="5051" y="26"/>
                    </a:lnTo>
                    <a:lnTo>
                      <a:pt x="4776" y="13"/>
                    </a:lnTo>
                    <a:lnTo>
                      <a:pt x="4462" y="1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6"/>
              <p:cNvSpPr/>
              <p:nvPr/>
            </p:nvSpPr>
            <p:spPr>
              <a:xfrm>
                <a:off x="5969172" y="2282403"/>
                <a:ext cx="17780" cy="32705"/>
              </a:xfrm>
              <a:custGeom>
                <a:rect b="b" l="l" r="r" t="t"/>
                <a:pathLst>
                  <a:path extrusionOk="0" h="1455" w="791">
                    <a:moveTo>
                      <a:pt x="364" y="0"/>
                    </a:moveTo>
                    <a:lnTo>
                      <a:pt x="289" y="38"/>
                    </a:lnTo>
                    <a:lnTo>
                      <a:pt x="214" y="101"/>
                    </a:lnTo>
                    <a:lnTo>
                      <a:pt x="151" y="188"/>
                    </a:lnTo>
                    <a:lnTo>
                      <a:pt x="88" y="289"/>
                    </a:lnTo>
                    <a:lnTo>
                      <a:pt x="51" y="414"/>
                    </a:lnTo>
                    <a:lnTo>
                      <a:pt x="13" y="552"/>
                    </a:lnTo>
                    <a:lnTo>
                      <a:pt x="1" y="690"/>
                    </a:lnTo>
                    <a:lnTo>
                      <a:pt x="1" y="840"/>
                    </a:lnTo>
                    <a:lnTo>
                      <a:pt x="13" y="978"/>
                    </a:lnTo>
                    <a:lnTo>
                      <a:pt x="38" y="1103"/>
                    </a:lnTo>
                    <a:lnTo>
                      <a:pt x="76" y="1216"/>
                    </a:lnTo>
                    <a:lnTo>
                      <a:pt x="138" y="1316"/>
                    </a:lnTo>
                    <a:lnTo>
                      <a:pt x="201" y="1379"/>
                    </a:lnTo>
                    <a:lnTo>
                      <a:pt x="264" y="1429"/>
                    </a:lnTo>
                    <a:lnTo>
                      <a:pt x="352" y="1454"/>
                    </a:lnTo>
                    <a:lnTo>
                      <a:pt x="427" y="1442"/>
                    </a:lnTo>
                    <a:lnTo>
                      <a:pt x="502" y="1404"/>
                    </a:lnTo>
                    <a:lnTo>
                      <a:pt x="577" y="1342"/>
                    </a:lnTo>
                    <a:lnTo>
                      <a:pt x="640" y="1254"/>
                    </a:lnTo>
                    <a:lnTo>
                      <a:pt x="702" y="1154"/>
                    </a:lnTo>
                    <a:lnTo>
                      <a:pt x="740" y="1028"/>
                    </a:lnTo>
                    <a:lnTo>
                      <a:pt x="778" y="890"/>
                    </a:lnTo>
                    <a:lnTo>
                      <a:pt x="790" y="752"/>
                    </a:lnTo>
                    <a:lnTo>
                      <a:pt x="790" y="602"/>
                    </a:lnTo>
                    <a:lnTo>
                      <a:pt x="778" y="464"/>
                    </a:lnTo>
                    <a:lnTo>
                      <a:pt x="753" y="339"/>
                    </a:lnTo>
                    <a:lnTo>
                      <a:pt x="715" y="226"/>
                    </a:lnTo>
                    <a:lnTo>
                      <a:pt x="665" y="138"/>
                    </a:lnTo>
                    <a:lnTo>
                      <a:pt x="602" y="63"/>
                    </a:lnTo>
                    <a:lnTo>
                      <a:pt x="527" y="13"/>
                    </a:lnTo>
                    <a:lnTo>
                      <a:pt x="4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6"/>
              <p:cNvSpPr/>
              <p:nvPr/>
            </p:nvSpPr>
            <p:spPr>
              <a:xfrm>
                <a:off x="5958180" y="2243247"/>
                <a:ext cx="62285" cy="22567"/>
              </a:xfrm>
              <a:custGeom>
                <a:rect b="b" l="l" r="r" t="t"/>
                <a:pathLst>
                  <a:path extrusionOk="0" h="1004" w="2771">
                    <a:moveTo>
                      <a:pt x="1029" y="0"/>
                    </a:moveTo>
                    <a:lnTo>
                      <a:pt x="765" y="13"/>
                    </a:lnTo>
                    <a:lnTo>
                      <a:pt x="552" y="25"/>
                    </a:lnTo>
                    <a:lnTo>
                      <a:pt x="477" y="38"/>
                    </a:lnTo>
                    <a:lnTo>
                      <a:pt x="414" y="63"/>
                    </a:lnTo>
                    <a:lnTo>
                      <a:pt x="327" y="113"/>
                    </a:lnTo>
                    <a:lnTo>
                      <a:pt x="239" y="176"/>
                    </a:lnTo>
                    <a:lnTo>
                      <a:pt x="176" y="251"/>
                    </a:lnTo>
                    <a:lnTo>
                      <a:pt x="114" y="339"/>
                    </a:lnTo>
                    <a:lnTo>
                      <a:pt x="26" y="477"/>
                    </a:lnTo>
                    <a:lnTo>
                      <a:pt x="1" y="527"/>
                    </a:lnTo>
                    <a:lnTo>
                      <a:pt x="1" y="552"/>
                    </a:lnTo>
                    <a:lnTo>
                      <a:pt x="26" y="564"/>
                    </a:lnTo>
                    <a:lnTo>
                      <a:pt x="114" y="602"/>
                    </a:lnTo>
                    <a:lnTo>
                      <a:pt x="239" y="640"/>
                    </a:lnTo>
                    <a:lnTo>
                      <a:pt x="414" y="690"/>
                    </a:lnTo>
                    <a:lnTo>
                      <a:pt x="841" y="777"/>
                    </a:lnTo>
                    <a:lnTo>
                      <a:pt x="1342" y="865"/>
                    </a:lnTo>
                    <a:lnTo>
                      <a:pt x="1843" y="940"/>
                    </a:lnTo>
                    <a:lnTo>
                      <a:pt x="2294" y="990"/>
                    </a:lnTo>
                    <a:lnTo>
                      <a:pt x="2470" y="1003"/>
                    </a:lnTo>
                    <a:lnTo>
                      <a:pt x="2620" y="1003"/>
                    </a:lnTo>
                    <a:lnTo>
                      <a:pt x="2708" y="990"/>
                    </a:lnTo>
                    <a:lnTo>
                      <a:pt x="2746" y="978"/>
                    </a:lnTo>
                    <a:lnTo>
                      <a:pt x="2758" y="965"/>
                    </a:lnTo>
                    <a:lnTo>
                      <a:pt x="2771" y="903"/>
                    </a:lnTo>
                    <a:lnTo>
                      <a:pt x="2771" y="840"/>
                    </a:lnTo>
                    <a:lnTo>
                      <a:pt x="2758" y="777"/>
                    </a:lnTo>
                    <a:lnTo>
                      <a:pt x="2746" y="702"/>
                    </a:lnTo>
                    <a:lnTo>
                      <a:pt x="2670" y="564"/>
                    </a:lnTo>
                    <a:lnTo>
                      <a:pt x="2570" y="426"/>
                    </a:lnTo>
                    <a:lnTo>
                      <a:pt x="2457" y="301"/>
                    </a:lnTo>
                    <a:lnTo>
                      <a:pt x="2345" y="188"/>
                    </a:lnTo>
                    <a:lnTo>
                      <a:pt x="2232" y="101"/>
                    </a:lnTo>
                    <a:lnTo>
                      <a:pt x="2157" y="63"/>
                    </a:lnTo>
                    <a:lnTo>
                      <a:pt x="2031" y="38"/>
                    </a:lnTo>
                    <a:lnTo>
                      <a:pt x="1843" y="25"/>
                    </a:lnTo>
                    <a:lnTo>
                      <a:pt x="13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6"/>
              <p:cNvSpPr/>
              <p:nvPr/>
            </p:nvSpPr>
            <p:spPr>
              <a:xfrm>
                <a:off x="5886342" y="2276761"/>
                <a:ext cx="18049" cy="32705"/>
              </a:xfrm>
              <a:custGeom>
                <a:rect b="b" l="l" r="r" t="t"/>
                <a:pathLst>
                  <a:path extrusionOk="0" h="1455" w="803">
                    <a:moveTo>
                      <a:pt x="452" y="1"/>
                    </a:moveTo>
                    <a:lnTo>
                      <a:pt x="364" y="13"/>
                    </a:lnTo>
                    <a:lnTo>
                      <a:pt x="289" y="51"/>
                    </a:lnTo>
                    <a:lnTo>
                      <a:pt x="214" y="114"/>
                    </a:lnTo>
                    <a:lnTo>
                      <a:pt x="151" y="201"/>
                    </a:lnTo>
                    <a:lnTo>
                      <a:pt x="101" y="302"/>
                    </a:lnTo>
                    <a:lnTo>
                      <a:pt x="51" y="427"/>
                    </a:lnTo>
                    <a:lnTo>
                      <a:pt x="26" y="565"/>
                    </a:lnTo>
                    <a:lnTo>
                      <a:pt x="1" y="703"/>
                    </a:lnTo>
                    <a:lnTo>
                      <a:pt x="1" y="853"/>
                    </a:lnTo>
                    <a:lnTo>
                      <a:pt x="13" y="991"/>
                    </a:lnTo>
                    <a:lnTo>
                      <a:pt x="51" y="1116"/>
                    </a:lnTo>
                    <a:lnTo>
                      <a:pt x="89" y="1229"/>
                    </a:lnTo>
                    <a:lnTo>
                      <a:pt x="139" y="1317"/>
                    </a:lnTo>
                    <a:lnTo>
                      <a:pt x="201" y="1392"/>
                    </a:lnTo>
                    <a:lnTo>
                      <a:pt x="277" y="1442"/>
                    </a:lnTo>
                    <a:lnTo>
                      <a:pt x="352" y="1455"/>
                    </a:lnTo>
                    <a:lnTo>
                      <a:pt x="439" y="1455"/>
                    </a:lnTo>
                    <a:lnTo>
                      <a:pt x="515" y="1417"/>
                    </a:lnTo>
                    <a:lnTo>
                      <a:pt x="590" y="1354"/>
                    </a:lnTo>
                    <a:lnTo>
                      <a:pt x="653" y="1267"/>
                    </a:lnTo>
                    <a:lnTo>
                      <a:pt x="703" y="1154"/>
                    </a:lnTo>
                    <a:lnTo>
                      <a:pt x="753" y="1041"/>
                    </a:lnTo>
                    <a:lnTo>
                      <a:pt x="778" y="903"/>
                    </a:lnTo>
                    <a:lnTo>
                      <a:pt x="803" y="753"/>
                    </a:lnTo>
                    <a:lnTo>
                      <a:pt x="803" y="615"/>
                    </a:lnTo>
                    <a:lnTo>
                      <a:pt x="790" y="477"/>
                    </a:lnTo>
                    <a:lnTo>
                      <a:pt x="753" y="339"/>
                    </a:lnTo>
                    <a:lnTo>
                      <a:pt x="715" y="239"/>
                    </a:lnTo>
                    <a:lnTo>
                      <a:pt x="665" y="139"/>
                    </a:lnTo>
                    <a:lnTo>
                      <a:pt x="602" y="76"/>
                    </a:lnTo>
                    <a:lnTo>
                      <a:pt x="527" y="26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6"/>
              <p:cNvSpPr/>
              <p:nvPr/>
            </p:nvSpPr>
            <p:spPr>
              <a:xfrm>
                <a:off x="5857885" y="2235920"/>
                <a:ext cx="62847" cy="20589"/>
              </a:xfrm>
              <a:custGeom>
                <a:rect b="b" l="l" r="r" t="t"/>
                <a:pathLst>
                  <a:path extrusionOk="0" h="916" w="2796">
                    <a:moveTo>
                      <a:pt x="728" y="0"/>
                    </a:moveTo>
                    <a:lnTo>
                      <a:pt x="640" y="38"/>
                    </a:lnTo>
                    <a:lnTo>
                      <a:pt x="527" y="101"/>
                    </a:lnTo>
                    <a:lnTo>
                      <a:pt x="389" y="188"/>
                    </a:lnTo>
                    <a:lnTo>
                      <a:pt x="264" y="301"/>
                    </a:lnTo>
                    <a:lnTo>
                      <a:pt x="151" y="427"/>
                    </a:lnTo>
                    <a:lnTo>
                      <a:pt x="64" y="564"/>
                    </a:lnTo>
                    <a:lnTo>
                      <a:pt x="26" y="627"/>
                    </a:lnTo>
                    <a:lnTo>
                      <a:pt x="13" y="690"/>
                    </a:lnTo>
                    <a:lnTo>
                      <a:pt x="1" y="752"/>
                    </a:lnTo>
                    <a:lnTo>
                      <a:pt x="13" y="815"/>
                    </a:lnTo>
                    <a:lnTo>
                      <a:pt x="26" y="828"/>
                    </a:lnTo>
                    <a:lnTo>
                      <a:pt x="51" y="840"/>
                    </a:lnTo>
                    <a:lnTo>
                      <a:pt x="151" y="865"/>
                    </a:lnTo>
                    <a:lnTo>
                      <a:pt x="289" y="890"/>
                    </a:lnTo>
                    <a:lnTo>
                      <a:pt x="465" y="903"/>
                    </a:lnTo>
                    <a:lnTo>
                      <a:pt x="916" y="915"/>
                    </a:lnTo>
                    <a:lnTo>
                      <a:pt x="1417" y="903"/>
                    </a:lnTo>
                    <a:lnTo>
                      <a:pt x="1931" y="890"/>
                    </a:lnTo>
                    <a:lnTo>
                      <a:pt x="2370" y="853"/>
                    </a:lnTo>
                    <a:lnTo>
                      <a:pt x="2545" y="828"/>
                    </a:lnTo>
                    <a:lnTo>
                      <a:pt x="2683" y="803"/>
                    </a:lnTo>
                    <a:lnTo>
                      <a:pt x="2771" y="778"/>
                    </a:lnTo>
                    <a:lnTo>
                      <a:pt x="2796" y="765"/>
                    </a:lnTo>
                    <a:lnTo>
                      <a:pt x="2796" y="752"/>
                    </a:lnTo>
                    <a:lnTo>
                      <a:pt x="2783" y="690"/>
                    </a:lnTo>
                    <a:lnTo>
                      <a:pt x="2708" y="539"/>
                    </a:lnTo>
                    <a:lnTo>
                      <a:pt x="2671" y="452"/>
                    </a:lnTo>
                    <a:lnTo>
                      <a:pt x="2608" y="364"/>
                    </a:lnTo>
                    <a:lnTo>
                      <a:pt x="2533" y="289"/>
                    </a:lnTo>
                    <a:lnTo>
                      <a:pt x="2445" y="226"/>
                    </a:lnTo>
                    <a:lnTo>
                      <a:pt x="2395" y="201"/>
                    </a:lnTo>
                    <a:lnTo>
                      <a:pt x="2320" y="176"/>
                    </a:lnTo>
                    <a:lnTo>
                      <a:pt x="2107" y="126"/>
                    </a:lnTo>
                    <a:lnTo>
                      <a:pt x="1856" y="88"/>
                    </a:lnTo>
                    <a:lnTo>
                      <a:pt x="1568" y="51"/>
                    </a:lnTo>
                    <a:lnTo>
                      <a:pt x="104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6"/>
              <p:cNvSpPr/>
              <p:nvPr/>
            </p:nvSpPr>
            <p:spPr>
              <a:xfrm>
                <a:off x="5833947" y="2105775"/>
                <a:ext cx="222572" cy="98609"/>
              </a:xfrm>
              <a:custGeom>
                <a:rect b="b" l="l" r="r" t="t"/>
                <a:pathLst>
                  <a:path extrusionOk="0" h="4387" w="9902">
                    <a:moveTo>
                      <a:pt x="3873" y="0"/>
                    </a:moveTo>
                    <a:lnTo>
                      <a:pt x="3535" y="13"/>
                    </a:lnTo>
                    <a:lnTo>
                      <a:pt x="3209" y="38"/>
                    </a:lnTo>
                    <a:lnTo>
                      <a:pt x="2883" y="75"/>
                    </a:lnTo>
                    <a:lnTo>
                      <a:pt x="2582" y="125"/>
                    </a:lnTo>
                    <a:lnTo>
                      <a:pt x="2282" y="188"/>
                    </a:lnTo>
                    <a:lnTo>
                      <a:pt x="2006" y="263"/>
                    </a:lnTo>
                    <a:lnTo>
                      <a:pt x="1743" y="364"/>
                    </a:lnTo>
                    <a:lnTo>
                      <a:pt x="1505" y="464"/>
                    </a:lnTo>
                    <a:lnTo>
                      <a:pt x="1279" y="577"/>
                    </a:lnTo>
                    <a:lnTo>
                      <a:pt x="1078" y="714"/>
                    </a:lnTo>
                    <a:lnTo>
                      <a:pt x="890" y="852"/>
                    </a:lnTo>
                    <a:lnTo>
                      <a:pt x="740" y="1015"/>
                    </a:lnTo>
                    <a:lnTo>
                      <a:pt x="665" y="1103"/>
                    </a:lnTo>
                    <a:lnTo>
                      <a:pt x="615" y="1191"/>
                    </a:lnTo>
                    <a:lnTo>
                      <a:pt x="502" y="1366"/>
                    </a:lnTo>
                    <a:lnTo>
                      <a:pt x="402" y="1542"/>
                    </a:lnTo>
                    <a:lnTo>
                      <a:pt x="314" y="1717"/>
                    </a:lnTo>
                    <a:lnTo>
                      <a:pt x="251" y="1880"/>
                    </a:lnTo>
                    <a:lnTo>
                      <a:pt x="189" y="2043"/>
                    </a:lnTo>
                    <a:lnTo>
                      <a:pt x="138" y="2193"/>
                    </a:lnTo>
                    <a:lnTo>
                      <a:pt x="88" y="2344"/>
                    </a:lnTo>
                    <a:lnTo>
                      <a:pt x="63" y="2482"/>
                    </a:lnTo>
                    <a:lnTo>
                      <a:pt x="13" y="2757"/>
                    </a:lnTo>
                    <a:lnTo>
                      <a:pt x="1" y="3008"/>
                    </a:lnTo>
                    <a:lnTo>
                      <a:pt x="13" y="3234"/>
                    </a:lnTo>
                    <a:lnTo>
                      <a:pt x="51" y="3434"/>
                    </a:lnTo>
                    <a:lnTo>
                      <a:pt x="88" y="3622"/>
                    </a:lnTo>
                    <a:lnTo>
                      <a:pt x="151" y="3773"/>
                    </a:lnTo>
                    <a:lnTo>
                      <a:pt x="214" y="3910"/>
                    </a:lnTo>
                    <a:lnTo>
                      <a:pt x="264" y="4023"/>
                    </a:lnTo>
                    <a:lnTo>
                      <a:pt x="364" y="4174"/>
                    </a:lnTo>
                    <a:lnTo>
                      <a:pt x="414" y="4224"/>
                    </a:lnTo>
                    <a:lnTo>
                      <a:pt x="602" y="3986"/>
                    </a:lnTo>
                    <a:lnTo>
                      <a:pt x="790" y="3773"/>
                    </a:lnTo>
                    <a:lnTo>
                      <a:pt x="991" y="3597"/>
                    </a:lnTo>
                    <a:lnTo>
                      <a:pt x="1191" y="3434"/>
                    </a:lnTo>
                    <a:lnTo>
                      <a:pt x="1392" y="3309"/>
                    </a:lnTo>
                    <a:lnTo>
                      <a:pt x="1605" y="3209"/>
                    </a:lnTo>
                    <a:lnTo>
                      <a:pt x="1805" y="3121"/>
                    </a:lnTo>
                    <a:lnTo>
                      <a:pt x="2031" y="3058"/>
                    </a:lnTo>
                    <a:lnTo>
                      <a:pt x="2244" y="3021"/>
                    </a:lnTo>
                    <a:lnTo>
                      <a:pt x="2457" y="2996"/>
                    </a:lnTo>
                    <a:lnTo>
                      <a:pt x="2896" y="2996"/>
                    </a:lnTo>
                    <a:lnTo>
                      <a:pt x="3121" y="3021"/>
                    </a:lnTo>
                    <a:lnTo>
                      <a:pt x="3347" y="3058"/>
                    </a:lnTo>
                    <a:lnTo>
                      <a:pt x="3573" y="3108"/>
                    </a:lnTo>
                    <a:lnTo>
                      <a:pt x="3798" y="3171"/>
                    </a:lnTo>
                    <a:lnTo>
                      <a:pt x="4024" y="3246"/>
                    </a:lnTo>
                    <a:lnTo>
                      <a:pt x="4249" y="3321"/>
                    </a:lnTo>
                    <a:lnTo>
                      <a:pt x="4688" y="3484"/>
                    </a:lnTo>
                    <a:lnTo>
                      <a:pt x="5565" y="3848"/>
                    </a:lnTo>
                    <a:lnTo>
                      <a:pt x="5992" y="4023"/>
                    </a:lnTo>
                    <a:lnTo>
                      <a:pt x="6405" y="4174"/>
                    </a:lnTo>
                    <a:lnTo>
                      <a:pt x="6606" y="4236"/>
                    </a:lnTo>
                    <a:lnTo>
                      <a:pt x="6794" y="4299"/>
                    </a:lnTo>
                    <a:lnTo>
                      <a:pt x="6994" y="4337"/>
                    </a:lnTo>
                    <a:lnTo>
                      <a:pt x="7182" y="4374"/>
                    </a:lnTo>
                    <a:lnTo>
                      <a:pt x="7358" y="4387"/>
                    </a:lnTo>
                    <a:lnTo>
                      <a:pt x="7533" y="4387"/>
                    </a:lnTo>
                    <a:lnTo>
                      <a:pt x="7696" y="4374"/>
                    </a:lnTo>
                    <a:lnTo>
                      <a:pt x="7859" y="4337"/>
                    </a:lnTo>
                    <a:lnTo>
                      <a:pt x="8009" y="4299"/>
                    </a:lnTo>
                    <a:lnTo>
                      <a:pt x="8160" y="4236"/>
                    </a:lnTo>
                    <a:lnTo>
                      <a:pt x="8298" y="4161"/>
                    </a:lnTo>
                    <a:lnTo>
                      <a:pt x="8436" y="4086"/>
                    </a:lnTo>
                    <a:lnTo>
                      <a:pt x="8561" y="3998"/>
                    </a:lnTo>
                    <a:lnTo>
                      <a:pt x="8686" y="3898"/>
                    </a:lnTo>
                    <a:lnTo>
                      <a:pt x="8799" y="3785"/>
                    </a:lnTo>
                    <a:lnTo>
                      <a:pt x="8912" y="3685"/>
                    </a:lnTo>
                    <a:lnTo>
                      <a:pt x="9112" y="3434"/>
                    </a:lnTo>
                    <a:lnTo>
                      <a:pt x="9275" y="3184"/>
                    </a:lnTo>
                    <a:lnTo>
                      <a:pt x="9438" y="2933"/>
                    </a:lnTo>
                    <a:lnTo>
                      <a:pt x="9564" y="2682"/>
                    </a:lnTo>
                    <a:lnTo>
                      <a:pt x="9676" y="2457"/>
                    </a:lnTo>
                    <a:lnTo>
                      <a:pt x="9752" y="2244"/>
                    </a:lnTo>
                    <a:lnTo>
                      <a:pt x="9864" y="1930"/>
                    </a:lnTo>
                    <a:lnTo>
                      <a:pt x="9902" y="1805"/>
                    </a:lnTo>
                    <a:lnTo>
                      <a:pt x="9701" y="1629"/>
                    </a:lnTo>
                    <a:lnTo>
                      <a:pt x="9463" y="1454"/>
                    </a:lnTo>
                    <a:lnTo>
                      <a:pt x="9225" y="1291"/>
                    </a:lnTo>
                    <a:lnTo>
                      <a:pt x="8949" y="1141"/>
                    </a:lnTo>
                    <a:lnTo>
                      <a:pt x="8674" y="990"/>
                    </a:lnTo>
                    <a:lnTo>
                      <a:pt x="8373" y="852"/>
                    </a:lnTo>
                    <a:lnTo>
                      <a:pt x="8060" y="727"/>
                    </a:lnTo>
                    <a:lnTo>
                      <a:pt x="7746" y="614"/>
                    </a:lnTo>
                    <a:lnTo>
                      <a:pt x="7408" y="501"/>
                    </a:lnTo>
                    <a:lnTo>
                      <a:pt x="7069" y="401"/>
                    </a:lnTo>
                    <a:lnTo>
                      <a:pt x="6718" y="313"/>
                    </a:lnTo>
                    <a:lnTo>
                      <a:pt x="6368" y="238"/>
                    </a:lnTo>
                    <a:lnTo>
                      <a:pt x="6004" y="176"/>
                    </a:lnTo>
                    <a:lnTo>
                      <a:pt x="5653" y="113"/>
                    </a:lnTo>
                    <a:lnTo>
                      <a:pt x="5290" y="75"/>
                    </a:lnTo>
                    <a:lnTo>
                      <a:pt x="4926" y="38"/>
                    </a:lnTo>
                    <a:lnTo>
                      <a:pt x="4575" y="13"/>
                    </a:lnTo>
                    <a:lnTo>
                      <a:pt x="42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6"/>
              <p:cNvSpPr/>
              <p:nvPr/>
            </p:nvSpPr>
            <p:spPr>
              <a:xfrm>
                <a:off x="6029456" y="2139019"/>
                <a:ext cx="57228" cy="138888"/>
              </a:xfrm>
              <a:custGeom>
                <a:rect b="b" l="l" r="r" t="t"/>
                <a:pathLst>
                  <a:path extrusionOk="0" h="6179" w="2546">
                    <a:moveTo>
                      <a:pt x="803" y="0"/>
                    </a:moveTo>
                    <a:lnTo>
                      <a:pt x="640" y="564"/>
                    </a:lnTo>
                    <a:lnTo>
                      <a:pt x="490" y="1166"/>
                    </a:lnTo>
                    <a:lnTo>
                      <a:pt x="314" y="1880"/>
                    </a:lnTo>
                    <a:lnTo>
                      <a:pt x="239" y="2256"/>
                    </a:lnTo>
                    <a:lnTo>
                      <a:pt x="164" y="2632"/>
                    </a:lnTo>
                    <a:lnTo>
                      <a:pt x="101" y="3008"/>
                    </a:lnTo>
                    <a:lnTo>
                      <a:pt x="38" y="3371"/>
                    </a:lnTo>
                    <a:lnTo>
                      <a:pt x="13" y="3710"/>
                    </a:lnTo>
                    <a:lnTo>
                      <a:pt x="1" y="4011"/>
                    </a:lnTo>
                    <a:lnTo>
                      <a:pt x="1" y="4274"/>
                    </a:lnTo>
                    <a:lnTo>
                      <a:pt x="26" y="4387"/>
                    </a:lnTo>
                    <a:lnTo>
                      <a:pt x="38" y="4487"/>
                    </a:lnTo>
                    <a:lnTo>
                      <a:pt x="101" y="4675"/>
                    </a:lnTo>
                    <a:lnTo>
                      <a:pt x="189" y="4850"/>
                    </a:lnTo>
                    <a:lnTo>
                      <a:pt x="277" y="5013"/>
                    </a:lnTo>
                    <a:lnTo>
                      <a:pt x="377" y="5164"/>
                    </a:lnTo>
                    <a:lnTo>
                      <a:pt x="490" y="5314"/>
                    </a:lnTo>
                    <a:lnTo>
                      <a:pt x="602" y="5452"/>
                    </a:lnTo>
                    <a:lnTo>
                      <a:pt x="728" y="5577"/>
                    </a:lnTo>
                    <a:lnTo>
                      <a:pt x="841" y="5703"/>
                    </a:lnTo>
                    <a:lnTo>
                      <a:pt x="1066" y="5903"/>
                    </a:lnTo>
                    <a:lnTo>
                      <a:pt x="1254" y="6054"/>
                    </a:lnTo>
                    <a:lnTo>
                      <a:pt x="1430" y="6179"/>
                    </a:lnTo>
                    <a:lnTo>
                      <a:pt x="1593" y="6016"/>
                    </a:lnTo>
                    <a:lnTo>
                      <a:pt x="1755" y="5841"/>
                    </a:lnTo>
                    <a:lnTo>
                      <a:pt x="1931" y="5602"/>
                    </a:lnTo>
                    <a:lnTo>
                      <a:pt x="2131" y="5327"/>
                    </a:lnTo>
                    <a:lnTo>
                      <a:pt x="2219" y="5176"/>
                    </a:lnTo>
                    <a:lnTo>
                      <a:pt x="2307" y="5013"/>
                    </a:lnTo>
                    <a:lnTo>
                      <a:pt x="2382" y="4838"/>
                    </a:lnTo>
                    <a:lnTo>
                      <a:pt x="2445" y="4675"/>
                    </a:lnTo>
                    <a:lnTo>
                      <a:pt x="2495" y="4499"/>
                    </a:lnTo>
                    <a:lnTo>
                      <a:pt x="2520" y="4311"/>
                    </a:lnTo>
                    <a:lnTo>
                      <a:pt x="2533" y="4111"/>
                    </a:lnTo>
                    <a:lnTo>
                      <a:pt x="2545" y="3873"/>
                    </a:lnTo>
                    <a:lnTo>
                      <a:pt x="2545" y="3585"/>
                    </a:lnTo>
                    <a:lnTo>
                      <a:pt x="2520" y="3284"/>
                    </a:lnTo>
                    <a:lnTo>
                      <a:pt x="2495" y="2958"/>
                    </a:lnTo>
                    <a:lnTo>
                      <a:pt x="2445" y="2619"/>
                    </a:lnTo>
                    <a:lnTo>
                      <a:pt x="2382" y="2269"/>
                    </a:lnTo>
                    <a:lnTo>
                      <a:pt x="2307" y="1930"/>
                    </a:lnTo>
                    <a:lnTo>
                      <a:pt x="2194" y="1592"/>
                    </a:lnTo>
                    <a:lnTo>
                      <a:pt x="2081" y="1266"/>
                    </a:lnTo>
                    <a:lnTo>
                      <a:pt x="2006" y="1103"/>
                    </a:lnTo>
                    <a:lnTo>
                      <a:pt x="1931" y="953"/>
                    </a:lnTo>
                    <a:lnTo>
                      <a:pt x="1843" y="815"/>
                    </a:lnTo>
                    <a:lnTo>
                      <a:pt x="1755" y="677"/>
                    </a:lnTo>
                    <a:lnTo>
                      <a:pt x="1668" y="551"/>
                    </a:lnTo>
                    <a:lnTo>
                      <a:pt x="1567" y="439"/>
                    </a:lnTo>
                    <a:lnTo>
                      <a:pt x="1455" y="338"/>
                    </a:lnTo>
                    <a:lnTo>
                      <a:pt x="1342" y="238"/>
                    </a:lnTo>
                    <a:lnTo>
                      <a:pt x="1217" y="163"/>
                    </a:lnTo>
                    <a:lnTo>
                      <a:pt x="1091" y="88"/>
                    </a:lnTo>
                    <a:lnTo>
                      <a:pt x="953" y="38"/>
                    </a:lnTo>
                    <a:lnTo>
                      <a:pt x="8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6"/>
              <p:cNvSpPr/>
              <p:nvPr/>
            </p:nvSpPr>
            <p:spPr>
              <a:xfrm>
                <a:off x="5897334" y="2967540"/>
                <a:ext cx="521208" cy="229068"/>
              </a:xfrm>
              <a:custGeom>
                <a:rect b="b" l="l" r="r" t="t"/>
                <a:pathLst>
                  <a:path extrusionOk="0" h="10191" w="23188">
                    <a:moveTo>
                      <a:pt x="17472" y="1"/>
                    </a:moveTo>
                    <a:lnTo>
                      <a:pt x="17836" y="3961"/>
                    </a:lnTo>
                    <a:lnTo>
                      <a:pt x="1" y="6267"/>
                    </a:lnTo>
                    <a:lnTo>
                      <a:pt x="76" y="9714"/>
                    </a:lnTo>
                    <a:lnTo>
                      <a:pt x="978" y="9764"/>
                    </a:lnTo>
                    <a:lnTo>
                      <a:pt x="3347" y="9877"/>
                    </a:lnTo>
                    <a:lnTo>
                      <a:pt x="6719" y="10015"/>
                    </a:lnTo>
                    <a:lnTo>
                      <a:pt x="8624" y="10077"/>
                    </a:lnTo>
                    <a:lnTo>
                      <a:pt x="10604" y="10128"/>
                    </a:lnTo>
                    <a:lnTo>
                      <a:pt x="12609" y="10165"/>
                    </a:lnTo>
                    <a:lnTo>
                      <a:pt x="14552" y="10190"/>
                    </a:lnTo>
                    <a:lnTo>
                      <a:pt x="16394" y="10190"/>
                    </a:lnTo>
                    <a:lnTo>
                      <a:pt x="17259" y="10178"/>
                    </a:lnTo>
                    <a:lnTo>
                      <a:pt x="18061" y="10153"/>
                    </a:lnTo>
                    <a:lnTo>
                      <a:pt x="18826" y="10128"/>
                    </a:lnTo>
                    <a:lnTo>
                      <a:pt x="19515" y="10090"/>
                    </a:lnTo>
                    <a:lnTo>
                      <a:pt x="20142" y="10040"/>
                    </a:lnTo>
                    <a:lnTo>
                      <a:pt x="20681" y="9977"/>
                    </a:lnTo>
                    <a:lnTo>
                      <a:pt x="21132" y="9914"/>
                    </a:lnTo>
                    <a:lnTo>
                      <a:pt x="21333" y="9877"/>
                    </a:lnTo>
                    <a:lnTo>
                      <a:pt x="21495" y="9827"/>
                    </a:lnTo>
                    <a:lnTo>
                      <a:pt x="21646" y="9789"/>
                    </a:lnTo>
                    <a:lnTo>
                      <a:pt x="21759" y="9739"/>
                    </a:lnTo>
                    <a:lnTo>
                      <a:pt x="21846" y="9689"/>
                    </a:lnTo>
                    <a:lnTo>
                      <a:pt x="21909" y="9626"/>
                    </a:lnTo>
                    <a:lnTo>
                      <a:pt x="22022" y="9488"/>
                    </a:lnTo>
                    <a:lnTo>
                      <a:pt x="22122" y="9300"/>
                    </a:lnTo>
                    <a:lnTo>
                      <a:pt x="22210" y="9075"/>
                    </a:lnTo>
                    <a:lnTo>
                      <a:pt x="22298" y="8824"/>
                    </a:lnTo>
                    <a:lnTo>
                      <a:pt x="22385" y="8536"/>
                    </a:lnTo>
                    <a:lnTo>
                      <a:pt x="22461" y="8235"/>
                    </a:lnTo>
                    <a:lnTo>
                      <a:pt x="22536" y="7897"/>
                    </a:lnTo>
                    <a:lnTo>
                      <a:pt x="22598" y="7546"/>
                    </a:lnTo>
                    <a:lnTo>
                      <a:pt x="22724" y="6794"/>
                    </a:lnTo>
                    <a:lnTo>
                      <a:pt x="22824" y="5979"/>
                    </a:lnTo>
                    <a:lnTo>
                      <a:pt x="22912" y="5139"/>
                    </a:lnTo>
                    <a:lnTo>
                      <a:pt x="22987" y="4300"/>
                    </a:lnTo>
                    <a:lnTo>
                      <a:pt x="23050" y="3472"/>
                    </a:lnTo>
                    <a:lnTo>
                      <a:pt x="23087" y="2683"/>
                    </a:lnTo>
                    <a:lnTo>
                      <a:pt x="23150" y="1317"/>
                    </a:lnTo>
                    <a:lnTo>
                      <a:pt x="23175" y="352"/>
                    </a:lnTo>
                    <a:lnTo>
                      <a:pt x="23187" y="1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6"/>
              <p:cNvSpPr/>
              <p:nvPr/>
            </p:nvSpPr>
            <p:spPr>
              <a:xfrm>
                <a:off x="5566869" y="2943601"/>
                <a:ext cx="65387" cy="72984"/>
              </a:xfrm>
              <a:custGeom>
                <a:rect b="b" l="l" r="r" t="t"/>
                <a:pathLst>
                  <a:path extrusionOk="0" h="3247" w="2909">
                    <a:moveTo>
                      <a:pt x="277" y="0"/>
                    </a:moveTo>
                    <a:lnTo>
                      <a:pt x="1" y="238"/>
                    </a:lnTo>
                    <a:lnTo>
                      <a:pt x="2620" y="3246"/>
                    </a:lnTo>
                    <a:lnTo>
                      <a:pt x="2909" y="2996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6"/>
              <p:cNvSpPr/>
              <p:nvPr/>
            </p:nvSpPr>
            <p:spPr>
              <a:xfrm>
                <a:off x="5713378" y="3078264"/>
                <a:ext cx="185664" cy="117490"/>
              </a:xfrm>
              <a:custGeom>
                <a:rect b="b" l="l" r="r" t="t"/>
                <a:pathLst>
                  <a:path extrusionOk="0" h="5227" w="8260">
                    <a:moveTo>
                      <a:pt x="2908" y="0"/>
                    </a:moveTo>
                    <a:lnTo>
                      <a:pt x="2256" y="25"/>
                    </a:lnTo>
                    <a:lnTo>
                      <a:pt x="1667" y="50"/>
                    </a:lnTo>
                    <a:lnTo>
                      <a:pt x="890" y="88"/>
                    </a:lnTo>
                    <a:lnTo>
                      <a:pt x="802" y="100"/>
                    </a:lnTo>
                    <a:lnTo>
                      <a:pt x="727" y="126"/>
                    </a:lnTo>
                    <a:lnTo>
                      <a:pt x="677" y="163"/>
                    </a:lnTo>
                    <a:lnTo>
                      <a:pt x="639" y="213"/>
                    </a:lnTo>
                    <a:lnTo>
                      <a:pt x="627" y="263"/>
                    </a:lnTo>
                    <a:lnTo>
                      <a:pt x="627" y="339"/>
                    </a:lnTo>
                    <a:lnTo>
                      <a:pt x="639" y="401"/>
                    </a:lnTo>
                    <a:lnTo>
                      <a:pt x="690" y="489"/>
                    </a:lnTo>
                    <a:lnTo>
                      <a:pt x="752" y="564"/>
                    </a:lnTo>
                    <a:lnTo>
                      <a:pt x="840" y="652"/>
                    </a:lnTo>
                    <a:lnTo>
                      <a:pt x="953" y="727"/>
                    </a:lnTo>
                    <a:lnTo>
                      <a:pt x="1091" y="815"/>
                    </a:lnTo>
                    <a:lnTo>
                      <a:pt x="1254" y="903"/>
                    </a:lnTo>
                    <a:lnTo>
                      <a:pt x="1442" y="978"/>
                    </a:lnTo>
                    <a:lnTo>
                      <a:pt x="1667" y="1053"/>
                    </a:lnTo>
                    <a:lnTo>
                      <a:pt x="1905" y="1116"/>
                    </a:lnTo>
                    <a:lnTo>
                      <a:pt x="1592" y="1191"/>
                    </a:lnTo>
                    <a:lnTo>
                      <a:pt x="1279" y="1266"/>
                    </a:lnTo>
                    <a:lnTo>
                      <a:pt x="915" y="1366"/>
                    </a:lnTo>
                    <a:lnTo>
                      <a:pt x="564" y="1479"/>
                    </a:lnTo>
                    <a:lnTo>
                      <a:pt x="401" y="1554"/>
                    </a:lnTo>
                    <a:lnTo>
                      <a:pt x="251" y="1617"/>
                    </a:lnTo>
                    <a:lnTo>
                      <a:pt x="138" y="1692"/>
                    </a:lnTo>
                    <a:lnTo>
                      <a:pt x="50" y="1767"/>
                    </a:lnTo>
                    <a:lnTo>
                      <a:pt x="25" y="1805"/>
                    </a:lnTo>
                    <a:lnTo>
                      <a:pt x="0" y="1843"/>
                    </a:lnTo>
                    <a:lnTo>
                      <a:pt x="0" y="1880"/>
                    </a:lnTo>
                    <a:lnTo>
                      <a:pt x="0" y="1918"/>
                    </a:lnTo>
                    <a:lnTo>
                      <a:pt x="25" y="1993"/>
                    </a:lnTo>
                    <a:lnTo>
                      <a:pt x="63" y="2068"/>
                    </a:lnTo>
                    <a:lnTo>
                      <a:pt x="113" y="2131"/>
                    </a:lnTo>
                    <a:lnTo>
                      <a:pt x="176" y="2206"/>
                    </a:lnTo>
                    <a:lnTo>
                      <a:pt x="314" y="2319"/>
                    </a:lnTo>
                    <a:lnTo>
                      <a:pt x="464" y="2419"/>
                    </a:lnTo>
                    <a:lnTo>
                      <a:pt x="602" y="2507"/>
                    </a:lnTo>
                    <a:lnTo>
                      <a:pt x="727" y="2570"/>
                    </a:lnTo>
                    <a:lnTo>
                      <a:pt x="853" y="2620"/>
                    </a:lnTo>
                    <a:lnTo>
                      <a:pt x="840" y="2770"/>
                    </a:lnTo>
                    <a:lnTo>
                      <a:pt x="853" y="2933"/>
                    </a:lnTo>
                    <a:lnTo>
                      <a:pt x="865" y="3021"/>
                    </a:lnTo>
                    <a:lnTo>
                      <a:pt x="890" y="3121"/>
                    </a:lnTo>
                    <a:lnTo>
                      <a:pt x="915" y="3209"/>
                    </a:lnTo>
                    <a:lnTo>
                      <a:pt x="953" y="3309"/>
                    </a:lnTo>
                    <a:lnTo>
                      <a:pt x="1003" y="3384"/>
                    </a:lnTo>
                    <a:lnTo>
                      <a:pt x="1078" y="3472"/>
                    </a:lnTo>
                    <a:lnTo>
                      <a:pt x="1153" y="3535"/>
                    </a:lnTo>
                    <a:lnTo>
                      <a:pt x="1254" y="3585"/>
                    </a:lnTo>
                    <a:lnTo>
                      <a:pt x="1379" y="3622"/>
                    </a:lnTo>
                    <a:lnTo>
                      <a:pt x="1517" y="3647"/>
                    </a:lnTo>
                    <a:lnTo>
                      <a:pt x="1504" y="3735"/>
                    </a:lnTo>
                    <a:lnTo>
                      <a:pt x="1492" y="3936"/>
                    </a:lnTo>
                    <a:lnTo>
                      <a:pt x="1504" y="4048"/>
                    </a:lnTo>
                    <a:lnTo>
                      <a:pt x="1529" y="4174"/>
                    </a:lnTo>
                    <a:lnTo>
                      <a:pt x="1554" y="4274"/>
                    </a:lnTo>
                    <a:lnTo>
                      <a:pt x="1579" y="4324"/>
                    </a:lnTo>
                    <a:lnTo>
                      <a:pt x="1617" y="4362"/>
                    </a:lnTo>
                    <a:lnTo>
                      <a:pt x="1680" y="4412"/>
                    </a:lnTo>
                    <a:lnTo>
                      <a:pt x="1805" y="4487"/>
                    </a:lnTo>
                    <a:lnTo>
                      <a:pt x="1981" y="4562"/>
                    </a:lnTo>
                    <a:lnTo>
                      <a:pt x="2219" y="4663"/>
                    </a:lnTo>
                    <a:lnTo>
                      <a:pt x="2507" y="4775"/>
                    </a:lnTo>
                    <a:lnTo>
                      <a:pt x="2833" y="4876"/>
                    </a:lnTo>
                    <a:lnTo>
                      <a:pt x="3221" y="4976"/>
                    </a:lnTo>
                    <a:lnTo>
                      <a:pt x="3635" y="5076"/>
                    </a:lnTo>
                    <a:lnTo>
                      <a:pt x="4099" y="5151"/>
                    </a:lnTo>
                    <a:lnTo>
                      <a:pt x="4600" y="5202"/>
                    </a:lnTo>
                    <a:lnTo>
                      <a:pt x="4863" y="5214"/>
                    </a:lnTo>
                    <a:lnTo>
                      <a:pt x="5139" y="5227"/>
                    </a:lnTo>
                    <a:lnTo>
                      <a:pt x="5716" y="5227"/>
                    </a:lnTo>
                    <a:lnTo>
                      <a:pt x="6004" y="5214"/>
                    </a:lnTo>
                    <a:lnTo>
                      <a:pt x="6305" y="5189"/>
                    </a:lnTo>
                    <a:lnTo>
                      <a:pt x="6618" y="5151"/>
                    </a:lnTo>
                    <a:lnTo>
                      <a:pt x="6931" y="5101"/>
                    </a:lnTo>
                    <a:lnTo>
                      <a:pt x="7257" y="5051"/>
                    </a:lnTo>
                    <a:lnTo>
                      <a:pt x="7583" y="4976"/>
                    </a:lnTo>
                    <a:lnTo>
                      <a:pt x="7921" y="4888"/>
                    </a:lnTo>
                    <a:lnTo>
                      <a:pt x="8260" y="4788"/>
                    </a:lnTo>
                    <a:lnTo>
                      <a:pt x="8185" y="1341"/>
                    </a:lnTo>
                    <a:lnTo>
                      <a:pt x="7834" y="1191"/>
                    </a:lnTo>
                    <a:lnTo>
                      <a:pt x="6969" y="827"/>
                    </a:lnTo>
                    <a:lnTo>
                      <a:pt x="6455" y="614"/>
                    </a:lnTo>
                    <a:lnTo>
                      <a:pt x="5941" y="414"/>
                    </a:lnTo>
                    <a:lnTo>
                      <a:pt x="5465" y="238"/>
                    </a:lnTo>
                    <a:lnTo>
                      <a:pt x="5076" y="113"/>
                    </a:lnTo>
                    <a:lnTo>
                      <a:pt x="4913" y="75"/>
                    </a:lnTo>
                    <a:lnTo>
                      <a:pt x="4713" y="50"/>
                    </a:lnTo>
                    <a:lnTo>
                      <a:pt x="4462" y="25"/>
                    </a:lnTo>
                    <a:lnTo>
                      <a:pt x="4186" y="13"/>
                    </a:lnTo>
                    <a:lnTo>
                      <a:pt x="3572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6"/>
              <p:cNvSpPr/>
              <p:nvPr/>
            </p:nvSpPr>
            <p:spPr>
              <a:xfrm>
                <a:off x="5710276" y="2675692"/>
                <a:ext cx="12970" cy="270741"/>
              </a:xfrm>
              <a:custGeom>
                <a:rect b="b" l="l" r="r" t="t"/>
                <a:pathLst>
                  <a:path extrusionOk="0" h="12045" w="577">
                    <a:moveTo>
                      <a:pt x="289" y="0"/>
                    </a:moveTo>
                    <a:lnTo>
                      <a:pt x="0" y="12032"/>
                    </a:lnTo>
                    <a:lnTo>
                      <a:pt x="289" y="12045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6"/>
              <p:cNvSpPr/>
              <p:nvPr/>
            </p:nvSpPr>
            <p:spPr>
              <a:xfrm>
                <a:off x="6251467" y="2683559"/>
                <a:ext cx="41988" cy="284295"/>
              </a:xfrm>
              <a:custGeom>
                <a:rect b="b" l="l" r="r" t="t"/>
                <a:pathLst>
                  <a:path extrusionOk="0" h="12648" w="1868">
                    <a:moveTo>
                      <a:pt x="276" y="1"/>
                    </a:moveTo>
                    <a:lnTo>
                      <a:pt x="0" y="39"/>
                    </a:lnTo>
                    <a:lnTo>
                      <a:pt x="1579" y="12647"/>
                    </a:lnTo>
                    <a:lnTo>
                      <a:pt x="1868" y="12610"/>
                    </a:lnTo>
                    <a:lnTo>
                      <a:pt x="27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6"/>
              <p:cNvSpPr/>
              <p:nvPr/>
            </p:nvSpPr>
            <p:spPr>
              <a:xfrm>
                <a:off x="5702386" y="3404210"/>
                <a:ext cx="633618" cy="64803"/>
              </a:xfrm>
              <a:custGeom>
                <a:rect b="b" l="l" r="r" t="t"/>
                <a:pathLst>
                  <a:path extrusionOk="0" h="2883" w="28189">
                    <a:moveTo>
                      <a:pt x="27875" y="0"/>
                    </a:moveTo>
                    <a:lnTo>
                      <a:pt x="63" y="238"/>
                    </a:lnTo>
                    <a:lnTo>
                      <a:pt x="0" y="2883"/>
                    </a:lnTo>
                    <a:lnTo>
                      <a:pt x="28188" y="2883"/>
                    </a:lnTo>
                    <a:lnTo>
                      <a:pt x="2787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6"/>
              <p:cNvSpPr/>
              <p:nvPr/>
            </p:nvSpPr>
            <p:spPr>
              <a:xfrm>
                <a:off x="6297658" y="3051786"/>
                <a:ext cx="57205" cy="28187"/>
              </a:xfrm>
              <a:custGeom>
                <a:rect b="b" l="l" r="r" t="t"/>
                <a:pathLst>
                  <a:path extrusionOk="0" h="1254" w="2545">
                    <a:moveTo>
                      <a:pt x="314" y="0"/>
                    </a:moveTo>
                    <a:lnTo>
                      <a:pt x="88" y="13"/>
                    </a:lnTo>
                    <a:lnTo>
                      <a:pt x="1" y="25"/>
                    </a:lnTo>
                    <a:lnTo>
                      <a:pt x="51" y="401"/>
                    </a:lnTo>
                    <a:lnTo>
                      <a:pt x="126" y="389"/>
                    </a:lnTo>
                    <a:lnTo>
                      <a:pt x="326" y="376"/>
                    </a:lnTo>
                    <a:lnTo>
                      <a:pt x="615" y="389"/>
                    </a:lnTo>
                    <a:lnTo>
                      <a:pt x="778" y="401"/>
                    </a:lnTo>
                    <a:lnTo>
                      <a:pt x="953" y="426"/>
                    </a:lnTo>
                    <a:lnTo>
                      <a:pt x="1141" y="464"/>
                    </a:lnTo>
                    <a:lnTo>
                      <a:pt x="1317" y="514"/>
                    </a:lnTo>
                    <a:lnTo>
                      <a:pt x="1505" y="577"/>
                    </a:lnTo>
                    <a:lnTo>
                      <a:pt x="1668" y="664"/>
                    </a:lnTo>
                    <a:lnTo>
                      <a:pt x="1831" y="777"/>
                    </a:lnTo>
                    <a:lnTo>
                      <a:pt x="1906" y="840"/>
                    </a:lnTo>
                    <a:lnTo>
                      <a:pt x="1981" y="902"/>
                    </a:lnTo>
                    <a:lnTo>
                      <a:pt x="2044" y="978"/>
                    </a:lnTo>
                    <a:lnTo>
                      <a:pt x="2094" y="1065"/>
                    </a:lnTo>
                    <a:lnTo>
                      <a:pt x="2144" y="1153"/>
                    </a:lnTo>
                    <a:lnTo>
                      <a:pt x="2194" y="1253"/>
                    </a:lnTo>
                    <a:lnTo>
                      <a:pt x="2545" y="1103"/>
                    </a:lnTo>
                    <a:lnTo>
                      <a:pt x="2495" y="1003"/>
                    </a:lnTo>
                    <a:lnTo>
                      <a:pt x="2445" y="902"/>
                    </a:lnTo>
                    <a:lnTo>
                      <a:pt x="2382" y="815"/>
                    </a:lnTo>
                    <a:lnTo>
                      <a:pt x="2319" y="727"/>
                    </a:lnTo>
                    <a:lnTo>
                      <a:pt x="2244" y="639"/>
                    </a:lnTo>
                    <a:lnTo>
                      <a:pt x="2156" y="564"/>
                    </a:lnTo>
                    <a:lnTo>
                      <a:pt x="2069" y="489"/>
                    </a:lnTo>
                    <a:lnTo>
                      <a:pt x="1981" y="414"/>
                    </a:lnTo>
                    <a:lnTo>
                      <a:pt x="1780" y="288"/>
                    </a:lnTo>
                    <a:lnTo>
                      <a:pt x="1555" y="188"/>
                    </a:lnTo>
                    <a:lnTo>
                      <a:pt x="1304" y="113"/>
                    </a:lnTo>
                    <a:lnTo>
                      <a:pt x="1041" y="50"/>
                    </a:lnTo>
                    <a:lnTo>
                      <a:pt x="840" y="25"/>
                    </a:lnTo>
                    <a:lnTo>
                      <a:pt x="640" y="13"/>
                    </a:lnTo>
                    <a:lnTo>
                      <a:pt x="47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6"/>
              <p:cNvSpPr/>
              <p:nvPr/>
            </p:nvSpPr>
            <p:spPr>
              <a:xfrm>
                <a:off x="6044112" y="2276492"/>
                <a:ext cx="59475" cy="60869"/>
              </a:xfrm>
              <a:custGeom>
                <a:rect b="b" l="l" r="r" t="t"/>
                <a:pathLst>
                  <a:path extrusionOk="0" h="2708" w="2646">
                    <a:moveTo>
                      <a:pt x="1329" y="0"/>
                    </a:moveTo>
                    <a:lnTo>
                      <a:pt x="1103" y="13"/>
                    </a:lnTo>
                    <a:lnTo>
                      <a:pt x="890" y="38"/>
                    </a:lnTo>
                    <a:lnTo>
                      <a:pt x="527" y="101"/>
                    </a:lnTo>
                    <a:lnTo>
                      <a:pt x="264" y="163"/>
                    </a:lnTo>
                    <a:lnTo>
                      <a:pt x="163" y="188"/>
                    </a:lnTo>
                    <a:lnTo>
                      <a:pt x="1" y="2632"/>
                    </a:lnTo>
                    <a:lnTo>
                      <a:pt x="163" y="2670"/>
                    </a:lnTo>
                    <a:lnTo>
                      <a:pt x="326" y="2695"/>
                    </a:lnTo>
                    <a:lnTo>
                      <a:pt x="489" y="2707"/>
                    </a:lnTo>
                    <a:lnTo>
                      <a:pt x="790" y="2707"/>
                    </a:lnTo>
                    <a:lnTo>
                      <a:pt x="928" y="2695"/>
                    </a:lnTo>
                    <a:lnTo>
                      <a:pt x="1066" y="2682"/>
                    </a:lnTo>
                    <a:lnTo>
                      <a:pt x="1204" y="2657"/>
                    </a:lnTo>
                    <a:lnTo>
                      <a:pt x="1329" y="2632"/>
                    </a:lnTo>
                    <a:lnTo>
                      <a:pt x="1442" y="2595"/>
                    </a:lnTo>
                    <a:lnTo>
                      <a:pt x="1567" y="2557"/>
                    </a:lnTo>
                    <a:lnTo>
                      <a:pt x="1680" y="2507"/>
                    </a:lnTo>
                    <a:lnTo>
                      <a:pt x="1881" y="2394"/>
                    </a:lnTo>
                    <a:lnTo>
                      <a:pt x="2056" y="2269"/>
                    </a:lnTo>
                    <a:lnTo>
                      <a:pt x="2219" y="2106"/>
                    </a:lnTo>
                    <a:lnTo>
                      <a:pt x="2344" y="1943"/>
                    </a:lnTo>
                    <a:lnTo>
                      <a:pt x="2457" y="1767"/>
                    </a:lnTo>
                    <a:lnTo>
                      <a:pt x="2545" y="1567"/>
                    </a:lnTo>
                    <a:lnTo>
                      <a:pt x="2607" y="1366"/>
                    </a:lnTo>
                    <a:lnTo>
                      <a:pt x="2633" y="1153"/>
                    </a:lnTo>
                    <a:lnTo>
                      <a:pt x="2645" y="940"/>
                    </a:lnTo>
                    <a:lnTo>
                      <a:pt x="2620" y="715"/>
                    </a:lnTo>
                    <a:lnTo>
                      <a:pt x="2607" y="614"/>
                    </a:lnTo>
                    <a:lnTo>
                      <a:pt x="2570" y="514"/>
                    </a:lnTo>
                    <a:lnTo>
                      <a:pt x="2520" y="426"/>
                    </a:lnTo>
                    <a:lnTo>
                      <a:pt x="2470" y="351"/>
                    </a:lnTo>
                    <a:lnTo>
                      <a:pt x="2407" y="289"/>
                    </a:lnTo>
                    <a:lnTo>
                      <a:pt x="2332" y="226"/>
                    </a:lnTo>
                    <a:lnTo>
                      <a:pt x="2257" y="176"/>
                    </a:lnTo>
                    <a:lnTo>
                      <a:pt x="2169" y="138"/>
                    </a:lnTo>
                    <a:lnTo>
                      <a:pt x="2069" y="101"/>
                    </a:lnTo>
                    <a:lnTo>
                      <a:pt x="1968" y="63"/>
                    </a:lnTo>
                    <a:lnTo>
                      <a:pt x="1768" y="25"/>
                    </a:lnTo>
                    <a:lnTo>
                      <a:pt x="1542" y="13"/>
                    </a:lnTo>
                    <a:lnTo>
                      <a:pt x="1329" y="0"/>
                    </a:lnTo>
                    <a:close/>
                  </a:path>
                </a:pathLst>
              </a:custGeom>
              <a:solidFill>
                <a:srgbClr val="F2907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16"/>
              <p:cNvSpPr/>
              <p:nvPr/>
            </p:nvSpPr>
            <p:spPr>
              <a:xfrm>
                <a:off x="6280755" y="2743866"/>
                <a:ext cx="39470" cy="152982"/>
              </a:xfrm>
              <a:custGeom>
                <a:rect b="b" l="l" r="r" t="t"/>
                <a:pathLst>
                  <a:path extrusionOk="0" h="6806" w="1756">
                    <a:moveTo>
                      <a:pt x="1467" y="0"/>
                    </a:moveTo>
                    <a:lnTo>
                      <a:pt x="1454" y="163"/>
                    </a:lnTo>
                    <a:lnTo>
                      <a:pt x="1417" y="614"/>
                    </a:lnTo>
                    <a:lnTo>
                      <a:pt x="1329" y="1304"/>
                    </a:lnTo>
                    <a:lnTo>
                      <a:pt x="1191" y="2181"/>
                    </a:lnTo>
                    <a:lnTo>
                      <a:pt x="1104" y="2682"/>
                    </a:lnTo>
                    <a:lnTo>
                      <a:pt x="1003" y="3209"/>
                    </a:lnTo>
                    <a:lnTo>
                      <a:pt x="890" y="3760"/>
                    </a:lnTo>
                    <a:lnTo>
                      <a:pt x="753" y="4337"/>
                    </a:lnTo>
                    <a:lnTo>
                      <a:pt x="590" y="4913"/>
                    </a:lnTo>
                    <a:lnTo>
                      <a:pt x="414" y="5515"/>
                    </a:lnTo>
                    <a:lnTo>
                      <a:pt x="214" y="6104"/>
                    </a:lnTo>
                    <a:lnTo>
                      <a:pt x="1" y="6705"/>
                    </a:lnTo>
                    <a:lnTo>
                      <a:pt x="264" y="6806"/>
                    </a:lnTo>
                    <a:lnTo>
                      <a:pt x="489" y="6204"/>
                    </a:lnTo>
                    <a:lnTo>
                      <a:pt x="677" y="5603"/>
                    </a:lnTo>
                    <a:lnTo>
                      <a:pt x="865" y="5001"/>
                    </a:lnTo>
                    <a:lnTo>
                      <a:pt x="1016" y="4412"/>
                    </a:lnTo>
                    <a:lnTo>
                      <a:pt x="1154" y="3823"/>
                    </a:lnTo>
                    <a:lnTo>
                      <a:pt x="1279" y="3271"/>
                    </a:lnTo>
                    <a:lnTo>
                      <a:pt x="1392" y="2732"/>
                    </a:lnTo>
                    <a:lnTo>
                      <a:pt x="1480" y="2231"/>
                    </a:lnTo>
                    <a:lnTo>
                      <a:pt x="1555" y="1767"/>
                    </a:lnTo>
                    <a:lnTo>
                      <a:pt x="1605" y="1341"/>
                    </a:lnTo>
                    <a:lnTo>
                      <a:pt x="1693" y="639"/>
                    </a:lnTo>
                    <a:lnTo>
                      <a:pt x="1743" y="188"/>
                    </a:lnTo>
                    <a:lnTo>
                      <a:pt x="1755" y="13"/>
                    </a:lnTo>
                    <a:lnTo>
                      <a:pt x="14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6"/>
              <p:cNvSpPr/>
              <p:nvPr/>
            </p:nvSpPr>
            <p:spPr>
              <a:xfrm>
                <a:off x="5649991" y="2772300"/>
                <a:ext cx="69321" cy="97800"/>
              </a:xfrm>
              <a:custGeom>
                <a:rect b="b" l="l" r="r" t="t"/>
                <a:pathLst>
                  <a:path extrusionOk="0" h="4351" w="3084">
                    <a:moveTo>
                      <a:pt x="251" y="1"/>
                    </a:moveTo>
                    <a:lnTo>
                      <a:pt x="0" y="151"/>
                    </a:lnTo>
                    <a:lnTo>
                      <a:pt x="301" y="628"/>
                    </a:lnTo>
                    <a:lnTo>
                      <a:pt x="1003" y="1731"/>
                    </a:lnTo>
                    <a:lnTo>
                      <a:pt x="1454" y="2407"/>
                    </a:lnTo>
                    <a:lnTo>
                      <a:pt x="1930" y="3109"/>
                    </a:lnTo>
                    <a:lnTo>
                      <a:pt x="2407" y="3774"/>
                    </a:lnTo>
                    <a:lnTo>
                      <a:pt x="2632" y="4074"/>
                    </a:lnTo>
                    <a:lnTo>
                      <a:pt x="2858" y="4350"/>
                    </a:lnTo>
                    <a:lnTo>
                      <a:pt x="3083" y="4175"/>
                    </a:lnTo>
                    <a:lnTo>
                      <a:pt x="2858" y="3899"/>
                    </a:lnTo>
                    <a:lnTo>
                      <a:pt x="2632" y="3598"/>
                    </a:lnTo>
                    <a:lnTo>
                      <a:pt x="2156" y="2934"/>
                    </a:lnTo>
                    <a:lnTo>
                      <a:pt x="1680" y="2244"/>
                    </a:lnTo>
                    <a:lnTo>
                      <a:pt x="1241" y="1580"/>
                    </a:lnTo>
                    <a:lnTo>
                      <a:pt x="539" y="477"/>
                    </a:lnTo>
                    <a:lnTo>
                      <a:pt x="25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6"/>
              <p:cNvSpPr/>
              <p:nvPr/>
            </p:nvSpPr>
            <p:spPr>
              <a:xfrm>
                <a:off x="5597596" y="2853736"/>
                <a:ext cx="57205" cy="44528"/>
              </a:xfrm>
              <a:custGeom>
                <a:rect b="b" l="l" r="r" t="t"/>
                <a:pathLst>
                  <a:path extrusionOk="0" h="1981" w="2545">
                    <a:moveTo>
                      <a:pt x="163" y="0"/>
                    </a:moveTo>
                    <a:lnTo>
                      <a:pt x="0" y="226"/>
                    </a:lnTo>
                    <a:lnTo>
                      <a:pt x="827" y="827"/>
                    </a:lnTo>
                    <a:lnTo>
                      <a:pt x="1592" y="1391"/>
                    </a:lnTo>
                    <a:lnTo>
                      <a:pt x="2369" y="1980"/>
                    </a:lnTo>
                    <a:lnTo>
                      <a:pt x="2544" y="1755"/>
                    </a:lnTo>
                    <a:lnTo>
                      <a:pt x="1755" y="1166"/>
                    </a:lnTo>
                    <a:lnTo>
                      <a:pt x="990" y="602"/>
                    </a:ln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6"/>
              <p:cNvSpPr/>
              <p:nvPr/>
            </p:nvSpPr>
            <p:spPr>
              <a:xfrm>
                <a:off x="5530815" y="3468990"/>
                <a:ext cx="840681" cy="1060421"/>
              </a:xfrm>
              <a:custGeom>
                <a:rect b="b" l="l" r="r" t="t"/>
                <a:pathLst>
                  <a:path extrusionOk="0" h="47177" w="37401">
                    <a:moveTo>
                      <a:pt x="35821" y="1"/>
                    </a:moveTo>
                    <a:lnTo>
                      <a:pt x="31359" y="490"/>
                    </a:lnTo>
                    <a:lnTo>
                      <a:pt x="26659" y="1004"/>
                    </a:lnTo>
                    <a:lnTo>
                      <a:pt x="21094" y="1618"/>
                    </a:lnTo>
                    <a:lnTo>
                      <a:pt x="15229" y="2270"/>
                    </a:lnTo>
                    <a:lnTo>
                      <a:pt x="9664" y="2909"/>
                    </a:lnTo>
                    <a:lnTo>
                      <a:pt x="7170" y="3210"/>
                    </a:lnTo>
                    <a:lnTo>
                      <a:pt x="4976" y="3473"/>
                    </a:lnTo>
                    <a:lnTo>
                      <a:pt x="3146" y="3711"/>
                    </a:lnTo>
                    <a:lnTo>
                      <a:pt x="1743" y="3911"/>
                    </a:lnTo>
                    <a:lnTo>
                      <a:pt x="1605" y="3936"/>
                    </a:lnTo>
                    <a:lnTo>
                      <a:pt x="1467" y="3974"/>
                    </a:lnTo>
                    <a:lnTo>
                      <a:pt x="1342" y="4037"/>
                    </a:lnTo>
                    <a:lnTo>
                      <a:pt x="1216" y="4112"/>
                    </a:lnTo>
                    <a:lnTo>
                      <a:pt x="1104" y="4200"/>
                    </a:lnTo>
                    <a:lnTo>
                      <a:pt x="991" y="4300"/>
                    </a:lnTo>
                    <a:lnTo>
                      <a:pt x="890" y="4413"/>
                    </a:lnTo>
                    <a:lnTo>
                      <a:pt x="790" y="4538"/>
                    </a:lnTo>
                    <a:lnTo>
                      <a:pt x="702" y="4688"/>
                    </a:lnTo>
                    <a:lnTo>
                      <a:pt x="615" y="4839"/>
                    </a:lnTo>
                    <a:lnTo>
                      <a:pt x="540" y="5002"/>
                    </a:lnTo>
                    <a:lnTo>
                      <a:pt x="464" y="5190"/>
                    </a:lnTo>
                    <a:lnTo>
                      <a:pt x="402" y="5378"/>
                    </a:lnTo>
                    <a:lnTo>
                      <a:pt x="339" y="5578"/>
                    </a:lnTo>
                    <a:lnTo>
                      <a:pt x="276" y="5804"/>
                    </a:lnTo>
                    <a:lnTo>
                      <a:pt x="226" y="6030"/>
                    </a:lnTo>
                    <a:lnTo>
                      <a:pt x="151" y="6518"/>
                    </a:lnTo>
                    <a:lnTo>
                      <a:pt x="76" y="7045"/>
                    </a:lnTo>
                    <a:lnTo>
                      <a:pt x="38" y="7621"/>
                    </a:lnTo>
                    <a:lnTo>
                      <a:pt x="13" y="8235"/>
                    </a:lnTo>
                    <a:lnTo>
                      <a:pt x="1" y="8887"/>
                    </a:lnTo>
                    <a:lnTo>
                      <a:pt x="13" y="9576"/>
                    </a:lnTo>
                    <a:lnTo>
                      <a:pt x="38" y="10303"/>
                    </a:lnTo>
                    <a:lnTo>
                      <a:pt x="88" y="11055"/>
                    </a:lnTo>
                    <a:lnTo>
                      <a:pt x="151" y="11832"/>
                    </a:lnTo>
                    <a:lnTo>
                      <a:pt x="214" y="12647"/>
                    </a:lnTo>
                    <a:lnTo>
                      <a:pt x="314" y="13487"/>
                    </a:lnTo>
                    <a:lnTo>
                      <a:pt x="414" y="14352"/>
                    </a:lnTo>
                    <a:lnTo>
                      <a:pt x="527" y="15229"/>
                    </a:lnTo>
                    <a:lnTo>
                      <a:pt x="652" y="16131"/>
                    </a:lnTo>
                    <a:lnTo>
                      <a:pt x="790" y="17059"/>
                    </a:lnTo>
                    <a:lnTo>
                      <a:pt x="941" y="17999"/>
                    </a:lnTo>
                    <a:lnTo>
                      <a:pt x="1279" y="19916"/>
                    </a:lnTo>
                    <a:lnTo>
                      <a:pt x="1642" y="21884"/>
                    </a:lnTo>
                    <a:lnTo>
                      <a:pt x="2031" y="23877"/>
                    </a:lnTo>
                    <a:lnTo>
                      <a:pt x="2457" y="25882"/>
                    </a:lnTo>
                    <a:lnTo>
                      <a:pt x="2883" y="27888"/>
                    </a:lnTo>
                    <a:lnTo>
                      <a:pt x="3334" y="29868"/>
                    </a:lnTo>
                    <a:lnTo>
                      <a:pt x="3786" y="31823"/>
                    </a:lnTo>
                    <a:lnTo>
                      <a:pt x="4249" y="33728"/>
                    </a:lnTo>
                    <a:lnTo>
                      <a:pt x="4701" y="35571"/>
                    </a:lnTo>
                    <a:lnTo>
                      <a:pt x="5139" y="37325"/>
                    </a:lnTo>
                    <a:lnTo>
                      <a:pt x="5565" y="38992"/>
                    </a:lnTo>
                    <a:lnTo>
                      <a:pt x="5979" y="40546"/>
                    </a:lnTo>
                    <a:lnTo>
                      <a:pt x="6693" y="43266"/>
                    </a:lnTo>
                    <a:lnTo>
                      <a:pt x="7270" y="45359"/>
                    </a:lnTo>
                    <a:lnTo>
                      <a:pt x="7784" y="47177"/>
                    </a:lnTo>
                    <a:lnTo>
                      <a:pt x="14903" y="45948"/>
                    </a:lnTo>
                    <a:lnTo>
                      <a:pt x="11594" y="16019"/>
                    </a:lnTo>
                    <a:lnTo>
                      <a:pt x="14765" y="15931"/>
                    </a:lnTo>
                    <a:lnTo>
                      <a:pt x="21909" y="15768"/>
                    </a:lnTo>
                    <a:lnTo>
                      <a:pt x="25895" y="15693"/>
                    </a:lnTo>
                    <a:lnTo>
                      <a:pt x="29567" y="15630"/>
                    </a:lnTo>
                    <a:lnTo>
                      <a:pt x="32500" y="15592"/>
                    </a:lnTo>
                    <a:lnTo>
                      <a:pt x="33540" y="15592"/>
                    </a:lnTo>
                    <a:lnTo>
                      <a:pt x="34242" y="15605"/>
                    </a:lnTo>
                    <a:lnTo>
                      <a:pt x="34518" y="15605"/>
                    </a:lnTo>
                    <a:lnTo>
                      <a:pt x="34768" y="15580"/>
                    </a:lnTo>
                    <a:lnTo>
                      <a:pt x="35019" y="15530"/>
                    </a:lnTo>
                    <a:lnTo>
                      <a:pt x="35245" y="15467"/>
                    </a:lnTo>
                    <a:lnTo>
                      <a:pt x="35470" y="15379"/>
                    </a:lnTo>
                    <a:lnTo>
                      <a:pt x="35671" y="15267"/>
                    </a:lnTo>
                    <a:lnTo>
                      <a:pt x="35859" y="15141"/>
                    </a:lnTo>
                    <a:lnTo>
                      <a:pt x="36047" y="15003"/>
                    </a:lnTo>
                    <a:lnTo>
                      <a:pt x="36210" y="14840"/>
                    </a:lnTo>
                    <a:lnTo>
                      <a:pt x="36360" y="14652"/>
                    </a:lnTo>
                    <a:lnTo>
                      <a:pt x="36498" y="14464"/>
                    </a:lnTo>
                    <a:lnTo>
                      <a:pt x="36623" y="14251"/>
                    </a:lnTo>
                    <a:lnTo>
                      <a:pt x="36749" y="14026"/>
                    </a:lnTo>
                    <a:lnTo>
                      <a:pt x="36849" y="13775"/>
                    </a:lnTo>
                    <a:lnTo>
                      <a:pt x="36949" y="13524"/>
                    </a:lnTo>
                    <a:lnTo>
                      <a:pt x="37037" y="13261"/>
                    </a:lnTo>
                    <a:lnTo>
                      <a:pt x="37112" y="12986"/>
                    </a:lnTo>
                    <a:lnTo>
                      <a:pt x="37175" y="12697"/>
                    </a:lnTo>
                    <a:lnTo>
                      <a:pt x="37237" y="12396"/>
                    </a:lnTo>
                    <a:lnTo>
                      <a:pt x="37288" y="12083"/>
                    </a:lnTo>
                    <a:lnTo>
                      <a:pt x="37325" y="11770"/>
                    </a:lnTo>
                    <a:lnTo>
                      <a:pt x="37350" y="11444"/>
                    </a:lnTo>
                    <a:lnTo>
                      <a:pt x="37375" y="11106"/>
                    </a:lnTo>
                    <a:lnTo>
                      <a:pt x="37400" y="10767"/>
                    </a:lnTo>
                    <a:lnTo>
                      <a:pt x="37400" y="10065"/>
                    </a:lnTo>
                    <a:lnTo>
                      <a:pt x="37388" y="9351"/>
                    </a:lnTo>
                    <a:lnTo>
                      <a:pt x="37350" y="8624"/>
                    </a:lnTo>
                    <a:lnTo>
                      <a:pt x="37300" y="7884"/>
                    </a:lnTo>
                    <a:lnTo>
                      <a:pt x="37225" y="7145"/>
                    </a:lnTo>
                    <a:lnTo>
                      <a:pt x="37125" y="6418"/>
                    </a:lnTo>
                    <a:lnTo>
                      <a:pt x="37024" y="5704"/>
                    </a:lnTo>
                    <a:lnTo>
                      <a:pt x="36912" y="5002"/>
                    </a:lnTo>
                    <a:lnTo>
                      <a:pt x="36786" y="4312"/>
                    </a:lnTo>
                    <a:lnTo>
                      <a:pt x="36673" y="3661"/>
                    </a:lnTo>
                    <a:lnTo>
                      <a:pt x="36423" y="2470"/>
                    </a:lnTo>
                    <a:lnTo>
                      <a:pt x="36185" y="1467"/>
                    </a:lnTo>
                    <a:lnTo>
                      <a:pt x="35997" y="678"/>
                    </a:lnTo>
                    <a:lnTo>
                      <a:pt x="35821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6"/>
              <p:cNvSpPr/>
              <p:nvPr/>
            </p:nvSpPr>
            <p:spPr>
              <a:xfrm>
                <a:off x="6229776" y="3467305"/>
                <a:ext cx="92427" cy="173571"/>
              </a:xfrm>
              <a:custGeom>
                <a:rect b="b" l="l" r="r" t="t"/>
                <a:pathLst>
                  <a:path extrusionOk="0" h="7722" w="4112">
                    <a:moveTo>
                      <a:pt x="414" y="1"/>
                    </a:moveTo>
                    <a:lnTo>
                      <a:pt x="313" y="715"/>
                    </a:lnTo>
                    <a:lnTo>
                      <a:pt x="226" y="1405"/>
                    </a:lnTo>
                    <a:lnTo>
                      <a:pt x="125" y="2207"/>
                    </a:lnTo>
                    <a:lnTo>
                      <a:pt x="50" y="3059"/>
                    </a:lnTo>
                    <a:lnTo>
                      <a:pt x="25" y="3473"/>
                    </a:lnTo>
                    <a:lnTo>
                      <a:pt x="13" y="3874"/>
                    </a:lnTo>
                    <a:lnTo>
                      <a:pt x="0" y="4250"/>
                    </a:lnTo>
                    <a:lnTo>
                      <a:pt x="13" y="4588"/>
                    </a:lnTo>
                    <a:lnTo>
                      <a:pt x="50" y="4876"/>
                    </a:lnTo>
                    <a:lnTo>
                      <a:pt x="63" y="5002"/>
                    </a:lnTo>
                    <a:lnTo>
                      <a:pt x="88" y="5114"/>
                    </a:lnTo>
                    <a:lnTo>
                      <a:pt x="125" y="5240"/>
                    </a:lnTo>
                    <a:lnTo>
                      <a:pt x="176" y="5365"/>
                    </a:lnTo>
                    <a:lnTo>
                      <a:pt x="288" y="5603"/>
                    </a:lnTo>
                    <a:lnTo>
                      <a:pt x="426" y="5841"/>
                    </a:lnTo>
                    <a:lnTo>
                      <a:pt x="589" y="6067"/>
                    </a:lnTo>
                    <a:lnTo>
                      <a:pt x="777" y="6293"/>
                    </a:lnTo>
                    <a:lnTo>
                      <a:pt x="965" y="6493"/>
                    </a:lnTo>
                    <a:lnTo>
                      <a:pt x="1178" y="6706"/>
                    </a:lnTo>
                    <a:lnTo>
                      <a:pt x="1379" y="6894"/>
                    </a:lnTo>
                    <a:lnTo>
                      <a:pt x="1592" y="7057"/>
                    </a:lnTo>
                    <a:lnTo>
                      <a:pt x="1792" y="7220"/>
                    </a:lnTo>
                    <a:lnTo>
                      <a:pt x="1993" y="7358"/>
                    </a:lnTo>
                    <a:lnTo>
                      <a:pt x="2181" y="7483"/>
                    </a:lnTo>
                    <a:lnTo>
                      <a:pt x="2344" y="7571"/>
                    </a:lnTo>
                    <a:lnTo>
                      <a:pt x="2482" y="7646"/>
                    </a:lnTo>
                    <a:lnTo>
                      <a:pt x="2607" y="7696"/>
                    </a:lnTo>
                    <a:lnTo>
                      <a:pt x="2695" y="7721"/>
                    </a:lnTo>
                    <a:lnTo>
                      <a:pt x="2707" y="7721"/>
                    </a:lnTo>
                    <a:lnTo>
                      <a:pt x="2782" y="7709"/>
                    </a:lnTo>
                    <a:lnTo>
                      <a:pt x="2820" y="7684"/>
                    </a:lnTo>
                    <a:lnTo>
                      <a:pt x="2845" y="7659"/>
                    </a:lnTo>
                    <a:lnTo>
                      <a:pt x="2858" y="7634"/>
                    </a:lnTo>
                    <a:lnTo>
                      <a:pt x="2883" y="7583"/>
                    </a:lnTo>
                    <a:lnTo>
                      <a:pt x="2883" y="7533"/>
                    </a:lnTo>
                    <a:lnTo>
                      <a:pt x="2870" y="7496"/>
                    </a:lnTo>
                    <a:lnTo>
                      <a:pt x="2845" y="7458"/>
                    </a:lnTo>
                    <a:lnTo>
                      <a:pt x="2958" y="7107"/>
                    </a:lnTo>
                    <a:lnTo>
                      <a:pt x="3146" y="6531"/>
                    </a:lnTo>
                    <a:lnTo>
                      <a:pt x="3359" y="5754"/>
                    </a:lnTo>
                    <a:lnTo>
                      <a:pt x="3484" y="5315"/>
                    </a:lnTo>
                    <a:lnTo>
                      <a:pt x="3597" y="4839"/>
                    </a:lnTo>
                    <a:lnTo>
                      <a:pt x="3760" y="4099"/>
                    </a:lnTo>
                    <a:lnTo>
                      <a:pt x="3898" y="3397"/>
                    </a:lnTo>
                    <a:lnTo>
                      <a:pt x="3998" y="2733"/>
                    </a:lnTo>
                    <a:lnTo>
                      <a:pt x="4061" y="2106"/>
                    </a:lnTo>
                    <a:lnTo>
                      <a:pt x="4098" y="1517"/>
                    </a:lnTo>
                    <a:lnTo>
                      <a:pt x="4111" y="1242"/>
                    </a:lnTo>
                    <a:lnTo>
                      <a:pt x="4111" y="978"/>
                    </a:lnTo>
                    <a:lnTo>
                      <a:pt x="4098" y="715"/>
                    </a:lnTo>
                    <a:lnTo>
                      <a:pt x="4073" y="465"/>
                    </a:lnTo>
                    <a:lnTo>
                      <a:pt x="4048" y="226"/>
                    </a:lnTo>
                    <a:lnTo>
                      <a:pt x="4023" y="1"/>
                    </a:lnTo>
                    <a:lnTo>
                      <a:pt x="3748" y="51"/>
                    </a:lnTo>
                    <a:lnTo>
                      <a:pt x="3773" y="289"/>
                    </a:lnTo>
                    <a:lnTo>
                      <a:pt x="3798" y="552"/>
                    </a:lnTo>
                    <a:lnTo>
                      <a:pt x="3823" y="815"/>
                    </a:lnTo>
                    <a:lnTo>
                      <a:pt x="3823" y="1079"/>
                    </a:lnTo>
                    <a:lnTo>
                      <a:pt x="3823" y="1354"/>
                    </a:lnTo>
                    <a:lnTo>
                      <a:pt x="3810" y="1643"/>
                    </a:lnTo>
                    <a:lnTo>
                      <a:pt x="3760" y="2207"/>
                    </a:lnTo>
                    <a:lnTo>
                      <a:pt x="3697" y="2783"/>
                    </a:lnTo>
                    <a:lnTo>
                      <a:pt x="3610" y="3360"/>
                    </a:lnTo>
                    <a:lnTo>
                      <a:pt x="3509" y="3936"/>
                    </a:lnTo>
                    <a:lnTo>
                      <a:pt x="3384" y="4488"/>
                    </a:lnTo>
                    <a:lnTo>
                      <a:pt x="3259" y="5014"/>
                    </a:lnTo>
                    <a:lnTo>
                      <a:pt x="3133" y="5503"/>
                    </a:lnTo>
                    <a:lnTo>
                      <a:pt x="2895" y="6368"/>
                    </a:lnTo>
                    <a:lnTo>
                      <a:pt x="2695" y="7019"/>
                    </a:lnTo>
                    <a:lnTo>
                      <a:pt x="2569" y="7383"/>
                    </a:lnTo>
                    <a:lnTo>
                      <a:pt x="2356" y="7245"/>
                    </a:lnTo>
                    <a:lnTo>
                      <a:pt x="2068" y="7057"/>
                    </a:lnTo>
                    <a:lnTo>
                      <a:pt x="1742" y="6806"/>
                    </a:lnTo>
                    <a:lnTo>
                      <a:pt x="1567" y="6669"/>
                    </a:lnTo>
                    <a:lnTo>
                      <a:pt x="1391" y="6518"/>
                    </a:lnTo>
                    <a:lnTo>
                      <a:pt x="1228" y="6355"/>
                    </a:lnTo>
                    <a:lnTo>
                      <a:pt x="1065" y="6180"/>
                    </a:lnTo>
                    <a:lnTo>
                      <a:pt x="902" y="6004"/>
                    </a:lnTo>
                    <a:lnTo>
                      <a:pt x="765" y="5829"/>
                    </a:lnTo>
                    <a:lnTo>
                      <a:pt x="639" y="5641"/>
                    </a:lnTo>
                    <a:lnTo>
                      <a:pt x="526" y="5440"/>
                    </a:lnTo>
                    <a:lnTo>
                      <a:pt x="426" y="5240"/>
                    </a:lnTo>
                    <a:lnTo>
                      <a:pt x="364" y="5039"/>
                    </a:lnTo>
                    <a:lnTo>
                      <a:pt x="338" y="4939"/>
                    </a:lnTo>
                    <a:lnTo>
                      <a:pt x="313" y="4814"/>
                    </a:lnTo>
                    <a:lnTo>
                      <a:pt x="301" y="4538"/>
                    </a:lnTo>
                    <a:lnTo>
                      <a:pt x="288" y="4199"/>
                    </a:lnTo>
                    <a:lnTo>
                      <a:pt x="288" y="3823"/>
                    </a:lnTo>
                    <a:lnTo>
                      <a:pt x="313" y="3435"/>
                    </a:lnTo>
                    <a:lnTo>
                      <a:pt x="338" y="3009"/>
                    </a:lnTo>
                    <a:lnTo>
                      <a:pt x="414" y="2169"/>
                    </a:lnTo>
                    <a:lnTo>
                      <a:pt x="514" y="1367"/>
                    </a:lnTo>
                    <a:lnTo>
                      <a:pt x="602" y="690"/>
                    </a:lnTo>
                    <a:lnTo>
                      <a:pt x="689" y="51"/>
                    </a:lnTo>
                    <a:lnTo>
                      <a:pt x="41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6"/>
              <p:cNvSpPr/>
              <p:nvPr/>
            </p:nvSpPr>
            <p:spPr>
              <a:xfrm>
                <a:off x="5511103" y="3492951"/>
                <a:ext cx="476118" cy="333004"/>
              </a:xfrm>
              <a:custGeom>
                <a:rect b="b" l="l" r="r" t="t"/>
                <a:pathLst>
                  <a:path extrusionOk="0" h="14815" w="21182">
                    <a:moveTo>
                      <a:pt x="21044" y="0"/>
                    </a:moveTo>
                    <a:lnTo>
                      <a:pt x="20593" y="238"/>
                    </a:lnTo>
                    <a:lnTo>
                      <a:pt x="20091" y="464"/>
                    </a:lnTo>
                    <a:lnTo>
                      <a:pt x="19552" y="677"/>
                    </a:lnTo>
                    <a:lnTo>
                      <a:pt x="18963" y="890"/>
                    </a:lnTo>
                    <a:lnTo>
                      <a:pt x="18337" y="1103"/>
                    </a:lnTo>
                    <a:lnTo>
                      <a:pt x="17672" y="1316"/>
                    </a:lnTo>
                    <a:lnTo>
                      <a:pt x="16971" y="1517"/>
                    </a:lnTo>
                    <a:lnTo>
                      <a:pt x="16244" y="1717"/>
                    </a:lnTo>
                    <a:lnTo>
                      <a:pt x="15492" y="1905"/>
                    </a:lnTo>
                    <a:lnTo>
                      <a:pt x="14727" y="2106"/>
                    </a:lnTo>
                    <a:lnTo>
                      <a:pt x="13123" y="2482"/>
                    </a:lnTo>
                    <a:lnTo>
                      <a:pt x="11481" y="2858"/>
                    </a:lnTo>
                    <a:lnTo>
                      <a:pt x="9826" y="3221"/>
                    </a:lnTo>
                    <a:lnTo>
                      <a:pt x="8072" y="3610"/>
                    </a:lnTo>
                    <a:lnTo>
                      <a:pt x="6417" y="3986"/>
                    </a:lnTo>
                    <a:lnTo>
                      <a:pt x="5628" y="4161"/>
                    </a:lnTo>
                    <a:lnTo>
                      <a:pt x="4876" y="4349"/>
                    </a:lnTo>
                    <a:lnTo>
                      <a:pt x="4174" y="4537"/>
                    </a:lnTo>
                    <a:lnTo>
                      <a:pt x="3510" y="4725"/>
                    </a:lnTo>
                    <a:lnTo>
                      <a:pt x="2895" y="4913"/>
                    </a:lnTo>
                    <a:lnTo>
                      <a:pt x="2331" y="5101"/>
                    </a:lnTo>
                    <a:lnTo>
                      <a:pt x="1830" y="5289"/>
                    </a:lnTo>
                    <a:lnTo>
                      <a:pt x="1379" y="5477"/>
                    </a:lnTo>
                    <a:lnTo>
                      <a:pt x="1178" y="5565"/>
                    </a:lnTo>
                    <a:lnTo>
                      <a:pt x="1003" y="5665"/>
                    </a:lnTo>
                    <a:lnTo>
                      <a:pt x="840" y="5766"/>
                    </a:lnTo>
                    <a:lnTo>
                      <a:pt x="690" y="5866"/>
                    </a:lnTo>
                    <a:lnTo>
                      <a:pt x="564" y="5966"/>
                    </a:lnTo>
                    <a:lnTo>
                      <a:pt x="464" y="6066"/>
                    </a:lnTo>
                    <a:lnTo>
                      <a:pt x="376" y="6167"/>
                    </a:lnTo>
                    <a:lnTo>
                      <a:pt x="301" y="6267"/>
                    </a:lnTo>
                    <a:lnTo>
                      <a:pt x="213" y="6455"/>
                    </a:lnTo>
                    <a:lnTo>
                      <a:pt x="138" y="6668"/>
                    </a:lnTo>
                    <a:lnTo>
                      <a:pt x="88" y="6906"/>
                    </a:lnTo>
                    <a:lnTo>
                      <a:pt x="38" y="7157"/>
                    </a:lnTo>
                    <a:lnTo>
                      <a:pt x="13" y="7433"/>
                    </a:lnTo>
                    <a:lnTo>
                      <a:pt x="0" y="7721"/>
                    </a:lnTo>
                    <a:lnTo>
                      <a:pt x="0" y="8034"/>
                    </a:lnTo>
                    <a:lnTo>
                      <a:pt x="13" y="8348"/>
                    </a:lnTo>
                    <a:lnTo>
                      <a:pt x="38" y="8673"/>
                    </a:lnTo>
                    <a:lnTo>
                      <a:pt x="63" y="9024"/>
                    </a:lnTo>
                    <a:lnTo>
                      <a:pt x="151" y="9714"/>
                    </a:lnTo>
                    <a:lnTo>
                      <a:pt x="263" y="10428"/>
                    </a:lnTo>
                    <a:lnTo>
                      <a:pt x="401" y="11142"/>
                    </a:lnTo>
                    <a:lnTo>
                      <a:pt x="552" y="11832"/>
                    </a:lnTo>
                    <a:lnTo>
                      <a:pt x="702" y="12484"/>
                    </a:lnTo>
                    <a:lnTo>
                      <a:pt x="865" y="13085"/>
                    </a:lnTo>
                    <a:lnTo>
                      <a:pt x="1003" y="13624"/>
                    </a:lnTo>
                    <a:lnTo>
                      <a:pt x="1241" y="14451"/>
                    </a:lnTo>
                    <a:lnTo>
                      <a:pt x="1354" y="14815"/>
                    </a:lnTo>
                    <a:lnTo>
                      <a:pt x="1630" y="14727"/>
                    </a:lnTo>
                    <a:lnTo>
                      <a:pt x="1529" y="14426"/>
                    </a:lnTo>
                    <a:lnTo>
                      <a:pt x="1304" y="13649"/>
                    </a:lnTo>
                    <a:lnTo>
                      <a:pt x="1166" y="13123"/>
                    </a:lnTo>
                    <a:lnTo>
                      <a:pt x="1015" y="12534"/>
                    </a:lnTo>
                    <a:lnTo>
                      <a:pt x="853" y="11882"/>
                    </a:lnTo>
                    <a:lnTo>
                      <a:pt x="702" y="11205"/>
                    </a:lnTo>
                    <a:lnTo>
                      <a:pt x="564" y="10503"/>
                    </a:lnTo>
                    <a:lnTo>
                      <a:pt x="451" y="9789"/>
                    </a:lnTo>
                    <a:lnTo>
                      <a:pt x="351" y="9100"/>
                    </a:lnTo>
                    <a:lnTo>
                      <a:pt x="326" y="8761"/>
                    </a:lnTo>
                    <a:lnTo>
                      <a:pt x="301" y="8435"/>
                    </a:lnTo>
                    <a:lnTo>
                      <a:pt x="276" y="8122"/>
                    </a:lnTo>
                    <a:lnTo>
                      <a:pt x="276" y="7821"/>
                    </a:lnTo>
                    <a:lnTo>
                      <a:pt x="289" y="7533"/>
                    </a:lnTo>
                    <a:lnTo>
                      <a:pt x="314" y="7270"/>
                    </a:lnTo>
                    <a:lnTo>
                      <a:pt x="351" y="7019"/>
                    </a:lnTo>
                    <a:lnTo>
                      <a:pt x="401" y="6793"/>
                    </a:lnTo>
                    <a:lnTo>
                      <a:pt x="464" y="6580"/>
                    </a:lnTo>
                    <a:lnTo>
                      <a:pt x="552" y="6405"/>
                    </a:lnTo>
                    <a:lnTo>
                      <a:pt x="614" y="6317"/>
                    </a:lnTo>
                    <a:lnTo>
                      <a:pt x="702" y="6217"/>
                    </a:lnTo>
                    <a:lnTo>
                      <a:pt x="802" y="6129"/>
                    </a:lnTo>
                    <a:lnTo>
                      <a:pt x="940" y="6041"/>
                    </a:lnTo>
                    <a:lnTo>
                      <a:pt x="1078" y="5941"/>
                    </a:lnTo>
                    <a:lnTo>
                      <a:pt x="1254" y="5853"/>
                    </a:lnTo>
                    <a:lnTo>
                      <a:pt x="1429" y="5766"/>
                    </a:lnTo>
                    <a:lnTo>
                      <a:pt x="1642" y="5665"/>
                    </a:lnTo>
                    <a:lnTo>
                      <a:pt x="2093" y="5490"/>
                    </a:lnTo>
                    <a:lnTo>
                      <a:pt x="2607" y="5302"/>
                    </a:lnTo>
                    <a:lnTo>
                      <a:pt x="3184" y="5114"/>
                    </a:lnTo>
                    <a:lnTo>
                      <a:pt x="3810" y="4938"/>
                    </a:lnTo>
                    <a:lnTo>
                      <a:pt x="4475" y="4750"/>
                    </a:lnTo>
                    <a:lnTo>
                      <a:pt x="5189" y="4575"/>
                    </a:lnTo>
                    <a:lnTo>
                      <a:pt x="6681" y="4212"/>
                    </a:lnTo>
                    <a:lnTo>
                      <a:pt x="8272" y="3848"/>
                    </a:lnTo>
                    <a:lnTo>
                      <a:pt x="9889" y="3497"/>
                    </a:lnTo>
                    <a:lnTo>
                      <a:pt x="11556" y="3121"/>
                    </a:lnTo>
                    <a:lnTo>
                      <a:pt x="13198" y="2758"/>
                    </a:lnTo>
                    <a:lnTo>
                      <a:pt x="14802" y="2369"/>
                    </a:lnTo>
                    <a:lnTo>
                      <a:pt x="15579" y="2181"/>
                    </a:lnTo>
                    <a:lnTo>
                      <a:pt x="16344" y="1981"/>
                    </a:lnTo>
                    <a:lnTo>
                      <a:pt x="17071" y="1780"/>
                    </a:lnTo>
                    <a:lnTo>
                      <a:pt x="17773" y="1580"/>
                    </a:lnTo>
                    <a:lnTo>
                      <a:pt x="18449" y="1366"/>
                    </a:lnTo>
                    <a:lnTo>
                      <a:pt x="19076" y="1153"/>
                    </a:lnTo>
                    <a:lnTo>
                      <a:pt x="19665" y="940"/>
                    </a:lnTo>
                    <a:lnTo>
                      <a:pt x="20217" y="715"/>
                    </a:lnTo>
                    <a:lnTo>
                      <a:pt x="20731" y="489"/>
                    </a:lnTo>
                    <a:lnTo>
                      <a:pt x="21182" y="251"/>
                    </a:lnTo>
                    <a:lnTo>
                      <a:pt x="2104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6"/>
              <p:cNvSpPr/>
              <p:nvPr/>
            </p:nvSpPr>
            <p:spPr>
              <a:xfrm>
                <a:off x="5788318" y="3769043"/>
                <a:ext cx="6496" cy="60015"/>
              </a:xfrm>
              <a:custGeom>
                <a:rect b="b" l="l" r="r" t="t"/>
                <a:pathLst>
                  <a:path extrusionOk="0" h="2670" w="289">
                    <a:moveTo>
                      <a:pt x="0" y="0"/>
                    </a:moveTo>
                    <a:lnTo>
                      <a:pt x="0" y="2670"/>
                    </a:lnTo>
                    <a:lnTo>
                      <a:pt x="288" y="2670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6"/>
              <p:cNvSpPr/>
              <p:nvPr/>
            </p:nvSpPr>
            <p:spPr>
              <a:xfrm>
                <a:off x="5208241" y="3767334"/>
                <a:ext cx="36661" cy="54126"/>
              </a:xfrm>
              <a:custGeom>
                <a:rect b="b" l="l" r="r" t="t"/>
                <a:pathLst>
                  <a:path extrusionOk="0" h="2408" w="1631">
                    <a:moveTo>
                      <a:pt x="1392" y="1"/>
                    </a:moveTo>
                    <a:lnTo>
                      <a:pt x="1" y="2257"/>
                    </a:lnTo>
                    <a:lnTo>
                      <a:pt x="239" y="2407"/>
                    </a:lnTo>
                    <a:lnTo>
                      <a:pt x="1630" y="151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6"/>
              <p:cNvSpPr/>
              <p:nvPr/>
            </p:nvSpPr>
            <p:spPr>
              <a:xfrm>
                <a:off x="5686899" y="4419519"/>
                <a:ext cx="178898" cy="109892"/>
              </a:xfrm>
              <a:custGeom>
                <a:rect b="b" l="l" r="r" t="t"/>
                <a:pathLst>
                  <a:path extrusionOk="0" h="4889" w="7959">
                    <a:moveTo>
                      <a:pt x="7558" y="1"/>
                    </a:moveTo>
                    <a:lnTo>
                      <a:pt x="0" y="1881"/>
                    </a:lnTo>
                    <a:lnTo>
                      <a:pt x="840" y="4889"/>
                    </a:lnTo>
                    <a:lnTo>
                      <a:pt x="7959" y="3660"/>
                    </a:lnTo>
                    <a:lnTo>
                      <a:pt x="755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6"/>
              <p:cNvSpPr/>
              <p:nvPr/>
            </p:nvSpPr>
            <p:spPr>
              <a:xfrm>
                <a:off x="4539445" y="4355009"/>
                <a:ext cx="211311" cy="183709"/>
              </a:xfrm>
              <a:custGeom>
                <a:rect b="b" l="l" r="r" t="t"/>
                <a:pathLst>
                  <a:path extrusionOk="0" h="8173" w="9401">
                    <a:moveTo>
                      <a:pt x="2444" y="0"/>
                    </a:moveTo>
                    <a:lnTo>
                      <a:pt x="0" y="4099"/>
                    </a:lnTo>
                    <a:lnTo>
                      <a:pt x="6405" y="8172"/>
                    </a:lnTo>
                    <a:lnTo>
                      <a:pt x="9400" y="4099"/>
                    </a:lnTo>
                    <a:lnTo>
                      <a:pt x="244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6"/>
              <p:cNvSpPr/>
              <p:nvPr/>
            </p:nvSpPr>
            <p:spPr>
              <a:xfrm>
                <a:off x="5674784" y="3313221"/>
                <a:ext cx="310751" cy="1412261"/>
              </a:xfrm>
              <a:custGeom>
                <a:rect b="b" l="l" r="r" t="t"/>
                <a:pathLst>
                  <a:path extrusionOk="0" h="62830" w="13825">
                    <a:moveTo>
                      <a:pt x="0" y="0"/>
                    </a:moveTo>
                    <a:lnTo>
                      <a:pt x="9150" y="62830"/>
                    </a:lnTo>
                    <a:lnTo>
                      <a:pt x="13825" y="62830"/>
                    </a:lnTo>
                    <a:lnTo>
                      <a:pt x="4675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6"/>
              <p:cNvSpPr/>
              <p:nvPr/>
            </p:nvSpPr>
            <p:spPr>
              <a:xfrm>
                <a:off x="3485812" y="3196024"/>
                <a:ext cx="2163347" cy="117220"/>
              </a:xfrm>
              <a:custGeom>
                <a:rect b="b" l="l" r="r" t="t"/>
                <a:pathLst>
                  <a:path extrusionOk="0" h="5215" w="96245">
                    <a:moveTo>
                      <a:pt x="0" y="0"/>
                    </a:moveTo>
                    <a:lnTo>
                      <a:pt x="0" y="5214"/>
                    </a:lnTo>
                    <a:lnTo>
                      <a:pt x="96245" y="5214"/>
                    </a:lnTo>
                    <a:lnTo>
                      <a:pt x="96245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6"/>
              <p:cNvSpPr/>
              <p:nvPr/>
            </p:nvSpPr>
            <p:spPr>
              <a:xfrm>
                <a:off x="3899646" y="3196024"/>
                <a:ext cx="1999958" cy="117220"/>
              </a:xfrm>
              <a:custGeom>
                <a:rect b="b" l="l" r="r" t="t"/>
                <a:pathLst>
                  <a:path extrusionOk="0" h="5215" w="88976">
                    <a:moveTo>
                      <a:pt x="1" y="0"/>
                    </a:moveTo>
                    <a:lnTo>
                      <a:pt x="1" y="5214"/>
                    </a:lnTo>
                    <a:lnTo>
                      <a:pt x="88976" y="5214"/>
                    </a:lnTo>
                    <a:lnTo>
                      <a:pt x="88976" y="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6"/>
              <p:cNvSpPr/>
              <p:nvPr/>
            </p:nvSpPr>
            <p:spPr>
              <a:xfrm>
                <a:off x="3813737" y="3313221"/>
                <a:ext cx="310751" cy="1412261"/>
              </a:xfrm>
              <a:custGeom>
                <a:rect b="b" l="l" r="r" t="t"/>
                <a:pathLst>
                  <a:path extrusionOk="0" h="62830" w="13825">
                    <a:moveTo>
                      <a:pt x="9150" y="0"/>
                    </a:moveTo>
                    <a:lnTo>
                      <a:pt x="0" y="62830"/>
                    </a:lnTo>
                    <a:lnTo>
                      <a:pt x="4675" y="62830"/>
                    </a:lnTo>
                    <a:lnTo>
                      <a:pt x="13825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6"/>
              <p:cNvSpPr/>
              <p:nvPr/>
            </p:nvSpPr>
            <p:spPr>
              <a:xfrm>
                <a:off x="4035455" y="3313221"/>
                <a:ext cx="1744434" cy="121716"/>
              </a:xfrm>
              <a:custGeom>
                <a:rect b="b" l="l" r="r" t="t"/>
                <a:pathLst>
                  <a:path extrusionOk="0" h="5415" w="77608">
                    <a:moveTo>
                      <a:pt x="0" y="0"/>
                    </a:moveTo>
                    <a:lnTo>
                      <a:pt x="0" y="5414"/>
                    </a:lnTo>
                    <a:lnTo>
                      <a:pt x="77607" y="5414"/>
                    </a:lnTo>
                    <a:lnTo>
                      <a:pt x="77607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6"/>
              <p:cNvSpPr/>
              <p:nvPr/>
            </p:nvSpPr>
            <p:spPr>
              <a:xfrm>
                <a:off x="4667904" y="2697945"/>
                <a:ext cx="86516" cy="284543"/>
              </a:xfrm>
              <a:custGeom>
                <a:rect b="b" l="l" r="r" t="t"/>
                <a:pathLst>
                  <a:path extrusionOk="0" h="12659" w="3849">
                    <a:moveTo>
                      <a:pt x="1918" y="0"/>
                    </a:moveTo>
                    <a:lnTo>
                      <a:pt x="1718" y="213"/>
                    </a:lnTo>
                    <a:lnTo>
                      <a:pt x="1517" y="451"/>
                    </a:lnTo>
                    <a:lnTo>
                      <a:pt x="1329" y="727"/>
                    </a:lnTo>
                    <a:lnTo>
                      <a:pt x="1141" y="1015"/>
                    </a:lnTo>
                    <a:lnTo>
                      <a:pt x="978" y="1341"/>
                    </a:lnTo>
                    <a:lnTo>
                      <a:pt x="815" y="1705"/>
                    </a:lnTo>
                    <a:lnTo>
                      <a:pt x="665" y="2081"/>
                    </a:lnTo>
                    <a:lnTo>
                      <a:pt x="540" y="2482"/>
                    </a:lnTo>
                    <a:lnTo>
                      <a:pt x="414" y="2895"/>
                    </a:lnTo>
                    <a:lnTo>
                      <a:pt x="314" y="3347"/>
                    </a:lnTo>
                    <a:lnTo>
                      <a:pt x="214" y="3798"/>
                    </a:lnTo>
                    <a:lnTo>
                      <a:pt x="139" y="4287"/>
                    </a:lnTo>
                    <a:lnTo>
                      <a:pt x="76" y="4775"/>
                    </a:lnTo>
                    <a:lnTo>
                      <a:pt x="38" y="5277"/>
                    </a:lnTo>
                    <a:lnTo>
                      <a:pt x="13" y="5803"/>
                    </a:lnTo>
                    <a:lnTo>
                      <a:pt x="1" y="6330"/>
                    </a:lnTo>
                    <a:lnTo>
                      <a:pt x="13" y="6868"/>
                    </a:lnTo>
                    <a:lnTo>
                      <a:pt x="38" y="7382"/>
                    </a:lnTo>
                    <a:lnTo>
                      <a:pt x="76" y="7896"/>
                    </a:lnTo>
                    <a:lnTo>
                      <a:pt x="139" y="8385"/>
                    </a:lnTo>
                    <a:lnTo>
                      <a:pt x="214" y="8861"/>
                    </a:lnTo>
                    <a:lnTo>
                      <a:pt x="314" y="9325"/>
                    </a:lnTo>
                    <a:lnTo>
                      <a:pt x="414" y="9764"/>
                    </a:lnTo>
                    <a:lnTo>
                      <a:pt x="540" y="10190"/>
                    </a:lnTo>
                    <a:lnTo>
                      <a:pt x="665" y="10591"/>
                    </a:lnTo>
                    <a:lnTo>
                      <a:pt x="815" y="10967"/>
                    </a:lnTo>
                    <a:lnTo>
                      <a:pt x="978" y="11318"/>
                    </a:lnTo>
                    <a:lnTo>
                      <a:pt x="1141" y="11644"/>
                    </a:lnTo>
                    <a:lnTo>
                      <a:pt x="1329" y="11944"/>
                    </a:lnTo>
                    <a:lnTo>
                      <a:pt x="1517" y="12220"/>
                    </a:lnTo>
                    <a:lnTo>
                      <a:pt x="1718" y="12458"/>
                    </a:lnTo>
                    <a:lnTo>
                      <a:pt x="1918" y="12659"/>
                    </a:lnTo>
                    <a:lnTo>
                      <a:pt x="2131" y="12458"/>
                    </a:lnTo>
                    <a:lnTo>
                      <a:pt x="2332" y="12220"/>
                    </a:lnTo>
                    <a:lnTo>
                      <a:pt x="2520" y="11944"/>
                    </a:lnTo>
                    <a:lnTo>
                      <a:pt x="2695" y="11644"/>
                    </a:lnTo>
                    <a:lnTo>
                      <a:pt x="2871" y="11318"/>
                    </a:lnTo>
                    <a:lnTo>
                      <a:pt x="3021" y="10967"/>
                    </a:lnTo>
                    <a:lnTo>
                      <a:pt x="3172" y="10591"/>
                    </a:lnTo>
                    <a:lnTo>
                      <a:pt x="3309" y="10190"/>
                    </a:lnTo>
                    <a:lnTo>
                      <a:pt x="3422" y="9764"/>
                    </a:lnTo>
                    <a:lnTo>
                      <a:pt x="3535" y="9325"/>
                    </a:lnTo>
                    <a:lnTo>
                      <a:pt x="3623" y="8861"/>
                    </a:lnTo>
                    <a:lnTo>
                      <a:pt x="3711" y="8385"/>
                    </a:lnTo>
                    <a:lnTo>
                      <a:pt x="3761" y="7896"/>
                    </a:lnTo>
                    <a:lnTo>
                      <a:pt x="3811" y="7382"/>
                    </a:lnTo>
                    <a:lnTo>
                      <a:pt x="3836" y="6868"/>
                    </a:lnTo>
                    <a:lnTo>
                      <a:pt x="3848" y="6330"/>
                    </a:lnTo>
                    <a:lnTo>
                      <a:pt x="3836" y="5803"/>
                    </a:lnTo>
                    <a:lnTo>
                      <a:pt x="3811" y="5277"/>
                    </a:lnTo>
                    <a:lnTo>
                      <a:pt x="3761" y="4775"/>
                    </a:lnTo>
                    <a:lnTo>
                      <a:pt x="3711" y="4287"/>
                    </a:lnTo>
                    <a:lnTo>
                      <a:pt x="3623" y="3798"/>
                    </a:lnTo>
                    <a:lnTo>
                      <a:pt x="3535" y="3347"/>
                    </a:lnTo>
                    <a:lnTo>
                      <a:pt x="3422" y="2895"/>
                    </a:lnTo>
                    <a:lnTo>
                      <a:pt x="3309" y="2482"/>
                    </a:lnTo>
                    <a:lnTo>
                      <a:pt x="3172" y="2081"/>
                    </a:lnTo>
                    <a:lnTo>
                      <a:pt x="3021" y="1705"/>
                    </a:lnTo>
                    <a:lnTo>
                      <a:pt x="2871" y="1341"/>
                    </a:lnTo>
                    <a:lnTo>
                      <a:pt x="2695" y="1015"/>
                    </a:lnTo>
                    <a:lnTo>
                      <a:pt x="2520" y="727"/>
                    </a:lnTo>
                    <a:lnTo>
                      <a:pt x="2332" y="451"/>
                    </a:lnTo>
                    <a:lnTo>
                      <a:pt x="2131" y="213"/>
                    </a:lnTo>
                    <a:lnTo>
                      <a:pt x="1918" y="0"/>
                    </a:lnTo>
                    <a:close/>
                  </a:path>
                </a:pathLst>
              </a:custGeom>
              <a:solidFill>
                <a:srgbClr val="1F5255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6"/>
              <p:cNvSpPr/>
              <p:nvPr/>
            </p:nvSpPr>
            <p:spPr>
              <a:xfrm>
                <a:off x="4509865" y="2781336"/>
                <a:ext cx="201174" cy="201151"/>
              </a:xfrm>
              <a:custGeom>
                <a:rect b="b" l="l" r="r" t="t"/>
                <a:pathLst>
                  <a:path extrusionOk="0" h="8949" w="8950">
                    <a:moveTo>
                      <a:pt x="0" y="0"/>
                    </a:moveTo>
                    <a:lnTo>
                      <a:pt x="0" y="301"/>
                    </a:lnTo>
                    <a:lnTo>
                      <a:pt x="25" y="602"/>
                    </a:lnTo>
                    <a:lnTo>
                      <a:pt x="88" y="928"/>
                    </a:lnTo>
                    <a:lnTo>
                      <a:pt x="176" y="1266"/>
                    </a:lnTo>
                    <a:lnTo>
                      <a:pt x="276" y="1617"/>
                    </a:lnTo>
                    <a:lnTo>
                      <a:pt x="414" y="1980"/>
                    </a:lnTo>
                    <a:lnTo>
                      <a:pt x="577" y="2356"/>
                    </a:lnTo>
                    <a:lnTo>
                      <a:pt x="765" y="2732"/>
                    </a:lnTo>
                    <a:lnTo>
                      <a:pt x="978" y="3108"/>
                    </a:lnTo>
                    <a:lnTo>
                      <a:pt x="1216" y="3497"/>
                    </a:lnTo>
                    <a:lnTo>
                      <a:pt x="1479" y="3898"/>
                    </a:lnTo>
                    <a:lnTo>
                      <a:pt x="1768" y="4286"/>
                    </a:lnTo>
                    <a:lnTo>
                      <a:pt x="2068" y="4675"/>
                    </a:lnTo>
                    <a:lnTo>
                      <a:pt x="2394" y="5064"/>
                    </a:lnTo>
                    <a:lnTo>
                      <a:pt x="2745" y="5452"/>
                    </a:lnTo>
                    <a:lnTo>
                      <a:pt x="3121" y="5841"/>
                    </a:lnTo>
                    <a:lnTo>
                      <a:pt x="3497" y="6204"/>
                    </a:lnTo>
                    <a:lnTo>
                      <a:pt x="3886" y="6555"/>
                    </a:lnTo>
                    <a:lnTo>
                      <a:pt x="4274" y="6881"/>
                    </a:lnTo>
                    <a:lnTo>
                      <a:pt x="4675" y="7194"/>
                    </a:lnTo>
                    <a:lnTo>
                      <a:pt x="5064" y="7470"/>
                    </a:lnTo>
                    <a:lnTo>
                      <a:pt x="5452" y="7733"/>
                    </a:lnTo>
                    <a:lnTo>
                      <a:pt x="5841" y="7971"/>
                    </a:lnTo>
                    <a:lnTo>
                      <a:pt x="6230" y="8184"/>
                    </a:lnTo>
                    <a:lnTo>
                      <a:pt x="6606" y="8372"/>
                    </a:lnTo>
                    <a:lnTo>
                      <a:pt x="6969" y="8535"/>
                    </a:lnTo>
                    <a:lnTo>
                      <a:pt x="7332" y="8673"/>
                    </a:lnTo>
                    <a:lnTo>
                      <a:pt x="7683" y="8786"/>
                    </a:lnTo>
                    <a:lnTo>
                      <a:pt x="8022" y="8874"/>
                    </a:lnTo>
                    <a:lnTo>
                      <a:pt x="8348" y="8924"/>
                    </a:lnTo>
                    <a:lnTo>
                      <a:pt x="8661" y="8949"/>
                    </a:lnTo>
                    <a:lnTo>
                      <a:pt x="8949" y="8949"/>
                    </a:lnTo>
                    <a:lnTo>
                      <a:pt x="8949" y="8661"/>
                    </a:lnTo>
                    <a:lnTo>
                      <a:pt x="8924" y="8347"/>
                    </a:lnTo>
                    <a:lnTo>
                      <a:pt x="8874" y="8021"/>
                    </a:lnTo>
                    <a:lnTo>
                      <a:pt x="8786" y="7683"/>
                    </a:lnTo>
                    <a:lnTo>
                      <a:pt x="8674" y="7332"/>
                    </a:lnTo>
                    <a:lnTo>
                      <a:pt x="8536" y="6969"/>
                    </a:lnTo>
                    <a:lnTo>
                      <a:pt x="8373" y="6605"/>
                    </a:lnTo>
                    <a:lnTo>
                      <a:pt x="8185" y="6229"/>
                    </a:lnTo>
                    <a:lnTo>
                      <a:pt x="7972" y="5841"/>
                    </a:lnTo>
                    <a:lnTo>
                      <a:pt x="7734" y="5452"/>
                    </a:lnTo>
                    <a:lnTo>
                      <a:pt x="7470" y="5064"/>
                    </a:lnTo>
                    <a:lnTo>
                      <a:pt x="7195" y="4675"/>
                    </a:lnTo>
                    <a:lnTo>
                      <a:pt x="6881" y="4274"/>
                    </a:lnTo>
                    <a:lnTo>
                      <a:pt x="6555" y="3885"/>
                    </a:lnTo>
                    <a:lnTo>
                      <a:pt x="6204" y="3497"/>
                    </a:lnTo>
                    <a:lnTo>
                      <a:pt x="5841" y="3121"/>
                    </a:lnTo>
                    <a:lnTo>
                      <a:pt x="5452" y="2745"/>
                    </a:lnTo>
                    <a:lnTo>
                      <a:pt x="5064" y="2394"/>
                    </a:lnTo>
                    <a:lnTo>
                      <a:pt x="4675" y="2068"/>
                    </a:lnTo>
                    <a:lnTo>
                      <a:pt x="4287" y="1767"/>
                    </a:lnTo>
                    <a:lnTo>
                      <a:pt x="3898" y="1479"/>
                    </a:lnTo>
                    <a:lnTo>
                      <a:pt x="3497" y="1216"/>
                    </a:lnTo>
                    <a:lnTo>
                      <a:pt x="3109" y="990"/>
                    </a:lnTo>
                    <a:lnTo>
                      <a:pt x="2733" y="777"/>
                    </a:lnTo>
                    <a:lnTo>
                      <a:pt x="2357" y="577"/>
                    </a:lnTo>
                    <a:lnTo>
                      <a:pt x="1981" y="414"/>
                    </a:lnTo>
                    <a:lnTo>
                      <a:pt x="1617" y="288"/>
                    </a:lnTo>
                    <a:lnTo>
                      <a:pt x="1266" y="176"/>
                    </a:lnTo>
                    <a:lnTo>
                      <a:pt x="928" y="88"/>
                    </a:lnTo>
                    <a:lnTo>
                      <a:pt x="602" y="25"/>
                    </a:ln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9EB655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6"/>
              <p:cNvSpPr/>
              <p:nvPr/>
            </p:nvSpPr>
            <p:spPr>
              <a:xfrm>
                <a:off x="4667904" y="2697945"/>
                <a:ext cx="86516" cy="284543"/>
              </a:xfrm>
              <a:custGeom>
                <a:rect b="b" l="l" r="r" t="t"/>
                <a:pathLst>
                  <a:path extrusionOk="0" h="12659" w="3849">
                    <a:moveTo>
                      <a:pt x="1918" y="0"/>
                    </a:moveTo>
                    <a:lnTo>
                      <a:pt x="1718" y="213"/>
                    </a:lnTo>
                    <a:lnTo>
                      <a:pt x="1517" y="451"/>
                    </a:lnTo>
                    <a:lnTo>
                      <a:pt x="1329" y="727"/>
                    </a:lnTo>
                    <a:lnTo>
                      <a:pt x="1141" y="1015"/>
                    </a:lnTo>
                    <a:lnTo>
                      <a:pt x="978" y="1341"/>
                    </a:lnTo>
                    <a:lnTo>
                      <a:pt x="815" y="1705"/>
                    </a:lnTo>
                    <a:lnTo>
                      <a:pt x="665" y="2081"/>
                    </a:lnTo>
                    <a:lnTo>
                      <a:pt x="540" y="2482"/>
                    </a:lnTo>
                    <a:lnTo>
                      <a:pt x="414" y="2895"/>
                    </a:lnTo>
                    <a:lnTo>
                      <a:pt x="314" y="3347"/>
                    </a:lnTo>
                    <a:lnTo>
                      <a:pt x="214" y="3798"/>
                    </a:lnTo>
                    <a:lnTo>
                      <a:pt x="139" y="4287"/>
                    </a:lnTo>
                    <a:lnTo>
                      <a:pt x="76" y="4775"/>
                    </a:lnTo>
                    <a:lnTo>
                      <a:pt x="38" y="5277"/>
                    </a:lnTo>
                    <a:lnTo>
                      <a:pt x="13" y="5803"/>
                    </a:lnTo>
                    <a:lnTo>
                      <a:pt x="1" y="6330"/>
                    </a:lnTo>
                    <a:lnTo>
                      <a:pt x="13" y="6868"/>
                    </a:lnTo>
                    <a:lnTo>
                      <a:pt x="38" y="7382"/>
                    </a:lnTo>
                    <a:lnTo>
                      <a:pt x="76" y="7896"/>
                    </a:lnTo>
                    <a:lnTo>
                      <a:pt x="139" y="8385"/>
                    </a:lnTo>
                    <a:lnTo>
                      <a:pt x="214" y="8861"/>
                    </a:lnTo>
                    <a:lnTo>
                      <a:pt x="314" y="9325"/>
                    </a:lnTo>
                    <a:lnTo>
                      <a:pt x="414" y="9764"/>
                    </a:lnTo>
                    <a:lnTo>
                      <a:pt x="540" y="10190"/>
                    </a:lnTo>
                    <a:lnTo>
                      <a:pt x="665" y="10591"/>
                    </a:lnTo>
                    <a:lnTo>
                      <a:pt x="815" y="10967"/>
                    </a:lnTo>
                    <a:lnTo>
                      <a:pt x="978" y="11318"/>
                    </a:lnTo>
                    <a:lnTo>
                      <a:pt x="1141" y="11644"/>
                    </a:lnTo>
                    <a:lnTo>
                      <a:pt x="1329" y="11944"/>
                    </a:lnTo>
                    <a:lnTo>
                      <a:pt x="1517" y="12220"/>
                    </a:lnTo>
                    <a:lnTo>
                      <a:pt x="1718" y="12458"/>
                    </a:lnTo>
                    <a:lnTo>
                      <a:pt x="1918" y="12659"/>
                    </a:lnTo>
                    <a:lnTo>
                      <a:pt x="2131" y="12458"/>
                    </a:lnTo>
                    <a:lnTo>
                      <a:pt x="2332" y="12220"/>
                    </a:lnTo>
                    <a:lnTo>
                      <a:pt x="2520" y="11944"/>
                    </a:lnTo>
                    <a:lnTo>
                      <a:pt x="2695" y="11644"/>
                    </a:lnTo>
                    <a:lnTo>
                      <a:pt x="2871" y="11318"/>
                    </a:lnTo>
                    <a:lnTo>
                      <a:pt x="3021" y="10967"/>
                    </a:lnTo>
                    <a:lnTo>
                      <a:pt x="3172" y="10591"/>
                    </a:lnTo>
                    <a:lnTo>
                      <a:pt x="3309" y="10190"/>
                    </a:lnTo>
                    <a:lnTo>
                      <a:pt x="3422" y="9764"/>
                    </a:lnTo>
                    <a:lnTo>
                      <a:pt x="3535" y="9325"/>
                    </a:lnTo>
                    <a:lnTo>
                      <a:pt x="3623" y="8861"/>
                    </a:lnTo>
                    <a:lnTo>
                      <a:pt x="3711" y="8385"/>
                    </a:lnTo>
                    <a:lnTo>
                      <a:pt x="3761" y="7896"/>
                    </a:lnTo>
                    <a:lnTo>
                      <a:pt x="3811" y="7382"/>
                    </a:lnTo>
                    <a:lnTo>
                      <a:pt x="3836" y="6868"/>
                    </a:lnTo>
                    <a:lnTo>
                      <a:pt x="3848" y="6330"/>
                    </a:lnTo>
                    <a:lnTo>
                      <a:pt x="3836" y="5803"/>
                    </a:lnTo>
                    <a:lnTo>
                      <a:pt x="3811" y="5277"/>
                    </a:lnTo>
                    <a:lnTo>
                      <a:pt x="3761" y="4775"/>
                    </a:lnTo>
                    <a:lnTo>
                      <a:pt x="3711" y="4287"/>
                    </a:lnTo>
                    <a:lnTo>
                      <a:pt x="3623" y="3798"/>
                    </a:lnTo>
                    <a:lnTo>
                      <a:pt x="3535" y="3347"/>
                    </a:lnTo>
                    <a:lnTo>
                      <a:pt x="3422" y="2895"/>
                    </a:lnTo>
                    <a:lnTo>
                      <a:pt x="3309" y="2482"/>
                    </a:lnTo>
                    <a:lnTo>
                      <a:pt x="3172" y="2081"/>
                    </a:lnTo>
                    <a:lnTo>
                      <a:pt x="3021" y="1705"/>
                    </a:lnTo>
                    <a:lnTo>
                      <a:pt x="2871" y="1341"/>
                    </a:lnTo>
                    <a:lnTo>
                      <a:pt x="2695" y="1015"/>
                    </a:lnTo>
                    <a:lnTo>
                      <a:pt x="2520" y="727"/>
                    </a:lnTo>
                    <a:lnTo>
                      <a:pt x="2332" y="451"/>
                    </a:lnTo>
                    <a:lnTo>
                      <a:pt x="2131" y="213"/>
                    </a:lnTo>
                    <a:lnTo>
                      <a:pt x="19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4711016" y="2781336"/>
                <a:ext cx="201174" cy="201151"/>
              </a:xfrm>
              <a:custGeom>
                <a:rect b="b" l="l" r="r" t="t"/>
                <a:pathLst>
                  <a:path extrusionOk="0" h="8949" w="8950">
                    <a:moveTo>
                      <a:pt x="8661" y="0"/>
                    </a:moveTo>
                    <a:lnTo>
                      <a:pt x="8348" y="25"/>
                    </a:lnTo>
                    <a:lnTo>
                      <a:pt x="8022" y="88"/>
                    </a:lnTo>
                    <a:lnTo>
                      <a:pt x="7683" y="176"/>
                    </a:lnTo>
                    <a:lnTo>
                      <a:pt x="7332" y="288"/>
                    </a:lnTo>
                    <a:lnTo>
                      <a:pt x="6981" y="414"/>
                    </a:lnTo>
                    <a:lnTo>
                      <a:pt x="6605" y="577"/>
                    </a:lnTo>
                    <a:lnTo>
                      <a:pt x="6229" y="777"/>
                    </a:lnTo>
                    <a:lnTo>
                      <a:pt x="5841" y="990"/>
                    </a:lnTo>
                    <a:lnTo>
                      <a:pt x="5452" y="1216"/>
                    </a:lnTo>
                    <a:lnTo>
                      <a:pt x="5064" y="1479"/>
                    </a:lnTo>
                    <a:lnTo>
                      <a:pt x="4675" y="1767"/>
                    </a:lnTo>
                    <a:lnTo>
                      <a:pt x="4274" y="2068"/>
                    </a:lnTo>
                    <a:lnTo>
                      <a:pt x="3886" y="2394"/>
                    </a:lnTo>
                    <a:lnTo>
                      <a:pt x="3497" y="2745"/>
                    </a:lnTo>
                    <a:lnTo>
                      <a:pt x="3121" y="3121"/>
                    </a:lnTo>
                    <a:lnTo>
                      <a:pt x="2745" y="3497"/>
                    </a:lnTo>
                    <a:lnTo>
                      <a:pt x="2407" y="3885"/>
                    </a:lnTo>
                    <a:lnTo>
                      <a:pt x="2068" y="4274"/>
                    </a:lnTo>
                    <a:lnTo>
                      <a:pt x="1767" y="4675"/>
                    </a:lnTo>
                    <a:lnTo>
                      <a:pt x="1479" y="5064"/>
                    </a:lnTo>
                    <a:lnTo>
                      <a:pt x="1229" y="5452"/>
                    </a:lnTo>
                    <a:lnTo>
                      <a:pt x="990" y="5841"/>
                    </a:lnTo>
                    <a:lnTo>
                      <a:pt x="777" y="6229"/>
                    </a:lnTo>
                    <a:lnTo>
                      <a:pt x="589" y="6605"/>
                    </a:lnTo>
                    <a:lnTo>
                      <a:pt x="426" y="6969"/>
                    </a:lnTo>
                    <a:lnTo>
                      <a:pt x="289" y="7332"/>
                    </a:lnTo>
                    <a:lnTo>
                      <a:pt x="176" y="7683"/>
                    </a:lnTo>
                    <a:lnTo>
                      <a:pt x="88" y="8021"/>
                    </a:lnTo>
                    <a:lnTo>
                      <a:pt x="38" y="8347"/>
                    </a:lnTo>
                    <a:lnTo>
                      <a:pt x="0" y="8661"/>
                    </a:lnTo>
                    <a:lnTo>
                      <a:pt x="0" y="8949"/>
                    </a:lnTo>
                    <a:lnTo>
                      <a:pt x="301" y="8949"/>
                    </a:lnTo>
                    <a:lnTo>
                      <a:pt x="602" y="8924"/>
                    </a:lnTo>
                    <a:lnTo>
                      <a:pt x="928" y="8874"/>
                    </a:lnTo>
                    <a:lnTo>
                      <a:pt x="1266" y="8786"/>
                    </a:lnTo>
                    <a:lnTo>
                      <a:pt x="1617" y="8673"/>
                    </a:lnTo>
                    <a:lnTo>
                      <a:pt x="1981" y="8535"/>
                    </a:lnTo>
                    <a:lnTo>
                      <a:pt x="2357" y="8372"/>
                    </a:lnTo>
                    <a:lnTo>
                      <a:pt x="2733" y="8184"/>
                    </a:lnTo>
                    <a:lnTo>
                      <a:pt x="3121" y="7971"/>
                    </a:lnTo>
                    <a:lnTo>
                      <a:pt x="3510" y="7733"/>
                    </a:lnTo>
                    <a:lnTo>
                      <a:pt x="3898" y="7470"/>
                    </a:lnTo>
                    <a:lnTo>
                      <a:pt x="4287" y="7194"/>
                    </a:lnTo>
                    <a:lnTo>
                      <a:pt x="4675" y="6881"/>
                    </a:lnTo>
                    <a:lnTo>
                      <a:pt x="5076" y="6555"/>
                    </a:lnTo>
                    <a:lnTo>
                      <a:pt x="5452" y="6204"/>
                    </a:lnTo>
                    <a:lnTo>
                      <a:pt x="5841" y="5841"/>
                    </a:lnTo>
                    <a:lnTo>
                      <a:pt x="6204" y="5452"/>
                    </a:lnTo>
                    <a:lnTo>
                      <a:pt x="6555" y="5064"/>
                    </a:lnTo>
                    <a:lnTo>
                      <a:pt x="6881" y="4675"/>
                    </a:lnTo>
                    <a:lnTo>
                      <a:pt x="7194" y="4286"/>
                    </a:lnTo>
                    <a:lnTo>
                      <a:pt x="7470" y="3898"/>
                    </a:lnTo>
                    <a:lnTo>
                      <a:pt x="7733" y="3497"/>
                    </a:lnTo>
                    <a:lnTo>
                      <a:pt x="7972" y="3108"/>
                    </a:lnTo>
                    <a:lnTo>
                      <a:pt x="8185" y="2732"/>
                    </a:lnTo>
                    <a:lnTo>
                      <a:pt x="8373" y="2356"/>
                    </a:lnTo>
                    <a:lnTo>
                      <a:pt x="8536" y="1980"/>
                    </a:lnTo>
                    <a:lnTo>
                      <a:pt x="8673" y="1617"/>
                    </a:lnTo>
                    <a:lnTo>
                      <a:pt x="8786" y="1266"/>
                    </a:lnTo>
                    <a:lnTo>
                      <a:pt x="8874" y="928"/>
                    </a:lnTo>
                    <a:lnTo>
                      <a:pt x="8924" y="602"/>
                    </a:lnTo>
                    <a:lnTo>
                      <a:pt x="8949" y="301"/>
                    </a:lnTo>
                    <a:lnTo>
                      <a:pt x="8949" y="0"/>
                    </a:lnTo>
                    <a:close/>
                  </a:path>
                </a:pathLst>
              </a:custGeom>
              <a:solidFill>
                <a:srgbClr val="9EB655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6"/>
              <p:cNvSpPr/>
              <p:nvPr/>
            </p:nvSpPr>
            <p:spPr>
              <a:xfrm>
                <a:off x="4553246" y="2944995"/>
                <a:ext cx="315831" cy="75524"/>
              </a:xfrm>
              <a:custGeom>
                <a:rect b="b" l="l" r="r" t="t"/>
                <a:pathLst>
                  <a:path extrusionOk="0" h="3360" w="14051">
                    <a:moveTo>
                      <a:pt x="1" y="1"/>
                    </a:moveTo>
                    <a:lnTo>
                      <a:pt x="276" y="3360"/>
                    </a:lnTo>
                    <a:lnTo>
                      <a:pt x="13787" y="3360"/>
                    </a:lnTo>
                    <a:lnTo>
                      <a:pt x="140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6"/>
              <p:cNvSpPr/>
              <p:nvPr/>
            </p:nvSpPr>
            <p:spPr>
              <a:xfrm>
                <a:off x="4584805" y="3020497"/>
                <a:ext cx="252715" cy="175549"/>
              </a:xfrm>
              <a:custGeom>
                <a:rect b="b" l="l" r="r" t="t"/>
                <a:pathLst>
                  <a:path extrusionOk="0" h="7810" w="11243">
                    <a:moveTo>
                      <a:pt x="0" y="1"/>
                    </a:moveTo>
                    <a:lnTo>
                      <a:pt x="614" y="7809"/>
                    </a:lnTo>
                    <a:lnTo>
                      <a:pt x="10616" y="7809"/>
                    </a:lnTo>
                    <a:lnTo>
                      <a:pt x="11243" y="1"/>
                    </a:lnTo>
                    <a:close/>
                  </a:path>
                </a:pathLst>
              </a:custGeom>
              <a:solidFill>
                <a:srgbClr val="C37C34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6"/>
              <p:cNvSpPr/>
              <p:nvPr/>
            </p:nvSpPr>
            <p:spPr>
              <a:xfrm>
                <a:off x="4584805" y="3017125"/>
                <a:ext cx="252715" cy="6496"/>
              </a:xfrm>
              <a:custGeom>
                <a:rect b="b" l="l" r="r" t="t"/>
                <a:pathLst>
                  <a:path extrusionOk="0" h="289" w="11243">
                    <a:moveTo>
                      <a:pt x="0" y="0"/>
                    </a:moveTo>
                    <a:lnTo>
                      <a:pt x="0" y="289"/>
                    </a:lnTo>
                    <a:lnTo>
                      <a:pt x="11243" y="289"/>
                    </a:lnTo>
                    <a:lnTo>
                      <a:pt x="1124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6"/>
              <p:cNvSpPr/>
              <p:nvPr/>
            </p:nvSpPr>
            <p:spPr>
              <a:xfrm>
                <a:off x="3996276" y="3141089"/>
                <a:ext cx="136955" cy="54957"/>
              </a:xfrm>
              <a:custGeom>
                <a:rect b="b" l="l" r="r" t="t"/>
                <a:pathLst>
                  <a:path extrusionOk="0" h="2445" w="6093">
                    <a:moveTo>
                      <a:pt x="515" y="0"/>
                    </a:moveTo>
                    <a:lnTo>
                      <a:pt x="1" y="2444"/>
                    </a:lnTo>
                    <a:lnTo>
                      <a:pt x="6092" y="2444"/>
                    </a:lnTo>
                    <a:lnTo>
                      <a:pt x="557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6"/>
              <p:cNvSpPr/>
              <p:nvPr/>
            </p:nvSpPr>
            <p:spPr>
              <a:xfrm>
                <a:off x="3899646" y="3007820"/>
                <a:ext cx="330217" cy="165120"/>
              </a:xfrm>
              <a:custGeom>
                <a:rect b="b" l="l" r="r" t="t"/>
                <a:pathLst>
                  <a:path extrusionOk="0" h="7346" w="14691">
                    <a:moveTo>
                      <a:pt x="1" y="1"/>
                    </a:moveTo>
                    <a:lnTo>
                      <a:pt x="1" y="364"/>
                    </a:lnTo>
                    <a:lnTo>
                      <a:pt x="26" y="715"/>
                    </a:lnTo>
                    <a:lnTo>
                      <a:pt x="76" y="1066"/>
                    </a:lnTo>
                    <a:lnTo>
                      <a:pt x="139" y="1417"/>
                    </a:lnTo>
                    <a:lnTo>
                      <a:pt x="201" y="1730"/>
                    </a:lnTo>
                    <a:lnTo>
                      <a:pt x="289" y="2044"/>
                    </a:lnTo>
                    <a:lnTo>
                      <a:pt x="377" y="2345"/>
                    </a:lnTo>
                    <a:lnTo>
                      <a:pt x="490" y="2645"/>
                    </a:lnTo>
                    <a:lnTo>
                      <a:pt x="603" y="2934"/>
                    </a:lnTo>
                    <a:lnTo>
                      <a:pt x="740" y="3222"/>
                    </a:lnTo>
                    <a:lnTo>
                      <a:pt x="878" y="3498"/>
                    </a:lnTo>
                    <a:lnTo>
                      <a:pt x="1041" y="3773"/>
                    </a:lnTo>
                    <a:lnTo>
                      <a:pt x="1204" y="4037"/>
                    </a:lnTo>
                    <a:lnTo>
                      <a:pt x="1380" y="4287"/>
                    </a:lnTo>
                    <a:lnTo>
                      <a:pt x="1568" y="4538"/>
                    </a:lnTo>
                    <a:lnTo>
                      <a:pt x="1768" y="4776"/>
                    </a:lnTo>
                    <a:lnTo>
                      <a:pt x="1969" y="5014"/>
                    </a:lnTo>
                    <a:lnTo>
                      <a:pt x="2194" y="5227"/>
                    </a:lnTo>
                    <a:lnTo>
                      <a:pt x="2420" y="5440"/>
                    </a:lnTo>
                    <a:lnTo>
                      <a:pt x="2645" y="5641"/>
                    </a:lnTo>
                    <a:lnTo>
                      <a:pt x="2896" y="5841"/>
                    </a:lnTo>
                    <a:lnTo>
                      <a:pt x="3147" y="6029"/>
                    </a:lnTo>
                    <a:lnTo>
                      <a:pt x="3398" y="6192"/>
                    </a:lnTo>
                    <a:lnTo>
                      <a:pt x="3673" y="6355"/>
                    </a:lnTo>
                    <a:lnTo>
                      <a:pt x="3936" y="6506"/>
                    </a:lnTo>
                    <a:lnTo>
                      <a:pt x="4225" y="6644"/>
                    </a:lnTo>
                    <a:lnTo>
                      <a:pt x="4513" y="6781"/>
                    </a:lnTo>
                    <a:lnTo>
                      <a:pt x="4801" y="6894"/>
                    </a:lnTo>
                    <a:lnTo>
                      <a:pt x="5102" y="6994"/>
                    </a:lnTo>
                    <a:lnTo>
                      <a:pt x="5403" y="7082"/>
                    </a:lnTo>
                    <a:lnTo>
                      <a:pt x="5716" y="7157"/>
                    </a:lnTo>
                    <a:lnTo>
                      <a:pt x="6030" y="7220"/>
                    </a:lnTo>
                    <a:lnTo>
                      <a:pt x="6355" y="7270"/>
                    </a:lnTo>
                    <a:lnTo>
                      <a:pt x="6681" y="7308"/>
                    </a:lnTo>
                    <a:lnTo>
                      <a:pt x="7007" y="7333"/>
                    </a:lnTo>
                    <a:lnTo>
                      <a:pt x="7346" y="7345"/>
                    </a:lnTo>
                    <a:lnTo>
                      <a:pt x="7671" y="7333"/>
                    </a:lnTo>
                    <a:lnTo>
                      <a:pt x="8010" y="7308"/>
                    </a:lnTo>
                    <a:lnTo>
                      <a:pt x="8323" y="7270"/>
                    </a:lnTo>
                    <a:lnTo>
                      <a:pt x="8649" y="7220"/>
                    </a:lnTo>
                    <a:lnTo>
                      <a:pt x="8962" y="7157"/>
                    </a:lnTo>
                    <a:lnTo>
                      <a:pt x="9276" y="7082"/>
                    </a:lnTo>
                    <a:lnTo>
                      <a:pt x="9576" y="6994"/>
                    </a:lnTo>
                    <a:lnTo>
                      <a:pt x="9877" y="6894"/>
                    </a:lnTo>
                    <a:lnTo>
                      <a:pt x="10178" y="6781"/>
                    </a:lnTo>
                    <a:lnTo>
                      <a:pt x="10466" y="6644"/>
                    </a:lnTo>
                    <a:lnTo>
                      <a:pt x="10742" y="6506"/>
                    </a:lnTo>
                    <a:lnTo>
                      <a:pt x="11018" y="6355"/>
                    </a:lnTo>
                    <a:lnTo>
                      <a:pt x="11281" y="6192"/>
                    </a:lnTo>
                    <a:lnTo>
                      <a:pt x="11544" y="6029"/>
                    </a:lnTo>
                    <a:lnTo>
                      <a:pt x="11795" y="5841"/>
                    </a:lnTo>
                    <a:lnTo>
                      <a:pt x="12033" y="5641"/>
                    </a:lnTo>
                    <a:lnTo>
                      <a:pt x="12271" y="5440"/>
                    </a:lnTo>
                    <a:lnTo>
                      <a:pt x="12497" y="5227"/>
                    </a:lnTo>
                    <a:lnTo>
                      <a:pt x="12710" y="5014"/>
                    </a:lnTo>
                    <a:lnTo>
                      <a:pt x="12923" y="4776"/>
                    </a:lnTo>
                    <a:lnTo>
                      <a:pt x="13111" y="4538"/>
                    </a:lnTo>
                    <a:lnTo>
                      <a:pt x="13299" y="4287"/>
                    </a:lnTo>
                    <a:lnTo>
                      <a:pt x="13474" y="4037"/>
                    </a:lnTo>
                    <a:lnTo>
                      <a:pt x="13650" y="3773"/>
                    </a:lnTo>
                    <a:lnTo>
                      <a:pt x="13800" y="3498"/>
                    </a:lnTo>
                    <a:lnTo>
                      <a:pt x="13951" y="3222"/>
                    </a:lnTo>
                    <a:lnTo>
                      <a:pt x="14076" y="2934"/>
                    </a:lnTo>
                    <a:lnTo>
                      <a:pt x="14201" y="2645"/>
                    </a:lnTo>
                    <a:lnTo>
                      <a:pt x="14302" y="2345"/>
                    </a:lnTo>
                    <a:lnTo>
                      <a:pt x="14402" y="2044"/>
                    </a:lnTo>
                    <a:lnTo>
                      <a:pt x="14477" y="1730"/>
                    </a:lnTo>
                    <a:lnTo>
                      <a:pt x="14552" y="1417"/>
                    </a:lnTo>
                    <a:lnTo>
                      <a:pt x="14615" y="1066"/>
                    </a:lnTo>
                    <a:lnTo>
                      <a:pt x="14653" y="715"/>
                    </a:lnTo>
                    <a:lnTo>
                      <a:pt x="14678" y="364"/>
                    </a:lnTo>
                    <a:lnTo>
                      <a:pt x="14690" y="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6"/>
              <p:cNvSpPr/>
              <p:nvPr/>
            </p:nvSpPr>
            <p:spPr>
              <a:xfrm>
                <a:off x="3899646" y="3007820"/>
                <a:ext cx="330217" cy="31873"/>
              </a:xfrm>
              <a:custGeom>
                <a:rect b="b" l="l" r="r" t="t"/>
                <a:pathLst>
                  <a:path extrusionOk="0" h="1418" w="14691">
                    <a:moveTo>
                      <a:pt x="1" y="1"/>
                    </a:moveTo>
                    <a:lnTo>
                      <a:pt x="1" y="364"/>
                    </a:lnTo>
                    <a:lnTo>
                      <a:pt x="26" y="715"/>
                    </a:lnTo>
                    <a:lnTo>
                      <a:pt x="76" y="1066"/>
                    </a:lnTo>
                    <a:lnTo>
                      <a:pt x="139" y="1417"/>
                    </a:lnTo>
                    <a:lnTo>
                      <a:pt x="14552" y="1417"/>
                    </a:lnTo>
                    <a:lnTo>
                      <a:pt x="14615" y="1066"/>
                    </a:lnTo>
                    <a:lnTo>
                      <a:pt x="14653" y="715"/>
                    </a:lnTo>
                    <a:lnTo>
                      <a:pt x="14678" y="364"/>
                    </a:lnTo>
                    <a:lnTo>
                      <a:pt x="1469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6"/>
              <p:cNvSpPr/>
              <p:nvPr/>
            </p:nvSpPr>
            <p:spPr>
              <a:xfrm>
                <a:off x="5159510" y="3141089"/>
                <a:ext cx="136933" cy="54957"/>
              </a:xfrm>
              <a:custGeom>
                <a:rect b="b" l="l" r="r" t="t"/>
                <a:pathLst>
                  <a:path extrusionOk="0" h="2445" w="6092">
                    <a:moveTo>
                      <a:pt x="514" y="0"/>
                    </a:moveTo>
                    <a:lnTo>
                      <a:pt x="1" y="2444"/>
                    </a:lnTo>
                    <a:lnTo>
                      <a:pt x="6092" y="2444"/>
                    </a:lnTo>
                    <a:lnTo>
                      <a:pt x="557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6"/>
              <p:cNvSpPr/>
              <p:nvPr/>
            </p:nvSpPr>
            <p:spPr>
              <a:xfrm>
                <a:off x="5062879" y="3007820"/>
                <a:ext cx="330194" cy="165120"/>
              </a:xfrm>
              <a:custGeom>
                <a:rect b="b" l="l" r="r" t="t"/>
                <a:pathLst>
                  <a:path extrusionOk="0" h="7346" w="14690">
                    <a:moveTo>
                      <a:pt x="1" y="1"/>
                    </a:moveTo>
                    <a:lnTo>
                      <a:pt x="13" y="364"/>
                    </a:lnTo>
                    <a:lnTo>
                      <a:pt x="38" y="715"/>
                    </a:lnTo>
                    <a:lnTo>
                      <a:pt x="76" y="1066"/>
                    </a:lnTo>
                    <a:lnTo>
                      <a:pt x="138" y="1417"/>
                    </a:lnTo>
                    <a:lnTo>
                      <a:pt x="214" y="1730"/>
                    </a:lnTo>
                    <a:lnTo>
                      <a:pt x="289" y="2044"/>
                    </a:lnTo>
                    <a:lnTo>
                      <a:pt x="389" y="2345"/>
                    </a:lnTo>
                    <a:lnTo>
                      <a:pt x="489" y="2645"/>
                    </a:lnTo>
                    <a:lnTo>
                      <a:pt x="615" y="2934"/>
                    </a:lnTo>
                    <a:lnTo>
                      <a:pt x="740" y="3222"/>
                    </a:lnTo>
                    <a:lnTo>
                      <a:pt x="890" y="3498"/>
                    </a:lnTo>
                    <a:lnTo>
                      <a:pt x="1041" y="3773"/>
                    </a:lnTo>
                    <a:lnTo>
                      <a:pt x="1204" y="4037"/>
                    </a:lnTo>
                    <a:lnTo>
                      <a:pt x="1379" y="4287"/>
                    </a:lnTo>
                    <a:lnTo>
                      <a:pt x="1567" y="4538"/>
                    </a:lnTo>
                    <a:lnTo>
                      <a:pt x="1768" y="4776"/>
                    </a:lnTo>
                    <a:lnTo>
                      <a:pt x="1981" y="5014"/>
                    </a:lnTo>
                    <a:lnTo>
                      <a:pt x="2194" y="5227"/>
                    </a:lnTo>
                    <a:lnTo>
                      <a:pt x="2419" y="5440"/>
                    </a:lnTo>
                    <a:lnTo>
                      <a:pt x="2658" y="5641"/>
                    </a:lnTo>
                    <a:lnTo>
                      <a:pt x="2896" y="5841"/>
                    </a:lnTo>
                    <a:lnTo>
                      <a:pt x="3146" y="6029"/>
                    </a:lnTo>
                    <a:lnTo>
                      <a:pt x="3410" y="6192"/>
                    </a:lnTo>
                    <a:lnTo>
                      <a:pt x="3673" y="6355"/>
                    </a:lnTo>
                    <a:lnTo>
                      <a:pt x="3949" y="6506"/>
                    </a:lnTo>
                    <a:lnTo>
                      <a:pt x="4224" y="6644"/>
                    </a:lnTo>
                    <a:lnTo>
                      <a:pt x="4513" y="6781"/>
                    </a:lnTo>
                    <a:lnTo>
                      <a:pt x="4813" y="6894"/>
                    </a:lnTo>
                    <a:lnTo>
                      <a:pt x="5102" y="6994"/>
                    </a:lnTo>
                    <a:lnTo>
                      <a:pt x="5415" y="7082"/>
                    </a:lnTo>
                    <a:lnTo>
                      <a:pt x="5728" y="7157"/>
                    </a:lnTo>
                    <a:lnTo>
                      <a:pt x="6042" y="7220"/>
                    </a:lnTo>
                    <a:lnTo>
                      <a:pt x="6355" y="7270"/>
                    </a:lnTo>
                    <a:lnTo>
                      <a:pt x="6681" y="7308"/>
                    </a:lnTo>
                    <a:lnTo>
                      <a:pt x="7019" y="7333"/>
                    </a:lnTo>
                    <a:lnTo>
                      <a:pt x="7345" y="7345"/>
                    </a:lnTo>
                    <a:lnTo>
                      <a:pt x="7684" y="7333"/>
                    </a:lnTo>
                    <a:lnTo>
                      <a:pt x="8009" y="7308"/>
                    </a:lnTo>
                    <a:lnTo>
                      <a:pt x="8335" y="7270"/>
                    </a:lnTo>
                    <a:lnTo>
                      <a:pt x="8649" y="7220"/>
                    </a:lnTo>
                    <a:lnTo>
                      <a:pt x="8974" y="7157"/>
                    </a:lnTo>
                    <a:lnTo>
                      <a:pt x="9275" y="7082"/>
                    </a:lnTo>
                    <a:lnTo>
                      <a:pt x="9589" y="6994"/>
                    </a:lnTo>
                    <a:lnTo>
                      <a:pt x="9889" y="6894"/>
                    </a:lnTo>
                    <a:lnTo>
                      <a:pt x="10178" y="6781"/>
                    </a:lnTo>
                    <a:lnTo>
                      <a:pt x="10466" y="6644"/>
                    </a:lnTo>
                    <a:lnTo>
                      <a:pt x="10742" y="6506"/>
                    </a:lnTo>
                    <a:lnTo>
                      <a:pt x="11017" y="6355"/>
                    </a:lnTo>
                    <a:lnTo>
                      <a:pt x="11293" y="6192"/>
                    </a:lnTo>
                    <a:lnTo>
                      <a:pt x="11544" y="6029"/>
                    </a:lnTo>
                    <a:lnTo>
                      <a:pt x="11795" y="5841"/>
                    </a:lnTo>
                    <a:lnTo>
                      <a:pt x="12045" y="5641"/>
                    </a:lnTo>
                    <a:lnTo>
                      <a:pt x="12271" y="5440"/>
                    </a:lnTo>
                    <a:lnTo>
                      <a:pt x="12496" y="5227"/>
                    </a:lnTo>
                    <a:lnTo>
                      <a:pt x="12722" y="5014"/>
                    </a:lnTo>
                    <a:lnTo>
                      <a:pt x="12923" y="4776"/>
                    </a:lnTo>
                    <a:lnTo>
                      <a:pt x="13123" y="4538"/>
                    </a:lnTo>
                    <a:lnTo>
                      <a:pt x="13311" y="4287"/>
                    </a:lnTo>
                    <a:lnTo>
                      <a:pt x="13487" y="4037"/>
                    </a:lnTo>
                    <a:lnTo>
                      <a:pt x="13649" y="3773"/>
                    </a:lnTo>
                    <a:lnTo>
                      <a:pt x="13800" y="3498"/>
                    </a:lnTo>
                    <a:lnTo>
                      <a:pt x="13950" y="3222"/>
                    </a:lnTo>
                    <a:lnTo>
                      <a:pt x="14076" y="2934"/>
                    </a:lnTo>
                    <a:lnTo>
                      <a:pt x="14201" y="2645"/>
                    </a:lnTo>
                    <a:lnTo>
                      <a:pt x="14314" y="2345"/>
                    </a:lnTo>
                    <a:lnTo>
                      <a:pt x="14401" y="2044"/>
                    </a:lnTo>
                    <a:lnTo>
                      <a:pt x="14489" y="1730"/>
                    </a:lnTo>
                    <a:lnTo>
                      <a:pt x="14552" y="1417"/>
                    </a:lnTo>
                    <a:lnTo>
                      <a:pt x="14615" y="1066"/>
                    </a:lnTo>
                    <a:lnTo>
                      <a:pt x="14652" y="715"/>
                    </a:lnTo>
                    <a:lnTo>
                      <a:pt x="14677" y="364"/>
                    </a:lnTo>
                    <a:lnTo>
                      <a:pt x="14690" y="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6"/>
              <p:cNvSpPr/>
              <p:nvPr/>
            </p:nvSpPr>
            <p:spPr>
              <a:xfrm>
                <a:off x="5062879" y="3007820"/>
                <a:ext cx="330194" cy="31873"/>
              </a:xfrm>
              <a:custGeom>
                <a:rect b="b" l="l" r="r" t="t"/>
                <a:pathLst>
                  <a:path extrusionOk="0" h="1418" w="14690">
                    <a:moveTo>
                      <a:pt x="1" y="1"/>
                    </a:moveTo>
                    <a:lnTo>
                      <a:pt x="13" y="364"/>
                    </a:lnTo>
                    <a:lnTo>
                      <a:pt x="38" y="715"/>
                    </a:lnTo>
                    <a:lnTo>
                      <a:pt x="76" y="1066"/>
                    </a:lnTo>
                    <a:lnTo>
                      <a:pt x="138" y="1417"/>
                    </a:lnTo>
                    <a:lnTo>
                      <a:pt x="14552" y="1417"/>
                    </a:lnTo>
                    <a:lnTo>
                      <a:pt x="14615" y="1066"/>
                    </a:lnTo>
                    <a:lnTo>
                      <a:pt x="14652" y="715"/>
                    </a:lnTo>
                    <a:lnTo>
                      <a:pt x="14677" y="364"/>
                    </a:lnTo>
                    <a:lnTo>
                      <a:pt x="1469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71325" lIns="71325" spcFirstLastPara="1" rIns="71325" wrap="square" tIns="713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7" name="Google Shape;487;p16"/>
            <p:cNvSpPr/>
            <p:nvPr/>
          </p:nvSpPr>
          <p:spPr>
            <a:xfrm>
              <a:off x="3543200" y="2810025"/>
              <a:ext cx="43725" cy="10000"/>
            </a:xfrm>
            <a:custGeom>
              <a:rect b="b" l="l" r="r" t="t"/>
              <a:pathLst>
                <a:path extrusionOk="0" h="400" w="1749">
                  <a:moveTo>
                    <a:pt x="0" y="57"/>
                  </a:moveTo>
                  <a:cubicBezTo>
                    <a:pt x="169" y="113"/>
                    <a:pt x="724" y="405"/>
                    <a:pt x="1015" y="395"/>
                  </a:cubicBezTo>
                  <a:cubicBezTo>
                    <a:pt x="1307" y="386"/>
                    <a:pt x="1627" y="66"/>
                    <a:pt x="1749" y="0"/>
                  </a:cubicBezTo>
                </a:path>
              </a:pathLst>
            </a:custGeom>
            <a:noFill/>
            <a:ln cap="flat" cmpd="sng" w="74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88" name="Google Shape;488;p16"/>
            <p:cNvSpPr/>
            <p:nvPr/>
          </p:nvSpPr>
          <p:spPr>
            <a:xfrm>
              <a:off x="5684925" y="2725425"/>
              <a:ext cx="46525" cy="9875"/>
            </a:xfrm>
            <a:custGeom>
              <a:rect b="b" l="l" r="r" t="t"/>
              <a:pathLst>
                <a:path extrusionOk="0" h="395" w="1861">
                  <a:moveTo>
                    <a:pt x="0" y="0"/>
                  </a:moveTo>
                  <a:cubicBezTo>
                    <a:pt x="169" y="66"/>
                    <a:pt x="705" y="395"/>
                    <a:pt x="1015" y="395"/>
                  </a:cubicBezTo>
                  <a:cubicBezTo>
                    <a:pt x="1325" y="395"/>
                    <a:pt x="1720" y="66"/>
                    <a:pt x="1861" y="0"/>
                  </a:cubicBezTo>
                </a:path>
              </a:pathLst>
            </a:custGeom>
            <a:noFill/>
            <a:ln cap="flat" cmpd="sng" w="74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489" name="Google Shape;4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450" y="1870563"/>
            <a:ext cx="3484574" cy="232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"/>
          <p:cNvSpPr/>
          <p:nvPr/>
        </p:nvSpPr>
        <p:spPr>
          <a:xfrm>
            <a:off x="4102550" y="1224933"/>
            <a:ext cx="1226400" cy="4626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78950" lIns="78950" spcFirstLastPara="1" rIns="78950" wrap="square" tIns="7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5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Control</a:t>
            </a:r>
            <a:endParaRPr sz="1209">
              <a:solidFill>
                <a:schemeClr val="dk1"/>
              </a:solidFill>
            </a:endParaRPr>
          </a:p>
        </p:txBody>
      </p:sp>
      <p:sp>
        <p:nvSpPr>
          <p:cNvPr id="495" name="Google Shape;495;p1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Treatment &amp; Randomization</a:t>
            </a:r>
            <a:endParaRPr/>
          </a:p>
        </p:txBody>
      </p:sp>
      <p:grpSp>
        <p:nvGrpSpPr>
          <p:cNvPr id="496" name="Google Shape;496;p17"/>
          <p:cNvGrpSpPr/>
          <p:nvPr/>
        </p:nvGrpSpPr>
        <p:grpSpPr>
          <a:xfrm>
            <a:off x="2969584" y="1940640"/>
            <a:ext cx="357773" cy="421550"/>
            <a:chOff x="3410650" y="1300050"/>
            <a:chExt cx="404675" cy="708725"/>
          </a:xfrm>
        </p:grpSpPr>
        <p:sp>
          <p:nvSpPr>
            <p:cNvPr id="497" name="Google Shape;497;p17"/>
            <p:cNvSpPr/>
            <p:nvPr/>
          </p:nvSpPr>
          <p:spPr>
            <a:xfrm>
              <a:off x="3410650" y="1300050"/>
              <a:ext cx="211350" cy="378375"/>
            </a:xfrm>
            <a:custGeom>
              <a:rect b="b" l="l" r="r" t="t"/>
              <a:pathLst>
                <a:path extrusionOk="0" h="15135" w="8454">
                  <a:moveTo>
                    <a:pt x="1" y="1"/>
                  </a:moveTo>
                  <a:lnTo>
                    <a:pt x="1" y="8583"/>
                  </a:lnTo>
                  <a:lnTo>
                    <a:pt x="19" y="8952"/>
                  </a:lnTo>
                  <a:lnTo>
                    <a:pt x="74" y="9302"/>
                  </a:lnTo>
                  <a:lnTo>
                    <a:pt x="148" y="9634"/>
                  </a:lnTo>
                  <a:lnTo>
                    <a:pt x="259" y="9967"/>
                  </a:lnTo>
                  <a:lnTo>
                    <a:pt x="388" y="10280"/>
                  </a:lnTo>
                  <a:lnTo>
                    <a:pt x="554" y="10576"/>
                  </a:lnTo>
                  <a:lnTo>
                    <a:pt x="739" y="10853"/>
                  </a:lnTo>
                  <a:lnTo>
                    <a:pt x="960" y="11129"/>
                  </a:lnTo>
                  <a:lnTo>
                    <a:pt x="1182" y="11369"/>
                  </a:lnTo>
                  <a:lnTo>
                    <a:pt x="1440" y="11591"/>
                  </a:lnTo>
                  <a:lnTo>
                    <a:pt x="1717" y="11794"/>
                  </a:lnTo>
                  <a:lnTo>
                    <a:pt x="1994" y="11978"/>
                  </a:lnTo>
                  <a:lnTo>
                    <a:pt x="2308" y="12126"/>
                  </a:lnTo>
                  <a:lnTo>
                    <a:pt x="2621" y="12255"/>
                  </a:lnTo>
                  <a:lnTo>
                    <a:pt x="2953" y="12347"/>
                  </a:lnTo>
                  <a:lnTo>
                    <a:pt x="3304" y="12421"/>
                  </a:lnTo>
                  <a:lnTo>
                    <a:pt x="3304" y="15134"/>
                  </a:lnTo>
                  <a:lnTo>
                    <a:pt x="5150" y="15134"/>
                  </a:lnTo>
                  <a:lnTo>
                    <a:pt x="5150" y="12421"/>
                  </a:lnTo>
                  <a:lnTo>
                    <a:pt x="5500" y="12347"/>
                  </a:lnTo>
                  <a:lnTo>
                    <a:pt x="5833" y="12255"/>
                  </a:lnTo>
                  <a:lnTo>
                    <a:pt x="6146" y="12126"/>
                  </a:lnTo>
                  <a:lnTo>
                    <a:pt x="6460" y="11978"/>
                  </a:lnTo>
                  <a:lnTo>
                    <a:pt x="6755" y="11794"/>
                  </a:lnTo>
                  <a:lnTo>
                    <a:pt x="7014" y="11591"/>
                  </a:lnTo>
                  <a:lnTo>
                    <a:pt x="7272" y="11369"/>
                  </a:lnTo>
                  <a:lnTo>
                    <a:pt x="7512" y="11129"/>
                  </a:lnTo>
                  <a:lnTo>
                    <a:pt x="7715" y="10871"/>
                  </a:lnTo>
                  <a:lnTo>
                    <a:pt x="7900" y="10576"/>
                  </a:lnTo>
                  <a:lnTo>
                    <a:pt x="8066" y="10280"/>
                  </a:lnTo>
                  <a:lnTo>
                    <a:pt x="8195" y="9967"/>
                  </a:lnTo>
                  <a:lnTo>
                    <a:pt x="8306" y="9634"/>
                  </a:lnTo>
                  <a:lnTo>
                    <a:pt x="8379" y="9302"/>
                  </a:lnTo>
                  <a:lnTo>
                    <a:pt x="8435" y="8952"/>
                  </a:lnTo>
                  <a:lnTo>
                    <a:pt x="8453" y="8583"/>
                  </a:lnTo>
                  <a:lnTo>
                    <a:pt x="8453" y="1"/>
                  </a:lnTo>
                  <a:lnTo>
                    <a:pt x="6792" y="1"/>
                  </a:lnTo>
                  <a:lnTo>
                    <a:pt x="6792" y="5261"/>
                  </a:lnTo>
                  <a:lnTo>
                    <a:pt x="5057" y="5261"/>
                  </a:lnTo>
                  <a:lnTo>
                    <a:pt x="5057" y="1"/>
                  </a:lnTo>
                  <a:lnTo>
                    <a:pt x="3396" y="1"/>
                  </a:lnTo>
                  <a:lnTo>
                    <a:pt x="3396" y="5261"/>
                  </a:lnTo>
                  <a:lnTo>
                    <a:pt x="1662" y="5261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3410650" y="1300050"/>
              <a:ext cx="211350" cy="378375"/>
            </a:xfrm>
            <a:custGeom>
              <a:rect b="b" l="l" r="r" t="t"/>
              <a:pathLst>
                <a:path extrusionOk="0" fill="none" h="15135" w="8454">
                  <a:moveTo>
                    <a:pt x="8453" y="1"/>
                  </a:moveTo>
                  <a:lnTo>
                    <a:pt x="8453" y="8583"/>
                  </a:lnTo>
                  <a:lnTo>
                    <a:pt x="8453" y="8583"/>
                  </a:lnTo>
                  <a:lnTo>
                    <a:pt x="8435" y="8952"/>
                  </a:lnTo>
                  <a:lnTo>
                    <a:pt x="8379" y="9302"/>
                  </a:lnTo>
                  <a:lnTo>
                    <a:pt x="8306" y="9634"/>
                  </a:lnTo>
                  <a:lnTo>
                    <a:pt x="8195" y="9967"/>
                  </a:lnTo>
                  <a:lnTo>
                    <a:pt x="8066" y="10280"/>
                  </a:lnTo>
                  <a:lnTo>
                    <a:pt x="7900" y="10576"/>
                  </a:lnTo>
                  <a:lnTo>
                    <a:pt x="7715" y="10871"/>
                  </a:lnTo>
                  <a:lnTo>
                    <a:pt x="7512" y="11129"/>
                  </a:lnTo>
                  <a:lnTo>
                    <a:pt x="7272" y="11369"/>
                  </a:lnTo>
                  <a:lnTo>
                    <a:pt x="7014" y="11591"/>
                  </a:lnTo>
                  <a:lnTo>
                    <a:pt x="6755" y="11794"/>
                  </a:lnTo>
                  <a:lnTo>
                    <a:pt x="6460" y="11978"/>
                  </a:lnTo>
                  <a:lnTo>
                    <a:pt x="6146" y="12126"/>
                  </a:lnTo>
                  <a:lnTo>
                    <a:pt x="5833" y="12255"/>
                  </a:lnTo>
                  <a:lnTo>
                    <a:pt x="5500" y="12347"/>
                  </a:lnTo>
                  <a:lnTo>
                    <a:pt x="5150" y="12421"/>
                  </a:lnTo>
                  <a:lnTo>
                    <a:pt x="5150" y="15134"/>
                  </a:lnTo>
                  <a:lnTo>
                    <a:pt x="3304" y="15134"/>
                  </a:lnTo>
                  <a:lnTo>
                    <a:pt x="3304" y="12421"/>
                  </a:lnTo>
                  <a:lnTo>
                    <a:pt x="3304" y="12421"/>
                  </a:lnTo>
                  <a:lnTo>
                    <a:pt x="2953" y="12347"/>
                  </a:lnTo>
                  <a:lnTo>
                    <a:pt x="2621" y="12255"/>
                  </a:lnTo>
                  <a:lnTo>
                    <a:pt x="2308" y="12126"/>
                  </a:lnTo>
                  <a:lnTo>
                    <a:pt x="1994" y="11978"/>
                  </a:lnTo>
                  <a:lnTo>
                    <a:pt x="1717" y="11794"/>
                  </a:lnTo>
                  <a:lnTo>
                    <a:pt x="1440" y="11591"/>
                  </a:lnTo>
                  <a:lnTo>
                    <a:pt x="1182" y="11369"/>
                  </a:lnTo>
                  <a:lnTo>
                    <a:pt x="960" y="11129"/>
                  </a:lnTo>
                  <a:lnTo>
                    <a:pt x="739" y="10853"/>
                  </a:lnTo>
                  <a:lnTo>
                    <a:pt x="554" y="10576"/>
                  </a:lnTo>
                  <a:lnTo>
                    <a:pt x="388" y="10280"/>
                  </a:lnTo>
                  <a:lnTo>
                    <a:pt x="259" y="9967"/>
                  </a:lnTo>
                  <a:lnTo>
                    <a:pt x="148" y="9634"/>
                  </a:lnTo>
                  <a:lnTo>
                    <a:pt x="74" y="9302"/>
                  </a:lnTo>
                  <a:lnTo>
                    <a:pt x="19" y="8952"/>
                  </a:lnTo>
                  <a:lnTo>
                    <a:pt x="1" y="8583"/>
                  </a:lnTo>
                  <a:lnTo>
                    <a:pt x="1" y="1"/>
                  </a:lnTo>
                  <a:lnTo>
                    <a:pt x="1662" y="1"/>
                  </a:lnTo>
                  <a:lnTo>
                    <a:pt x="1662" y="5261"/>
                  </a:lnTo>
                  <a:lnTo>
                    <a:pt x="3396" y="5261"/>
                  </a:lnTo>
                  <a:lnTo>
                    <a:pt x="3396" y="1"/>
                  </a:lnTo>
                  <a:lnTo>
                    <a:pt x="5057" y="1"/>
                  </a:lnTo>
                  <a:lnTo>
                    <a:pt x="5057" y="5261"/>
                  </a:lnTo>
                  <a:lnTo>
                    <a:pt x="6792" y="5261"/>
                  </a:lnTo>
                  <a:lnTo>
                    <a:pt x="6792" y="1"/>
                  </a:lnTo>
                  <a:lnTo>
                    <a:pt x="8453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3621975" y="13000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3681950" y="1300050"/>
              <a:ext cx="133375" cy="376525"/>
            </a:xfrm>
            <a:custGeom>
              <a:rect b="b" l="l" r="r" t="t"/>
              <a:pathLst>
                <a:path extrusionOk="0" h="15061" w="5335">
                  <a:moveTo>
                    <a:pt x="5334" y="1"/>
                  </a:moveTo>
                  <a:lnTo>
                    <a:pt x="4817" y="19"/>
                  </a:lnTo>
                  <a:lnTo>
                    <a:pt x="4319" y="74"/>
                  </a:lnTo>
                  <a:lnTo>
                    <a:pt x="3821" y="167"/>
                  </a:lnTo>
                  <a:lnTo>
                    <a:pt x="3581" y="222"/>
                  </a:lnTo>
                  <a:lnTo>
                    <a:pt x="3341" y="296"/>
                  </a:lnTo>
                  <a:lnTo>
                    <a:pt x="3101" y="388"/>
                  </a:lnTo>
                  <a:lnTo>
                    <a:pt x="2880" y="481"/>
                  </a:lnTo>
                  <a:lnTo>
                    <a:pt x="2658" y="591"/>
                  </a:lnTo>
                  <a:lnTo>
                    <a:pt x="2437" y="720"/>
                  </a:lnTo>
                  <a:lnTo>
                    <a:pt x="2215" y="850"/>
                  </a:lnTo>
                  <a:lnTo>
                    <a:pt x="2012" y="997"/>
                  </a:lnTo>
                  <a:lnTo>
                    <a:pt x="1809" y="1145"/>
                  </a:lnTo>
                  <a:lnTo>
                    <a:pt x="1606" y="1329"/>
                  </a:lnTo>
                  <a:lnTo>
                    <a:pt x="1422" y="1514"/>
                  </a:lnTo>
                  <a:lnTo>
                    <a:pt x="1237" y="1699"/>
                  </a:lnTo>
                  <a:lnTo>
                    <a:pt x="1089" y="1902"/>
                  </a:lnTo>
                  <a:lnTo>
                    <a:pt x="923" y="2105"/>
                  </a:lnTo>
                  <a:lnTo>
                    <a:pt x="776" y="2308"/>
                  </a:lnTo>
                  <a:lnTo>
                    <a:pt x="646" y="2529"/>
                  </a:lnTo>
                  <a:lnTo>
                    <a:pt x="536" y="2769"/>
                  </a:lnTo>
                  <a:lnTo>
                    <a:pt x="425" y="2990"/>
                  </a:lnTo>
                  <a:lnTo>
                    <a:pt x="333" y="3230"/>
                  </a:lnTo>
                  <a:lnTo>
                    <a:pt x="240" y="3470"/>
                  </a:lnTo>
                  <a:lnTo>
                    <a:pt x="167" y="3729"/>
                  </a:lnTo>
                  <a:lnTo>
                    <a:pt x="111" y="3969"/>
                  </a:lnTo>
                  <a:lnTo>
                    <a:pt x="56" y="4227"/>
                  </a:lnTo>
                  <a:lnTo>
                    <a:pt x="19" y="4485"/>
                  </a:lnTo>
                  <a:lnTo>
                    <a:pt x="1" y="4744"/>
                  </a:lnTo>
                  <a:lnTo>
                    <a:pt x="1" y="5002"/>
                  </a:lnTo>
                  <a:lnTo>
                    <a:pt x="1" y="12403"/>
                  </a:lnTo>
                  <a:lnTo>
                    <a:pt x="3323" y="12403"/>
                  </a:lnTo>
                  <a:lnTo>
                    <a:pt x="3323" y="15060"/>
                  </a:lnTo>
                  <a:lnTo>
                    <a:pt x="5334" y="15060"/>
                  </a:lnTo>
                  <a:lnTo>
                    <a:pt x="5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3681950" y="1300050"/>
              <a:ext cx="133375" cy="376525"/>
            </a:xfrm>
            <a:custGeom>
              <a:rect b="b" l="l" r="r" t="t"/>
              <a:pathLst>
                <a:path extrusionOk="0" fill="none" h="15061" w="5335">
                  <a:moveTo>
                    <a:pt x="5334" y="1"/>
                  </a:moveTo>
                  <a:lnTo>
                    <a:pt x="5334" y="15060"/>
                  </a:lnTo>
                  <a:lnTo>
                    <a:pt x="3323" y="15060"/>
                  </a:lnTo>
                  <a:lnTo>
                    <a:pt x="3323" y="12403"/>
                  </a:lnTo>
                  <a:lnTo>
                    <a:pt x="1" y="12403"/>
                  </a:lnTo>
                  <a:lnTo>
                    <a:pt x="1" y="5002"/>
                  </a:lnTo>
                  <a:lnTo>
                    <a:pt x="1" y="5002"/>
                  </a:lnTo>
                  <a:lnTo>
                    <a:pt x="1" y="4744"/>
                  </a:lnTo>
                  <a:lnTo>
                    <a:pt x="19" y="4485"/>
                  </a:lnTo>
                  <a:lnTo>
                    <a:pt x="56" y="4227"/>
                  </a:lnTo>
                  <a:lnTo>
                    <a:pt x="111" y="3969"/>
                  </a:lnTo>
                  <a:lnTo>
                    <a:pt x="167" y="3729"/>
                  </a:lnTo>
                  <a:lnTo>
                    <a:pt x="240" y="3470"/>
                  </a:lnTo>
                  <a:lnTo>
                    <a:pt x="333" y="3230"/>
                  </a:lnTo>
                  <a:lnTo>
                    <a:pt x="425" y="2990"/>
                  </a:lnTo>
                  <a:lnTo>
                    <a:pt x="536" y="2769"/>
                  </a:lnTo>
                  <a:lnTo>
                    <a:pt x="646" y="2529"/>
                  </a:lnTo>
                  <a:lnTo>
                    <a:pt x="776" y="2308"/>
                  </a:lnTo>
                  <a:lnTo>
                    <a:pt x="923" y="2105"/>
                  </a:lnTo>
                  <a:lnTo>
                    <a:pt x="1089" y="1902"/>
                  </a:lnTo>
                  <a:lnTo>
                    <a:pt x="1237" y="1699"/>
                  </a:lnTo>
                  <a:lnTo>
                    <a:pt x="1422" y="1514"/>
                  </a:lnTo>
                  <a:lnTo>
                    <a:pt x="1606" y="1329"/>
                  </a:lnTo>
                  <a:lnTo>
                    <a:pt x="1606" y="1329"/>
                  </a:lnTo>
                  <a:lnTo>
                    <a:pt x="1809" y="1145"/>
                  </a:lnTo>
                  <a:lnTo>
                    <a:pt x="2012" y="997"/>
                  </a:lnTo>
                  <a:lnTo>
                    <a:pt x="2215" y="850"/>
                  </a:lnTo>
                  <a:lnTo>
                    <a:pt x="2437" y="720"/>
                  </a:lnTo>
                  <a:lnTo>
                    <a:pt x="2658" y="591"/>
                  </a:lnTo>
                  <a:lnTo>
                    <a:pt x="2880" y="481"/>
                  </a:lnTo>
                  <a:lnTo>
                    <a:pt x="3101" y="388"/>
                  </a:lnTo>
                  <a:lnTo>
                    <a:pt x="3341" y="296"/>
                  </a:lnTo>
                  <a:lnTo>
                    <a:pt x="3581" y="222"/>
                  </a:lnTo>
                  <a:lnTo>
                    <a:pt x="3821" y="167"/>
                  </a:lnTo>
                  <a:lnTo>
                    <a:pt x="4319" y="74"/>
                  </a:lnTo>
                  <a:lnTo>
                    <a:pt x="4817" y="19"/>
                  </a:lnTo>
                  <a:lnTo>
                    <a:pt x="5334" y="1"/>
                  </a:lnTo>
                  <a:lnTo>
                    <a:pt x="5334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3815300" y="13000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3466025" y="1719925"/>
              <a:ext cx="100600" cy="288850"/>
            </a:xfrm>
            <a:custGeom>
              <a:rect b="b" l="l" r="r" t="t"/>
              <a:pathLst>
                <a:path extrusionOk="0" h="11554" w="4024">
                  <a:moveTo>
                    <a:pt x="0" y="0"/>
                  </a:moveTo>
                  <a:lnTo>
                    <a:pt x="0" y="11553"/>
                  </a:lnTo>
                  <a:lnTo>
                    <a:pt x="4024" y="11553"/>
                  </a:lnTo>
                  <a:lnTo>
                    <a:pt x="40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3714700" y="1719925"/>
              <a:ext cx="100625" cy="288850"/>
            </a:xfrm>
            <a:custGeom>
              <a:rect b="b" l="l" r="r" t="t"/>
              <a:pathLst>
                <a:path extrusionOk="0" h="11554" w="4025">
                  <a:moveTo>
                    <a:pt x="1" y="0"/>
                  </a:moveTo>
                  <a:lnTo>
                    <a:pt x="1" y="11553"/>
                  </a:lnTo>
                  <a:lnTo>
                    <a:pt x="4024" y="11553"/>
                  </a:lnTo>
                  <a:lnTo>
                    <a:pt x="40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5" name="Google Shape;505;p17"/>
          <p:cNvGrpSpPr/>
          <p:nvPr/>
        </p:nvGrpSpPr>
        <p:grpSpPr>
          <a:xfrm>
            <a:off x="635334" y="1687538"/>
            <a:ext cx="1965164" cy="1249400"/>
            <a:chOff x="457200" y="1073600"/>
            <a:chExt cx="2061000" cy="1249400"/>
          </a:xfrm>
        </p:grpSpPr>
        <p:sp>
          <p:nvSpPr>
            <p:cNvPr id="506" name="Google Shape;506;p17"/>
            <p:cNvSpPr txBox="1"/>
            <p:nvPr/>
          </p:nvSpPr>
          <p:spPr>
            <a:xfrm>
              <a:off x="457200" y="1073600"/>
              <a:ext cx="165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Manipulation</a:t>
              </a:r>
              <a:endParaRPr b="1" sz="19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07" name="Google Shape;507;p17"/>
            <p:cNvSpPr txBox="1"/>
            <p:nvPr/>
          </p:nvSpPr>
          <p:spPr>
            <a:xfrm>
              <a:off x="457200" y="1415200"/>
              <a:ext cx="2061000" cy="9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Roboto"/>
                  <a:ea typeface="Roboto"/>
                  <a:cs typeface="Roboto"/>
                  <a:sym typeface="Roboto"/>
                </a:rPr>
                <a:t>Default tip options on payment screen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08" name="Google Shape;508;p17"/>
          <p:cNvSpPr txBox="1"/>
          <p:nvPr/>
        </p:nvSpPr>
        <p:spPr>
          <a:xfrm>
            <a:off x="5475056" y="1245488"/>
            <a:ext cx="30336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15% / 18% / 20% + Other/custom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17"/>
          <p:cNvSpPr txBox="1"/>
          <p:nvPr/>
        </p:nvSpPr>
        <p:spPr>
          <a:xfrm>
            <a:off x="5475056" y="2724767"/>
            <a:ext cx="30336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18% / 20% / 25% + Other/custom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4102550" y="2724763"/>
            <a:ext cx="1226400" cy="462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t" bIns="78950" lIns="78950" spcFirstLastPara="1" rIns="78950" wrap="square" tIns="7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5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Treatment</a:t>
            </a:r>
            <a:endParaRPr sz="1209">
              <a:solidFill>
                <a:schemeClr val="dk1"/>
              </a:solidFill>
            </a:endParaRPr>
          </a:p>
        </p:txBody>
      </p:sp>
      <p:grpSp>
        <p:nvGrpSpPr>
          <p:cNvPr id="511" name="Google Shape;511;p17"/>
          <p:cNvGrpSpPr/>
          <p:nvPr/>
        </p:nvGrpSpPr>
        <p:grpSpPr>
          <a:xfrm>
            <a:off x="2696288" y="1456151"/>
            <a:ext cx="1406169" cy="1499955"/>
            <a:chOff x="2588884" y="1904058"/>
            <a:chExt cx="1606500" cy="2065200"/>
          </a:xfrm>
        </p:grpSpPr>
        <p:sp>
          <p:nvSpPr>
            <p:cNvPr id="512" name="Google Shape;512;p17"/>
            <p:cNvSpPr/>
            <p:nvPr/>
          </p:nvSpPr>
          <p:spPr>
            <a:xfrm>
              <a:off x="2588884" y="2368758"/>
              <a:ext cx="1033200" cy="1135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13" name="Google Shape;513;p17"/>
            <p:cNvCxnSpPr>
              <a:stCxn id="512" idx="0"/>
              <a:endCxn id="494" idx="1"/>
            </p:cNvCxnSpPr>
            <p:nvPr/>
          </p:nvCxnSpPr>
          <p:spPr>
            <a:xfrm rot="-5400000">
              <a:off x="3418084" y="1591458"/>
              <a:ext cx="464700" cy="1089900"/>
            </a:xfrm>
            <a:prstGeom prst="bentConnector2">
              <a:avLst/>
            </a:prstGeom>
            <a:noFill/>
            <a:ln cap="flat" cmpd="sng" w="82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17"/>
            <p:cNvCxnSpPr>
              <a:stCxn id="512" idx="4"/>
              <a:endCxn id="510" idx="1"/>
            </p:cNvCxnSpPr>
            <p:nvPr/>
          </p:nvCxnSpPr>
          <p:spPr>
            <a:xfrm flipH="1" rot="-5400000">
              <a:off x="3418084" y="3191958"/>
              <a:ext cx="464700" cy="1089900"/>
            </a:xfrm>
            <a:prstGeom prst="bentConnector2">
              <a:avLst/>
            </a:prstGeom>
            <a:noFill/>
            <a:ln cap="flat" cmpd="sng" w="82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15" name="Google Shape;515;p17"/>
          <p:cNvGrpSpPr/>
          <p:nvPr/>
        </p:nvGrpSpPr>
        <p:grpSpPr>
          <a:xfrm>
            <a:off x="2969584" y="1995365"/>
            <a:ext cx="357773" cy="421550"/>
            <a:chOff x="3410650" y="1300050"/>
            <a:chExt cx="404675" cy="708725"/>
          </a:xfrm>
        </p:grpSpPr>
        <p:sp>
          <p:nvSpPr>
            <p:cNvPr id="516" name="Google Shape;516;p17"/>
            <p:cNvSpPr/>
            <p:nvPr/>
          </p:nvSpPr>
          <p:spPr>
            <a:xfrm>
              <a:off x="3410650" y="1300050"/>
              <a:ext cx="211350" cy="378375"/>
            </a:xfrm>
            <a:custGeom>
              <a:rect b="b" l="l" r="r" t="t"/>
              <a:pathLst>
                <a:path extrusionOk="0" h="15135" w="8454">
                  <a:moveTo>
                    <a:pt x="1" y="1"/>
                  </a:moveTo>
                  <a:lnTo>
                    <a:pt x="1" y="8583"/>
                  </a:lnTo>
                  <a:lnTo>
                    <a:pt x="19" y="8952"/>
                  </a:lnTo>
                  <a:lnTo>
                    <a:pt x="74" y="9302"/>
                  </a:lnTo>
                  <a:lnTo>
                    <a:pt x="148" y="9634"/>
                  </a:lnTo>
                  <a:lnTo>
                    <a:pt x="259" y="9967"/>
                  </a:lnTo>
                  <a:lnTo>
                    <a:pt x="388" y="10280"/>
                  </a:lnTo>
                  <a:lnTo>
                    <a:pt x="554" y="10576"/>
                  </a:lnTo>
                  <a:lnTo>
                    <a:pt x="739" y="10853"/>
                  </a:lnTo>
                  <a:lnTo>
                    <a:pt x="960" y="11129"/>
                  </a:lnTo>
                  <a:lnTo>
                    <a:pt x="1182" y="11369"/>
                  </a:lnTo>
                  <a:lnTo>
                    <a:pt x="1440" y="11591"/>
                  </a:lnTo>
                  <a:lnTo>
                    <a:pt x="1717" y="11794"/>
                  </a:lnTo>
                  <a:lnTo>
                    <a:pt x="1994" y="11978"/>
                  </a:lnTo>
                  <a:lnTo>
                    <a:pt x="2308" y="12126"/>
                  </a:lnTo>
                  <a:lnTo>
                    <a:pt x="2621" y="12255"/>
                  </a:lnTo>
                  <a:lnTo>
                    <a:pt x="2953" y="12347"/>
                  </a:lnTo>
                  <a:lnTo>
                    <a:pt x="3304" y="12421"/>
                  </a:lnTo>
                  <a:lnTo>
                    <a:pt x="3304" y="15134"/>
                  </a:lnTo>
                  <a:lnTo>
                    <a:pt x="5150" y="15134"/>
                  </a:lnTo>
                  <a:lnTo>
                    <a:pt x="5150" y="12421"/>
                  </a:lnTo>
                  <a:lnTo>
                    <a:pt x="5500" y="12347"/>
                  </a:lnTo>
                  <a:lnTo>
                    <a:pt x="5833" y="12255"/>
                  </a:lnTo>
                  <a:lnTo>
                    <a:pt x="6146" y="12126"/>
                  </a:lnTo>
                  <a:lnTo>
                    <a:pt x="6460" y="11978"/>
                  </a:lnTo>
                  <a:lnTo>
                    <a:pt x="6755" y="11794"/>
                  </a:lnTo>
                  <a:lnTo>
                    <a:pt x="7014" y="11591"/>
                  </a:lnTo>
                  <a:lnTo>
                    <a:pt x="7272" y="11369"/>
                  </a:lnTo>
                  <a:lnTo>
                    <a:pt x="7512" y="11129"/>
                  </a:lnTo>
                  <a:lnTo>
                    <a:pt x="7715" y="10871"/>
                  </a:lnTo>
                  <a:lnTo>
                    <a:pt x="7900" y="10576"/>
                  </a:lnTo>
                  <a:lnTo>
                    <a:pt x="8066" y="10280"/>
                  </a:lnTo>
                  <a:lnTo>
                    <a:pt x="8195" y="9967"/>
                  </a:lnTo>
                  <a:lnTo>
                    <a:pt x="8306" y="9634"/>
                  </a:lnTo>
                  <a:lnTo>
                    <a:pt x="8379" y="9302"/>
                  </a:lnTo>
                  <a:lnTo>
                    <a:pt x="8435" y="8952"/>
                  </a:lnTo>
                  <a:lnTo>
                    <a:pt x="8453" y="8583"/>
                  </a:lnTo>
                  <a:lnTo>
                    <a:pt x="8453" y="1"/>
                  </a:lnTo>
                  <a:lnTo>
                    <a:pt x="6792" y="1"/>
                  </a:lnTo>
                  <a:lnTo>
                    <a:pt x="6792" y="5261"/>
                  </a:lnTo>
                  <a:lnTo>
                    <a:pt x="5057" y="5261"/>
                  </a:lnTo>
                  <a:lnTo>
                    <a:pt x="5057" y="1"/>
                  </a:lnTo>
                  <a:lnTo>
                    <a:pt x="3396" y="1"/>
                  </a:lnTo>
                  <a:lnTo>
                    <a:pt x="3396" y="5261"/>
                  </a:lnTo>
                  <a:lnTo>
                    <a:pt x="1662" y="5261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7"/>
            <p:cNvSpPr/>
            <p:nvPr/>
          </p:nvSpPr>
          <p:spPr>
            <a:xfrm>
              <a:off x="3410650" y="1300050"/>
              <a:ext cx="211350" cy="378375"/>
            </a:xfrm>
            <a:custGeom>
              <a:rect b="b" l="l" r="r" t="t"/>
              <a:pathLst>
                <a:path extrusionOk="0" fill="none" h="15135" w="8454">
                  <a:moveTo>
                    <a:pt x="8453" y="1"/>
                  </a:moveTo>
                  <a:lnTo>
                    <a:pt x="8453" y="8583"/>
                  </a:lnTo>
                  <a:lnTo>
                    <a:pt x="8453" y="8583"/>
                  </a:lnTo>
                  <a:lnTo>
                    <a:pt x="8435" y="8952"/>
                  </a:lnTo>
                  <a:lnTo>
                    <a:pt x="8379" y="9302"/>
                  </a:lnTo>
                  <a:lnTo>
                    <a:pt x="8306" y="9634"/>
                  </a:lnTo>
                  <a:lnTo>
                    <a:pt x="8195" y="9967"/>
                  </a:lnTo>
                  <a:lnTo>
                    <a:pt x="8066" y="10280"/>
                  </a:lnTo>
                  <a:lnTo>
                    <a:pt x="7900" y="10576"/>
                  </a:lnTo>
                  <a:lnTo>
                    <a:pt x="7715" y="10871"/>
                  </a:lnTo>
                  <a:lnTo>
                    <a:pt x="7512" y="11129"/>
                  </a:lnTo>
                  <a:lnTo>
                    <a:pt x="7272" y="11369"/>
                  </a:lnTo>
                  <a:lnTo>
                    <a:pt x="7014" y="11591"/>
                  </a:lnTo>
                  <a:lnTo>
                    <a:pt x="6755" y="11794"/>
                  </a:lnTo>
                  <a:lnTo>
                    <a:pt x="6460" y="11978"/>
                  </a:lnTo>
                  <a:lnTo>
                    <a:pt x="6146" y="12126"/>
                  </a:lnTo>
                  <a:lnTo>
                    <a:pt x="5833" y="12255"/>
                  </a:lnTo>
                  <a:lnTo>
                    <a:pt x="5500" y="12347"/>
                  </a:lnTo>
                  <a:lnTo>
                    <a:pt x="5150" y="12421"/>
                  </a:lnTo>
                  <a:lnTo>
                    <a:pt x="5150" y="15134"/>
                  </a:lnTo>
                  <a:lnTo>
                    <a:pt x="3304" y="15134"/>
                  </a:lnTo>
                  <a:lnTo>
                    <a:pt x="3304" y="12421"/>
                  </a:lnTo>
                  <a:lnTo>
                    <a:pt x="3304" y="12421"/>
                  </a:lnTo>
                  <a:lnTo>
                    <a:pt x="2953" y="12347"/>
                  </a:lnTo>
                  <a:lnTo>
                    <a:pt x="2621" y="12255"/>
                  </a:lnTo>
                  <a:lnTo>
                    <a:pt x="2308" y="12126"/>
                  </a:lnTo>
                  <a:lnTo>
                    <a:pt x="1994" y="11978"/>
                  </a:lnTo>
                  <a:lnTo>
                    <a:pt x="1717" y="11794"/>
                  </a:lnTo>
                  <a:lnTo>
                    <a:pt x="1440" y="11591"/>
                  </a:lnTo>
                  <a:lnTo>
                    <a:pt x="1182" y="11369"/>
                  </a:lnTo>
                  <a:lnTo>
                    <a:pt x="960" y="11129"/>
                  </a:lnTo>
                  <a:lnTo>
                    <a:pt x="739" y="10853"/>
                  </a:lnTo>
                  <a:lnTo>
                    <a:pt x="554" y="10576"/>
                  </a:lnTo>
                  <a:lnTo>
                    <a:pt x="388" y="10280"/>
                  </a:lnTo>
                  <a:lnTo>
                    <a:pt x="259" y="9967"/>
                  </a:lnTo>
                  <a:lnTo>
                    <a:pt x="148" y="9634"/>
                  </a:lnTo>
                  <a:lnTo>
                    <a:pt x="74" y="9302"/>
                  </a:lnTo>
                  <a:lnTo>
                    <a:pt x="19" y="8952"/>
                  </a:lnTo>
                  <a:lnTo>
                    <a:pt x="1" y="8583"/>
                  </a:lnTo>
                  <a:lnTo>
                    <a:pt x="1" y="1"/>
                  </a:lnTo>
                  <a:lnTo>
                    <a:pt x="1662" y="1"/>
                  </a:lnTo>
                  <a:lnTo>
                    <a:pt x="1662" y="5261"/>
                  </a:lnTo>
                  <a:lnTo>
                    <a:pt x="3396" y="5261"/>
                  </a:lnTo>
                  <a:lnTo>
                    <a:pt x="3396" y="1"/>
                  </a:lnTo>
                  <a:lnTo>
                    <a:pt x="5057" y="1"/>
                  </a:lnTo>
                  <a:lnTo>
                    <a:pt x="5057" y="5261"/>
                  </a:lnTo>
                  <a:lnTo>
                    <a:pt x="6792" y="5261"/>
                  </a:lnTo>
                  <a:lnTo>
                    <a:pt x="6792" y="1"/>
                  </a:lnTo>
                  <a:lnTo>
                    <a:pt x="8453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7"/>
            <p:cNvSpPr/>
            <p:nvPr/>
          </p:nvSpPr>
          <p:spPr>
            <a:xfrm>
              <a:off x="3621975" y="13000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7"/>
            <p:cNvSpPr/>
            <p:nvPr/>
          </p:nvSpPr>
          <p:spPr>
            <a:xfrm>
              <a:off x="3681950" y="1300050"/>
              <a:ext cx="133375" cy="376525"/>
            </a:xfrm>
            <a:custGeom>
              <a:rect b="b" l="l" r="r" t="t"/>
              <a:pathLst>
                <a:path extrusionOk="0" h="15061" w="5335">
                  <a:moveTo>
                    <a:pt x="5334" y="1"/>
                  </a:moveTo>
                  <a:lnTo>
                    <a:pt x="4817" y="19"/>
                  </a:lnTo>
                  <a:lnTo>
                    <a:pt x="4319" y="74"/>
                  </a:lnTo>
                  <a:lnTo>
                    <a:pt x="3821" y="167"/>
                  </a:lnTo>
                  <a:lnTo>
                    <a:pt x="3581" y="222"/>
                  </a:lnTo>
                  <a:lnTo>
                    <a:pt x="3341" y="296"/>
                  </a:lnTo>
                  <a:lnTo>
                    <a:pt x="3101" y="388"/>
                  </a:lnTo>
                  <a:lnTo>
                    <a:pt x="2880" y="481"/>
                  </a:lnTo>
                  <a:lnTo>
                    <a:pt x="2658" y="591"/>
                  </a:lnTo>
                  <a:lnTo>
                    <a:pt x="2437" y="720"/>
                  </a:lnTo>
                  <a:lnTo>
                    <a:pt x="2215" y="850"/>
                  </a:lnTo>
                  <a:lnTo>
                    <a:pt x="2012" y="997"/>
                  </a:lnTo>
                  <a:lnTo>
                    <a:pt x="1809" y="1145"/>
                  </a:lnTo>
                  <a:lnTo>
                    <a:pt x="1606" y="1329"/>
                  </a:lnTo>
                  <a:lnTo>
                    <a:pt x="1422" y="1514"/>
                  </a:lnTo>
                  <a:lnTo>
                    <a:pt x="1237" y="1699"/>
                  </a:lnTo>
                  <a:lnTo>
                    <a:pt x="1089" y="1902"/>
                  </a:lnTo>
                  <a:lnTo>
                    <a:pt x="923" y="2105"/>
                  </a:lnTo>
                  <a:lnTo>
                    <a:pt x="776" y="2308"/>
                  </a:lnTo>
                  <a:lnTo>
                    <a:pt x="646" y="2529"/>
                  </a:lnTo>
                  <a:lnTo>
                    <a:pt x="536" y="2769"/>
                  </a:lnTo>
                  <a:lnTo>
                    <a:pt x="425" y="2990"/>
                  </a:lnTo>
                  <a:lnTo>
                    <a:pt x="333" y="3230"/>
                  </a:lnTo>
                  <a:lnTo>
                    <a:pt x="240" y="3470"/>
                  </a:lnTo>
                  <a:lnTo>
                    <a:pt x="167" y="3729"/>
                  </a:lnTo>
                  <a:lnTo>
                    <a:pt x="111" y="3969"/>
                  </a:lnTo>
                  <a:lnTo>
                    <a:pt x="56" y="4227"/>
                  </a:lnTo>
                  <a:lnTo>
                    <a:pt x="19" y="4485"/>
                  </a:lnTo>
                  <a:lnTo>
                    <a:pt x="1" y="4744"/>
                  </a:lnTo>
                  <a:lnTo>
                    <a:pt x="1" y="5002"/>
                  </a:lnTo>
                  <a:lnTo>
                    <a:pt x="1" y="12403"/>
                  </a:lnTo>
                  <a:lnTo>
                    <a:pt x="3323" y="12403"/>
                  </a:lnTo>
                  <a:lnTo>
                    <a:pt x="3323" y="15060"/>
                  </a:lnTo>
                  <a:lnTo>
                    <a:pt x="5334" y="15060"/>
                  </a:lnTo>
                  <a:lnTo>
                    <a:pt x="5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7"/>
            <p:cNvSpPr/>
            <p:nvPr/>
          </p:nvSpPr>
          <p:spPr>
            <a:xfrm>
              <a:off x="3681950" y="1300050"/>
              <a:ext cx="133375" cy="376525"/>
            </a:xfrm>
            <a:custGeom>
              <a:rect b="b" l="l" r="r" t="t"/>
              <a:pathLst>
                <a:path extrusionOk="0" fill="none" h="15061" w="5335">
                  <a:moveTo>
                    <a:pt x="5334" y="1"/>
                  </a:moveTo>
                  <a:lnTo>
                    <a:pt x="5334" y="15060"/>
                  </a:lnTo>
                  <a:lnTo>
                    <a:pt x="3323" y="15060"/>
                  </a:lnTo>
                  <a:lnTo>
                    <a:pt x="3323" y="12403"/>
                  </a:lnTo>
                  <a:lnTo>
                    <a:pt x="1" y="12403"/>
                  </a:lnTo>
                  <a:lnTo>
                    <a:pt x="1" y="5002"/>
                  </a:lnTo>
                  <a:lnTo>
                    <a:pt x="1" y="5002"/>
                  </a:lnTo>
                  <a:lnTo>
                    <a:pt x="1" y="4744"/>
                  </a:lnTo>
                  <a:lnTo>
                    <a:pt x="19" y="4485"/>
                  </a:lnTo>
                  <a:lnTo>
                    <a:pt x="56" y="4227"/>
                  </a:lnTo>
                  <a:lnTo>
                    <a:pt x="111" y="3969"/>
                  </a:lnTo>
                  <a:lnTo>
                    <a:pt x="167" y="3729"/>
                  </a:lnTo>
                  <a:lnTo>
                    <a:pt x="240" y="3470"/>
                  </a:lnTo>
                  <a:lnTo>
                    <a:pt x="333" y="3230"/>
                  </a:lnTo>
                  <a:lnTo>
                    <a:pt x="425" y="2990"/>
                  </a:lnTo>
                  <a:lnTo>
                    <a:pt x="536" y="2769"/>
                  </a:lnTo>
                  <a:lnTo>
                    <a:pt x="646" y="2529"/>
                  </a:lnTo>
                  <a:lnTo>
                    <a:pt x="776" y="2308"/>
                  </a:lnTo>
                  <a:lnTo>
                    <a:pt x="923" y="2105"/>
                  </a:lnTo>
                  <a:lnTo>
                    <a:pt x="1089" y="1902"/>
                  </a:lnTo>
                  <a:lnTo>
                    <a:pt x="1237" y="1699"/>
                  </a:lnTo>
                  <a:lnTo>
                    <a:pt x="1422" y="1514"/>
                  </a:lnTo>
                  <a:lnTo>
                    <a:pt x="1606" y="1329"/>
                  </a:lnTo>
                  <a:lnTo>
                    <a:pt x="1606" y="1329"/>
                  </a:lnTo>
                  <a:lnTo>
                    <a:pt x="1809" y="1145"/>
                  </a:lnTo>
                  <a:lnTo>
                    <a:pt x="2012" y="997"/>
                  </a:lnTo>
                  <a:lnTo>
                    <a:pt x="2215" y="850"/>
                  </a:lnTo>
                  <a:lnTo>
                    <a:pt x="2437" y="720"/>
                  </a:lnTo>
                  <a:lnTo>
                    <a:pt x="2658" y="591"/>
                  </a:lnTo>
                  <a:lnTo>
                    <a:pt x="2880" y="481"/>
                  </a:lnTo>
                  <a:lnTo>
                    <a:pt x="3101" y="388"/>
                  </a:lnTo>
                  <a:lnTo>
                    <a:pt x="3341" y="296"/>
                  </a:lnTo>
                  <a:lnTo>
                    <a:pt x="3581" y="222"/>
                  </a:lnTo>
                  <a:lnTo>
                    <a:pt x="3821" y="167"/>
                  </a:lnTo>
                  <a:lnTo>
                    <a:pt x="4319" y="74"/>
                  </a:lnTo>
                  <a:lnTo>
                    <a:pt x="4817" y="19"/>
                  </a:lnTo>
                  <a:lnTo>
                    <a:pt x="5334" y="1"/>
                  </a:lnTo>
                  <a:lnTo>
                    <a:pt x="5334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7"/>
            <p:cNvSpPr/>
            <p:nvPr/>
          </p:nvSpPr>
          <p:spPr>
            <a:xfrm>
              <a:off x="3815300" y="13000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7"/>
            <p:cNvSpPr/>
            <p:nvPr/>
          </p:nvSpPr>
          <p:spPr>
            <a:xfrm>
              <a:off x="3466025" y="1719925"/>
              <a:ext cx="100600" cy="288850"/>
            </a:xfrm>
            <a:custGeom>
              <a:rect b="b" l="l" r="r" t="t"/>
              <a:pathLst>
                <a:path extrusionOk="0" h="11554" w="4024">
                  <a:moveTo>
                    <a:pt x="0" y="0"/>
                  </a:moveTo>
                  <a:lnTo>
                    <a:pt x="0" y="11553"/>
                  </a:lnTo>
                  <a:lnTo>
                    <a:pt x="4024" y="11553"/>
                  </a:lnTo>
                  <a:lnTo>
                    <a:pt x="40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7"/>
            <p:cNvSpPr/>
            <p:nvPr/>
          </p:nvSpPr>
          <p:spPr>
            <a:xfrm>
              <a:off x="3714700" y="1719925"/>
              <a:ext cx="100625" cy="288850"/>
            </a:xfrm>
            <a:custGeom>
              <a:rect b="b" l="l" r="r" t="t"/>
              <a:pathLst>
                <a:path extrusionOk="0" h="11554" w="4025">
                  <a:moveTo>
                    <a:pt x="1" y="0"/>
                  </a:moveTo>
                  <a:lnTo>
                    <a:pt x="1" y="11553"/>
                  </a:lnTo>
                  <a:lnTo>
                    <a:pt x="4024" y="11553"/>
                  </a:lnTo>
                  <a:lnTo>
                    <a:pt x="40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8950" lIns="78950" spcFirstLastPara="1" rIns="78950" wrap="square" tIns="78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4" name="Google Shape;524;p17"/>
          <p:cNvGrpSpPr/>
          <p:nvPr/>
        </p:nvGrpSpPr>
        <p:grpSpPr>
          <a:xfrm>
            <a:off x="635377" y="3519975"/>
            <a:ext cx="7873236" cy="1249398"/>
            <a:chOff x="457200" y="1073602"/>
            <a:chExt cx="2061003" cy="1249398"/>
          </a:xfrm>
        </p:grpSpPr>
        <p:sp>
          <p:nvSpPr>
            <p:cNvPr id="525" name="Google Shape;525;p17"/>
            <p:cNvSpPr txBox="1"/>
            <p:nvPr/>
          </p:nvSpPr>
          <p:spPr>
            <a:xfrm>
              <a:off x="457203" y="1073602"/>
              <a:ext cx="2061000" cy="371400"/>
            </a:xfrm>
            <a:prstGeom prst="rect">
              <a:avLst/>
            </a:prstGeom>
            <a:solidFill>
              <a:srgbClr val="DFF1B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Randomization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26" name="Google Shape;526;p17"/>
            <p:cNvSpPr txBox="1"/>
            <p:nvPr/>
          </p:nvSpPr>
          <p:spPr>
            <a:xfrm>
              <a:off x="457200" y="1415200"/>
              <a:ext cx="2061000" cy="907800"/>
            </a:xfrm>
            <a:prstGeom prst="rect">
              <a:avLst/>
            </a:prstGeom>
            <a:solidFill>
              <a:srgbClr val="DFF1B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b="1" lang="en">
                  <a:latin typeface="Roboto"/>
                  <a:ea typeface="Roboto"/>
                  <a:cs typeface="Roboto"/>
                  <a:sym typeface="Roboto"/>
                </a:rPr>
                <a:t>Unit: 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individual respondent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b="1" lang="en">
                  <a:latin typeface="Roboto"/>
                  <a:ea typeface="Roboto"/>
                  <a:cs typeface="Roboto"/>
                  <a:sym typeface="Roboto"/>
                </a:rPr>
                <a:t>Method: 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Qualtrics built-in randomizer (intended ~50/50)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b="1" lang="en">
                  <a:latin typeface="Roboto"/>
                  <a:ea typeface="Roboto"/>
                  <a:cs typeface="Roboto"/>
                  <a:sym typeface="Roboto"/>
                </a:rPr>
                <a:t>Timing: 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assigned immediately before the payment screen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"/>
          <p:cNvSpPr/>
          <p:nvPr/>
        </p:nvSpPr>
        <p:spPr>
          <a:xfrm>
            <a:off x="7249689" y="2891271"/>
            <a:ext cx="628800" cy="638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8"/>
          <p:cNvSpPr/>
          <p:nvPr/>
        </p:nvSpPr>
        <p:spPr>
          <a:xfrm>
            <a:off x="4224072" y="2890171"/>
            <a:ext cx="628800" cy="638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8"/>
          <p:cNvSpPr/>
          <p:nvPr/>
        </p:nvSpPr>
        <p:spPr>
          <a:xfrm>
            <a:off x="1128117" y="2834383"/>
            <a:ext cx="628800" cy="638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4" name="Google Shape;534;p18"/>
          <p:cNvCxnSpPr/>
          <p:nvPr/>
        </p:nvCxnSpPr>
        <p:spPr>
          <a:xfrm flipH="1" rot="10800000">
            <a:off x="2019480" y="3225948"/>
            <a:ext cx="1934700" cy="17100"/>
          </a:xfrm>
          <a:prstGeom prst="straightConnector1">
            <a:avLst/>
          </a:prstGeom>
          <a:noFill/>
          <a:ln cap="flat" cmpd="sng" w="7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18"/>
          <p:cNvCxnSpPr/>
          <p:nvPr/>
        </p:nvCxnSpPr>
        <p:spPr>
          <a:xfrm flipH="1" rot="10800000">
            <a:off x="5162423" y="3211585"/>
            <a:ext cx="1921200" cy="7500"/>
          </a:xfrm>
          <a:prstGeom prst="straightConnector1">
            <a:avLst/>
          </a:prstGeom>
          <a:noFill/>
          <a:ln cap="flat" cmpd="sng" w="7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6" name="Google Shape;536;p18"/>
          <p:cNvSpPr/>
          <p:nvPr/>
        </p:nvSpPr>
        <p:spPr>
          <a:xfrm>
            <a:off x="1387102" y="3269306"/>
            <a:ext cx="110440" cy="21702"/>
          </a:xfrm>
          <a:custGeom>
            <a:rect b="b" l="l" r="r" t="t"/>
            <a:pathLst>
              <a:path extrusionOk="0" h="2235" w="11610">
                <a:moveTo>
                  <a:pt x="0" y="1"/>
                </a:moveTo>
                <a:lnTo>
                  <a:pt x="0" y="2234"/>
                </a:lnTo>
                <a:lnTo>
                  <a:pt x="11609" y="2234"/>
                </a:lnTo>
                <a:lnTo>
                  <a:pt x="1160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8"/>
          <p:cNvSpPr/>
          <p:nvPr/>
        </p:nvSpPr>
        <p:spPr>
          <a:xfrm>
            <a:off x="1387102" y="3269306"/>
            <a:ext cx="110440" cy="21702"/>
          </a:xfrm>
          <a:custGeom>
            <a:rect b="b" l="l" r="r" t="t"/>
            <a:pathLst>
              <a:path extrusionOk="0" fill="none" h="2235" w="11610">
                <a:moveTo>
                  <a:pt x="11609" y="1"/>
                </a:moveTo>
                <a:lnTo>
                  <a:pt x="11609" y="2234"/>
                </a:lnTo>
                <a:lnTo>
                  <a:pt x="0" y="2234"/>
                </a:lnTo>
                <a:lnTo>
                  <a:pt x="0" y="1"/>
                </a:lnTo>
                <a:lnTo>
                  <a:pt x="0" y="1"/>
                </a:lnTo>
                <a:lnTo>
                  <a:pt x="11609" y="1"/>
                </a:lnTo>
                <a:lnTo>
                  <a:pt x="11609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1497545" y="3269306"/>
            <a:ext cx="10" cy="10"/>
          </a:xfrm>
          <a:custGeom>
            <a:rect b="b" l="l" r="r" t="t"/>
            <a:pathLst>
              <a:path extrusionOk="0" fill="none" h="1" w="1">
                <a:moveTo>
                  <a:pt x="0" y="1"/>
                </a:moveTo>
                <a:lnTo>
                  <a:pt x="0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8"/>
          <p:cNvSpPr/>
          <p:nvPr/>
        </p:nvSpPr>
        <p:spPr>
          <a:xfrm>
            <a:off x="1496308" y="3038646"/>
            <a:ext cx="79011" cy="91944"/>
          </a:xfrm>
          <a:custGeom>
            <a:rect b="b" l="l" r="r" t="t"/>
            <a:pathLst>
              <a:path extrusionOk="0" h="9469" w="8306">
                <a:moveTo>
                  <a:pt x="5316" y="1"/>
                </a:moveTo>
                <a:lnTo>
                  <a:pt x="5039" y="38"/>
                </a:lnTo>
                <a:lnTo>
                  <a:pt x="4781" y="93"/>
                </a:lnTo>
                <a:lnTo>
                  <a:pt x="4523" y="185"/>
                </a:lnTo>
                <a:lnTo>
                  <a:pt x="4283" y="296"/>
                </a:lnTo>
                <a:lnTo>
                  <a:pt x="4043" y="425"/>
                </a:lnTo>
                <a:lnTo>
                  <a:pt x="3821" y="573"/>
                </a:lnTo>
                <a:lnTo>
                  <a:pt x="3600" y="739"/>
                </a:lnTo>
                <a:lnTo>
                  <a:pt x="3415" y="923"/>
                </a:lnTo>
                <a:lnTo>
                  <a:pt x="3231" y="1126"/>
                </a:lnTo>
                <a:lnTo>
                  <a:pt x="3083" y="1348"/>
                </a:lnTo>
                <a:lnTo>
                  <a:pt x="2954" y="1588"/>
                </a:lnTo>
                <a:lnTo>
                  <a:pt x="2843" y="1846"/>
                </a:lnTo>
                <a:lnTo>
                  <a:pt x="2751" y="2105"/>
                </a:lnTo>
                <a:lnTo>
                  <a:pt x="2677" y="2381"/>
                </a:lnTo>
                <a:lnTo>
                  <a:pt x="2566" y="2621"/>
                </a:lnTo>
                <a:lnTo>
                  <a:pt x="2456" y="2861"/>
                </a:lnTo>
                <a:lnTo>
                  <a:pt x="2308" y="3083"/>
                </a:lnTo>
                <a:lnTo>
                  <a:pt x="2142" y="3286"/>
                </a:lnTo>
                <a:lnTo>
                  <a:pt x="1957" y="3489"/>
                </a:lnTo>
                <a:lnTo>
                  <a:pt x="1754" y="3673"/>
                </a:lnTo>
                <a:lnTo>
                  <a:pt x="1551" y="3839"/>
                </a:lnTo>
                <a:lnTo>
                  <a:pt x="1108" y="4172"/>
                </a:lnTo>
                <a:lnTo>
                  <a:pt x="887" y="4338"/>
                </a:lnTo>
                <a:lnTo>
                  <a:pt x="684" y="4504"/>
                </a:lnTo>
                <a:lnTo>
                  <a:pt x="499" y="4688"/>
                </a:lnTo>
                <a:lnTo>
                  <a:pt x="315" y="4891"/>
                </a:lnTo>
                <a:lnTo>
                  <a:pt x="149" y="5113"/>
                </a:lnTo>
                <a:lnTo>
                  <a:pt x="1" y="5353"/>
                </a:lnTo>
                <a:lnTo>
                  <a:pt x="352" y="5519"/>
                </a:lnTo>
                <a:lnTo>
                  <a:pt x="684" y="5703"/>
                </a:lnTo>
                <a:lnTo>
                  <a:pt x="1016" y="5906"/>
                </a:lnTo>
                <a:lnTo>
                  <a:pt x="1311" y="6128"/>
                </a:lnTo>
                <a:lnTo>
                  <a:pt x="1607" y="6368"/>
                </a:lnTo>
                <a:lnTo>
                  <a:pt x="1902" y="6626"/>
                </a:lnTo>
                <a:lnTo>
                  <a:pt x="2160" y="6903"/>
                </a:lnTo>
                <a:lnTo>
                  <a:pt x="2400" y="7217"/>
                </a:lnTo>
                <a:lnTo>
                  <a:pt x="3655" y="4651"/>
                </a:lnTo>
                <a:lnTo>
                  <a:pt x="5150" y="5390"/>
                </a:lnTo>
                <a:lnTo>
                  <a:pt x="3323" y="9081"/>
                </a:lnTo>
                <a:lnTo>
                  <a:pt x="3323" y="9099"/>
                </a:lnTo>
                <a:lnTo>
                  <a:pt x="3415" y="9468"/>
                </a:lnTo>
                <a:lnTo>
                  <a:pt x="6405" y="9468"/>
                </a:lnTo>
                <a:lnTo>
                  <a:pt x="6608" y="9155"/>
                </a:lnTo>
                <a:lnTo>
                  <a:pt x="6793" y="8841"/>
                </a:lnTo>
                <a:lnTo>
                  <a:pt x="6922" y="8490"/>
                </a:lnTo>
                <a:lnTo>
                  <a:pt x="7033" y="8140"/>
                </a:lnTo>
                <a:lnTo>
                  <a:pt x="7106" y="7770"/>
                </a:lnTo>
                <a:lnTo>
                  <a:pt x="7143" y="7420"/>
                </a:lnTo>
                <a:lnTo>
                  <a:pt x="7143" y="7051"/>
                </a:lnTo>
                <a:lnTo>
                  <a:pt x="7106" y="6682"/>
                </a:lnTo>
                <a:lnTo>
                  <a:pt x="7088" y="6386"/>
                </a:lnTo>
                <a:lnTo>
                  <a:pt x="7088" y="6109"/>
                </a:lnTo>
                <a:lnTo>
                  <a:pt x="7125" y="5814"/>
                </a:lnTo>
                <a:lnTo>
                  <a:pt x="7199" y="5537"/>
                </a:lnTo>
                <a:lnTo>
                  <a:pt x="7291" y="5279"/>
                </a:lnTo>
                <a:lnTo>
                  <a:pt x="7402" y="5021"/>
                </a:lnTo>
                <a:lnTo>
                  <a:pt x="7549" y="4762"/>
                </a:lnTo>
                <a:lnTo>
                  <a:pt x="7715" y="4541"/>
                </a:lnTo>
                <a:lnTo>
                  <a:pt x="7882" y="4301"/>
                </a:lnTo>
                <a:lnTo>
                  <a:pt x="8011" y="4042"/>
                </a:lnTo>
                <a:lnTo>
                  <a:pt x="8140" y="3766"/>
                </a:lnTo>
                <a:lnTo>
                  <a:pt x="8214" y="3489"/>
                </a:lnTo>
                <a:lnTo>
                  <a:pt x="8269" y="3212"/>
                </a:lnTo>
                <a:lnTo>
                  <a:pt x="8306" y="2935"/>
                </a:lnTo>
                <a:lnTo>
                  <a:pt x="8306" y="2640"/>
                </a:lnTo>
                <a:lnTo>
                  <a:pt x="8269" y="2363"/>
                </a:lnTo>
                <a:lnTo>
                  <a:pt x="8214" y="2105"/>
                </a:lnTo>
                <a:lnTo>
                  <a:pt x="8121" y="1846"/>
                </a:lnTo>
                <a:lnTo>
                  <a:pt x="8011" y="1588"/>
                </a:lnTo>
                <a:lnTo>
                  <a:pt x="7882" y="1348"/>
                </a:lnTo>
                <a:lnTo>
                  <a:pt x="7734" y="1126"/>
                </a:lnTo>
                <a:lnTo>
                  <a:pt x="7549" y="905"/>
                </a:lnTo>
                <a:lnTo>
                  <a:pt x="7365" y="720"/>
                </a:lnTo>
                <a:lnTo>
                  <a:pt x="7143" y="536"/>
                </a:lnTo>
                <a:lnTo>
                  <a:pt x="6922" y="388"/>
                </a:lnTo>
                <a:lnTo>
                  <a:pt x="6663" y="241"/>
                </a:lnTo>
                <a:lnTo>
                  <a:pt x="6405" y="148"/>
                </a:lnTo>
                <a:lnTo>
                  <a:pt x="6128" y="56"/>
                </a:lnTo>
                <a:lnTo>
                  <a:pt x="5851" y="19"/>
                </a:lnTo>
                <a:lnTo>
                  <a:pt x="5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8"/>
          <p:cNvSpPr/>
          <p:nvPr/>
        </p:nvSpPr>
        <p:spPr>
          <a:xfrm>
            <a:off x="1496308" y="3038646"/>
            <a:ext cx="79011" cy="91944"/>
          </a:xfrm>
          <a:custGeom>
            <a:rect b="b" l="l" r="r" t="t"/>
            <a:pathLst>
              <a:path extrusionOk="0" fill="none" h="9469" w="8306">
                <a:moveTo>
                  <a:pt x="8214" y="3489"/>
                </a:moveTo>
                <a:lnTo>
                  <a:pt x="8214" y="3489"/>
                </a:lnTo>
                <a:lnTo>
                  <a:pt x="8140" y="3766"/>
                </a:lnTo>
                <a:lnTo>
                  <a:pt x="8011" y="4042"/>
                </a:lnTo>
                <a:lnTo>
                  <a:pt x="7882" y="4301"/>
                </a:lnTo>
                <a:lnTo>
                  <a:pt x="7715" y="4541"/>
                </a:lnTo>
                <a:lnTo>
                  <a:pt x="7715" y="4541"/>
                </a:lnTo>
                <a:lnTo>
                  <a:pt x="7549" y="4762"/>
                </a:lnTo>
                <a:lnTo>
                  <a:pt x="7402" y="5021"/>
                </a:lnTo>
                <a:lnTo>
                  <a:pt x="7291" y="5279"/>
                </a:lnTo>
                <a:lnTo>
                  <a:pt x="7199" y="5537"/>
                </a:lnTo>
                <a:lnTo>
                  <a:pt x="7125" y="5814"/>
                </a:lnTo>
                <a:lnTo>
                  <a:pt x="7088" y="6109"/>
                </a:lnTo>
                <a:lnTo>
                  <a:pt x="7088" y="6386"/>
                </a:lnTo>
                <a:lnTo>
                  <a:pt x="7106" y="6682"/>
                </a:lnTo>
                <a:lnTo>
                  <a:pt x="7106" y="6682"/>
                </a:lnTo>
                <a:lnTo>
                  <a:pt x="7143" y="7051"/>
                </a:lnTo>
                <a:lnTo>
                  <a:pt x="7143" y="7420"/>
                </a:lnTo>
                <a:lnTo>
                  <a:pt x="7106" y="7770"/>
                </a:lnTo>
                <a:lnTo>
                  <a:pt x="7033" y="8140"/>
                </a:lnTo>
                <a:lnTo>
                  <a:pt x="6922" y="8490"/>
                </a:lnTo>
                <a:lnTo>
                  <a:pt x="6793" y="8841"/>
                </a:lnTo>
                <a:lnTo>
                  <a:pt x="6608" y="9155"/>
                </a:lnTo>
                <a:lnTo>
                  <a:pt x="6405" y="9468"/>
                </a:lnTo>
                <a:lnTo>
                  <a:pt x="3415" y="9468"/>
                </a:lnTo>
                <a:lnTo>
                  <a:pt x="3415" y="9468"/>
                </a:lnTo>
                <a:lnTo>
                  <a:pt x="3323" y="9099"/>
                </a:lnTo>
                <a:lnTo>
                  <a:pt x="3323" y="9081"/>
                </a:lnTo>
                <a:lnTo>
                  <a:pt x="5150" y="5390"/>
                </a:lnTo>
                <a:lnTo>
                  <a:pt x="3655" y="4651"/>
                </a:lnTo>
                <a:lnTo>
                  <a:pt x="2400" y="7217"/>
                </a:lnTo>
                <a:lnTo>
                  <a:pt x="2400" y="7217"/>
                </a:lnTo>
                <a:lnTo>
                  <a:pt x="2160" y="6903"/>
                </a:lnTo>
                <a:lnTo>
                  <a:pt x="1902" y="6626"/>
                </a:lnTo>
                <a:lnTo>
                  <a:pt x="1607" y="6368"/>
                </a:lnTo>
                <a:lnTo>
                  <a:pt x="1311" y="6128"/>
                </a:lnTo>
                <a:lnTo>
                  <a:pt x="1016" y="5906"/>
                </a:lnTo>
                <a:lnTo>
                  <a:pt x="684" y="5703"/>
                </a:lnTo>
                <a:lnTo>
                  <a:pt x="352" y="5519"/>
                </a:lnTo>
                <a:lnTo>
                  <a:pt x="1" y="5353"/>
                </a:lnTo>
                <a:lnTo>
                  <a:pt x="1" y="5353"/>
                </a:lnTo>
                <a:lnTo>
                  <a:pt x="149" y="5113"/>
                </a:lnTo>
                <a:lnTo>
                  <a:pt x="315" y="4891"/>
                </a:lnTo>
                <a:lnTo>
                  <a:pt x="499" y="4688"/>
                </a:lnTo>
                <a:lnTo>
                  <a:pt x="684" y="4504"/>
                </a:lnTo>
                <a:lnTo>
                  <a:pt x="887" y="4338"/>
                </a:lnTo>
                <a:lnTo>
                  <a:pt x="1108" y="4172"/>
                </a:lnTo>
                <a:lnTo>
                  <a:pt x="1551" y="3839"/>
                </a:lnTo>
                <a:lnTo>
                  <a:pt x="1551" y="3839"/>
                </a:lnTo>
                <a:lnTo>
                  <a:pt x="1754" y="3673"/>
                </a:lnTo>
                <a:lnTo>
                  <a:pt x="1957" y="3489"/>
                </a:lnTo>
                <a:lnTo>
                  <a:pt x="2142" y="3286"/>
                </a:lnTo>
                <a:lnTo>
                  <a:pt x="2308" y="3083"/>
                </a:lnTo>
                <a:lnTo>
                  <a:pt x="2456" y="2861"/>
                </a:lnTo>
                <a:lnTo>
                  <a:pt x="2566" y="2621"/>
                </a:lnTo>
                <a:lnTo>
                  <a:pt x="2677" y="2381"/>
                </a:lnTo>
                <a:lnTo>
                  <a:pt x="2751" y="2105"/>
                </a:lnTo>
                <a:lnTo>
                  <a:pt x="2751" y="2105"/>
                </a:lnTo>
                <a:lnTo>
                  <a:pt x="2843" y="1846"/>
                </a:lnTo>
                <a:lnTo>
                  <a:pt x="2954" y="1588"/>
                </a:lnTo>
                <a:lnTo>
                  <a:pt x="3083" y="1348"/>
                </a:lnTo>
                <a:lnTo>
                  <a:pt x="3231" y="1126"/>
                </a:lnTo>
                <a:lnTo>
                  <a:pt x="3415" y="923"/>
                </a:lnTo>
                <a:lnTo>
                  <a:pt x="3600" y="739"/>
                </a:lnTo>
                <a:lnTo>
                  <a:pt x="3821" y="573"/>
                </a:lnTo>
                <a:lnTo>
                  <a:pt x="4043" y="425"/>
                </a:lnTo>
                <a:lnTo>
                  <a:pt x="4283" y="296"/>
                </a:lnTo>
                <a:lnTo>
                  <a:pt x="4523" y="185"/>
                </a:lnTo>
                <a:lnTo>
                  <a:pt x="4781" y="93"/>
                </a:lnTo>
                <a:lnTo>
                  <a:pt x="5039" y="38"/>
                </a:lnTo>
                <a:lnTo>
                  <a:pt x="5316" y="1"/>
                </a:lnTo>
                <a:lnTo>
                  <a:pt x="5593" y="1"/>
                </a:lnTo>
                <a:lnTo>
                  <a:pt x="5851" y="19"/>
                </a:lnTo>
                <a:lnTo>
                  <a:pt x="6128" y="56"/>
                </a:lnTo>
                <a:lnTo>
                  <a:pt x="6128" y="56"/>
                </a:lnTo>
                <a:lnTo>
                  <a:pt x="6405" y="148"/>
                </a:lnTo>
                <a:lnTo>
                  <a:pt x="6663" y="241"/>
                </a:lnTo>
                <a:lnTo>
                  <a:pt x="6922" y="388"/>
                </a:lnTo>
                <a:lnTo>
                  <a:pt x="7143" y="536"/>
                </a:lnTo>
                <a:lnTo>
                  <a:pt x="7365" y="720"/>
                </a:lnTo>
                <a:lnTo>
                  <a:pt x="7549" y="905"/>
                </a:lnTo>
                <a:lnTo>
                  <a:pt x="7734" y="1126"/>
                </a:lnTo>
                <a:lnTo>
                  <a:pt x="7882" y="1348"/>
                </a:lnTo>
                <a:lnTo>
                  <a:pt x="8011" y="1588"/>
                </a:lnTo>
                <a:lnTo>
                  <a:pt x="8121" y="1846"/>
                </a:lnTo>
                <a:lnTo>
                  <a:pt x="8214" y="2105"/>
                </a:lnTo>
                <a:lnTo>
                  <a:pt x="8269" y="2363"/>
                </a:lnTo>
                <a:lnTo>
                  <a:pt x="8306" y="2640"/>
                </a:lnTo>
                <a:lnTo>
                  <a:pt x="8306" y="2935"/>
                </a:lnTo>
                <a:lnTo>
                  <a:pt x="8269" y="3212"/>
                </a:lnTo>
                <a:lnTo>
                  <a:pt x="8214" y="3489"/>
                </a:lnTo>
                <a:lnTo>
                  <a:pt x="8214" y="3489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8"/>
          <p:cNvSpPr/>
          <p:nvPr/>
        </p:nvSpPr>
        <p:spPr>
          <a:xfrm>
            <a:off x="1687011" y="3072519"/>
            <a:ext cx="10" cy="10"/>
          </a:xfrm>
          <a:custGeom>
            <a:rect b="b" l="l" r="r" t="t"/>
            <a:pathLst>
              <a:path extrusionOk="0" fill="none" h="1" w="1">
                <a:moveTo>
                  <a:pt x="1" y="1"/>
                </a:moveTo>
                <a:lnTo>
                  <a:pt x="1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>
            <a:off x="1324065" y="3076646"/>
            <a:ext cx="114473" cy="53949"/>
          </a:xfrm>
          <a:custGeom>
            <a:rect b="b" l="l" r="r" t="t"/>
            <a:pathLst>
              <a:path extrusionOk="0" h="5556" w="12034">
                <a:moveTo>
                  <a:pt x="6036" y="0"/>
                </a:moveTo>
                <a:lnTo>
                  <a:pt x="5833" y="19"/>
                </a:lnTo>
                <a:lnTo>
                  <a:pt x="5648" y="74"/>
                </a:lnTo>
                <a:lnTo>
                  <a:pt x="5464" y="129"/>
                </a:lnTo>
                <a:lnTo>
                  <a:pt x="5279" y="203"/>
                </a:lnTo>
                <a:lnTo>
                  <a:pt x="5113" y="296"/>
                </a:lnTo>
                <a:lnTo>
                  <a:pt x="4947" y="388"/>
                </a:lnTo>
                <a:lnTo>
                  <a:pt x="4799" y="517"/>
                </a:lnTo>
                <a:lnTo>
                  <a:pt x="4652" y="646"/>
                </a:lnTo>
                <a:lnTo>
                  <a:pt x="4523" y="812"/>
                </a:lnTo>
                <a:lnTo>
                  <a:pt x="4412" y="978"/>
                </a:lnTo>
                <a:lnTo>
                  <a:pt x="4319" y="1163"/>
                </a:lnTo>
                <a:lnTo>
                  <a:pt x="4246" y="1366"/>
                </a:lnTo>
                <a:lnTo>
                  <a:pt x="4190" y="1587"/>
                </a:lnTo>
                <a:lnTo>
                  <a:pt x="4153" y="1827"/>
                </a:lnTo>
                <a:lnTo>
                  <a:pt x="4153" y="2067"/>
                </a:lnTo>
                <a:lnTo>
                  <a:pt x="4153" y="3544"/>
                </a:lnTo>
                <a:lnTo>
                  <a:pt x="4135" y="3304"/>
                </a:lnTo>
                <a:lnTo>
                  <a:pt x="4098" y="3064"/>
                </a:lnTo>
                <a:lnTo>
                  <a:pt x="4043" y="2842"/>
                </a:lnTo>
                <a:lnTo>
                  <a:pt x="3969" y="2639"/>
                </a:lnTo>
                <a:lnTo>
                  <a:pt x="3877" y="2455"/>
                </a:lnTo>
                <a:lnTo>
                  <a:pt x="3766" y="2289"/>
                </a:lnTo>
                <a:lnTo>
                  <a:pt x="3637" y="2141"/>
                </a:lnTo>
                <a:lnTo>
                  <a:pt x="3489" y="1993"/>
                </a:lnTo>
                <a:lnTo>
                  <a:pt x="3341" y="1864"/>
                </a:lnTo>
                <a:lnTo>
                  <a:pt x="3175" y="1772"/>
                </a:lnTo>
                <a:lnTo>
                  <a:pt x="3009" y="1680"/>
                </a:lnTo>
                <a:lnTo>
                  <a:pt x="2825" y="1606"/>
                </a:lnTo>
                <a:lnTo>
                  <a:pt x="2640" y="1550"/>
                </a:lnTo>
                <a:lnTo>
                  <a:pt x="2455" y="1514"/>
                </a:lnTo>
                <a:lnTo>
                  <a:pt x="2271" y="1477"/>
                </a:lnTo>
                <a:lnTo>
                  <a:pt x="1883" y="1477"/>
                </a:lnTo>
                <a:lnTo>
                  <a:pt x="1680" y="1514"/>
                </a:lnTo>
                <a:lnTo>
                  <a:pt x="1496" y="1550"/>
                </a:lnTo>
                <a:lnTo>
                  <a:pt x="1311" y="1606"/>
                </a:lnTo>
                <a:lnTo>
                  <a:pt x="1127" y="1680"/>
                </a:lnTo>
                <a:lnTo>
                  <a:pt x="961" y="1772"/>
                </a:lnTo>
                <a:lnTo>
                  <a:pt x="794" y="1864"/>
                </a:lnTo>
                <a:lnTo>
                  <a:pt x="647" y="1993"/>
                </a:lnTo>
                <a:lnTo>
                  <a:pt x="499" y="2141"/>
                </a:lnTo>
                <a:lnTo>
                  <a:pt x="370" y="2289"/>
                </a:lnTo>
                <a:lnTo>
                  <a:pt x="259" y="2455"/>
                </a:lnTo>
                <a:lnTo>
                  <a:pt x="167" y="2639"/>
                </a:lnTo>
                <a:lnTo>
                  <a:pt x="93" y="2842"/>
                </a:lnTo>
                <a:lnTo>
                  <a:pt x="38" y="3064"/>
                </a:lnTo>
                <a:lnTo>
                  <a:pt x="1" y="3304"/>
                </a:lnTo>
                <a:lnTo>
                  <a:pt x="1" y="3544"/>
                </a:lnTo>
                <a:lnTo>
                  <a:pt x="1" y="5555"/>
                </a:lnTo>
                <a:lnTo>
                  <a:pt x="10096" y="5555"/>
                </a:lnTo>
                <a:lnTo>
                  <a:pt x="10207" y="5076"/>
                </a:lnTo>
                <a:lnTo>
                  <a:pt x="10355" y="4614"/>
                </a:lnTo>
                <a:lnTo>
                  <a:pt x="10558" y="4171"/>
                </a:lnTo>
                <a:lnTo>
                  <a:pt x="10779" y="3747"/>
                </a:lnTo>
                <a:lnTo>
                  <a:pt x="11037" y="3341"/>
                </a:lnTo>
                <a:lnTo>
                  <a:pt x="11333" y="2953"/>
                </a:lnTo>
                <a:lnTo>
                  <a:pt x="11665" y="2584"/>
                </a:lnTo>
                <a:lnTo>
                  <a:pt x="12034" y="2252"/>
                </a:lnTo>
                <a:lnTo>
                  <a:pt x="11905" y="2104"/>
                </a:lnTo>
                <a:lnTo>
                  <a:pt x="11794" y="1975"/>
                </a:lnTo>
                <a:lnTo>
                  <a:pt x="11665" y="1864"/>
                </a:lnTo>
                <a:lnTo>
                  <a:pt x="11517" y="1754"/>
                </a:lnTo>
                <a:lnTo>
                  <a:pt x="11388" y="1661"/>
                </a:lnTo>
                <a:lnTo>
                  <a:pt x="11240" y="1587"/>
                </a:lnTo>
                <a:lnTo>
                  <a:pt x="11093" y="1532"/>
                </a:lnTo>
                <a:lnTo>
                  <a:pt x="10945" y="1495"/>
                </a:lnTo>
                <a:lnTo>
                  <a:pt x="10779" y="1458"/>
                </a:lnTo>
                <a:lnTo>
                  <a:pt x="10631" y="1421"/>
                </a:lnTo>
                <a:lnTo>
                  <a:pt x="10318" y="1421"/>
                </a:lnTo>
                <a:lnTo>
                  <a:pt x="10170" y="1440"/>
                </a:lnTo>
                <a:lnTo>
                  <a:pt x="10004" y="1458"/>
                </a:lnTo>
                <a:lnTo>
                  <a:pt x="9856" y="1495"/>
                </a:lnTo>
                <a:lnTo>
                  <a:pt x="9709" y="1550"/>
                </a:lnTo>
                <a:lnTo>
                  <a:pt x="9561" y="1606"/>
                </a:lnTo>
                <a:lnTo>
                  <a:pt x="9432" y="1680"/>
                </a:lnTo>
                <a:lnTo>
                  <a:pt x="9284" y="1754"/>
                </a:lnTo>
                <a:lnTo>
                  <a:pt x="9155" y="1846"/>
                </a:lnTo>
                <a:lnTo>
                  <a:pt x="9044" y="1938"/>
                </a:lnTo>
                <a:lnTo>
                  <a:pt x="8915" y="2049"/>
                </a:lnTo>
                <a:lnTo>
                  <a:pt x="8804" y="2160"/>
                </a:lnTo>
                <a:lnTo>
                  <a:pt x="8712" y="2289"/>
                </a:lnTo>
                <a:lnTo>
                  <a:pt x="8620" y="2418"/>
                </a:lnTo>
                <a:lnTo>
                  <a:pt x="8546" y="2566"/>
                </a:lnTo>
                <a:lnTo>
                  <a:pt x="8472" y="2713"/>
                </a:lnTo>
                <a:lnTo>
                  <a:pt x="8417" y="2861"/>
                </a:lnTo>
                <a:lnTo>
                  <a:pt x="8361" y="3027"/>
                </a:lnTo>
                <a:lnTo>
                  <a:pt x="8324" y="3193"/>
                </a:lnTo>
                <a:lnTo>
                  <a:pt x="8306" y="3378"/>
                </a:lnTo>
                <a:lnTo>
                  <a:pt x="8306" y="2067"/>
                </a:lnTo>
                <a:lnTo>
                  <a:pt x="8287" y="1827"/>
                </a:lnTo>
                <a:lnTo>
                  <a:pt x="8251" y="1587"/>
                </a:lnTo>
                <a:lnTo>
                  <a:pt x="8195" y="1366"/>
                </a:lnTo>
                <a:lnTo>
                  <a:pt x="8121" y="1163"/>
                </a:lnTo>
                <a:lnTo>
                  <a:pt x="8029" y="978"/>
                </a:lnTo>
                <a:lnTo>
                  <a:pt x="7918" y="812"/>
                </a:lnTo>
                <a:lnTo>
                  <a:pt x="7789" y="646"/>
                </a:lnTo>
                <a:lnTo>
                  <a:pt x="7642" y="517"/>
                </a:lnTo>
                <a:lnTo>
                  <a:pt x="7494" y="388"/>
                </a:lnTo>
                <a:lnTo>
                  <a:pt x="7328" y="296"/>
                </a:lnTo>
                <a:lnTo>
                  <a:pt x="7162" y="203"/>
                </a:lnTo>
                <a:lnTo>
                  <a:pt x="6977" y="129"/>
                </a:lnTo>
                <a:lnTo>
                  <a:pt x="6793" y="74"/>
                </a:lnTo>
                <a:lnTo>
                  <a:pt x="6608" y="19"/>
                </a:lnTo>
                <a:lnTo>
                  <a:pt x="642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8"/>
          <p:cNvSpPr/>
          <p:nvPr/>
        </p:nvSpPr>
        <p:spPr>
          <a:xfrm>
            <a:off x="1324065" y="3076646"/>
            <a:ext cx="114473" cy="53949"/>
          </a:xfrm>
          <a:custGeom>
            <a:rect b="b" l="l" r="r" t="t"/>
            <a:pathLst>
              <a:path extrusionOk="0" fill="none" h="5556" w="12034">
                <a:moveTo>
                  <a:pt x="12034" y="2252"/>
                </a:moveTo>
                <a:lnTo>
                  <a:pt x="12034" y="2252"/>
                </a:lnTo>
                <a:lnTo>
                  <a:pt x="11665" y="2584"/>
                </a:lnTo>
                <a:lnTo>
                  <a:pt x="11333" y="2953"/>
                </a:lnTo>
                <a:lnTo>
                  <a:pt x="11037" y="3341"/>
                </a:lnTo>
                <a:lnTo>
                  <a:pt x="10779" y="3747"/>
                </a:lnTo>
                <a:lnTo>
                  <a:pt x="10558" y="4171"/>
                </a:lnTo>
                <a:lnTo>
                  <a:pt x="10355" y="4614"/>
                </a:lnTo>
                <a:lnTo>
                  <a:pt x="10207" y="5076"/>
                </a:lnTo>
                <a:lnTo>
                  <a:pt x="10096" y="5555"/>
                </a:lnTo>
                <a:lnTo>
                  <a:pt x="1" y="5555"/>
                </a:lnTo>
                <a:lnTo>
                  <a:pt x="1" y="3544"/>
                </a:lnTo>
                <a:lnTo>
                  <a:pt x="1" y="3544"/>
                </a:lnTo>
                <a:lnTo>
                  <a:pt x="1" y="3304"/>
                </a:lnTo>
                <a:lnTo>
                  <a:pt x="38" y="3064"/>
                </a:lnTo>
                <a:lnTo>
                  <a:pt x="93" y="2842"/>
                </a:lnTo>
                <a:lnTo>
                  <a:pt x="167" y="2639"/>
                </a:lnTo>
                <a:lnTo>
                  <a:pt x="259" y="2455"/>
                </a:lnTo>
                <a:lnTo>
                  <a:pt x="370" y="2289"/>
                </a:lnTo>
                <a:lnTo>
                  <a:pt x="499" y="2141"/>
                </a:lnTo>
                <a:lnTo>
                  <a:pt x="647" y="1993"/>
                </a:lnTo>
                <a:lnTo>
                  <a:pt x="794" y="1864"/>
                </a:lnTo>
                <a:lnTo>
                  <a:pt x="961" y="1772"/>
                </a:lnTo>
                <a:lnTo>
                  <a:pt x="1127" y="1680"/>
                </a:lnTo>
                <a:lnTo>
                  <a:pt x="1311" y="1606"/>
                </a:lnTo>
                <a:lnTo>
                  <a:pt x="1496" y="1550"/>
                </a:lnTo>
                <a:lnTo>
                  <a:pt x="1680" y="1514"/>
                </a:lnTo>
                <a:lnTo>
                  <a:pt x="1883" y="1477"/>
                </a:lnTo>
                <a:lnTo>
                  <a:pt x="2068" y="1477"/>
                </a:lnTo>
                <a:lnTo>
                  <a:pt x="2271" y="1477"/>
                </a:lnTo>
                <a:lnTo>
                  <a:pt x="2455" y="1514"/>
                </a:lnTo>
                <a:lnTo>
                  <a:pt x="2640" y="1550"/>
                </a:lnTo>
                <a:lnTo>
                  <a:pt x="2825" y="1606"/>
                </a:lnTo>
                <a:lnTo>
                  <a:pt x="3009" y="1680"/>
                </a:lnTo>
                <a:lnTo>
                  <a:pt x="3175" y="1772"/>
                </a:lnTo>
                <a:lnTo>
                  <a:pt x="3341" y="1864"/>
                </a:lnTo>
                <a:lnTo>
                  <a:pt x="3489" y="1993"/>
                </a:lnTo>
                <a:lnTo>
                  <a:pt x="3637" y="2141"/>
                </a:lnTo>
                <a:lnTo>
                  <a:pt x="3766" y="2289"/>
                </a:lnTo>
                <a:lnTo>
                  <a:pt x="3877" y="2455"/>
                </a:lnTo>
                <a:lnTo>
                  <a:pt x="3969" y="2639"/>
                </a:lnTo>
                <a:lnTo>
                  <a:pt x="4043" y="2842"/>
                </a:lnTo>
                <a:lnTo>
                  <a:pt x="4098" y="3064"/>
                </a:lnTo>
                <a:lnTo>
                  <a:pt x="4135" y="3304"/>
                </a:lnTo>
                <a:lnTo>
                  <a:pt x="4153" y="3544"/>
                </a:lnTo>
                <a:lnTo>
                  <a:pt x="4153" y="2067"/>
                </a:lnTo>
                <a:lnTo>
                  <a:pt x="4153" y="2067"/>
                </a:lnTo>
                <a:lnTo>
                  <a:pt x="4153" y="1827"/>
                </a:lnTo>
                <a:lnTo>
                  <a:pt x="4190" y="1587"/>
                </a:lnTo>
                <a:lnTo>
                  <a:pt x="4246" y="1366"/>
                </a:lnTo>
                <a:lnTo>
                  <a:pt x="4319" y="1163"/>
                </a:lnTo>
                <a:lnTo>
                  <a:pt x="4412" y="978"/>
                </a:lnTo>
                <a:lnTo>
                  <a:pt x="4523" y="812"/>
                </a:lnTo>
                <a:lnTo>
                  <a:pt x="4652" y="646"/>
                </a:lnTo>
                <a:lnTo>
                  <a:pt x="4799" y="517"/>
                </a:lnTo>
                <a:lnTo>
                  <a:pt x="4947" y="388"/>
                </a:lnTo>
                <a:lnTo>
                  <a:pt x="5113" y="296"/>
                </a:lnTo>
                <a:lnTo>
                  <a:pt x="5279" y="203"/>
                </a:lnTo>
                <a:lnTo>
                  <a:pt x="5464" y="129"/>
                </a:lnTo>
                <a:lnTo>
                  <a:pt x="5648" y="74"/>
                </a:lnTo>
                <a:lnTo>
                  <a:pt x="5833" y="19"/>
                </a:lnTo>
                <a:lnTo>
                  <a:pt x="6036" y="0"/>
                </a:lnTo>
                <a:lnTo>
                  <a:pt x="6220" y="0"/>
                </a:lnTo>
                <a:lnTo>
                  <a:pt x="6423" y="0"/>
                </a:lnTo>
                <a:lnTo>
                  <a:pt x="6608" y="19"/>
                </a:lnTo>
                <a:lnTo>
                  <a:pt x="6793" y="74"/>
                </a:lnTo>
                <a:lnTo>
                  <a:pt x="6977" y="129"/>
                </a:lnTo>
                <a:lnTo>
                  <a:pt x="7162" y="203"/>
                </a:lnTo>
                <a:lnTo>
                  <a:pt x="7328" y="296"/>
                </a:lnTo>
                <a:lnTo>
                  <a:pt x="7494" y="388"/>
                </a:lnTo>
                <a:lnTo>
                  <a:pt x="7642" y="517"/>
                </a:lnTo>
                <a:lnTo>
                  <a:pt x="7789" y="646"/>
                </a:lnTo>
                <a:lnTo>
                  <a:pt x="7918" y="812"/>
                </a:lnTo>
                <a:lnTo>
                  <a:pt x="8029" y="978"/>
                </a:lnTo>
                <a:lnTo>
                  <a:pt x="8121" y="1163"/>
                </a:lnTo>
                <a:lnTo>
                  <a:pt x="8195" y="1366"/>
                </a:lnTo>
                <a:lnTo>
                  <a:pt x="8251" y="1587"/>
                </a:lnTo>
                <a:lnTo>
                  <a:pt x="8287" y="1827"/>
                </a:lnTo>
                <a:lnTo>
                  <a:pt x="8306" y="2067"/>
                </a:lnTo>
                <a:lnTo>
                  <a:pt x="8306" y="3544"/>
                </a:lnTo>
                <a:lnTo>
                  <a:pt x="8306" y="3544"/>
                </a:lnTo>
                <a:lnTo>
                  <a:pt x="8306" y="3378"/>
                </a:lnTo>
                <a:lnTo>
                  <a:pt x="8324" y="3193"/>
                </a:lnTo>
                <a:lnTo>
                  <a:pt x="8361" y="3027"/>
                </a:lnTo>
                <a:lnTo>
                  <a:pt x="8417" y="2861"/>
                </a:lnTo>
                <a:lnTo>
                  <a:pt x="8472" y="2713"/>
                </a:lnTo>
                <a:lnTo>
                  <a:pt x="8546" y="2566"/>
                </a:lnTo>
                <a:lnTo>
                  <a:pt x="8620" y="2418"/>
                </a:lnTo>
                <a:lnTo>
                  <a:pt x="8712" y="2289"/>
                </a:lnTo>
                <a:lnTo>
                  <a:pt x="8804" y="2160"/>
                </a:lnTo>
                <a:lnTo>
                  <a:pt x="8915" y="2049"/>
                </a:lnTo>
                <a:lnTo>
                  <a:pt x="9044" y="1938"/>
                </a:lnTo>
                <a:lnTo>
                  <a:pt x="9155" y="1846"/>
                </a:lnTo>
                <a:lnTo>
                  <a:pt x="9284" y="1754"/>
                </a:lnTo>
                <a:lnTo>
                  <a:pt x="9432" y="1680"/>
                </a:lnTo>
                <a:lnTo>
                  <a:pt x="9561" y="1606"/>
                </a:lnTo>
                <a:lnTo>
                  <a:pt x="9709" y="1550"/>
                </a:lnTo>
                <a:lnTo>
                  <a:pt x="9856" y="1495"/>
                </a:lnTo>
                <a:lnTo>
                  <a:pt x="10004" y="1458"/>
                </a:lnTo>
                <a:lnTo>
                  <a:pt x="10170" y="1440"/>
                </a:lnTo>
                <a:lnTo>
                  <a:pt x="10318" y="1421"/>
                </a:lnTo>
                <a:lnTo>
                  <a:pt x="10465" y="1421"/>
                </a:lnTo>
                <a:lnTo>
                  <a:pt x="10631" y="1421"/>
                </a:lnTo>
                <a:lnTo>
                  <a:pt x="10779" y="1458"/>
                </a:lnTo>
                <a:lnTo>
                  <a:pt x="10945" y="1495"/>
                </a:lnTo>
                <a:lnTo>
                  <a:pt x="11093" y="1532"/>
                </a:lnTo>
                <a:lnTo>
                  <a:pt x="11240" y="1587"/>
                </a:lnTo>
                <a:lnTo>
                  <a:pt x="11388" y="1661"/>
                </a:lnTo>
                <a:lnTo>
                  <a:pt x="11517" y="1754"/>
                </a:lnTo>
                <a:lnTo>
                  <a:pt x="11665" y="1864"/>
                </a:lnTo>
                <a:lnTo>
                  <a:pt x="11794" y="1975"/>
                </a:lnTo>
                <a:lnTo>
                  <a:pt x="11905" y="2104"/>
                </a:lnTo>
                <a:lnTo>
                  <a:pt x="12034" y="2252"/>
                </a:lnTo>
                <a:lnTo>
                  <a:pt x="12034" y="2252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1551110" y="3098506"/>
            <a:ext cx="10" cy="10"/>
          </a:xfrm>
          <a:custGeom>
            <a:rect b="b" l="l" r="r" t="t"/>
            <a:pathLst>
              <a:path extrusionOk="0" fill="none" h="1" w="1">
                <a:moveTo>
                  <a:pt x="1" y="1"/>
                </a:moveTo>
                <a:lnTo>
                  <a:pt x="1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8"/>
          <p:cNvSpPr/>
          <p:nvPr/>
        </p:nvSpPr>
        <p:spPr>
          <a:xfrm>
            <a:off x="1307568" y="3146722"/>
            <a:ext cx="269660" cy="34412"/>
          </a:xfrm>
          <a:custGeom>
            <a:rect b="b" l="l" r="r" t="t"/>
            <a:pathLst>
              <a:path extrusionOk="0" h="3544" w="28348">
                <a:moveTo>
                  <a:pt x="0" y="0"/>
                </a:moveTo>
                <a:lnTo>
                  <a:pt x="0" y="3544"/>
                </a:lnTo>
                <a:lnTo>
                  <a:pt x="28348" y="3544"/>
                </a:lnTo>
                <a:lnTo>
                  <a:pt x="2834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8"/>
          <p:cNvSpPr/>
          <p:nvPr/>
        </p:nvSpPr>
        <p:spPr>
          <a:xfrm>
            <a:off x="1311602" y="3197259"/>
            <a:ext cx="261423" cy="55920"/>
          </a:xfrm>
          <a:custGeom>
            <a:rect b="b" l="l" r="r" t="t"/>
            <a:pathLst>
              <a:path extrusionOk="0" h="5759" w="27482">
                <a:moveTo>
                  <a:pt x="1" y="1"/>
                </a:moveTo>
                <a:lnTo>
                  <a:pt x="111" y="333"/>
                </a:lnTo>
                <a:lnTo>
                  <a:pt x="240" y="628"/>
                </a:lnTo>
                <a:lnTo>
                  <a:pt x="370" y="942"/>
                </a:lnTo>
                <a:lnTo>
                  <a:pt x="517" y="1237"/>
                </a:lnTo>
                <a:lnTo>
                  <a:pt x="665" y="1514"/>
                </a:lnTo>
                <a:lnTo>
                  <a:pt x="831" y="1809"/>
                </a:lnTo>
                <a:lnTo>
                  <a:pt x="997" y="2068"/>
                </a:lnTo>
                <a:lnTo>
                  <a:pt x="1200" y="2345"/>
                </a:lnTo>
                <a:lnTo>
                  <a:pt x="1385" y="2603"/>
                </a:lnTo>
                <a:lnTo>
                  <a:pt x="1588" y="2843"/>
                </a:lnTo>
                <a:lnTo>
                  <a:pt x="1809" y="3083"/>
                </a:lnTo>
                <a:lnTo>
                  <a:pt x="2031" y="3323"/>
                </a:lnTo>
                <a:lnTo>
                  <a:pt x="2252" y="3544"/>
                </a:lnTo>
                <a:lnTo>
                  <a:pt x="2492" y="3766"/>
                </a:lnTo>
                <a:lnTo>
                  <a:pt x="2750" y="3969"/>
                </a:lnTo>
                <a:lnTo>
                  <a:pt x="3009" y="4153"/>
                </a:lnTo>
                <a:lnTo>
                  <a:pt x="3267" y="4356"/>
                </a:lnTo>
                <a:lnTo>
                  <a:pt x="3544" y="4522"/>
                </a:lnTo>
                <a:lnTo>
                  <a:pt x="3802" y="4689"/>
                </a:lnTo>
                <a:lnTo>
                  <a:pt x="4098" y="4836"/>
                </a:lnTo>
                <a:lnTo>
                  <a:pt x="4375" y="4984"/>
                </a:lnTo>
                <a:lnTo>
                  <a:pt x="4670" y="5113"/>
                </a:lnTo>
                <a:lnTo>
                  <a:pt x="4984" y="5242"/>
                </a:lnTo>
                <a:lnTo>
                  <a:pt x="5279" y="5353"/>
                </a:lnTo>
                <a:lnTo>
                  <a:pt x="5593" y="5445"/>
                </a:lnTo>
                <a:lnTo>
                  <a:pt x="5906" y="5519"/>
                </a:lnTo>
                <a:lnTo>
                  <a:pt x="6220" y="5593"/>
                </a:lnTo>
                <a:lnTo>
                  <a:pt x="6552" y="5667"/>
                </a:lnTo>
                <a:lnTo>
                  <a:pt x="6866" y="5704"/>
                </a:lnTo>
                <a:lnTo>
                  <a:pt x="7198" y="5741"/>
                </a:lnTo>
                <a:lnTo>
                  <a:pt x="7530" y="5759"/>
                </a:lnTo>
                <a:lnTo>
                  <a:pt x="19785" y="5759"/>
                </a:lnTo>
                <a:lnTo>
                  <a:pt x="20117" y="5741"/>
                </a:lnTo>
                <a:lnTo>
                  <a:pt x="20468" y="5704"/>
                </a:lnTo>
                <a:lnTo>
                  <a:pt x="20800" y="5648"/>
                </a:lnTo>
                <a:lnTo>
                  <a:pt x="21132" y="5593"/>
                </a:lnTo>
                <a:lnTo>
                  <a:pt x="21465" y="5519"/>
                </a:lnTo>
                <a:lnTo>
                  <a:pt x="21778" y="5427"/>
                </a:lnTo>
                <a:lnTo>
                  <a:pt x="22110" y="5335"/>
                </a:lnTo>
                <a:lnTo>
                  <a:pt x="22424" y="5224"/>
                </a:lnTo>
                <a:lnTo>
                  <a:pt x="22720" y="5113"/>
                </a:lnTo>
                <a:lnTo>
                  <a:pt x="23033" y="4965"/>
                </a:lnTo>
                <a:lnTo>
                  <a:pt x="23329" y="4818"/>
                </a:lnTo>
                <a:lnTo>
                  <a:pt x="23605" y="4670"/>
                </a:lnTo>
                <a:lnTo>
                  <a:pt x="23882" y="4504"/>
                </a:lnTo>
                <a:lnTo>
                  <a:pt x="24159" y="4319"/>
                </a:lnTo>
                <a:lnTo>
                  <a:pt x="24436" y="4135"/>
                </a:lnTo>
                <a:lnTo>
                  <a:pt x="24694" y="3950"/>
                </a:lnTo>
                <a:lnTo>
                  <a:pt x="24953" y="3747"/>
                </a:lnTo>
                <a:lnTo>
                  <a:pt x="25193" y="3526"/>
                </a:lnTo>
                <a:lnTo>
                  <a:pt x="25414" y="3304"/>
                </a:lnTo>
                <a:lnTo>
                  <a:pt x="25654" y="3064"/>
                </a:lnTo>
                <a:lnTo>
                  <a:pt x="25857" y="2825"/>
                </a:lnTo>
                <a:lnTo>
                  <a:pt x="26078" y="2585"/>
                </a:lnTo>
                <a:lnTo>
                  <a:pt x="26281" y="2326"/>
                </a:lnTo>
                <a:lnTo>
                  <a:pt x="26466" y="2049"/>
                </a:lnTo>
                <a:lnTo>
                  <a:pt x="26632" y="1791"/>
                </a:lnTo>
                <a:lnTo>
                  <a:pt x="26817" y="1496"/>
                </a:lnTo>
                <a:lnTo>
                  <a:pt x="26964" y="1219"/>
                </a:lnTo>
                <a:lnTo>
                  <a:pt x="27112" y="924"/>
                </a:lnTo>
                <a:lnTo>
                  <a:pt x="27241" y="628"/>
                </a:lnTo>
                <a:lnTo>
                  <a:pt x="27370" y="315"/>
                </a:lnTo>
                <a:lnTo>
                  <a:pt x="274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8"/>
          <p:cNvSpPr/>
          <p:nvPr/>
        </p:nvSpPr>
        <p:spPr>
          <a:xfrm>
            <a:off x="1311602" y="3197259"/>
            <a:ext cx="261423" cy="55920"/>
          </a:xfrm>
          <a:custGeom>
            <a:rect b="b" l="l" r="r" t="t"/>
            <a:pathLst>
              <a:path extrusionOk="0" fill="none" h="5759" w="27482">
                <a:moveTo>
                  <a:pt x="27481" y="1"/>
                </a:moveTo>
                <a:lnTo>
                  <a:pt x="27481" y="1"/>
                </a:lnTo>
                <a:lnTo>
                  <a:pt x="27370" y="315"/>
                </a:lnTo>
                <a:lnTo>
                  <a:pt x="27241" y="628"/>
                </a:lnTo>
                <a:lnTo>
                  <a:pt x="27112" y="924"/>
                </a:lnTo>
                <a:lnTo>
                  <a:pt x="26964" y="1219"/>
                </a:lnTo>
                <a:lnTo>
                  <a:pt x="26817" y="1496"/>
                </a:lnTo>
                <a:lnTo>
                  <a:pt x="26632" y="1791"/>
                </a:lnTo>
                <a:lnTo>
                  <a:pt x="26466" y="2049"/>
                </a:lnTo>
                <a:lnTo>
                  <a:pt x="26281" y="2326"/>
                </a:lnTo>
                <a:lnTo>
                  <a:pt x="26078" y="2585"/>
                </a:lnTo>
                <a:lnTo>
                  <a:pt x="25857" y="2825"/>
                </a:lnTo>
                <a:lnTo>
                  <a:pt x="25654" y="3064"/>
                </a:lnTo>
                <a:lnTo>
                  <a:pt x="25414" y="3304"/>
                </a:lnTo>
                <a:lnTo>
                  <a:pt x="25193" y="3526"/>
                </a:lnTo>
                <a:lnTo>
                  <a:pt x="24953" y="3747"/>
                </a:lnTo>
                <a:lnTo>
                  <a:pt x="24694" y="3950"/>
                </a:lnTo>
                <a:lnTo>
                  <a:pt x="24436" y="4135"/>
                </a:lnTo>
                <a:lnTo>
                  <a:pt x="24159" y="4319"/>
                </a:lnTo>
                <a:lnTo>
                  <a:pt x="23882" y="4504"/>
                </a:lnTo>
                <a:lnTo>
                  <a:pt x="23605" y="4670"/>
                </a:lnTo>
                <a:lnTo>
                  <a:pt x="23329" y="4818"/>
                </a:lnTo>
                <a:lnTo>
                  <a:pt x="23033" y="4965"/>
                </a:lnTo>
                <a:lnTo>
                  <a:pt x="22720" y="5113"/>
                </a:lnTo>
                <a:lnTo>
                  <a:pt x="22424" y="5224"/>
                </a:lnTo>
                <a:lnTo>
                  <a:pt x="22110" y="5335"/>
                </a:lnTo>
                <a:lnTo>
                  <a:pt x="21778" y="5427"/>
                </a:lnTo>
                <a:lnTo>
                  <a:pt x="21465" y="5519"/>
                </a:lnTo>
                <a:lnTo>
                  <a:pt x="21132" y="5593"/>
                </a:lnTo>
                <a:lnTo>
                  <a:pt x="20800" y="5648"/>
                </a:lnTo>
                <a:lnTo>
                  <a:pt x="20468" y="5704"/>
                </a:lnTo>
                <a:lnTo>
                  <a:pt x="20117" y="5741"/>
                </a:lnTo>
                <a:lnTo>
                  <a:pt x="19785" y="5759"/>
                </a:lnTo>
                <a:lnTo>
                  <a:pt x="19434" y="5759"/>
                </a:lnTo>
                <a:lnTo>
                  <a:pt x="7863" y="5759"/>
                </a:lnTo>
                <a:lnTo>
                  <a:pt x="7863" y="5759"/>
                </a:lnTo>
                <a:lnTo>
                  <a:pt x="7530" y="5759"/>
                </a:lnTo>
                <a:lnTo>
                  <a:pt x="7198" y="5741"/>
                </a:lnTo>
                <a:lnTo>
                  <a:pt x="6866" y="5704"/>
                </a:lnTo>
                <a:lnTo>
                  <a:pt x="6552" y="5667"/>
                </a:lnTo>
                <a:lnTo>
                  <a:pt x="6220" y="5593"/>
                </a:lnTo>
                <a:lnTo>
                  <a:pt x="5906" y="5519"/>
                </a:lnTo>
                <a:lnTo>
                  <a:pt x="5593" y="5445"/>
                </a:lnTo>
                <a:lnTo>
                  <a:pt x="5279" y="5353"/>
                </a:lnTo>
                <a:lnTo>
                  <a:pt x="4984" y="5242"/>
                </a:lnTo>
                <a:lnTo>
                  <a:pt x="4670" y="5113"/>
                </a:lnTo>
                <a:lnTo>
                  <a:pt x="4375" y="4984"/>
                </a:lnTo>
                <a:lnTo>
                  <a:pt x="4098" y="4836"/>
                </a:lnTo>
                <a:lnTo>
                  <a:pt x="3802" y="4689"/>
                </a:lnTo>
                <a:lnTo>
                  <a:pt x="3544" y="4522"/>
                </a:lnTo>
                <a:lnTo>
                  <a:pt x="3267" y="4356"/>
                </a:lnTo>
                <a:lnTo>
                  <a:pt x="3009" y="4153"/>
                </a:lnTo>
                <a:lnTo>
                  <a:pt x="2750" y="3969"/>
                </a:lnTo>
                <a:lnTo>
                  <a:pt x="2492" y="3766"/>
                </a:lnTo>
                <a:lnTo>
                  <a:pt x="2252" y="3544"/>
                </a:lnTo>
                <a:lnTo>
                  <a:pt x="2031" y="3323"/>
                </a:lnTo>
                <a:lnTo>
                  <a:pt x="1809" y="3083"/>
                </a:lnTo>
                <a:lnTo>
                  <a:pt x="1588" y="2843"/>
                </a:lnTo>
                <a:lnTo>
                  <a:pt x="1385" y="2603"/>
                </a:lnTo>
                <a:lnTo>
                  <a:pt x="1200" y="2345"/>
                </a:lnTo>
                <a:lnTo>
                  <a:pt x="997" y="2068"/>
                </a:lnTo>
                <a:lnTo>
                  <a:pt x="831" y="1809"/>
                </a:lnTo>
                <a:lnTo>
                  <a:pt x="665" y="1514"/>
                </a:lnTo>
                <a:lnTo>
                  <a:pt x="517" y="1237"/>
                </a:lnTo>
                <a:lnTo>
                  <a:pt x="370" y="942"/>
                </a:lnTo>
                <a:lnTo>
                  <a:pt x="240" y="628"/>
                </a:lnTo>
                <a:lnTo>
                  <a:pt x="111" y="333"/>
                </a:lnTo>
                <a:lnTo>
                  <a:pt x="1" y="1"/>
                </a:lnTo>
                <a:lnTo>
                  <a:pt x="27481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8"/>
          <p:cNvSpPr/>
          <p:nvPr/>
        </p:nvSpPr>
        <p:spPr>
          <a:xfrm>
            <a:off x="1573045" y="3197259"/>
            <a:ext cx="10" cy="10"/>
          </a:xfrm>
          <a:custGeom>
            <a:rect b="b" l="l" r="r" t="t"/>
            <a:pathLst>
              <a:path extrusionOk="0" fill="none" h="1" w="1">
                <a:moveTo>
                  <a:pt x="0" y="1"/>
                </a:moveTo>
                <a:lnTo>
                  <a:pt x="0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8"/>
          <p:cNvSpPr/>
          <p:nvPr/>
        </p:nvSpPr>
        <p:spPr>
          <a:xfrm>
            <a:off x="1436268" y="3101915"/>
            <a:ext cx="76195" cy="28683"/>
          </a:xfrm>
          <a:custGeom>
            <a:rect b="b" l="l" r="r" t="t"/>
            <a:pathLst>
              <a:path extrusionOk="0" h="2954" w="8010">
                <a:moveTo>
                  <a:pt x="3968" y="0"/>
                </a:moveTo>
                <a:lnTo>
                  <a:pt x="3599" y="19"/>
                </a:lnTo>
                <a:lnTo>
                  <a:pt x="3248" y="56"/>
                </a:lnTo>
                <a:lnTo>
                  <a:pt x="2898" y="130"/>
                </a:lnTo>
                <a:lnTo>
                  <a:pt x="2565" y="240"/>
                </a:lnTo>
                <a:lnTo>
                  <a:pt x="2252" y="370"/>
                </a:lnTo>
                <a:lnTo>
                  <a:pt x="1938" y="517"/>
                </a:lnTo>
                <a:lnTo>
                  <a:pt x="1643" y="702"/>
                </a:lnTo>
                <a:lnTo>
                  <a:pt x="1366" y="905"/>
                </a:lnTo>
                <a:lnTo>
                  <a:pt x="1107" y="1145"/>
                </a:lnTo>
                <a:lnTo>
                  <a:pt x="849" y="1403"/>
                </a:lnTo>
                <a:lnTo>
                  <a:pt x="646" y="1680"/>
                </a:lnTo>
                <a:lnTo>
                  <a:pt x="443" y="1957"/>
                </a:lnTo>
                <a:lnTo>
                  <a:pt x="277" y="2271"/>
                </a:lnTo>
                <a:lnTo>
                  <a:pt x="129" y="2603"/>
                </a:lnTo>
                <a:lnTo>
                  <a:pt x="0" y="2953"/>
                </a:lnTo>
                <a:lnTo>
                  <a:pt x="8010" y="2953"/>
                </a:lnTo>
                <a:lnTo>
                  <a:pt x="7899" y="2658"/>
                </a:lnTo>
                <a:lnTo>
                  <a:pt x="7770" y="2363"/>
                </a:lnTo>
                <a:lnTo>
                  <a:pt x="7622" y="2086"/>
                </a:lnTo>
                <a:lnTo>
                  <a:pt x="7438" y="1828"/>
                </a:lnTo>
                <a:lnTo>
                  <a:pt x="7253" y="1588"/>
                </a:lnTo>
                <a:lnTo>
                  <a:pt x="7050" y="1348"/>
                </a:lnTo>
                <a:lnTo>
                  <a:pt x="6847" y="1145"/>
                </a:lnTo>
                <a:lnTo>
                  <a:pt x="6607" y="942"/>
                </a:lnTo>
                <a:lnTo>
                  <a:pt x="6367" y="757"/>
                </a:lnTo>
                <a:lnTo>
                  <a:pt x="6109" y="591"/>
                </a:lnTo>
                <a:lnTo>
                  <a:pt x="5832" y="443"/>
                </a:lnTo>
                <a:lnTo>
                  <a:pt x="5555" y="314"/>
                </a:lnTo>
                <a:lnTo>
                  <a:pt x="5260" y="222"/>
                </a:lnTo>
                <a:lnTo>
                  <a:pt x="4965" y="130"/>
                </a:lnTo>
                <a:lnTo>
                  <a:pt x="4651" y="56"/>
                </a:lnTo>
                <a:lnTo>
                  <a:pt x="4337" y="19"/>
                </a:lnTo>
                <a:lnTo>
                  <a:pt x="396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8"/>
          <p:cNvSpPr/>
          <p:nvPr/>
        </p:nvSpPr>
        <p:spPr>
          <a:xfrm>
            <a:off x="1436268" y="3101915"/>
            <a:ext cx="76195" cy="28683"/>
          </a:xfrm>
          <a:custGeom>
            <a:rect b="b" l="l" r="r" t="t"/>
            <a:pathLst>
              <a:path extrusionOk="0" fill="none" h="2954" w="8010">
                <a:moveTo>
                  <a:pt x="8010" y="2953"/>
                </a:moveTo>
                <a:lnTo>
                  <a:pt x="8010" y="2953"/>
                </a:lnTo>
                <a:lnTo>
                  <a:pt x="0" y="2953"/>
                </a:lnTo>
                <a:lnTo>
                  <a:pt x="0" y="2953"/>
                </a:lnTo>
                <a:lnTo>
                  <a:pt x="129" y="2603"/>
                </a:lnTo>
                <a:lnTo>
                  <a:pt x="277" y="2271"/>
                </a:lnTo>
                <a:lnTo>
                  <a:pt x="443" y="1957"/>
                </a:lnTo>
                <a:lnTo>
                  <a:pt x="646" y="1680"/>
                </a:lnTo>
                <a:lnTo>
                  <a:pt x="849" y="1403"/>
                </a:lnTo>
                <a:lnTo>
                  <a:pt x="1107" y="1145"/>
                </a:lnTo>
                <a:lnTo>
                  <a:pt x="1366" y="905"/>
                </a:lnTo>
                <a:lnTo>
                  <a:pt x="1643" y="702"/>
                </a:lnTo>
                <a:lnTo>
                  <a:pt x="1938" y="517"/>
                </a:lnTo>
                <a:lnTo>
                  <a:pt x="2252" y="370"/>
                </a:lnTo>
                <a:lnTo>
                  <a:pt x="2565" y="240"/>
                </a:lnTo>
                <a:lnTo>
                  <a:pt x="2898" y="130"/>
                </a:lnTo>
                <a:lnTo>
                  <a:pt x="3248" y="56"/>
                </a:lnTo>
                <a:lnTo>
                  <a:pt x="3599" y="19"/>
                </a:lnTo>
                <a:lnTo>
                  <a:pt x="3968" y="0"/>
                </a:lnTo>
                <a:lnTo>
                  <a:pt x="4337" y="19"/>
                </a:lnTo>
                <a:lnTo>
                  <a:pt x="4337" y="19"/>
                </a:lnTo>
                <a:lnTo>
                  <a:pt x="4651" y="56"/>
                </a:lnTo>
                <a:lnTo>
                  <a:pt x="4965" y="130"/>
                </a:lnTo>
                <a:lnTo>
                  <a:pt x="5260" y="222"/>
                </a:lnTo>
                <a:lnTo>
                  <a:pt x="5555" y="314"/>
                </a:lnTo>
                <a:lnTo>
                  <a:pt x="5832" y="443"/>
                </a:lnTo>
                <a:lnTo>
                  <a:pt x="6109" y="591"/>
                </a:lnTo>
                <a:lnTo>
                  <a:pt x="6367" y="757"/>
                </a:lnTo>
                <a:lnTo>
                  <a:pt x="6607" y="942"/>
                </a:lnTo>
                <a:lnTo>
                  <a:pt x="6847" y="1145"/>
                </a:lnTo>
                <a:lnTo>
                  <a:pt x="7050" y="1348"/>
                </a:lnTo>
                <a:lnTo>
                  <a:pt x="7253" y="1588"/>
                </a:lnTo>
                <a:lnTo>
                  <a:pt x="7438" y="1828"/>
                </a:lnTo>
                <a:lnTo>
                  <a:pt x="7622" y="2086"/>
                </a:lnTo>
                <a:lnTo>
                  <a:pt x="7770" y="2363"/>
                </a:lnTo>
                <a:lnTo>
                  <a:pt x="7899" y="2658"/>
                </a:lnTo>
                <a:lnTo>
                  <a:pt x="8010" y="2953"/>
                </a:lnTo>
                <a:lnTo>
                  <a:pt x="8010" y="2953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8"/>
          <p:cNvSpPr/>
          <p:nvPr/>
        </p:nvSpPr>
        <p:spPr>
          <a:xfrm>
            <a:off x="1512462" y="3130592"/>
            <a:ext cx="10" cy="10"/>
          </a:xfrm>
          <a:custGeom>
            <a:rect b="b" l="l" r="r" t="t"/>
            <a:pathLst>
              <a:path extrusionOk="0" fill="none" h="1" w="1">
                <a:moveTo>
                  <a:pt x="1" y="0"/>
                </a:moveTo>
                <a:lnTo>
                  <a:pt x="1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8"/>
          <p:cNvSpPr/>
          <p:nvPr/>
        </p:nvSpPr>
        <p:spPr>
          <a:xfrm>
            <a:off x="1555857" y="3015883"/>
            <a:ext cx="65665" cy="73845"/>
          </a:xfrm>
          <a:custGeom>
            <a:rect b="b" l="l" r="r" t="t"/>
            <a:pathLst>
              <a:path extrusionOk="0" h="7605" w="6903">
                <a:moveTo>
                  <a:pt x="702" y="1"/>
                </a:moveTo>
                <a:lnTo>
                  <a:pt x="517" y="407"/>
                </a:lnTo>
                <a:lnTo>
                  <a:pt x="369" y="831"/>
                </a:lnTo>
                <a:lnTo>
                  <a:pt x="240" y="1274"/>
                </a:lnTo>
                <a:lnTo>
                  <a:pt x="148" y="1736"/>
                </a:lnTo>
                <a:lnTo>
                  <a:pt x="74" y="2197"/>
                </a:lnTo>
                <a:lnTo>
                  <a:pt x="37" y="2677"/>
                </a:lnTo>
                <a:lnTo>
                  <a:pt x="0" y="3175"/>
                </a:lnTo>
                <a:lnTo>
                  <a:pt x="19" y="3673"/>
                </a:lnTo>
                <a:lnTo>
                  <a:pt x="56" y="4172"/>
                </a:lnTo>
                <a:lnTo>
                  <a:pt x="111" y="4670"/>
                </a:lnTo>
                <a:lnTo>
                  <a:pt x="185" y="5187"/>
                </a:lnTo>
                <a:lnTo>
                  <a:pt x="296" y="5685"/>
                </a:lnTo>
                <a:lnTo>
                  <a:pt x="425" y="6183"/>
                </a:lnTo>
                <a:lnTo>
                  <a:pt x="591" y="6663"/>
                </a:lnTo>
                <a:lnTo>
                  <a:pt x="775" y="7143"/>
                </a:lnTo>
                <a:lnTo>
                  <a:pt x="978" y="7604"/>
                </a:lnTo>
                <a:lnTo>
                  <a:pt x="1329" y="7475"/>
                </a:lnTo>
                <a:lnTo>
                  <a:pt x="1698" y="7365"/>
                </a:lnTo>
                <a:lnTo>
                  <a:pt x="2067" y="7291"/>
                </a:lnTo>
                <a:lnTo>
                  <a:pt x="2436" y="7235"/>
                </a:lnTo>
                <a:lnTo>
                  <a:pt x="2806" y="7198"/>
                </a:lnTo>
                <a:lnTo>
                  <a:pt x="3193" y="7180"/>
                </a:lnTo>
                <a:lnTo>
                  <a:pt x="3562" y="7198"/>
                </a:lnTo>
                <a:lnTo>
                  <a:pt x="3950" y="7235"/>
                </a:lnTo>
                <a:lnTo>
                  <a:pt x="3987" y="7125"/>
                </a:lnTo>
                <a:lnTo>
                  <a:pt x="2529" y="4467"/>
                </a:lnTo>
                <a:lnTo>
                  <a:pt x="3987" y="3673"/>
                </a:lnTo>
                <a:lnTo>
                  <a:pt x="5076" y="5648"/>
                </a:lnTo>
                <a:lnTo>
                  <a:pt x="5279" y="5464"/>
                </a:lnTo>
                <a:lnTo>
                  <a:pt x="5500" y="5298"/>
                </a:lnTo>
                <a:lnTo>
                  <a:pt x="5888" y="5021"/>
                </a:lnTo>
                <a:lnTo>
                  <a:pt x="6128" y="4836"/>
                </a:lnTo>
                <a:lnTo>
                  <a:pt x="6331" y="4670"/>
                </a:lnTo>
                <a:lnTo>
                  <a:pt x="6460" y="4541"/>
                </a:lnTo>
                <a:lnTo>
                  <a:pt x="6571" y="4393"/>
                </a:lnTo>
                <a:lnTo>
                  <a:pt x="6663" y="4227"/>
                </a:lnTo>
                <a:lnTo>
                  <a:pt x="6718" y="4043"/>
                </a:lnTo>
                <a:lnTo>
                  <a:pt x="6810" y="3747"/>
                </a:lnTo>
                <a:lnTo>
                  <a:pt x="6903" y="3470"/>
                </a:lnTo>
                <a:lnTo>
                  <a:pt x="6589" y="3120"/>
                </a:lnTo>
                <a:lnTo>
                  <a:pt x="6238" y="2769"/>
                </a:lnTo>
                <a:lnTo>
                  <a:pt x="5888" y="2437"/>
                </a:lnTo>
                <a:lnTo>
                  <a:pt x="5519" y="2123"/>
                </a:lnTo>
                <a:lnTo>
                  <a:pt x="5131" y="1828"/>
                </a:lnTo>
                <a:lnTo>
                  <a:pt x="4743" y="1533"/>
                </a:lnTo>
                <a:lnTo>
                  <a:pt x="4356" y="1274"/>
                </a:lnTo>
                <a:lnTo>
                  <a:pt x="3950" y="1034"/>
                </a:lnTo>
                <a:lnTo>
                  <a:pt x="3544" y="794"/>
                </a:lnTo>
                <a:lnTo>
                  <a:pt x="3138" y="610"/>
                </a:lnTo>
                <a:lnTo>
                  <a:pt x="2713" y="425"/>
                </a:lnTo>
                <a:lnTo>
                  <a:pt x="2307" y="278"/>
                </a:lnTo>
                <a:lnTo>
                  <a:pt x="1901" y="167"/>
                </a:lnTo>
                <a:lnTo>
                  <a:pt x="1495" y="75"/>
                </a:lnTo>
                <a:lnTo>
                  <a:pt x="1108" y="19"/>
                </a:lnTo>
                <a:lnTo>
                  <a:pt x="70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8"/>
          <p:cNvSpPr/>
          <p:nvPr/>
        </p:nvSpPr>
        <p:spPr>
          <a:xfrm>
            <a:off x="1555857" y="3015883"/>
            <a:ext cx="65665" cy="73845"/>
          </a:xfrm>
          <a:custGeom>
            <a:rect b="b" l="l" r="r" t="t"/>
            <a:pathLst>
              <a:path extrusionOk="0" fill="none" h="7605" w="6903">
                <a:moveTo>
                  <a:pt x="6903" y="3470"/>
                </a:moveTo>
                <a:lnTo>
                  <a:pt x="6903" y="3470"/>
                </a:lnTo>
                <a:lnTo>
                  <a:pt x="6810" y="3747"/>
                </a:lnTo>
                <a:lnTo>
                  <a:pt x="6718" y="4043"/>
                </a:lnTo>
                <a:lnTo>
                  <a:pt x="6718" y="4043"/>
                </a:lnTo>
                <a:lnTo>
                  <a:pt x="6663" y="4227"/>
                </a:lnTo>
                <a:lnTo>
                  <a:pt x="6571" y="4393"/>
                </a:lnTo>
                <a:lnTo>
                  <a:pt x="6460" y="4541"/>
                </a:lnTo>
                <a:lnTo>
                  <a:pt x="6331" y="4670"/>
                </a:lnTo>
                <a:lnTo>
                  <a:pt x="6331" y="4670"/>
                </a:lnTo>
                <a:lnTo>
                  <a:pt x="6128" y="4836"/>
                </a:lnTo>
                <a:lnTo>
                  <a:pt x="5888" y="5021"/>
                </a:lnTo>
                <a:lnTo>
                  <a:pt x="5888" y="5021"/>
                </a:lnTo>
                <a:lnTo>
                  <a:pt x="5500" y="5298"/>
                </a:lnTo>
                <a:lnTo>
                  <a:pt x="5279" y="5464"/>
                </a:lnTo>
                <a:lnTo>
                  <a:pt x="5076" y="5648"/>
                </a:lnTo>
                <a:lnTo>
                  <a:pt x="5076" y="5648"/>
                </a:lnTo>
                <a:lnTo>
                  <a:pt x="3987" y="3673"/>
                </a:lnTo>
                <a:lnTo>
                  <a:pt x="2529" y="4467"/>
                </a:lnTo>
                <a:lnTo>
                  <a:pt x="2529" y="4467"/>
                </a:lnTo>
                <a:lnTo>
                  <a:pt x="3987" y="7125"/>
                </a:lnTo>
                <a:lnTo>
                  <a:pt x="3987" y="7125"/>
                </a:lnTo>
                <a:lnTo>
                  <a:pt x="3950" y="7235"/>
                </a:lnTo>
                <a:lnTo>
                  <a:pt x="3950" y="7235"/>
                </a:lnTo>
                <a:lnTo>
                  <a:pt x="3562" y="7198"/>
                </a:lnTo>
                <a:lnTo>
                  <a:pt x="3193" y="7180"/>
                </a:lnTo>
                <a:lnTo>
                  <a:pt x="2806" y="7198"/>
                </a:lnTo>
                <a:lnTo>
                  <a:pt x="2436" y="7235"/>
                </a:lnTo>
                <a:lnTo>
                  <a:pt x="2067" y="7291"/>
                </a:lnTo>
                <a:lnTo>
                  <a:pt x="1698" y="7365"/>
                </a:lnTo>
                <a:lnTo>
                  <a:pt x="1329" y="7475"/>
                </a:lnTo>
                <a:lnTo>
                  <a:pt x="978" y="7604"/>
                </a:lnTo>
                <a:lnTo>
                  <a:pt x="978" y="7604"/>
                </a:lnTo>
                <a:lnTo>
                  <a:pt x="775" y="7143"/>
                </a:lnTo>
                <a:lnTo>
                  <a:pt x="591" y="6663"/>
                </a:lnTo>
                <a:lnTo>
                  <a:pt x="425" y="6183"/>
                </a:lnTo>
                <a:lnTo>
                  <a:pt x="296" y="5685"/>
                </a:lnTo>
                <a:lnTo>
                  <a:pt x="185" y="5187"/>
                </a:lnTo>
                <a:lnTo>
                  <a:pt x="111" y="4670"/>
                </a:lnTo>
                <a:lnTo>
                  <a:pt x="56" y="4172"/>
                </a:lnTo>
                <a:lnTo>
                  <a:pt x="19" y="3673"/>
                </a:lnTo>
                <a:lnTo>
                  <a:pt x="0" y="3175"/>
                </a:lnTo>
                <a:lnTo>
                  <a:pt x="37" y="2677"/>
                </a:lnTo>
                <a:lnTo>
                  <a:pt x="74" y="2197"/>
                </a:lnTo>
                <a:lnTo>
                  <a:pt x="148" y="1736"/>
                </a:lnTo>
                <a:lnTo>
                  <a:pt x="240" y="1274"/>
                </a:lnTo>
                <a:lnTo>
                  <a:pt x="369" y="831"/>
                </a:lnTo>
                <a:lnTo>
                  <a:pt x="517" y="407"/>
                </a:lnTo>
                <a:lnTo>
                  <a:pt x="702" y="1"/>
                </a:lnTo>
                <a:lnTo>
                  <a:pt x="702" y="1"/>
                </a:lnTo>
                <a:lnTo>
                  <a:pt x="1108" y="19"/>
                </a:lnTo>
                <a:lnTo>
                  <a:pt x="1495" y="75"/>
                </a:lnTo>
                <a:lnTo>
                  <a:pt x="1901" y="167"/>
                </a:lnTo>
                <a:lnTo>
                  <a:pt x="2307" y="278"/>
                </a:lnTo>
                <a:lnTo>
                  <a:pt x="2713" y="425"/>
                </a:lnTo>
                <a:lnTo>
                  <a:pt x="3138" y="610"/>
                </a:lnTo>
                <a:lnTo>
                  <a:pt x="3544" y="794"/>
                </a:lnTo>
                <a:lnTo>
                  <a:pt x="3950" y="1034"/>
                </a:lnTo>
                <a:lnTo>
                  <a:pt x="4356" y="1274"/>
                </a:lnTo>
                <a:lnTo>
                  <a:pt x="4743" y="1533"/>
                </a:lnTo>
                <a:lnTo>
                  <a:pt x="5131" y="1828"/>
                </a:lnTo>
                <a:lnTo>
                  <a:pt x="5519" y="2123"/>
                </a:lnTo>
                <a:lnTo>
                  <a:pt x="5888" y="2437"/>
                </a:lnTo>
                <a:lnTo>
                  <a:pt x="6238" y="2769"/>
                </a:lnTo>
                <a:lnTo>
                  <a:pt x="6589" y="3120"/>
                </a:lnTo>
                <a:lnTo>
                  <a:pt x="6903" y="3470"/>
                </a:lnTo>
                <a:lnTo>
                  <a:pt x="6903" y="347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8"/>
          <p:cNvSpPr/>
          <p:nvPr/>
        </p:nvSpPr>
        <p:spPr>
          <a:xfrm>
            <a:off x="1621520" y="3049581"/>
            <a:ext cx="10" cy="10"/>
          </a:xfrm>
          <a:custGeom>
            <a:rect b="b" l="l" r="r" t="t"/>
            <a:pathLst>
              <a:path extrusionOk="0" fill="none" h="1" w="1">
                <a:moveTo>
                  <a:pt x="1" y="0"/>
                </a:moveTo>
                <a:lnTo>
                  <a:pt x="1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8"/>
          <p:cNvSpPr/>
          <p:nvPr/>
        </p:nvSpPr>
        <p:spPr>
          <a:xfrm>
            <a:off x="6838558" y="2774900"/>
            <a:ext cx="49513" cy="51987"/>
          </a:xfrm>
          <a:custGeom>
            <a:rect b="b" l="l" r="r" t="t"/>
            <a:pathLst>
              <a:path extrusionOk="0" h="5354" w="5205">
                <a:moveTo>
                  <a:pt x="499" y="1"/>
                </a:moveTo>
                <a:lnTo>
                  <a:pt x="203" y="38"/>
                </a:lnTo>
                <a:lnTo>
                  <a:pt x="129" y="333"/>
                </a:lnTo>
                <a:lnTo>
                  <a:pt x="74" y="647"/>
                </a:lnTo>
                <a:lnTo>
                  <a:pt x="37" y="961"/>
                </a:lnTo>
                <a:lnTo>
                  <a:pt x="0" y="1293"/>
                </a:lnTo>
                <a:lnTo>
                  <a:pt x="0" y="1625"/>
                </a:lnTo>
                <a:lnTo>
                  <a:pt x="19" y="1976"/>
                </a:lnTo>
                <a:lnTo>
                  <a:pt x="37" y="2308"/>
                </a:lnTo>
                <a:lnTo>
                  <a:pt x="93" y="2659"/>
                </a:lnTo>
                <a:lnTo>
                  <a:pt x="148" y="3009"/>
                </a:lnTo>
                <a:lnTo>
                  <a:pt x="222" y="3341"/>
                </a:lnTo>
                <a:lnTo>
                  <a:pt x="332" y="3692"/>
                </a:lnTo>
                <a:lnTo>
                  <a:pt x="443" y="4024"/>
                </a:lnTo>
                <a:lnTo>
                  <a:pt x="554" y="4375"/>
                </a:lnTo>
                <a:lnTo>
                  <a:pt x="702" y="4707"/>
                </a:lnTo>
                <a:lnTo>
                  <a:pt x="868" y="5021"/>
                </a:lnTo>
                <a:lnTo>
                  <a:pt x="1034" y="5353"/>
                </a:lnTo>
                <a:lnTo>
                  <a:pt x="1901" y="5353"/>
                </a:lnTo>
                <a:lnTo>
                  <a:pt x="1920" y="5002"/>
                </a:lnTo>
                <a:lnTo>
                  <a:pt x="1975" y="4652"/>
                </a:lnTo>
                <a:lnTo>
                  <a:pt x="2049" y="4320"/>
                </a:lnTo>
                <a:lnTo>
                  <a:pt x="2141" y="3987"/>
                </a:lnTo>
                <a:lnTo>
                  <a:pt x="2270" y="3674"/>
                </a:lnTo>
                <a:lnTo>
                  <a:pt x="2436" y="3378"/>
                </a:lnTo>
                <a:lnTo>
                  <a:pt x="2621" y="3102"/>
                </a:lnTo>
                <a:lnTo>
                  <a:pt x="2824" y="2843"/>
                </a:lnTo>
                <a:lnTo>
                  <a:pt x="3064" y="2603"/>
                </a:lnTo>
                <a:lnTo>
                  <a:pt x="3304" y="2400"/>
                </a:lnTo>
                <a:lnTo>
                  <a:pt x="3581" y="2197"/>
                </a:lnTo>
                <a:lnTo>
                  <a:pt x="3876" y="2031"/>
                </a:lnTo>
                <a:lnTo>
                  <a:pt x="4190" y="1902"/>
                </a:lnTo>
                <a:lnTo>
                  <a:pt x="4503" y="1810"/>
                </a:lnTo>
                <a:lnTo>
                  <a:pt x="4854" y="1736"/>
                </a:lnTo>
                <a:lnTo>
                  <a:pt x="5205" y="1699"/>
                </a:lnTo>
                <a:lnTo>
                  <a:pt x="4909" y="1496"/>
                </a:lnTo>
                <a:lnTo>
                  <a:pt x="4614" y="1293"/>
                </a:lnTo>
                <a:lnTo>
                  <a:pt x="4300" y="1108"/>
                </a:lnTo>
                <a:lnTo>
                  <a:pt x="3987" y="924"/>
                </a:lnTo>
                <a:lnTo>
                  <a:pt x="3655" y="758"/>
                </a:lnTo>
                <a:lnTo>
                  <a:pt x="3341" y="610"/>
                </a:lnTo>
                <a:lnTo>
                  <a:pt x="3009" y="481"/>
                </a:lnTo>
                <a:lnTo>
                  <a:pt x="2676" y="352"/>
                </a:lnTo>
                <a:lnTo>
                  <a:pt x="2363" y="241"/>
                </a:lnTo>
                <a:lnTo>
                  <a:pt x="2030" y="167"/>
                </a:lnTo>
                <a:lnTo>
                  <a:pt x="1717" y="93"/>
                </a:lnTo>
                <a:lnTo>
                  <a:pt x="1403" y="38"/>
                </a:lnTo>
                <a:lnTo>
                  <a:pt x="108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8"/>
          <p:cNvSpPr/>
          <p:nvPr/>
        </p:nvSpPr>
        <p:spPr>
          <a:xfrm>
            <a:off x="6838558" y="2774900"/>
            <a:ext cx="49513" cy="51987"/>
          </a:xfrm>
          <a:custGeom>
            <a:rect b="b" l="l" r="r" t="t"/>
            <a:pathLst>
              <a:path extrusionOk="0" fill="none" h="5354" w="5205">
                <a:moveTo>
                  <a:pt x="5205" y="1699"/>
                </a:moveTo>
                <a:lnTo>
                  <a:pt x="5205" y="1699"/>
                </a:lnTo>
                <a:lnTo>
                  <a:pt x="4854" y="1736"/>
                </a:lnTo>
                <a:lnTo>
                  <a:pt x="4503" y="1810"/>
                </a:lnTo>
                <a:lnTo>
                  <a:pt x="4190" y="1902"/>
                </a:lnTo>
                <a:lnTo>
                  <a:pt x="3876" y="2031"/>
                </a:lnTo>
                <a:lnTo>
                  <a:pt x="3581" y="2197"/>
                </a:lnTo>
                <a:lnTo>
                  <a:pt x="3304" y="2400"/>
                </a:lnTo>
                <a:lnTo>
                  <a:pt x="3064" y="2603"/>
                </a:lnTo>
                <a:lnTo>
                  <a:pt x="2824" y="2843"/>
                </a:lnTo>
                <a:lnTo>
                  <a:pt x="2621" y="3102"/>
                </a:lnTo>
                <a:lnTo>
                  <a:pt x="2436" y="3378"/>
                </a:lnTo>
                <a:lnTo>
                  <a:pt x="2270" y="3674"/>
                </a:lnTo>
                <a:lnTo>
                  <a:pt x="2141" y="3987"/>
                </a:lnTo>
                <a:lnTo>
                  <a:pt x="2049" y="4320"/>
                </a:lnTo>
                <a:lnTo>
                  <a:pt x="1975" y="4652"/>
                </a:lnTo>
                <a:lnTo>
                  <a:pt x="1920" y="5002"/>
                </a:lnTo>
                <a:lnTo>
                  <a:pt x="1901" y="5353"/>
                </a:lnTo>
                <a:lnTo>
                  <a:pt x="1034" y="5353"/>
                </a:lnTo>
                <a:lnTo>
                  <a:pt x="1034" y="5353"/>
                </a:lnTo>
                <a:lnTo>
                  <a:pt x="868" y="5021"/>
                </a:lnTo>
                <a:lnTo>
                  <a:pt x="702" y="4707"/>
                </a:lnTo>
                <a:lnTo>
                  <a:pt x="554" y="4375"/>
                </a:lnTo>
                <a:lnTo>
                  <a:pt x="443" y="4024"/>
                </a:lnTo>
                <a:lnTo>
                  <a:pt x="332" y="3692"/>
                </a:lnTo>
                <a:lnTo>
                  <a:pt x="222" y="3341"/>
                </a:lnTo>
                <a:lnTo>
                  <a:pt x="148" y="3009"/>
                </a:lnTo>
                <a:lnTo>
                  <a:pt x="93" y="2659"/>
                </a:lnTo>
                <a:lnTo>
                  <a:pt x="37" y="2308"/>
                </a:lnTo>
                <a:lnTo>
                  <a:pt x="19" y="1976"/>
                </a:lnTo>
                <a:lnTo>
                  <a:pt x="0" y="1625"/>
                </a:lnTo>
                <a:lnTo>
                  <a:pt x="0" y="1293"/>
                </a:lnTo>
                <a:lnTo>
                  <a:pt x="37" y="961"/>
                </a:lnTo>
                <a:lnTo>
                  <a:pt x="74" y="647"/>
                </a:lnTo>
                <a:lnTo>
                  <a:pt x="129" y="333"/>
                </a:lnTo>
                <a:lnTo>
                  <a:pt x="203" y="38"/>
                </a:lnTo>
                <a:lnTo>
                  <a:pt x="203" y="38"/>
                </a:lnTo>
                <a:lnTo>
                  <a:pt x="499" y="1"/>
                </a:lnTo>
                <a:lnTo>
                  <a:pt x="794" y="1"/>
                </a:lnTo>
                <a:lnTo>
                  <a:pt x="1089" y="1"/>
                </a:lnTo>
                <a:lnTo>
                  <a:pt x="1403" y="38"/>
                </a:lnTo>
                <a:lnTo>
                  <a:pt x="1717" y="93"/>
                </a:lnTo>
                <a:lnTo>
                  <a:pt x="2030" y="167"/>
                </a:lnTo>
                <a:lnTo>
                  <a:pt x="2363" y="241"/>
                </a:lnTo>
                <a:lnTo>
                  <a:pt x="2676" y="352"/>
                </a:lnTo>
                <a:lnTo>
                  <a:pt x="3009" y="481"/>
                </a:lnTo>
                <a:lnTo>
                  <a:pt x="3341" y="610"/>
                </a:lnTo>
                <a:lnTo>
                  <a:pt x="3655" y="758"/>
                </a:lnTo>
                <a:lnTo>
                  <a:pt x="3987" y="924"/>
                </a:lnTo>
                <a:lnTo>
                  <a:pt x="4300" y="1108"/>
                </a:lnTo>
                <a:lnTo>
                  <a:pt x="4614" y="1293"/>
                </a:lnTo>
                <a:lnTo>
                  <a:pt x="4909" y="1496"/>
                </a:lnTo>
                <a:lnTo>
                  <a:pt x="5205" y="1699"/>
                </a:lnTo>
                <a:lnTo>
                  <a:pt x="5205" y="1699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8"/>
          <p:cNvSpPr/>
          <p:nvPr/>
        </p:nvSpPr>
        <p:spPr>
          <a:xfrm>
            <a:off x="6888067" y="2791389"/>
            <a:ext cx="10" cy="10"/>
          </a:xfrm>
          <a:custGeom>
            <a:rect b="b" l="l" r="r" t="t"/>
            <a:pathLst>
              <a:path extrusionOk="0" fill="none" h="1" w="1">
                <a:moveTo>
                  <a:pt x="1" y="1"/>
                </a:moveTo>
                <a:lnTo>
                  <a:pt x="1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8"/>
          <p:cNvSpPr/>
          <p:nvPr/>
        </p:nvSpPr>
        <p:spPr>
          <a:xfrm>
            <a:off x="7720052" y="3072697"/>
            <a:ext cx="43196" cy="43918"/>
          </a:xfrm>
          <a:custGeom>
            <a:rect b="b" l="l" r="r" t="t"/>
            <a:pathLst>
              <a:path extrusionOk="0" h="4523" w="4541">
                <a:moveTo>
                  <a:pt x="3230" y="1"/>
                </a:moveTo>
                <a:lnTo>
                  <a:pt x="0" y="4227"/>
                </a:lnTo>
                <a:lnTo>
                  <a:pt x="185" y="4375"/>
                </a:lnTo>
                <a:lnTo>
                  <a:pt x="388" y="4356"/>
                </a:lnTo>
                <a:lnTo>
                  <a:pt x="609" y="4338"/>
                </a:lnTo>
                <a:lnTo>
                  <a:pt x="812" y="4338"/>
                </a:lnTo>
                <a:lnTo>
                  <a:pt x="1034" y="4356"/>
                </a:lnTo>
                <a:lnTo>
                  <a:pt x="1237" y="4375"/>
                </a:lnTo>
                <a:lnTo>
                  <a:pt x="1440" y="4412"/>
                </a:lnTo>
                <a:lnTo>
                  <a:pt x="1661" y="4467"/>
                </a:lnTo>
                <a:lnTo>
                  <a:pt x="1864" y="4522"/>
                </a:lnTo>
                <a:lnTo>
                  <a:pt x="4540" y="1034"/>
                </a:lnTo>
                <a:lnTo>
                  <a:pt x="32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8"/>
          <p:cNvSpPr/>
          <p:nvPr/>
        </p:nvSpPr>
        <p:spPr>
          <a:xfrm>
            <a:off x="7720052" y="3072697"/>
            <a:ext cx="43196" cy="43918"/>
          </a:xfrm>
          <a:custGeom>
            <a:rect b="b" l="l" r="r" t="t"/>
            <a:pathLst>
              <a:path extrusionOk="0" fill="none" h="4523" w="4541">
                <a:moveTo>
                  <a:pt x="4540" y="1034"/>
                </a:moveTo>
                <a:lnTo>
                  <a:pt x="1864" y="4522"/>
                </a:lnTo>
                <a:lnTo>
                  <a:pt x="1864" y="4522"/>
                </a:lnTo>
                <a:lnTo>
                  <a:pt x="1661" y="4467"/>
                </a:lnTo>
                <a:lnTo>
                  <a:pt x="1440" y="4412"/>
                </a:lnTo>
                <a:lnTo>
                  <a:pt x="1237" y="4375"/>
                </a:lnTo>
                <a:lnTo>
                  <a:pt x="1034" y="4356"/>
                </a:lnTo>
                <a:lnTo>
                  <a:pt x="812" y="4338"/>
                </a:lnTo>
                <a:lnTo>
                  <a:pt x="609" y="4338"/>
                </a:lnTo>
                <a:lnTo>
                  <a:pt x="388" y="4356"/>
                </a:lnTo>
                <a:lnTo>
                  <a:pt x="185" y="4375"/>
                </a:lnTo>
                <a:lnTo>
                  <a:pt x="185" y="4375"/>
                </a:lnTo>
                <a:lnTo>
                  <a:pt x="0" y="4227"/>
                </a:lnTo>
                <a:lnTo>
                  <a:pt x="3230" y="1"/>
                </a:lnTo>
                <a:lnTo>
                  <a:pt x="4540" y="103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7763244" y="3082738"/>
            <a:ext cx="10" cy="10"/>
          </a:xfrm>
          <a:custGeom>
            <a:rect b="b" l="l" r="r" t="t"/>
            <a:pathLst>
              <a:path extrusionOk="0" fill="none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8"/>
          <p:cNvSpPr/>
          <p:nvPr/>
        </p:nvSpPr>
        <p:spPr>
          <a:xfrm>
            <a:off x="7499676" y="3182569"/>
            <a:ext cx="143791" cy="120792"/>
          </a:xfrm>
          <a:custGeom>
            <a:rect b="b" l="l" r="r" t="t"/>
            <a:pathLst>
              <a:path extrusionOk="0" h="12440" w="15116">
                <a:moveTo>
                  <a:pt x="0" y="0"/>
                </a:moveTo>
                <a:lnTo>
                  <a:pt x="0" y="2381"/>
                </a:lnTo>
                <a:lnTo>
                  <a:pt x="19" y="3101"/>
                </a:lnTo>
                <a:lnTo>
                  <a:pt x="74" y="3802"/>
                </a:lnTo>
                <a:lnTo>
                  <a:pt x="166" y="4485"/>
                </a:lnTo>
                <a:lnTo>
                  <a:pt x="296" y="5168"/>
                </a:lnTo>
                <a:lnTo>
                  <a:pt x="443" y="5832"/>
                </a:lnTo>
                <a:lnTo>
                  <a:pt x="628" y="6478"/>
                </a:lnTo>
                <a:lnTo>
                  <a:pt x="831" y="7124"/>
                </a:lnTo>
                <a:lnTo>
                  <a:pt x="1052" y="7751"/>
                </a:lnTo>
                <a:lnTo>
                  <a:pt x="1311" y="8360"/>
                </a:lnTo>
                <a:lnTo>
                  <a:pt x="1587" y="8970"/>
                </a:lnTo>
                <a:lnTo>
                  <a:pt x="1883" y="9579"/>
                </a:lnTo>
                <a:lnTo>
                  <a:pt x="2196" y="10169"/>
                </a:lnTo>
                <a:lnTo>
                  <a:pt x="2529" y="10741"/>
                </a:lnTo>
                <a:lnTo>
                  <a:pt x="2861" y="11313"/>
                </a:lnTo>
                <a:lnTo>
                  <a:pt x="3212" y="11867"/>
                </a:lnTo>
                <a:lnTo>
                  <a:pt x="3581" y="12439"/>
                </a:lnTo>
                <a:lnTo>
                  <a:pt x="3802" y="12365"/>
                </a:lnTo>
                <a:lnTo>
                  <a:pt x="4024" y="12310"/>
                </a:lnTo>
                <a:lnTo>
                  <a:pt x="4245" y="12273"/>
                </a:lnTo>
                <a:lnTo>
                  <a:pt x="4467" y="12236"/>
                </a:lnTo>
                <a:lnTo>
                  <a:pt x="4909" y="12218"/>
                </a:lnTo>
                <a:lnTo>
                  <a:pt x="10169" y="12218"/>
                </a:lnTo>
                <a:lnTo>
                  <a:pt x="10631" y="12236"/>
                </a:lnTo>
                <a:lnTo>
                  <a:pt x="10852" y="12255"/>
                </a:lnTo>
                <a:lnTo>
                  <a:pt x="11092" y="12292"/>
                </a:lnTo>
                <a:lnTo>
                  <a:pt x="11314" y="12347"/>
                </a:lnTo>
                <a:lnTo>
                  <a:pt x="11535" y="12421"/>
                </a:lnTo>
                <a:lnTo>
                  <a:pt x="11904" y="11867"/>
                </a:lnTo>
                <a:lnTo>
                  <a:pt x="12255" y="11313"/>
                </a:lnTo>
                <a:lnTo>
                  <a:pt x="12587" y="10741"/>
                </a:lnTo>
                <a:lnTo>
                  <a:pt x="12919" y="10169"/>
                </a:lnTo>
                <a:lnTo>
                  <a:pt x="13233" y="9579"/>
                </a:lnTo>
                <a:lnTo>
                  <a:pt x="13528" y="8970"/>
                </a:lnTo>
                <a:lnTo>
                  <a:pt x="13805" y="8360"/>
                </a:lnTo>
                <a:lnTo>
                  <a:pt x="14064" y="7751"/>
                </a:lnTo>
                <a:lnTo>
                  <a:pt x="14285" y="7124"/>
                </a:lnTo>
                <a:lnTo>
                  <a:pt x="14488" y="6478"/>
                </a:lnTo>
                <a:lnTo>
                  <a:pt x="14673" y="5832"/>
                </a:lnTo>
                <a:lnTo>
                  <a:pt x="14820" y="5168"/>
                </a:lnTo>
                <a:lnTo>
                  <a:pt x="14949" y="4485"/>
                </a:lnTo>
                <a:lnTo>
                  <a:pt x="15042" y="3802"/>
                </a:lnTo>
                <a:lnTo>
                  <a:pt x="15097" y="3101"/>
                </a:lnTo>
                <a:lnTo>
                  <a:pt x="15115" y="2381"/>
                </a:lnTo>
                <a:lnTo>
                  <a:pt x="15115" y="0"/>
                </a:lnTo>
                <a:lnTo>
                  <a:pt x="10852" y="0"/>
                </a:lnTo>
                <a:lnTo>
                  <a:pt x="10852" y="6441"/>
                </a:lnTo>
                <a:lnTo>
                  <a:pt x="9191" y="6441"/>
                </a:lnTo>
                <a:lnTo>
                  <a:pt x="9191" y="0"/>
                </a:lnTo>
                <a:lnTo>
                  <a:pt x="5925" y="0"/>
                </a:lnTo>
                <a:lnTo>
                  <a:pt x="5925" y="6441"/>
                </a:lnTo>
                <a:lnTo>
                  <a:pt x="4264" y="6441"/>
                </a:lnTo>
                <a:lnTo>
                  <a:pt x="426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8"/>
          <p:cNvSpPr/>
          <p:nvPr/>
        </p:nvSpPr>
        <p:spPr>
          <a:xfrm>
            <a:off x="7499676" y="3182569"/>
            <a:ext cx="143791" cy="120792"/>
          </a:xfrm>
          <a:custGeom>
            <a:rect b="b" l="l" r="r" t="t"/>
            <a:pathLst>
              <a:path extrusionOk="0" fill="none" h="12440" w="15116">
                <a:moveTo>
                  <a:pt x="10852" y="0"/>
                </a:moveTo>
                <a:lnTo>
                  <a:pt x="10852" y="6441"/>
                </a:lnTo>
                <a:lnTo>
                  <a:pt x="9191" y="6441"/>
                </a:lnTo>
                <a:lnTo>
                  <a:pt x="9191" y="0"/>
                </a:lnTo>
                <a:lnTo>
                  <a:pt x="5925" y="0"/>
                </a:lnTo>
                <a:lnTo>
                  <a:pt x="5925" y="6441"/>
                </a:lnTo>
                <a:lnTo>
                  <a:pt x="4264" y="6441"/>
                </a:lnTo>
                <a:lnTo>
                  <a:pt x="4264" y="0"/>
                </a:lnTo>
                <a:lnTo>
                  <a:pt x="0" y="0"/>
                </a:lnTo>
                <a:lnTo>
                  <a:pt x="0" y="2381"/>
                </a:lnTo>
                <a:lnTo>
                  <a:pt x="0" y="2381"/>
                </a:lnTo>
                <a:lnTo>
                  <a:pt x="19" y="3101"/>
                </a:lnTo>
                <a:lnTo>
                  <a:pt x="74" y="3802"/>
                </a:lnTo>
                <a:lnTo>
                  <a:pt x="166" y="4485"/>
                </a:lnTo>
                <a:lnTo>
                  <a:pt x="296" y="5168"/>
                </a:lnTo>
                <a:lnTo>
                  <a:pt x="443" y="5832"/>
                </a:lnTo>
                <a:lnTo>
                  <a:pt x="628" y="6478"/>
                </a:lnTo>
                <a:lnTo>
                  <a:pt x="831" y="7124"/>
                </a:lnTo>
                <a:lnTo>
                  <a:pt x="1052" y="7751"/>
                </a:lnTo>
                <a:lnTo>
                  <a:pt x="1311" y="8360"/>
                </a:lnTo>
                <a:lnTo>
                  <a:pt x="1587" y="8970"/>
                </a:lnTo>
                <a:lnTo>
                  <a:pt x="1883" y="9579"/>
                </a:lnTo>
                <a:lnTo>
                  <a:pt x="2196" y="10169"/>
                </a:lnTo>
                <a:lnTo>
                  <a:pt x="2529" y="10741"/>
                </a:lnTo>
                <a:lnTo>
                  <a:pt x="2861" y="11313"/>
                </a:lnTo>
                <a:lnTo>
                  <a:pt x="3212" y="11867"/>
                </a:lnTo>
                <a:lnTo>
                  <a:pt x="3581" y="12439"/>
                </a:lnTo>
                <a:lnTo>
                  <a:pt x="3581" y="12439"/>
                </a:lnTo>
                <a:lnTo>
                  <a:pt x="3802" y="12365"/>
                </a:lnTo>
                <a:lnTo>
                  <a:pt x="4024" y="12310"/>
                </a:lnTo>
                <a:lnTo>
                  <a:pt x="4245" y="12273"/>
                </a:lnTo>
                <a:lnTo>
                  <a:pt x="4467" y="12236"/>
                </a:lnTo>
                <a:lnTo>
                  <a:pt x="4909" y="12218"/>
                </a:lnTo>
                <a:lnTo>
                  <a:pt x="5371" y="12218"/>
                </a:lnTo>
                <a:lnTo>
                  <a:pt x="9708" y="12218"/>
                </a:lnTo>
                <a:lnTo>
                  <a:pt x="9708" y="12218"/>
                </a:lnTo>
                <a:lnTo>
                  <a:pt x="10169" y="12218"/>
                </a:lnTo>
                <a:lnTo>
                  <a:pt x="10631" y="12236"/>
                </a:lnTo>
                <a:lnTo>
                  <a:pt x="10852" y="12255"/>
                </a:lnTo>
                <a:lnTo>
                  <a:pt x="11092" y="12292"/>
                </a:lnTo>
                <a:lnTo>
                  <a:pt x="11314" y="12347"/>
                </a:lnTo>
                <a:lnTo>
                  <a:pt x="11535" y="12421"/>
                </a:lnTo>
                <a:lnTo>
                  <a:pt x="11535" y="12421"/>
                </a:lnTo>
                <a:lnTo>
                  <a:pt x="11904" y="11867"/>
                </a:lnTo>
                <a:lnTo>
                  <a:pt x="12255" y="11313"/>
                </a:lnTo>
                <a:lnTo>
                  <a:pt x="12587" y="10741"/>
                </a:lnTo>
                <a:lnTo>
                  <a:pt x="12919" y="10169"/>
                </a:lnTo>
                <a:lnTo>
                  <a:pt x="13233" y="9579"/>
                </a:lnTo>
                <a:lnTo>
                  <a:pt x="13528" y="8970"/>
                </a:lnTo>
                <a:lnTo>
                  <a:pt x="13805" y="8360"/>
                </a:lnTo>
                <a:lnTo>
                  <a:pt x="14064" y="7751"/>
                </a:lnTo>
                <a:lnTo>
                  <a:pt x="14285" y="7124"/>
                </a:lnTo>
                <a:lnTo>
                  <a:pt x="14488" y="6478"/>
                </a:lnTo>
                <a:lnTo>
                  <a:pt x="14673" y="5832"/>
                </a:lnTo>
                <a:lnTo>
                  <a:pt x="14820" y="5168"/>
                </a:lnTo>
                <a:lnTo>
                  <a:pt x="14949" y="4485"/>
                </a:lnTo>
                <a:lnTo>
                  <a:pt x="15042" y="3802"/>
                </a:lnTo>
                <a:lnTo>
                  <a:pt x="15097" y="3101"/>
                </a:lnTo>
                <a:lnTo>
                  <a:pt x="15115" y="2381"/>
                </a:lnTo>
                <a:lnTo>
                  <a:pt x="15115" y="0"/>
                </a:lnTo>
                <a:lnTo>
                  <a:pt x="10852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6963748" y="2859144"/>
            <a:ext cx="10" cy="10"/>
          </a:xfrm>
          <a:custGeom>
            <a:rect b="b" l="l" r="r" t="t"/>
            <a:pathLst>
              <a:path extrusionOk="0" fill="none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6872446" y="2802683"/>
            <a:ext cx="119743" cy="40335"/>
          </a:xfrm>
          <a:custGeom>
            <a:rect b="b" l="l" r="r" t="t"/>
            <a:pathLst>
              <a:path extrusionOk="0" h="4154" w="12588">
                <a:moveTo>
                  <a:pt x="3581" y="1"/>
                </a:moveTo>
                <a:lnTo>
                  <a:pt x="3378" y="204"/>
                </a:lnTo>
                <a:lnTo>
                  <a:pt x="3175" y="407"/>
                </a:lnTo>
                <a:lnTo>
                  <a:pt x="3009" y="628"/>
                </a:lnTo>
                <a:lnTo>
                  <a:pt x="2861" y="886"/>
                </a:lnTo>
                <a:lnTo>
                  <a:pt x="2639" y="720"/>
                </a:lnTo>
                <a:lnTo>
                  <a:pt x="2399" y="610"/>
                </a:lnTo>
                <a:lnTo>
                  <a:pt x="2160" y="536"/>
                </a:lnTo>
                <a:lnTo>
                  <a:pt x="1920" y="499"/>
                </a:lnTo>
                <a:lnTo>
                  <a:pt x="1680" y="499"/>
                </a:lnTo>
                <a:lnTo>
                  <a:pt x="1440" y="536"/>
                </a:lnTo>
                <a:lnTo>
                  <a:pt x="1218" y="610"/>
                </a:lnTo>
                <a:lnTo>
                  <a:pt x="997" y="702"/>
                </a:lnTo>
                <a:lnTo>
                  <a:pt x="794" y="831"/>
                </a:lnTo>
                <a:lnTo>
                  <a:pt x="609" y="997"/>
                </a:lnTo>
                <a:lnTo>
                  <a:pt x="425" y="1163"/>
                </a:lnTo>
                <a:lnTo>
                  <a:pt x="296" y="1366"/>
                </a:lnTo>
                <a:lnTo>
                  <a:pt x="166" y="1588"/>
                </a:lnTo>
                <a:lnTo>
                  <a:pt x="74" y="1828"/>
                </a:lnTo>
                <a:lnTo>
                  <a:pt x="19" y="2068"/>
                </a:lnTo>
                <a:lnTo>
                  <a:pt x="0" y="2344"/>
                </a:lnTo>
                <a:lnTo>
                  <a:pt x="0" y="4153"/>
                </a:lnTo>
                <a:lnTo>
                  <a:pt x="12587" y="4153"/>
                </a:lnTo>
                <a:lnTo>
                  <a:pt x="12587" y="2344"/>
                </a:lnTo>
                <a:lnTo>
                  <a:pt x="12569" y="2068"/>
                </a:lnTo>
                <a:lnTo>
                  <a:pt x="12513" y="1809"/>
                </a:lnTo>
                <a:lnTo>
                  <a:pt x="12439" y="1588"/>
                </a:lnTo>
                <a:lnTo>
                  <a:pt x="12310" y="1366"/>
                </a:lnTo>
                <a:lnTo>
                  <a:pt x="12163" y="1163"/>
                </a:lnTo>
                <a:lnTo>
                  <a:pt x="11996" y="997"/>
                </a:lnTo>
                <a:lnTo>
                  <a:pt x="11812" y="831"/>
                </a:lnTo>
                <a:lnTo>
                  <a:pt x="11609" y="702"/>
                </a:lnTo>
                <a:lnTo>
                  <a:pt x="11387" y="610"/>
                </a:lnTo>
                <a:lnTo>
                  <a:pt x="11166" y="554"/>
                </a:lnTo>
                <a:lnTo>
                  <a:pt x="10926" y="517"/>
                </a:lnTo>
                <a:lnTo>
                  <a:pt x="10686" y="499"/>
                </a:lnTo>
                <a:lnTo>
                  <a:pt x="10446" y="536"/>
                </a:lnTo>
                <a:lnTo>
                  <a:pt x="10206" y="610"/>
                </a:lnTo>
                <a:lnTo>
                  <a:pt x="9966" y="720"/>
                </a:lnTo>
                <a:lnTo>
                  <a:pt x="9745" y="886"/>
                </a:lnTo>
                <a:lnTo>
                  <a:pt x="9579" y="628"/>
                </a:lnTo>
                <a:lnTo>
                  <a:pt x="9413" y="407"/>
                </a:lnTo>
                <a:lnTo>
                  <a:pt x="9228" y="204"/>
                </a:lnTo>
                <a:lnTo>
                  <a:pt x="9025" y="1"/>
                </a:lnTo>
                <a:lnTo>
                  <a:pt x="8730" y="241"/>
                </a:lnTo>
                <a:lnTo>
                  <a:pt x="8434" y="444"/>
                </a:lnTo>
                <a:lnTo>
                  <a:pt x="8121" y="610"/>
                </a:lnTo>
                <a:lnTo>
                  <a:pt x="7789" y="757"/>
                </a:lnTo>
                <a:lnTo>
                  <a:pt x="7438" y="886"/>
                </a:lnTo>
                <a:lnTo>
                  <a:pt x="7069" y="960"/>
                </a:lnTo>
                <a:lnTo>
                  <a:pt x="6681" y="1016"/>
                </a:lnTo>
                <a:lnTo>
                  <a:pt x="6294" y="1034"/>
                </a:lnTo>
                <a:lnTo>
                  <a:pt x="5925" y="1016"/>
                </a:lnTo>
                <a:lnTo>
                  <a:pt x="5537" y="960"/>
                </a:lnTo>
                <a:lnTo>
                  <a:pt x="5168" y="886"/>
                </a:lnTo>
                <a:lnTo>
                  <a:pt x="4817" y="757"/>
                </a:lnTo>
                <a:lnTo>
                  <a:pt x="4485" y="610"/>
                </a:lnTo>
                <a:lnTo>
                  <a:pt x="4171" y="444"/>
                </a:lnTo>
                <a:lnTo>
                  <a:pt x="3857" y="241"/>
                </a:lnTo>
                <a:lnTo>
                  <a:pt x="35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8"/>
          <p:cNvSpPr/>
          <p:nvPr/>
        </p:nvSpPr>
        <p:spPr>
          <a:xfrm>
            <a:off x="6872446" y="2802683"/>
            <a:ext cx="119743" cy="40335"/>
          </a:xfrm>
          <a:custGeom>
            <a:rect b="b" l="l" r="r" t="t"/>
            <a:pathLst>
              <a:path extrusionOk="0" fill="none" h="4154" w="12588">
                <a:moveTo>
                  <a:pt x="12587" y="2344"/>
                </a:moveTo>
                <a:lnTo>
                  <a:pt x="12587" y="4153"/>
                </a:lnTo>
                <a:lnTo>
                  <a:pt x="0" y="4153"/>
                </a:lnTo>
                <a:lnTo>
                  <a:pt x="0" y="2344"/>
                </a:lnTo>
                <a:lnTo>
                  <a:pt x="0" y="2344"/>
                </a:lnTo>
                <a:lnTo>
                  <a:pt x="19" y="2068"/>
                </a:lnTo>
                <a:lnTo>
                  <a:pt x="74" y="1828"/>
                </a:lnTo>
                <a:lnTo>
                  <a:pt x="166" y="1588"/>
                </a:lnTo>
                <a:lnTo>
                  <a:pt x="296" y="1366"/>
                </a:lnTo>
                <a:lnTo>
                  <a:pt x="425" y="1163"/>
                </a:lnTo>
                <a:lnTo>
                  <a:pt x="609" y="997"/>
                </a:lnTo>
                <a:lnTo>
                  <a:pt x="794" y="831"/>
                </a:lnTo>
                <a:lnTo>
                  <a:pt x="997" y="702"/>
                </a:lnTo>
                <a:lnTo>
                  <a:pt x="1218" y="610"/>
                </a:lnTo>
                <a:lnTo>
                  <a:pt x="1440" y="536"/>
                </a:lnTo>
                <a:lnTo>
                  <a:pt x="1680" y="499"/>
                </a:lnTo>
                <a:lnTo>
                  <a:pt x="1920" y="499"/>
                </a:lnTo>
                <a:lnTo>
                  <a:pt x="2160" y="536"/>
                </a:lnTo>
                <a:lnTo>
                  <a:pt x="2399" y="610"/>
                </a:lnTo>
                <a:lnTo>
                  <a:pt x="2639" y="720"/>
                </a:lnTo>
                <a:lnTo>
                  <a:pt x="2861" y="886"/>
                </a:lnTo>
                <a:lnTo>
                  <a:pt x="2861" y="886"/>
                </a:lnTo>
                <a:lnTo>
                  <a:pt x="3009" y="628"/>
                </a:lnTo>
                <a:lnTo>
                  <a:pt x="3175" y="407"/>
                </a:lnTo>
                <a:lnTo>
                  <a:pt x="3378" y="204"/>
                </a:lnTo>
                <a:lnTo>
                  <a:pt x="3581" y="1"/>
                </a:lnTo>
                <a:lnTo>
                  <a:pt x="3581" y="1"/>
                </a:lnTo>
                <a:lnTo>
                  <a:pt x="3857" y="241"/>
                </a:lnTo>
                <a:lnTo>
                  <a:pt x="4171" y="444"/>
                </a:lnTo>
                <a:lnTo>
                  <a:pt x="4485" y="610"/>
                </a:lnTo>
                <a:lnTo>
                  <a:pt x="4817" y="757"/>
                </a:lnTo>
                <a:lnTo>
                  <a:pt x="5168" y="886"/>
                </a:lnTo>
                <a:lnTo>
                  <a:pt x="5537" y="960"/>
                </a:lnTo>
                <a:lnTo>
                  <a:pt x="5925" y="1016"/>
                </a:lnTo>
                <a:lnTo>
                  <a:pt x="6294" y="1034"/>
                </a:lnTo>
                <a:lnTo>
                  <a:pt x="6294" y="1034"/>
                </a:lnTo>
                <a:lnTo>
                  <a:pt x="6681" y="1016"/>
                </a:lnTo>
                <a:lnTo>
                  <a:pt x="7069" y="960"/>
                </a:lnTo>
                <a:lnTo>
                  <a:pt x="7438" y="886"/>
                </a:lnTo>
                <a:lnTo>
                  <a:pt x="7789" y="757"/>
                </a:lnTo>
                <a:lnTo>
                  <a:pt x="8121" y="610"/>
                </a:lnTo>
                <a:lnTo>
                  <a:pt x="8434" y="444"/>
                </a:lnTo>
                <a:lnTo>
                  <a:pt x="8730" y="241"/>
                </a:lnTo>
                <a:lnTo>
                  <a:pt x="9025" y="1"/>
                </a:lnTo>
                <a:lnTo>
                  <a:pt x="9025" y="1"/>
                </a:lnTo>
                <a:lnTo>
                  <a:pt x="9228" y="204"/>
                </a:lnTo>
                <a:lnTo>
                  <a:pt x="9413" y="407"/>
                </a:lnTo>
                <a:lnTo>
                  <a:pt x="9579" y="628"/>
                </a:lnTo>
                <a:lnTo>
                  <a:pt x="9745" y="886"/>
                </a:lnTo>
                <a:lnTo>
                  <a:pt x="9745" y="886"/>
                </a:lnTo>
                <a:lnTo>
                  <a:pt x="9966" y="720"/>
                </a:lnTo>
                <a:lnTo>
                  <a:pt x="10206" y="610"/>
                </a:lnTo>
                <a:lnTo>
                  <a:pt x="10446" y="536"/>
                </a:lnTo>
                <a:lnTo>
                  <a:pt x="10686" y="499"/>
                </a:lnTo>
                <a:lnTo>
                  <a:pt x="10926" y="517"/>
                </a:lnTo>
                <a:lnTo>
                  <a:pt x="11166" y="554"/>
                </a:lnTo>
                <a:lnTo>
                  <a:pt x="11387" y="610"/>
                </a:lnTo>
                <a:lnTo>
                  <a:pt x="11609" y="702"/>
                </a:lnTo>
                <a:lnTo>
                  <a:pt x="11812" y="831"/>
                </a:lnTo>
                <a:lnTo>
                  <a:pt x="11996" y="997"/>
                </a:lnTo>
                <a:lnTo>
                  <a:pt x="12163" y="1163"/>
                </a:lnTo>
                <a:lnTo>
                  <a:pt x="12310" y="1366"/>
                </a:lnTo>
                <a:lnTo>
                  <a:pt x="12439" y="1588"/>
                </a:lnTo>
                <a:lnTo>
                  <a:pt x="12513" y="1809"/>
                </a:lnTo>
                <a:lnTo>
                  <a:pt x="12569" y="2068"/>
                </a:lnTo>
                <a:lnTo>
                  <a:pt x="12587" y="2344"/>
                </a:lnTo>
                <a:lnTo>
                  <a:pt x="12587" y="234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8"/>
          <p:cNvSpPr/>
          <p:nvPr/>
        </p:nvSpPr>
        <p:spPr>
          <a:xfrm>
            <a:off x="6992193" y="2825446"/>
            <a:ext cx="10" cy="10"/>
          </a:xfrm>
          <a:custGeom>
            <a:rect b="b" l="l" r="r" t="t"/>
            <a:pathLst>
              <a:path extrusionOk="0" fill="none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6882102" y="2993916"/>
            <a:ext cx="100604" cy="30654"/>
          </a:xfrm>
          <a:custGeom>
            <a:rect b="b" l="l" r="r" t="t"/>
            <a:pathLst>
              <a:path extrusionOk="0" h="3157" w="10576">
                <a:moveTo>
                  <a:pt x="2400" y="1"/>
                </a:moveTo>
                <a:lnTo>
                  <a:pt x="2141" y="38"/>
                </a:lnTo>
                <a:lnTo>
                  <a:pt x="1883" y="111"/>
                </a:lnTo>
                <a:lnTo>
                  <a:pt x="1643" y="204"/>
                </a:lnTo>
                <a:lnTo>
                  <a:pt x="1421" y="351"/>
                </a:lnTo>
                <a:lnTo>
                  <a:pt x="1200" y="499"/>
                </a:lnTo>
                <a:lnTo>
                  <a:pt x="997" y="702"/>
                </a:lnTo>
                <a:lnTo>
                  <a:pt x="812" y="905"/>
                </a:lnTo>
                <a:lnTo>
                  <a:pt x="646" y="1127"/>
                </a:lnTo>
                <a:lnTo>
                  <a:pt x="499" y="1366"/>
                </a:lnTo>
                <a:lnTo>
                  <a:pt x="369" y="1625"/>
                </a:lnTo>
                <a:lnTo>
                  <a:pt x="259" y="1883"/>
                </a:lnTo>
                <a:lnTo>
                  <a:pt x="166" y="2142"/>
                </a:lnTo>
                <a:lnTo>
                  <a:pt x="93" y="2400"/>
                </a:lnTo>
                <a:lnTo>
                  <a:pt x="37" y="2658"/>
                </a:lnTo>
                <a:lnTo>
                  <a:pt x="0" y="2917"/>
                </a:lnTo>
                <a:lnTo>
                  <a:pt x="0" y="3157"/>
                </a:lnTo>
                <a:lnTo>
                  <a:pt x="10575" y="3157"/>
                </a:lnTo>
                <a:lnTo>
                  <a:pt x="10575" y="2917"/>
                </a:lnTo>
                <a:lnTo>
                  <a:pt x="10539" y="2658"/>
                </a:lnTo>
                <a:lnTo>
                  <a:pt x="10483" y="2381"/>
                </a:lnTo>
                <a:lnTo>
                  <a:pt x="10391" y="2123"/>
                </a:lnTo>
                <a:lnTo>
                  <a:pt x="10299" y="1846"/>
                </a:lnTo>
                <a:lnTo>
                  <a:pt x="10188" y="1588"/>
                </a:lnTo>
                <a:lnTo>
                  <a:pt x="10059" y="1330"/>
                </a:lnTo>
                <a:lnTo>
                  <a:pt x="9893" y="1090"/>
                </a:lnTo>
                <a:lnTo>
                  <a:pt x="9726" y="868"/>
                </a:lnTo>
                <a:lnTo>
                  <a:pt x="9542" y="665"/>
                </a:lnTo>
                <a:lnTo>
                  <a:pt x="9339" y="481"/>
                </a:lnTo>
                <a:lnTo>
                  <a:pt x="9117" y="314"/>
                </a:lnTo>
                <a:lnTo>
                  <a:pt x="8877" y="185"/>
                </a:lnTo>
                <a:lnTo>
                  <a:pt x="8638" y="75"/>
                </a:lnTo>
                <a:lnTo>
                  <a:pt x="8379" y="19"/>
                </a:lnTo>
                <a:lnTo>
                  <a:pt x="810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6882102" y="2993916"/>
            <a:ext cx="100604" cy="30654"/>
          </a:xfrm>
          <a:custGeom>
            <a:rect b="b" l="l" r="r" t="t"/>
            <a:pathLst>
              <a:path extrusionOk="0" fill="none" h="3157" w="10576">
                <a:moveTo>
                  <a:pt x="10575" y="3157"/>
                </a:moveTo>
                <a:lnTo>
                  <a:pt x="0" y="3157"/>
                </a:lnTo>
                <a:lnTo>
                  <a:pt x="0" y="3157"/>
                </a:lnTo>
                <a:lnTo>
                  <a:pt x="0" y="2917"/>
                </a:lnTo>
                <a:lnTo>
                  <a:pt x="37" y="2658"/>
                </a:lnTo>
                <a:lnTo>
                  <a:pt x="93" y="2400"/>
                </a:lnTo>
                <a:lnTo>
                  <a:pt x="166" y="2142"/>
                </a:lnTo>
                <a:lnTo>
                  <a:pt x="259" y="1883"/>
                </a:lnTo>
                <a:lnTo>
                  <a:pt x="369" y="1625"/>
                </a:lnTo>
                <a:lnTo>
                  <a:pt x="499" y="1366"/>
                </a:lnTo>
                <a:lnTo>
                  <a:pt x="646" y="1127"/>
                </a:lnTo>
                <a:lnTo>
                  <a:pt x="812" y="905"/>
                </a:lnTo>
                <a:lnTo>
                  <a:pt x="997" y="702"/>
                </a:lnTo>
                <a:lnTo>
                  <a:pt x="1200" y="499"/>
                </a:lnTo>
                <a:lnTo>
                  <a:pt x="1421" y="351"/>
                </a:lnTo>
                <a:lnTo>
                  <a:pt x="1643" y="204"/>
                </a:lnTo>
                <a:lnTo>
                  <a:pt x="1883" y="111"/>
                </a:lnTo>
                <a:lnTo>
                  <a:pt x="2141" y="38"/>
                </a:lnTo>
                <a:lnTo>
                  <a:pt x="2400" y="1"/>
                </a:lnTo>
                <a:lnTo>
                  <a:pt x="2400" y="1"/>
                </a:lnTo>
                <a:lnTo>
                  <a:pt x="2473" y="1"/>
                </a:lnTo>
                <a:lnTo>
                  <a:pt x="8102" y="1"/>
                </a:lnTo>
                <a:lnTo>
                  <a:pt x="8102" y="1"/>
                </a:lnTo>
                <a:lnTo>
                  <a:pt x="8379" y="19"/>
                </a:lnTo>
                <a:lnTo>
                  <a:pt x="8638" y="75"/>
                </a:lnTo>
                <a:lnTo>
                  <a:pt x="8877" y="185"/>
                </a:lnTo>
                <a:lnTo>
                  <a:pt x="9117" y="314"/>
                </a:lnTo>
                <a:lnTo>
                  <a:pt x="9339" y="481"/>
                </a:lnTo>
                <a:lnTo>
                  <a:pt x="9542" y="665"/>
                </a:lnTo>
                <a:lnTo>
                  <a:pt x="9726" y="868"/>
                </a:lnTo>
                <a:lnTo>
                  <a:pt x="9893" y="1090"/>
                </a:lnTo>
                <a:lnTo>
                  <a:pt x="10059" y="1330"/>
                </a:lnTo>
                <a:lnTo>
                  <a:pt x="10188" y="1588"/>
                </a:lnTo>
                <a:lnTo>
                  <a:pt x="10299" y="1846"/>
                </a:lnTo>
                <a:lnTo>
                  <a:pt x="10391" y="2123"/>
                </a:lnTo>
                <a:lnTo>
                  <a:pt x="10483" y="2381"/>
                </a:lnTo>
                <a:lnTo>
                  <a:pt x="10539" y="2658"/>
                </a:lnTo>
                <a:lnTo>
                  <a:pt x="10575" y="2917"/>
                </a:lnTo>
                <a:lnTo>
                  <a:pt x="10575" y="3157"/>
                </a:lnTo>
                <a:lnTo>
                  <a:pt x="10575" y="3157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6982708" y="3024565"/>
            <a:ext cx="10" cy="10"/>
          </a:xfrm>
          <a:custGeom>
            <a:rect b="b" l="l" r="r" t="t"/>
            <a:pathLst>
              <a:path extrusionOk="0" fill="none" h="1" w="1">
                <a:moveTo>
                  <a:pt x="0" y="1"/>
                </a:moveTo>
                <a:lnTo>
                  <a:pt x="0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6909140" y="2749272"/>
            <a:ext cx="46354" cy="47327"/>
          </a:xfrm>
          <a:custGeom>
            <a:rect b="b" l="l" r="r" t="t"/>
            <a:pathLst>
              <a:path extrusionOk="0" h="4874" w="4873">
                <a:moveTo>
                  <a:pt x="2437" y="1"/>
                </a:moveTo>
                <a:lnTo>
                  <a:pt x="2197" y="19"/>
                </a:lnTo>
                <a:lnTo>
                  <a:pt x="1957" y="56"/>
                </a:lnTo>
                <a:lnTo>
                  <a:pt x="1717" y="112"/>
                </a:lnTo>
                <a:lnTo>
                  <a:pt x="1495" y="204"/>
                </a:lnTo>
                <a:lnTo>
                  <a:pt x="1274" y="296"/>
                </a:lnTo>
                <a:lnTo>
                  <a:pt x="1089" y="425"/>
                </a:lnTo>
                <a:lnTo>
                  <a:pt x="886" y="555"/>
                </a:lnTo>
                <a:lnTo>
                  <a:pt x="720" y="721"/>
                </a:lnTo>
                <a:lnTo>
                  <a:pt x="573" y="887"/>
                </a:lnTo>
                <a:lnTo>
                  <a:pt x="425" y="1071"/>
                </a:lnTo>
                <a:lnTo>
                  <a:pt x="296" y="1274"/>
                </a:lnTo>
                <a:lnTo>
                  <a:pt x="203" y="1496"/>
                </a:lnTo>
                <a:lnTo>
                  <a:pt x="111" y="1717"/>
                </a:lnTo>
                <a:lnTo>
                  <a:pt x="56" y="1957"/>
                </a:lnTo>
                <a:lnTo>
                  <a:pt x="19" y="2197"/>
                </a:lnTo>
                <a:lnTo>
                  <a:pt x="0" y="2437"/>
                </a:lnTo>
                <a:lnTo>
                  <a:pt x="19" y="2695"/>
                </a:lnTo>
                <a:lnTo>
                  <a:pt x="56" y="2935"/>
                </a:lnTo>
                <a:lnTo>
                  <a:pt x="111" y="3175"/>
                </a:lnTo>
                <a:lnTo>
                  <a:pt x="203" y="3397"/>
                </a:lnTo>
                <a:lnTo>
                  <a:pt x="296" y="3600"/>
                </a:lnTo>
                <a:lnTo>
                  <a:pt x="425" y="3803"/>
                </a:lnTo>
                <a:lnTo>
                  <a:pt x="573" y="3987"/>
                </a:lnTo>
                <a:lnTo>
                  <a:pt x="720" y="4172"/>
                </a:lnTo>
                <a:lnTo>
                  <a:pt x="886" y="4319"/>
                </a:lnTo>
                <a:lnTo>
                  <a:pt x="1089" y="4467"/>
                </a:lnTo>
                <a:lnTo>
                  <a:pt x="1274" y="4578"/>
                </a:lnTo>
                <a:lnTo>
                  <a:pt x="1495" y="4689"/>
                </a:lnTo>
                <a:lnTo>
                  <a:pt x="1717" y="4762"/>
                </a:lnTo>
                <a:lnTo>
                  <a:pt x="1957" y="4836"/>
                </a:lnTo>
                <a:lnTo>
                  <a:pt x="2197" y="4873"/>
                </a:lnTo>
                <a:lnTo>
                  <a:pt x="2695" y="4873"/>
                </a:lnTo>
                <a:lnTo>
                  <a:pt x="2935" y="4836"/>
                </a:lnTo>
                <a:lnTo>
                  <a:pt x="3175" y="4762"/>
                </a:lnTo>
                <a:lnTo>
                  <a:pt x="3396" y="4689"/>
                </a:lnTo>
                <a:lnTo>
                  <a:pt x="3599" y="4578"/>
                </a:lnTo>
                <a:lnTo>
                  <a:pt x="3802" y="4467"/>
                </a:lnTo>
                <a:lnTo>
                  <a:pt x="3987" y="4319"/>
                </a:lnTo>
                <a:lnTo>
                  <a:pt x="4171" y="4172"/>
                </a:lnTo>
                <a:lnTo>
                  <a:pt x="4319" y="3987"/>
                </a:lnTo>
                <a:lnTo>
                  <a:pt x="4467" y="3803"/>
                </a:lnTo>
                <a:lnTo>
                  <a:pt x="4596" y="3600"/>
                </a:lnTo>
                <a:lnTo>
                  <a:pt x="4688" y="3397"/>
                </a:lnTo>
                <a:lnTo>
                  <a:pt x="4781" y="3175"/>
                </a:lnTo>
                <a:lnTo>
                  <a:pt x="4836" y="2935"/>
                </a:lnTo>
                <a:lnTo>
                  <a:pt x="4873" y="2695"/>
                </a:lnTo>
                <a:lnTo>
                  <a:pt x="4873" y="2437"/>
                </a:lnTo>
                <a:lnTo>
                  <a:pt x="4873" y="2197"/>
                </a:lnTo>
                <a:lnTo>
                  <a:pt x="4836" y="1957"/>
                </a:lnTo>
                <a:lnTo>
                  <a:pt x="4781" y="1717"/>
                </a:lnTo>
                <a:lnTo>
                  <a:pt x="4688" y="1496"/>
                </a:lnTo>
                <a:lnTo>
                  <a:pt x="4596" y="1274"/>
                </a:lnTo>
                <a:lnTo>
                  <a:pt x="4467" y="1071"/>
                </a:lnTo>
                <a:lnTo>
                  <a:pt x="4319" y="887"/>
                </a:lnTo>
                <a:lnTo>
                  <a:pt x="4171" y="721"/>
                </a:lnTo>
                <a:lnTo>
                  <a:pt x="3987" y="555"/>
                </a:lnTo>
                <a:lnTo>
                  <a:pt x="3802" y="425"/>
                </a:lnTo>
                <a:lnTo>
                  <a:pt x="3599" y="296"/>
                </a:lnTo>
                <a:lnTo>
                  <a:pt x="3396" y="204"/>
                </a:lnTo>
                <a:lnTo>
                  <a:pt x="3175" y="112"/>
                </a:lnTo>
                <a:lnTo>
                  <a:pt x="2935" y="56"/>
                </a:lnTo>
                <a:lnTo>
                  <a:pt x="2695" y="19"/>
                </a:lnTo>
                <a:lnTo>
                  <a:pt x="24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6909140" y="2749272"/>
            <a:ext cx="46354" cy="47327"/>
          </a:xfrm>
          <a:custGeom>
            <a:rect b="b" l="l" r="r" t="t"/>
            <a:pathLst>
              <a:path extrusionOk="0" fill="none" h="4874" w="4873">
                <a:moveTo>
                  <a:pt x="4873" y="2437"/>
                </a:moveTo>
                <a:lnTo>
                  <a:pt x="4873" y="2437"/>
                </a:lnTo>
                <a:lnTo>
                  <a:pt x="4873" y="2695"/>
                </a:lnTo>
                <a:lnTo>
                  <a:pt x="4836" y="2935"/>
                </a:lnTo>
                <a:lnTo>
                  <a:pt x="4781" y="3175"/>
                </a:lnTo>
                <a:lnTo>
                  <a:pt x="4688" y="3397"/>
                </a:lnTo>
                <a:lnTo>
                  <a:pt x="4596" y="3600"/>
                </a:lnTo>
                <a:lnTo>
                  <a:pt x="4467" y="3803"/>
                </a:lnTo>
                <a:lnTo>
                  <a:pt x="4319" y="3987"/>
                </a:lnTo>
                <a:lnTo>
                  <a:pt x="4171" y="4172"/>
                </a:lnTo>
                <a:lnTo>
                  <a:pt x="3987" y="4319"/>
                </a:lnTo>
                <a:lnTo>
                  <a:pt x="3802" y="4467"/>
                </a:lnTo>
                <a:lnTo>
                  <a:pt x="3599" y="4578"/>
                </a:lnTo>
                <a:lnTo>
                  <a:pt x="3396" y="4689"/>
                </a:lnTo>
                <a:lnTo>
                  <a:pt x="3175" y="4762"/>
                </a:lnTo>
                <a:lnTo>
                  <a:pt x="2935" y="4836"/>
                </a:lnTo>
                <a:lnTo>
                  <a:pt x="2695" y="4873"/>
                </a:lnTo>
                <a:lnTo>
                  <a:pt x="2437" y="4873"/>
                </a:lnTo>
                <a:lnTo>
                  <a:pt x="2437" y="4873"/>
                </a:lnTo>
                <a:lnTo>
                  <a:pt x="2197" y="4873"/>
                </a:lnTo>
                <a:lnTo>
                  <a:pt x="1957" y="4836"/>
                </a:lnTo>
                <a:lnTo>
                  <a:pt x="1717" y="4762"/>
                </a:lnTo>
                <a:lnTo>
                  <a:pt x="1495" y="4689"/>
                </a:lnTo>
                <a:lnTo>
                  <a:pt x="1274" y="4578"/>
                </a:lnTo>
                <a:lnTo>
                  <a:pt x="1089" y="4467"/>
                </a:lnTo>
                <a:lnTo>
                  <a:pt x="886" y="4319"/>
                </a:lnTo>
                <a:lnTo>
                  <a:pt x="720" y="4172"/>
                </a:lnTo>
                <a:lnTo>
                  <a:pt x="573" y="3987"/>
                </a:lnTo>
                <a:lnTo>
                  <a:pt x="425" y="3803"/>
                </a:lnTo>
                <a:lnTo>
                  <a:pt x="296" y="3600"/>
                </a:lnTo>
                <a:lnTo>
                  <a:pt x="203" y="3397"/>
                </a:lnTo>
                <a:lnTo>
                  <a:pt x="111" y="3175"/>
                </a:lnTo>
                <a:lnTo>
                  <a:pt x="56" y="2935"/>
                </a:lnTo>
                <a:lnTo>
                  <a:pt x="19" y="2695"/>
                </a:lnTo>
                <a:lnTo>
                  <a:pt x="0" y="2437"/>
                </a:lnTo>
                <a:lnTo>
                  <a:pt x="0" y="2437"/>
                </a:lnTo>
                <a:lnTo>
                  <a:pt x="19" y="2197"/>
                </a:lnTo>
                <a:lnTo>
                  <a:pt x="56" y="1957"/>
                </a:lnTo>
                <a:lnTo>
                  <a:pt x="111" y="1717"/>
                </a:lnTo>
                <a:lnTo>
                  <a:pt x="203" y="1496"/>
                </a:lnTo>
                <a:lnTo>
                  <a:pt x="296" y="1274"/>
                </a:lnTo>
                <a:lnTo>
                  <a:pt x="425" y="1071"/>
                </a:lnTo>
                <a:lnTo>
                  <a:pt x="573" y="887"/>
                </a:lnTo>
                <a:lnTo>
                  <a:pt x="720" y="721"/>
                </a:lnTo>
                <a:lnTo>
                  <a:pt x="886" y="555"/>
                </a:lnTo>
                <a:lnTo>
                  <a:pt x="1089" y="425"/>
                </a:lnTo>
                <a:lnTo>
                  <a:pt x="1274" y="296"/>
                </a:lnTo>
                <a:lnTo>
                  <a:pt x="1495" y="204"/>
                </a:lnTo>
                <a:lnTo>
                  <a:pt x="1717" y="112"/>
                </a:lnTo>
                <a:lnTo>
                  <a:pt x="1957" y="56"/>
                </a:lnTo>
                <a:lnTo>
                  <a:pt x="2197" y="19"/>
                </a:lnTo>
                <a:lnTo>
                  <a:pt x="2437" y="1"/>
                </a:lnTo>
                <a:lnTo>
                  <a:pt x="2437" y="1"/>
                </a:lnTo>
                <a:lnTo>
                  <a:pt x="2695" y="19"/>
                </a:lnTo>
                <a:lnTo>
                  <a:pt x="2935" y="56"/>
                </a:lnTo>
                <a:lnTo>
                  <a:pt x="3175" y="112"/>
                </a:lnTo>
                <a:lnTo>
                  <a:pt x="3396" y="204"/>
                </a:lnTo>
                <a:lnTo>
                  <a:pt x="3599" y="296"/>
                </a:lnTo>
                <a:lnTo>
                  <a:pt x="3802" y="425"/>
                </a:lnTo>
                <a:lnTo>
                  <a:pt x="3987" y="555"/>
                </a:lnTo>
                <a:lnTo>
                  <a:pt x="4171" y="721"/>
                </a:lnTo>
                <a:lnTo>
                  <a:pt x="4319" y="887"/>
                </a:lnTo>
                <a:lnTo>
                  <a:pt x="4467" y="1071"/>
                </a:lnTo>
                <a:lnTo>
                  <a:pt x="4596" y="1274"/>
                </a:lnTo>
                <a:lnTo>
                  <a:pt x="4688" y="1496"/>
                </a:lnTo>
                <a:lnTo>
                  <a:pt x="4781" y="1717"/>
                </a:lnTo>
                <a:lnTo>
                  <a:pt x="4836" y="1957"/>
                </a:lnTo>
                <a:lnTo>
                  <a:pt x="4873" y="2197"/>
                </a:lnTo>
                <a:lnTo>
                  <a:pt x="4873" y="2437"/>
                </a:lnTo>
                <a:lnTo>
                  <a:pt x="4873" y="2437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6955490" y="2772928"/>
            <a:ext cx="10" cy="10"/>
          </a:xfrm>
          <a:custGeom>
            <a:rect b="b" l="l" r="r" t="t"/>
            <a:pathLst>
              <a:path extrusionOk="0" fill="none" h="1" w="1">
                <a:moveTo>
                  <a:pt x="1" y="1"/>
                </a:moveTo>
                <a:lnTo>
                  <a:pt x="1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4403626" y="3310503"/>
            <a:ext cx="269670" cy="36383"/>
          </a:xfrm>
          <a:custGeom>
            <a:rect b="b" l="l" r="r" t="t"/>
            <a:pathLst>
              <a:path extrusionOk="0" h="3747" w="28349">
                <a:moveTo>
                  <a:pt x="1" y="0"/>
                </a:moveTo>
                <a:lnTo>
                  <a:pt x="1" y="3747"/>
                </a:lnTo>
                <a:lnTo>
                  <a:pt x="28349" y="3747"/>
                </a:lnTo>
                <a:lnTo>
                  <a:pt x="283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4560974" y="3071588"/>
            <a:ext cx="50045" cy="30480"/>
          </a:xfrm>
          <a:custGeom>
            <a:rect b="b" l="l" r="r" t="t"/>
            <a:pathLst>
              <a:path extrusionOk="0" h="3139" w="5261">
                <a:moveTo>
                  <a:pt x="2049" y="1"/>
                </a:moveTo>
                <a:lnTo>
                  <a:pt x="0" y="3138"/>
                </a:lnTo>
                <a:lnTo>
                  <a:pt x="5260" y="3138"/>
                </a:lnTo>
                <a:lnTo>
                  <a:pt x="31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8"/>
          <p:cNvSpPr/>
          <p:nvPr/>
        </p:nvSpPr>
        <p:spPr>
          <a:xfrm>
            <a:off x="4560974" y="3071588"/>
            <a:ext cx="50045" cy="30480"/>
          </a:xfrm>
          <a:custGeom>
            <a:rect b="b" l="l" r="r" t="t"/>
            <a:pathLst>
              <a:path extrusionOk="0" fill="none" h="3139" w="5261">
                <a:moveTo>
                  <a:pt x="3193" y="1"/>
                </a:moveTo>
                <a:lnTo>
                  <a:pt x="2049" y="1"/>
                </a:lnTo>
                <a:lnTo>
                  <a:pt x="0" y="3138"/>
                </a:lnTo>
                <a:lnTo>
                  <a:pt x="5260" y="3138"/>
                </a:lnTo>
                <a:lnTo>
                  <a:pt x="3193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4591351" y="3071588"/>
            <a:ext cx="10" cy="10"/>
          </a:xfrm>
          <a:custGeom>
            <a:rect b="b" l="l" r="r" t="t"/>
            <a:pathLst>
              <a:path extrusionOk="0" fill="none" h="1" w="1">
                <a:moveTo>
                  <a:pt x="0" y="1"/>
                </a:moveTo>
                <a:lnTo>
                  <a:pt x="0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8"/>
          <p:cNvSpPr/>
          <p:nvPr/>
        </p:nvSpPr>
        <p:spPr>
          <a:xfrm>
            <a:off x="4411531" y="3168554"/>
            <a:ext cx="111135" cy="127065"/>
          </a:xfrm>
          <a:custGeom>
            <a:rect b="b" l="l" r="r" t="t"/>
            <a:pathLst>
              <a:path extrusionOk="0" h="13086" w="11683">
                <a:moveTo>
                  <a:pt x="0" y="0"/>
                </a:moveTo>
                <a:lnTo>
                  <a:pt x="0" y="13085"/>
                </a:lnTo>
                <a:lnTo>
                  <a:pt x="8324" y="13085"/>
                </a:lnTo>
                <a:lnTo>
                  <a:pt x="8269" y="12827"/>
                </a:lnTo>
                <a:lnTo>
                  <a:pt x="8213" y="12569"/>
                </a:lnTo>
                <a:lnTo>
                  <a:pt x="8195" y="12292"/>
                </a:lnTo>
                <a:lnTo>
                  <a:pt x="8195" y="12033"/>
                </a:lnTo>
                <a:lnTo>
                  <a:pt x="8195" y="9394"/>
                </a:lnTo>
                <a:lnTo>
                  <a:pt x="9800" y="9394"/>
                </a:lnTo>
                <a:lnTo>
                  <a:pt x="9800" y="7530"/>
                </a:lnTo>
                <a:lnTo>
                  <a:pt x="8195" y="7530"/>
                </a:lnTo>
                <a:lnTo>
                  <a:pt x="8195" y="6700"/>
                </a:lnTo>
                <a:lnTo>
                  <a:pt x="8195" y="6294"/>
                </a:lnTo>
                <a:lnTo>
                  <a:pt x="8232" y="5888"/>
                </a:lnTo>
                <a:lnTo>
                  <a:pt x="8269" y="5482"/>
                </a:lnTo>
                <a:lnTo>
                  <a:pt x="8342" y="5094"/>
                </a:lnTo>
                <a:lnTo>
                  <a:pt x="8435" y="4707"/>
                </a:lnTo>
                <a:lnTo>
                  <a:pt x="8527" y="4319"/>
                </a:lnTo>
                <a:lnTo>
                  <a:pt x="8656" y="3950"/>
                </a:lnTo>
                <a:lnTo>
                  <a:pt x="8804" y="3581"/>
                </a:lnTo>
                <a:lnTo>
                  <a:pt x="8970" y="3212"/>
                </a:lnTo>
                <a:lnTo>
                  <a:pt x="9136" y="2861"/>
                </a:lnTo>
                <a:lnTo>
                  <a:pt x="9339" y="2510"/>
                </a:lnTo>
                <a:lnTo>
                  <a:pt x="9561" y="2178"/>
                </a:lnTo>
                <a:lnTo>
                  <a:pt x="9782" y="1846"/>
                </a:lnTo>
                <a:lnTo>
                  <a:pt x="10022" y="1532"/>
                </a:lnTo>
                <a:lnTo>
                  <a:pt x="10299" y="1218"/>
                </a:lnTo>
                <a:lnTo>
                  <a:pt x="10576" y="923"/>
                </a:lnTo>
                <a:lnTo>
                  <a:pt x="10834" y="683"/>
                </a:lnTo>
                <a:lnTo>
                  <a:pt x="11111" y="443"/>
                </a:lnTo>
                <a:lnTo>
                  <a:pt x="11388" y="222"/>
                </a:lnTo>
                <a:lnTo>
                  <a:pt x="11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8"/>
          <p:cNvSpPr/>
          <p:nvPr/>
        </p:nvSpPr>
        <p:spPr>
          <a:xfrm>
            <a:off x="4411531" y="3168554"/>
            <a:ext cx="111135" cy="127065"/>
          </a:xfrm>
          <a:custGeom>
            <a:rect b="b" l="l" r="r" t="t"/>
            <a:pathLst>
              <a:path extrusionOk="0" fill="none" h="13086" w="11683">
                <a:moveTo>
                  <a:pt x="8195" y="12033"/>
                </a:moveTo>
                <a:lnTo>
                  <a:pt x="8195" y="9394"/>
                </a:lnTo>
                <a:lnTo>
                  <a:pt x="9800" y="9394"/>
                </a:lnTo>
                <a:lnTo>
                  <a:pt x="9800" y="7530"/>
                </a:lnTo>
                <a:lnTo>
                  <a:pt x="8195" y="7530"/>
                </a:lnTo>
                <a:lnTo>
                  <a:pt x="8195" y="6700"/>
                </a:lnTo>
                <a:lnTo>
                  <a:pt x="8195" y="6700"/>
                </a:lnTo>
                <a:lnTo>
                  <a:pt x="8195" y="6294"/>
                </a:lnTo>
                <a:lnTo>
                  <a:pt x="8232" y="5888"/>
                </a:lnTo>
                <a:lnTo>
                  <a:pt x="8269" y="5482"/>
                </a:lnTo>
                <a:lnTo>
                  <a:pt x="8342" y="5094"/>
                </a:lnTo>
                <a:lnTo>
                  <a:pt x="8435" y="4707"/>
                </a:lnTo>
                <a:lnTo>
                  <a:pt x="8527" y="4319"/>
                </a:lnTo>
                <a:lnTo>
                  <a:pt x="8656" y="3950"/>
                </a:lnTo>
                <a:lnTo>
                  <a:pt x="8804" y="3581"/>
                </a:lnTo>
                <a:lnTo>
                  <a:pt x="8970" y="3212"/>
                </a:lnTo>
                <a:lnTo>
                  <a:pt x="9136" y="2861"/>
                </a:lnTo>
                <a:lnTo>
                  <a:pt x="9339" y="2510"/>
                </a:lnTo>
                <a:lnTo>
                  <a:pt x="9561" y="2178"/>
                </a:lnTo>
                <a:lnTo>
                  <a:pt x="9782" y="1846"/>
                </a:lnTo>
                <a:lnTo>
                  <a:pt x="10022" y="1532"/>
                </a:lnTo>
                <a:lnTo>
                  <a:pt x="10299" y="1218"/>
                </a:lnTo>
                <a:lnTo>
                  <a:pt x="10576" y="923"/>
                </a:lnTo>
                <a:lnTo>
                  <a:pt x="10576" y="923"/>
                </a:lnTo>
                <a:lnTo>
                  <a:pt x="10834" y="683"/>
                </a:lnTo>
                <a:lnTo>
                  <a:pt x="11111" y="443"/>
                </a:lnTo>
                <a:lnTo>
                  <a:pt x="11388" y="222"/>
                </a:lnTo>
                <a:lnTo>
                  <a:pt x="11683" y="0"/>
                </a:lnTo>
                <a:lnTo>
                  <a:pt x="0" y="0"/>
                </a:lnTo>
                <a:lnTo>
                  <a:pt x="0" y="13085"/>
                </a:lnTo>
                <a:lnTo>
                  <a:pt x="8324" y="13085"/>
                </a:lnTo>
                <a:lnTo>
                  <a:pt x="8324" y="13085"/>
                </a:lnTo>
                <a:lnTo>
                  <a:pt x="8269" y="12827"/>
                </a:lnTo>
                <a:lnTo>
                  <a:pt x="8213" y="12569"/>
                </a:lnTo>
                <a:lnTo>
                  <a:pt x="8195" y="12292"/>
                </a:lnTo>
                <a:lnTo>
                  <a:pt x="8195" y="12033"/>
                </a:lnTo>
                <a:lnTo>
                  <a:pt x="8195" y="12033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4489486" y="3285409"/>
            <a:ext cx="10" cy="10"/>
          </a:xfrm>
          <a:custGeom>
            <a:rect b="b" l="l" r="r" t="t"/>
            <a:pathLst>
              <a:path extrusionOk="0" fill="none" h="1" w="1">
                <a:moveTo>
                  <a:pt x="1" y="0"/>
                </a:moveTo>
                <a:lnTo>
                  <a:pt x="1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8"/>
          <p:cNvSpPr/>
          <p:nvPr/>
        </p:nvSpPr>
        <p:spPr>
          <a:xfrm>
            <a:off x="4424527" y="3116580"/>
            <a:ext cx="97798" cy="35849"/>
          </a:xfrm>
          <a:custGeom>
            <a:rect b="b" l="l" r="r" t="t"/>
            <a:pathLst>
              <a:path extrusionOk="0" h="3692" w="10281">
                <a:moveTo>
                  <a:pt x="0" y="0"/>
                </a:moveTo>
                <a:lnTo>
                  <a:pt x="0" y="3691"/>
                </a:lnTo>
                <a:lnTo>
                  <a:pt x="10280" y="3691"/>
                </a:lnTo>
                <a:lnTo>
                  <a:pt x="1028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8"/>
          <p:cNvSpPr/>
          <p:nvPr/>
        </p:nvSpPr>
        <p:spPr>
          <a:xfrm>
            <a:off x="4505640" y="3169448"/>
            <a:ext cx="158716" cy="56279"/>
          </a:xfrm>
          <a:custGeom>
            <a:rect b="b" l="l" r="r" t="t"/>
            <a:pathLst>
              <a:path extrusionOk="0" h="5796" w="16685">
                <a:moveTo>
                  <a:pt x="5519" y="1"/>
                </a:moveTo>
                <a:lnTo>
                  <a:pt x="5224" y="19"/>
                </a:lnTo>
                <a:lnTo>
                  <a:pt x="4928" y="56"/>
                </a:lnTo>
                <a:lnTo>
                  <a:pt x="4652" y="111"/>
                </a:lnTo>
                <a:lnTo>
                  <a:pt x="4375" y="185"/>
                </a:lnTo>
                <a:lnTo>
                  <a:pt x="4098" y="259"/>
                </a:lnTo>
                <a:lnTo>
                  <a:pt x="3821" y="351"/>
                </a:lnTo>
                <a:lnTo>
                  <a:pt x="3563" y="444"/>
                </a:lnTo>
                <a:lnTo>
                  <a:pt x="3304" y="573"/>
                </a:lnTo>
                <a:lnTo>
                  <a:pt x="3046" y="702"/>
                </a:lnTo>
                <a:lnTo>
                  <a:pt x="2806" y="831"/>
                </a:lnTo>
                <a:lnTo>
                  <a:pt x="2566" y="979"/>
                </a:lnTo>
                <a:lnTo>
                  <a:pt x="2345" y="1145"/>
                </a:lnTo>
                <a:lnTo>
                  <a:pt x="2123" y="1311"/>
                </a:lnTo>
                <a:lnTo>
                  <a:pt x="1920" y="1496"/>
                </a:lnTo>
                <a:lnTo>
                  <a:pt x="1717" y="1699"/>
                </a:lnTo>
                <a:lnTo>
                  <a:pt x="1514" y="1902"/>
                </a:lnTo>
                <a:lnTo>
                  <a:pt x="1330" y="2105"/>
                </a:lnTo>
                <a:lnTo>
                  <a:pt x="1163" y="2326"/>
                </a:lnTo>
                <a:lnTo>
                  <a:pt x="997" y="2548"/>
                </a:lnTo>
                <a:lnTo>
                  <a:pt x="850" y="2787"/>
                </a:lnTo>
                <a:lnTo>
                  <a:pt x="702" y="3027"/>
                </a:lnTo>
                <a:lnTo>
                  <a:pt x="591" y="3286"/>
                </a:lnTo>
                <a:lnTo>
                  <a:pt x="462" y="3544"/>
                </a:lnTo>
                <a:lnTo>
                  <a:pt x="370" y="3803"/>
                </a:lnTo>
                <a:lnTo>
                  <a:pt x="278" y="4079"/>
                </a:lnTo>
                <a:lnTo>
                  <a:pt x="185" y="4356"/>
                </a:lnTo>
                <a:lnTo>
                  <a:pt x="130" y="4633"/>
                </a:lnTo>
                <a:lnTo>
                  <a:pt x="75" y="4910"/>
                </a:lnTo>
                <a:lnTo>
                  <a:pt x="38" y="5205"/>
                </a:lnTo>
                <a:lnTo>
                  <a:pt x="19" y="5500"/>
                </a:lnTo>
                <a:lnTo>
                  <a:pt x="1" y="5796"/>
                </a:lnTo>
                <a:lnTo>
                  <a:pt x="16685" y="5796"/>
                </a:lnTo>
                <a:lnTo>
                  <a:pt x="16666" y="5500"/>
                </a:lnTo>
                <a:lnTo>
                  <a:pt x="16648" y="5205"/>
                </a:lnTo>
                <a:lnTo>
                  <a:pt x="16611" y="4910"/>
                </a:lnTo>
                <a:lnTo>
                  <a:pt x="16556" y="4633"/>
                </a:lnTo>
                <a:lnTo>
                  <a:pt x="16500" y="4356"/>
                </a:lnTo>
                <a:lnTo>
                  <a:pt x="16426" y="4079"/>
                </a:lnTo>
                <a:lnTo>
                  <a:pt x="16334" y="3803"/>
                </a:lnTo>
                <a:lnTo>
                  <a:pt x="16223" y="3544"/>
                </a:lnTo>
                <a:lnTo>
                  <a:pt x="16113" y="3286"/>
                </a:lnTo>
                <a:lnTo>
                  <a:pt x="15983" y="3027"/>
                </a:lnTo>
                <a:lnTo>
                  <a:pt x="15836" y="2787"/>
                </a:lnTo>
                <a:lnTo>
                  <a:pt x="15688" y="2548"/>
                </a:lnTo>
                <a:lnTo>
                  <a:pt x="15522" y="2326"/>
                </a:lnTo>
                <a:lnTo>
                  <a:pt x="15356" y="2105"/>
                </a:lnTo>
                <a:lnTo>
                  <a:pt x="15171" y="1902"/>
                </a:lnTo>
                <a:lnTo>
                  <a:pt x="14987" y="1699"/>
                </a:lnTo>
                <a:lnTo>
                  <a:pt x="14784" y="1496"/>
                </a:lnTo>
                <a:lnTo>
                  <a:pt x="14562" y="1311"/>
                </a:lnTo>
                <a:lnTo>
                  <a:pt x="14341" y="1145"/>
                </a:lnTo>
                <a:lnTo>
                  <a:pt x="14119" y="979"/>
                </a:lnTo>
                <a:lnTo>
                  <a:pt x="13879" y="831"/>
                </a:lnTo>
                <a:lnTo>
                  <a:pt x="13640" y="702"/>
                </a:lnTo>
                <a:lnTo>
                  <a:pt x="13381" y="573"/>
                </a:lnTo>
                <a:lnTo>
                  <a:pt x="13141" y="444"/>
                </a:lnTo>
                <a:lnTo>
                  <a:pt x="12864" y="351"/>
                </a:lnTo>
                <a:lnTo>
                  <a:pt x="12606" y="259"/>
                </a:lnTo>
                <a:lnTo>
                  <a:pt x="12329" y="185"/>
                </a:lnTo>
                <a:lnTo>
                  <a:pt x="12034" y="111"/>
                </a:lnTo>
                <a:lnTo>
                  <a:pt x="11757" y="56"/>
                </a:lnTo>
                <a:lnTo>
                  <a:pt x="11462" y="19"/>
                </a:lnTo>
                <a:lnTo>
                  <a:pt x="1116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4505640" y="3169448"/>
            <a:ext cx="158716" cy="56279"/>
          </a:xfrm>
          <a:custGeom>
            <a:rect b="b" l="l" r="r" t="t"/>
            <a:pathLst>
              <a:path extrusionOk="0" fill="none" h="5796" w="16685">
                <a:moveTo>
                  <a:pt x="1" y="5796"/>
                </a:moveTo>
                <a:lnTo>
                  <a:pt x="16685" y="5796"/>
                </a:lnTo>
                <a:lnTo>
                  <a:pt x="16685" y="5796"/>
                </a:lnTo>
                <a:lnTo>
                  <a:pt x="16666" y="5500"/>
                </a:lnTo>
                <a:lnTo>
                  <a:pt x="16648" y="5205"/>
                </a:lnTo>
                <a:lnTo>
                  <a:pt x="16611" y="4910"/>
                </a:lnTo>
                <a:lnTo>
                  <a:pt x="16556" y="4633"/>
                </a:lnTo>
                <a:lnTo>
                  <a:pt x="16500" y="4356"/>
                </a:lnTo>
                <a:lnTo>
                  <a:pt x="16426" y="4079"/>
                </a:lnTo>
                <a:lnTo>
                  <a:pt x="16334" y="3803"/>
                </a:lnTo>
                <a:lnTo>
                  <a:pt x="16223" y="3544"/>
                </a:lnTo>
                <a:lnTo>
                  <a:pt x="16113" y="3286"/>
                </a:lnTo>
                <a:lnTo>
                  <a:pt x="15983" y="3027"/>
                </a:lnTo>
                <a:lnTo>
                  <a:pt x="15836" y="2787"/>
                </a:lnTo>
                <a:lnTo>
                  <a:pt x="15688" y="2548"/>
                </a:lnTo>
                <a:lnTo>
                  <a:pt x="15522" y="2326"/>
                </a:lnTo>
                <a:lnTo>
                  <a:pt x="15356" y="2105"/>
                </a:lnTo>
                <a:lnTo>
                  <a:pt x="15171" y="1902"/>
                </a:lnTo>
                <a:lnTo>
                  <a:pt x="14987" y="1699"/>
                </a:lnTo>
                <a:lnTo>
                  <a:pt x="14784" y="1496"/>
                </a:lnTo>
                <a:lnTo>
                  <a:pt x="14562" y="1311"/>
                </a:lnTo>
                <a:lnTo>
                  <a:pt x="14341" y="1145"/>
                </a:lnTo>
                <a:lnTo>
                  <a:pt x="14119" y="979"/>
                </a:lnTo>
                <a:lnTo>
                  <a:pt x="13879" y="831"/>
                </a:lnTo>
                <a:lnTo>
                  <a:pt x="13640" y="702"/>
                </a:lnTo>
                <a:lnTo>
                  <a:pt x="13381" y="573"/>
                </a:lnTo>
                <a:lnTo>
                  <a:pt x="13141" y="444"/>
                </a:lnTo>
                <a:lnTo>
                  <a:pt x="12864" y="351"/>
                </a:lnTo>
                <a:lnTo>
                  <a:pt x="12606" y="259"/>
                </a:lnTo>
                <a:lnTo>
                  <a:pt x="12329" y="185"/>
                </a:lnTo>
                <a:lnTo>
                  <a:pt x="12034" y="111"/>
                </a:lnTo>
                <a:lnTo>
                  <a:pt x="11757" y="56"/>
                </a:lnTo>
                <a:lnTo>
                  <a:pt x="11462" y="19"/>
                </a:lnTo>
                <a:lnTo>
                  <a:pt x="11166" y="1"/>
                </a:lnTo>
                <a:lnTo>
                  <a:pt x="10871" y="1"/>
                </a:lnTo>
                <a:lnTo>
                  <a:pt x="5814" y="1"/>
                </a:lnTo>
                <a:lnTo>
                  <a:pt x="5814" y="1"/>
                </a:lnTo>
                <a:lnTo>
                  <a:pt x="5519" y="1"/>
                </a:lnTo>
                <a:lnTo>
                  <a:pt x="5224" y="19"/>
                </a:lnTo>
                <a:lnTo>
                  <a:pt x="4928" y="56"/>
                </a:lnTo>
                <a:lnTo>
                  <a:pt x="4652" y="111"/>
                </a:lnTo>
                <a:lnTo>
                  <a:pt x="4375" y="185"/>
                </a:lnTo>
                <a:lnTo>
                  <a:pt x="4098" y="259"/>
                </a:lnTo>
                <a:lnTo>
                  <a:pt x="3821" y="351"/>
                </a:lnTo>
                <a:lnTo>
                  <a:pt x="3563" y="444"/>
                </a:lnTo>
                <a:lnTo>
                  <a:pt x="3304" y="573"/>
                </a:lnTo>
                <a:lnTo>
                  <a:pt x="3046" y="702"/>
                </a:lnTo>
                <a:lnTo>
                  <a:pt x="2806" y="831"/>
                </a:lnTo>
                <a:lnTo>
                  <a:pt x="2566" y="979"/>
                </a:lnTo>
                <a:lnTo>
                  <a:pt x="2345" y="1145"/>
                </a:lnTo>
                <a:lnTo>
                  <a:pt x="2123" y="1311"/>
                </a:lnTo>
                <a:lnTo>
                  <a:pt x="1920" y="1496"/>
                </a:lnTo>
                <a:lnTo>
                  <a:pt x="1717" y="1699"/>
                </a:lnTo>
                <a:lnTo>
                  <a:pt x="1514" y="1902"/>
                </a:lnTo>
                <a:lnTo>
                  <a:pt x="1330" y="2105"/>
                </a:lnTo>
                <a:lnTo>
                  <a:pt x="1163" y="2326"/>
                </a:lnTo>
                <a:lnTo>
                  <a:pt x="997" y="2548"/>
                </a:lnTo>
                <a:lnTo>
                  <a:pt x="850" y="2787"/>
                </a:lnTo>
                <a:lnTo>
                  <a:pt x="702" y="3027"/>
                </a:lnTo>
                <a:lnTo>
                  <a:pt x="591" y="3286"/>
                </a:lnTo>
                <a:lnTo>
                  <a:pt x="462" y="3544"/>
                </a:lnTo>
                <a:lnTo>
                  <a:pt x="370" y="3803"/>
                </a:lnTo>
                <a:lnTo>
                  <a:pt x="278" y="4079"/>
                </a:lnTo>
                <a:lnTo>
                  <a:pt x="185" y="4356"/>
                </a:lnTo>
                <a:lnTo>
                  <a:pt x="130" y="4633"/>
                </a:lnTo>
                <a:lnTo>
                  <a:pt x="75" y="4910"/>
                </a:lnTo>
                <a:lnTo>
                  <a:pt x="38" y="5205"/>
                </a:lnTo>
                <a:lnTo>
                  <a:pt x="19" y="5500"/>
                </a:lnTo>
                <a:lnTo>
                  <a:pt x="1" y="5796"/>
                </a:lnTo>
                <a:lnTo>
                  <a:pt x="1" y="5796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4505640" y="3225724"/>
            <a:ext cx="10" cy="10"/>
          </a:xfrm>
          <a:custGeom>
            <a:rect b="b" l="l" r="r" t="t"/>
            <a:pathLst>
              <a:path extrusionOk="0" fill="none" h="1" w="1">
                <a:moveTo>
                  <a:pt x="1" y="1"/>
                </a:moveTo>
                <a:lnTo>
                  <a:pt x="1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4505640" y="3275912"/>
            <a:ext cx="70935" cy="19721"/>
          </a:xfrm>
          <a:custGeom>
            <a:rect b="b" l="l" r="r" t="t"/>
            <a:pathLst>
              <a:path extrusionOk="0" h="2031" w="7457">
                <a:moveTo>
                  <a:pt x="1" y="0"/>
                </a:moveTo>
                <a:lnTo>
                  <a:pt x="1" y="1052"/>
                </a:lnTo>
                <a:lnTo>
                  <a:pt x="19" y="1311"/>
                </a:lnTo>
                <a:lnTo>
                  <a:pt x="56" y="1569"/>
                </a:lnTo>
                <a:lnTo>
                  <a:pt x="130" y="1809"/>
                </a:lnTo>
                <a:lnTo>
                  <a:pt x="204" y="2030"/>
                </a:lnTo>
                <a:lnTo>
                  <a:pt x="7457" y="2030"/>
                </a:lnTo>
                <a:lnTo>
                  <a:pt x="61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4505640" y="3275912"/>
            <a:ext cx="70935" cy="19721"/>
          </a:xfrm>
          <a:custGeom>
            <a:rect b="b" l="l" r="r" t="t"/>
            <a:pathLst>
              <a:path extrusionOk="0" fill="none" h="2031" w="7457">
                <a:moveTo>
                  <a:pt x="1" y="1052"/>
                </a:moveTo>
                <a:lnTo>
                  <a:pt x="1" y="1052"/>
                </a:lnTo>
                <a:lnTo>
                  <a:pt x="19" y="1311"/>
                </a:lnTo>
                <a:lnTo>
                  <a:pt x="56" y="1569"/>
                </a:lnTo>
                <a:lnTo>
                  <a:pt x="130" y="1809"/>
                </a:lnTo>
                <a:lnTo>
                  <a:pt x="204" y="2030"/>
                </a:lnTo>
                <a:lnTo>
                  <a:pt x="7457" y="2030"/>
                </a:lnTo>
                <a:lnTo>
                  <a:pt x="6183" y="0"/>
                </a:lnTo>
                <a:lnTo>
                  <a:pt x="1" y="0"/>
                </a:lnTo>
                <a:lnTo>
                  <a:pt x="1" y="1052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4505640" y="3286128"/>
            <a:ext cx="10" cy="10"/>
          </a:xfrm>
          <a:custGeom>
            <a:rect b="b" l="l" r="r" t="t"/>
            <a:pathLst>
              <a:path extrusionOk="0" fill="none" h="1" w="1">
                <a:moveTo>
                  <a:pt x="1" y="0"/>
                </a:moveTo>
                <a:lnTo>
                  <a:pt x="1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8"/>
          <p:cNvSpPr/>
          <p:nvPr/>
        </p:nvSpPr>
        <p:spPr>
          <a:xfrm>
            <a:off x="4593431" y="3275912"/>
            <a:ext cx="70935" cy="19721"/>
          </a:xfrm>
          <a:custGeom>
            <a:rect b="b" l="l" r="r" t="t"/>
            <a:pathLst>
              <a:path extrusionOk="0" h="2031" w="7457">
                <a:moveTo>
                  <a:pt x="1274" y="0"/>
                </a:moveTo>
                <a:lnTo>
                  <a:pt x="1" y="2030"/>
                </a:lnTo>
                <a:lnTo>
                  <a:pt x="7254" y="2030"/>
                </a:lnTo>
                <a:lnTo>
                  <a:pt x="7346" y="1809"/>
                </a:lnTo>
                <a:lnTo>
                  <a:pt x="7401" y="1569"/>
                </a:lnTo>
                <a:lnTo>
                  <a:pt x="7438" y="1311"/>
                </a:lnTo>
                <a:lnTo>
                  <a:pt x="7457" y="1052"/>
                </a:lnTo>
                <a:lnTo>
                  <a:pt x="745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8"/>
          <p:cNvSpPr/>
          <p:nvPr/>
        </p:nvSpPr>
        <p:spPr>
          <a:xfrm>
            <a:off x="4593431" y="3275912"/>
            <a:ext cx="70935" cy="19721"/>
          </a:xfrm>
          <a:custGeom>
            <a:rect b="b" l="l" r="r" t="t"/>
            <a:pathLst>
              <a:path extrusionOk="0" fill="none" h="2031" w="7457">
                <a:moveTo>
                  <a:pt x="7457" y="1052"/>
                </a:moveTo>
                <a:lnTo>
                  <a:pt x="7457" y="0"/>
                </a:lnTo>
                <a:lnTo>
                  <a:pt x="1274" y="0"/>
                </a:lnTo>
                <a:lnTo>
                  <a:pt x="1" y="2030"/>
                </a:lnTo>
                <a:lnTo>
                  <a:pt x="7254" y="2030"/>
                </a:lnTo>
                <a:lnTo>
                  <a:pt x="7254" y="2030"/>
                </a:lnTo>
                <a:lnTo>
                  <a:pt x="7346" y="1809"/>
                </a:lnTo>
                <a:lnTo>
                  <a:pt x="7401" y="1569"/>
                </a:lnTo>
                <a:lnTo>
                  <a:pt x="7438" y="1311"/>
                </a:lnTo>
                <a:lnTo>
                  <a:pt x="7457" y="1052"/>
                </a:lnTo>
                <a:lnTo>
                  <a:pt x="7457" y="1052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8"/>
          <p:cNvSpPr/>
          <p:nvPr/>
        </p:nvSpPr>
        <p:spPr>
          <a:xfrm>
            <a:off x="4664365" y="3286128"/>
            <a:ext cx="10" cy="10"/>
          </a:xfrm>
          <a:custGeom>
            <a:rect b="b" l="l" r="r" t="t"/>
            <a:pathLst>
              <a:path extrusionOk="0" fill="none" h="1" w="1">
                <a:moveTo>
                  <a:pt x="1" y="0"/>
                </a:moveTo>
                <a:lnTo>
                  <a:pt x="1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8"/>
          <p:cNvSpPr/>
          <p:nvPr/>
        </p:nvSpPr>
        <p:spPr>
          <a:xfrm>
            <a:off x="4520567" y="3241680"/>
            <a:ext cx="33893" cy="18109"/>
          </a:xfrm>
          <a:custGeom>
            <a:rect b="b" l="l" r="r" t="t"/>
            <a:pathLst>
              <a:path extrusionOk="0" h="1865" w="3563">
                <a:moveTo>
                  <a:pt x="0" y="0"/>
                </a:moveTo>
                <a:lnTo>
                  <a:pt x="0" y="1864"/>
                </a:lnTo>
                <a:lnTo>
                  <a:pt x="3562" y="1864"/>
                </a:lnTo>
                <a:lnTo>
                  <a:pt x="24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8"/>
          <p:cNvSpPr/>
          <p:nvPr/>
        </p:nvSpPr>
        <p:spPr>
          <a:xfrm>
            <a:off x="4520567" y="3241680"/>
            <a:ext cx="33893" cy="18109"/>
          </a:xfrm>
          <a:custGeom>
            <a:rect b="b" l="l" r="r" t="t"/>
            <a:pathLst>
              <a:path extrusionOk="0" fill="none" h="1865" w="3563">
                <a:moveTo>
                  <a:pt x="0" y="0"/>
                </a:moveTo>
                <a:lnTo>
                  <a:pt x="0" y="1864"/>
                </a:lnTo>
                <a:lnTo>
                  <a:pt x="3562" y="1864"/>
                </a:lnTo>
                <a:lnTo>
                  <a:pt x="2400" y="0"/>
                </a:lnTo>
                <a:lnTo>
                  <a:pt x="0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8"/>
          <p:cNvSpPr/>
          <p:nvPr/>
        </p:nvSpPr>
        <p:spPr>
          <a:xfrm>
            <a:off x="4520567" y="3241680"/>
            <a:ext cx="10" cy="10"/>
          </a:xfrm>
          <a:custGeom>
            <a:rect b="b" l="l" r="r" t="t"/>
            <a:pathLst>
              <a:path extrusionOk="0" fill="none" h="1" w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8"/>
          <p:cNvSpPr/>
          <p:nvPr/>
        </p:nvSpPr>
        <p:spPr>
          <a:xfrm>
            <a:off x="4615560" y="3241680"/>
            <a:ext cx="33884" cy="18109"/>
          </a:xfrm>
          <a:custGeom>
            <a:rect b="b" l="l" r="r" t="t"/>
            <a:pathLst>
              <a:path extrusionOk="0" h="1865" w="3562">
                <a:moveTo>
                  <a:pt x="1163" y="0"/>
                </a:moveTo>
                <a:lnTo>
                  <a:pt x="0" y="1864"/>
                </a:lnTo>
                <a:lnTo>
                  <a:pt x="3562" y="1864"/>
                </a:lnTo>
                <a:lnTo>
                  <a:pt x="35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8"/>
          <p:cNvSpPr/>
          <p:nvPr/>
        </p:nvSpPr>
        <p:spPr>
          <a:xfrm>
            <a:off x="4615560" y="3241680"/>
            <a:ext cx="33884" cy="18109"/>
          </a:xfrm>
          <a:custGeom>
            <a:rect b="b" l="l" r="r" t="t"/>
            <a:pathLst>
              <a:path extrusionOk="0" fill="none" h="1865" w="3562">
                <a:moveTo>
                  <a:pt x="1163" y="0"/>
                </a:moveTo>
                <a:lnTo>
                  <a:pt x="0" y="1864"/>
                </a:lnTo>
                <a:lnTo>
                  <a:pt x="3562" y="1864"/>
                </a:lnTo>
                <a:lnTo>
                  <a:pt x="3562" y="0"/>
                </a:lnTo>
                <a:lnTo>
                  <a:pt x="1163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8"/>
          <p:cNvSpPr/>
          <p:nvPr/>
        </p:nvSpPr>
        <p:spPr>
          <a:xfrm>
            <a:off x="4626615" y="3241680"/>
            <a:ext cx="10" cy="10"/>
          </a:xfrm>
          <a:custGeom>
            <a:rect b="b" l="l" r="r" t="t"/>
            <a:pathLst>
              <a:path extrusionOk="0" fill="none" h="1" w="1">
                <a:moveTo>
                  <a:pt x="1" y="0"/>
                </a:moveTo>
                <a:lnTo>
                  <a:pt x="1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8"/>
          <p:cNvSpPr/>
          <p:nvPr/>
        </p:nvSpPr>
        <p:spPr>
          <a:xfrm>
            <a:off x="4562350" y="3242214"/>
            <a:ext cx="45308" cy="36752"/>
          </a:xfrm>
          <a:custGeom>
            <a:rect b="b" l="l" r="r" t="t"/>
            <a:pathLst>
              <a:path extrusionOk="0" h="3785" w="4763">
                <a:moveTo>
                  <a:pt x="1" y="1"/>
                </a:moveTo>
                <a:lnTo>
                  <a:pt x="2382" y="3784"/>
                </a:lnTo>
                <a:lnTo>
                  <a:pt x="476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4562350" y="3242214"/>
            <a:ext cx="45308" cy="36752"/>
          </a:xfrm>
          <a:custGeom>
            <a:rect b="b" l="l" r="r" t="t"/>
            <a:pathLst>
              <a:path extrusionOk="0" fill="none" h="3785" w="4763">
                <a:moveTo>
                  <a:pt x="4763" y="1"/>
                </a:moveTo>
                <a:lnTo>
                  <a:pt x="1" y="1"/>
                </a:lnTo>
                <a:lnTo>
                  <a:pt x="2382" y="3784"/>
                </a:lnTo>
                <a:lnTo>
                  <a:pt x="4763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8"/>
          <p:cNvSpPr/>
          <p:nvPr/>
        </p:nvSpPr>
        <p:spPr>
          <a:xfrm>
            <a:off x="4607654" y="3242214"/>
            <a:ext cx="10" cy="10"/>
          </a:xfrm>
          <a:custGeom>
            <a:rect b="b" l="l" r="r" t="t"/>
            <a:pathLst>
              <a:path extrusionOk="0" fill="none" h="1" w="1">
                <a:moveTo>
                  <a:pt x="1" y="1"/>
                </a:moveTo>
                <a:lnTo>
                  <a:pt x="1" y="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800" lIns="68800" spcFirstLastPara="1" rIns="68800" wrap="square" tIns="68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8"/>
          <p:cNvSpPr txBox="1"/>
          <p:nvPr/>
        </p:nvSpPr>
        <p:spPr>
          <a:xfrm>
            <a:off x="6161453" y="3858330"/>
            <a:ext cx="28455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Groups: </a:t>
            </a:r>
            <a:r>
              <a:rPr b="1" lang="en" sz="900">
                <a:solidFill>
                  <a:schemeClr val="dk1"/>
                </a:solidFill>
              </a:rPr>
              <a:t>47 control (58%) vs 34 treatment (42%)</a:t>
            </a:r>
            <a:endParaRPr b="1" sz="900"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χ² </a:t>
            </a:r>
            <a:r>
              <a:rPr b="1" lang="en" sz="900">
                <a:solidFill>
                  <a:schemeClr val="dk1"/>
                </a:solidFill>
              </a:rPr>
              <a:t>test p = 0.149</a:t>
            </a:r>
            <a:r>
              <a:rPr lang="en" sz="900">
                <a:solidFill>
                  <a:schemeClr val="dk1"/>
                </a:solidFill>
              </a:rPr>
              <a:t> → no significant imbalance</a:t>
            </a:r>
            <a:endParaRPr sz="900"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Covariates balanced (</a:t>
            </a:r>
            <a:r>
              <a:rPr b="1" lang="en" sz="900">
                <a:solidFill>
                  <a:schemeClr val="dk1"/>
                </a:solidFill>
              </a:rPr>
              <a:t>Age p = 0.837, Years in U.S. p = 0.440</a:t>
            </a:r>
            <a:r>
              <a:rPr lang="en" sz="900">
                <a:solidFill>
                  <a:schemeClr val="dk1"/>
                </a:solidFill>
              </a:rPr>
              <a:t>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18"/>
          <p:cNvSpPr txBox="1"/>
          <p:nvPr/>
        </p:nvSpPr>
        <p:spPr>
          <a:xfrm>
            <a:off x="6187438" y="3521533"/>
            <a:ext cx="269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6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Randomization Check </a:t>
            </a:r>
            <a:endParaRPr b="1" sz="1806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01" name="Google Shape;601;p18"/>
          <p:cNvSpPr txBox="1"/>
          <p:nvPr/>
        </p:nvSpPr>
        <p:spPr>
          <a:xfrm>
            <a:off x="4" y="3849355"/>
            <a:ext cx="31533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Created </a:t>
            </a:r>
            <a:r>
              <a:rPr b="1" lang="en" sz="900">
                <a:solidFill>
                  <a:schemeClr val="dk1"/>
                </a:solidFill>
              </a:rPr>
              <a:t>Treatment indicator</a:t>
            </a:r>
            <a:r>
              <a:rPr lang="en" sz="900">
                <a:solidFill>
                  <a:schemeClr val="dk1"/>
                </a:solidFill>
              </a:rPr>
              <a:t> and merged control/treatment survey versions into a unified dataset</a:t>
            </a:r>
            <a:endParaRPr sz="900">
              <a:solidFill>
                <a:schemeClr val="dk1"/>
              </a:solidFill>
            </a:endParaRPr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Missing values handled by </a:t>
            </a:r>
            <a:r>
              <a:rPr b="1" lang="en" sz="900">
                <a:solidFill>
                  <a:schemeClr val="dk1"/>
                </a:solidFill>
              </a:rPr>
              <a:t>listwise deletion when required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18"/>
          <p:cNvSpPr txBox="1"/>
          <p:nvPr/>
        </p:nvSpPr>
        <p:spPr>
          <a:xfrm>
            <a:off x="678264" y="3522321"/>
            <a:ext cx="1528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6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Cleaning</a:t>
            </a:r>
            <a:endParaRPr b="1" sz="1806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03" name="Google Shape;603;p18"/>
          <p:cNvSpPr txBox="1"/>
          <p:nvPr/>
        </p:nvSpPr>
        <p:spPr>
          <a:xfrm>
            <a:off x="3014885" y="3849355"/>
            <a:ext cx="30294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Demographic and behavior charts: </a:t>
            </a:r>
            <a:r>
              <a:rPr b="1" lang="en" sz="900">
                <a:solidFill>
                  <a:schemeClr val="dk1"/>
                </a:solidFill>
              </a:rPr>
              <a:t>age, race, years in U.S., dining frequency</a:t>
            </a:r>
            <a:endParaRPr b="1" sz="900">
              <a:solidFill>
                <a:schemeClr val="dk1"/>
              </a:solidFill>
            </a:endParaRPr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Attitude results: respondents </a:t>
            </a:r>
            <a:r>
              <a:rPr b="1" lang="en" sz="900">
                <a:solidFill>
                  <a:schemeClr val="dk1"/>
                </a:solidFill>
              </a:rPr>
              <a:t>recognize tipping’s role</a:t>
            </a:r>
            <a:r>
              <a:rPr lang="en" sz="900">
                <a:solidFill>
                  <a:schemeClr val="dk1"/>
                </a:solidFill>
              </a:rPr>
              <a:t>, but many also </a:t>
            </a:r>
            <a:r>
              <a:rPr b="1" lang="en" sz="900">
                <a:solidFill>
                  <a:schemeClr val="dk1"/>
                </a:solidFill>
              </a:rPr>
              <a:t>support wage-based compensation</a:t>
            </a:r>
            <a:endParaRPr b="1" sz="900">
              <a:solidFill>
                <a:schemeClr val="dk1"/>
              </a:solidFill>
            </a:endParaRPr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Survey duration check: most responses </a:t>
            </a:r>
            <a:r>
              <a:rPr b="1" lang="en" sz="900">
                <a:solidFill>
                  <a:schemeClr val="dk1"/>
                </a:solidFill>
              </a:rPr>
              <a:t>20–180s</a:t>
            </a:r>
            <a:r>
              <a:rPr lang="en" sz="900">
                <a:solidFill>
                  <a:schemeClr val="dk1"/>
                </a:solidFill>
              </a:rPr>
              <a:t>; </a:t>
            </a:r>
            <a:r>
              <a:rPr b="1" lang="en" sz="900">
                <a:solidFill>
                  <a:schemeClr val="dk1"/>
                </a:solidFill>
              </a:rPr>
              <a:t>&lt;20s treated as inattentive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18"/>
          <p:cNvSpPr txBox="1"/>
          <p:nvPr/>
        </p:nvSpPr>
        <p:spPr>
          <a:xfrm>
            <a:off x="3776855" y="3530006"/>
            <a:ext cx="1528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00" lIns="68800" spcFirstLastPara="1" rIns="68800" wrap="square" tIns="68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6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EDA </a:t>
            </a:r>
            <a:endParaRPr b="1" sz="1806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05" name="Google Shape;605;p18" title="Screenshot 2026-03-04 at 6.05.59 PM.png"/>
          <p:cNvPicPr preferRelativeResize="0"/>
          <p:nvPr/>
        </p:nvPicPr>
        <p:blipFill rotWithShape="1">
          <a:blip r:embed="rId3">
            <a:alphaModFix/>
          </a:blip>
          <a:srcRect b="0" l="0" r="239" t="3512"/>
          <a:stretch/>
        </p:blipFill>
        <p:spPr>
          <a:xfrm>
            <a:off x="1593875" y="101675"/>
            <a:ext cx="6126175" cy="25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9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&amp; Results</a:t>
            </a:r>
            <a:endParaRPr/>
          </a:p>
        </p:txBody>
      </p:sp>
      <p:pic>
        <p:nvPicPr>
          <p:cNvPr id="611" name="Google Shape;6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75" y="983125"/>
            <a:ext cx="4517754" cy="280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126" y="1063663"/>
            <a:ext cx="2562501" cy="2462576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19"/>
          <p:cNvSpPr txBox="1"/>
          <p:nvPr/>
        </p:nvSpPr>
        <p:spPr>
          <a:xfrm>
            <a:off x="1311150" y="3984850"/>
            <a:ext cx="65217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Linear Regression detects 0.2 percentage point increase in tipping percentage for treatment vs. control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1.2 percentage point indicates insignificant results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19"/>
          <p:cNvSpPr/>
          <p:nvPr/>
        </p:nvSpPr>
        <p:spPr>
          <a:xfrm>
            <a:off x="7435350" y="2127849"/>
            <a:ext cx="397500" cy="314100"/>
          </a:xfrm>
          <a:prstGeom prst="rect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0"/>
          <p:cNvSpPr txBox="1"/>
          <p:nvPr>
            <p:ph type="title"/>
          </p:nvPr>
        </p:nvSpPr>
        <p:spPr>
          <a:xfrm>
            <a:off x="457200" y="94550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&amp; Results</a:t>
            </a:r>
            <a:endParaRPr/>
          </a:p>
        </p:txBody>
      </p:sp>
      <p:sp>
        <p:nvSpPr>
          <p:cNvPr id="620" name="Google Shape;620;p20"/>
          <p:cNvSpPr txBox="1"/>
          <p:nvPr/>
        </p:nvSpPr>
        <p:spPr>
          <a:xfrm>
            <a:off x="1601250" y="3954850"/>
            <a:ext cx="59415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●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Covariate Analysis: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○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Age, Service-Industry Experience, Dining Frequency, and </a:t>
            </a:r>
            <a:r>
              <a:rPr b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Years Lived in the U.S</a:t>
            </a: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●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Heterogeneity Analysis: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○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Years Lived in the U.S,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○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“Tipping plays a role in how restaurant workers are compensated”(1-5)                         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○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“Restaurant staff compensation should primarily come from wages paid by employers”(1-5)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1" name="Google Shape;6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0325" y="588900"/>
            <a:ext cx="2085268" cy="330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1725" y="588900"/>
            <a:ext cx="3018925" cy="3231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20"/>
          <p:cNvSpPr/>
          <p:nvPr/>
        </p:nvSpPr>
        <p:spPr>
          <a:xfrm>
            <a:off x="2565100" y="1848150"/>
            <a:ext cx="318300" cy="232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6802000" y="1848150"/>
            <a:ext cx="381900" cy="295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 </a:t>
            </a:r>
            <a:endParaRPr/>
          </a:p>
        </p:txBody>
      </p:sp>
      <p:pic>
        <p:nvPicPr>
          <p:cNvPr id="630" name="Google Shape;6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35375"/>
            <a:ext cx="4861777" cy="2872749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21"/>
          <p:cNvSpPr/>
          <p:nvPr/>
        </p:nvSpPr>
        <p:spPr>
          <a:xfrm>
            <a:off x="1491350" y="3876525"/>
            <a:ext cx="9789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Roboto"/>
                <a:ea typeface="Roboto"/>
                <a:cs typeface="Roboto"/>
                <a:sym typeface="Roboto"/>
              </a:rPr>
              <a:t>15%,18%,20%,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21"/>
          <p:cNvSpPr/>
          <p:nvPr/>
        </p:nvSpPr>
        <p:spPr>
          <a:xfrm>
            <a:off x="3625625" y="3876525"/>
            <a:ext cx="10848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Roboto"/>
                <a:ea typeface="Roboto"/>
                <a:cs typeface="Roboto"/>
                <a:sym typeface="Roboto"/>
              </a:rPr>
              <a:t>18%,20%,25%</a:t>
            </a:r>
            <a:endParaRPr b="1"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21"/>
          <p:cNvSpPr txBox="1"/>
          <p:nvPr/>
        </p:nvSpPr>
        <p:spPr>
          <a:xfrm>
            <a:off x="5380800" y="1135375"/>
            <a:ext cx="35250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Participants usually pick the lowest preset tip option.</a:t>
            </a:r>
            <a:b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Treatment (18/20/25): most choose 18%; few choose 20% or 25%.</a:t>
            </a:r>
            <a:b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Raising the minimum to 18% shifts some 15% choosers up to 18%.</a:t>
            </a:r>
            <a:b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Others use “customise” to tip below 18% (sometimes very low), offsetting the increase.</a:t>
            </a:r>
            <a:b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25% may be too high; a smaller top option (e.g., 22%) could encourage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more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tips.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3625875" y="2627525"/>
            <a:ext cx="607500" cy="51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22"/>
          <p:cNvGrpSpPr/>
          <p:nvPr/>
        </p:nvGrpSpPr>
        <p:grpSpPr>
          <a:xfrm>
            <a:off x="2594388" y="1008713"/>
            <a:ext cx="3949213" cy="3705013"/>
            <a:chOff x="2594388" y="1008713"/>
            <a:chExt cx="3949213" cy="3705013"/>
          </a:xfrm>
        </p:grpSpPr>
        <p:sp>
          <p:nvSpPr>
            <p:cNvPr id="640" name="Google Shape;640;p22"/>
            <p:cNvSpPr/>
            <p:nvPr/>
          </p:nvSpPr>
          <p:spPr>
            <a:xfrm>
              <a:off x="5407800" y="1008713"/>
              <a:ext cx="1135800" cy="1135800"/>
            </a:xfrm>
            <a:prstGeom prst="ellipse">
              <a:avLst/>
            </a:prstGeom>
            <a:solidFill>
              <a:srgbClr val="F3AE52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2"/>
            <p:cNvSpPr/>
            <p:nvPr/>
          </p:nvSpPr>
          <p:spPr>
            <a:xfrm>
              <a:off x="5407800" y="3577925"/>
              <a:ext cx="1135800" cy="1135800"/>
            </a:xfrm>
            <a:prstGeom prst="ellipse">
              <a:avLst/>
            </a:prstGeom>
            <a:solidFill>
              <a:srgbClr val="8A779A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2"/>
            <p:cNvSpPr/>
            <p:nvPr/>
          </p:nvSpPr>
          <p:spPr>
            <a:xfrm>
              <a:off x="5407800" y="2293319"/>
              <a:ext cx="1135800" cy="1135800"/>
            </a:xfrm>
            <a:prstGeom prst="ellipse">
              <a:avLst/>
            </a:prstGeom>
            <a:solidFill>
              <a:srgbClr val="FF6347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3" name="Google Shape;643;p22"/>
            <p:cNvGrpSpPr/>
            <p:nvPr/>
          </p:nvGrpSpPr>
          <p:grpSpPr>
            <a:xfrm>
              <a:off x="2594388" y="1576613"/>
              <a:ext cx="2813413" cy="2569750"/>
              <a:chOff x="2594388" y="1576613"/>
              <a:chExt cx="2813413" cy="2569750"/>
            </a:xfrm>
          </p:grpSpPr>
          <p:sp>
            <p:nvSpPr>
              <p:cNvPr id="644" name="Google Shape;644;p22"/>
              <p:cNvSpPr/>
              <p:nvPr/>
            </p:nvSpPr>
            <p:spPr>
              <a:xfrm>
                <a:off x="2594388" y="2293313"/>
                <a:ext cx="1135800" cy="11358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45" name="Google Shape;645;p22"/>
              <p:cNvCxnSpPr>
                <a:stCxn id="644" idx="0"/>
                <a:endCxn id="646" idx="1"/>
              </p:cNvCxnSpPr>
              <p:nvPr/>
            </p:nvCxnSpPr>
            <p:spPr>
              <a:xfrm rot="-5400000">
                <a:off x="3224838" y="1514063"/>
                <a:ext cx="716700" cy="8418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7" name="Google Shape;647;p22"/>
              <p:cNvCxnSpPr>
                <a:stCxn id="644" idx="4"/>
                <a:endCxn id="648" idx="1"/>
              </p:cNvCxnSpPr>
              <p:nvPr/>
            </p:nvCxnSpPr>
            <p:spPr>
              <a:xfrm flipH="1" rot="-5400000">
                <a:off x="3224838" y="3366563"/>
                <a:ext cx="716700" cy="8418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" name="Google Shape;649;p22"/>
              <p:cNvCxnSpPr>
                <a:stCxn id="644" idx="6"/>
                <a:endCxn id="650" idx="1"/>
              </p:cNvCxnSpPr>
              <p:nvPr/>
            </p:nvCxnSpPr>
            <p:spPr>
              <a:xfrm>
                <a:off x="3730188" y="2861213"/>
                <a:ext cx="273900" cy="600"/>
              </a:xfrm>
              <a:prstGeom prst="bentConnector3">
                <a:avLst>
                  <a:gd fmla="val 50002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" name="Google Shape;651;p22"/>
              <p:cNvCxnSpPr>
                <a:stCxn id="646" idx="3"/>
                <a:endCxn id="640" idx="2"/>
              </p:cNvCxnSpPr>
              <p:nvPr/>
            </p:nvCxnSpPr>
            <p:spPr>
              <a:xfrm>
                <a:off x="5139900" y="1576675"/>
                <a:ext cx="267900" cy="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" name="Google Shape;652;p22"/>
              <p:cNvCxnSpPr>
                <a:stCxn id="650" idx="3"/>
                <a:endCxn id="642" idx="2"/>
              </p:cNvCxnSpPr>
              <p:nvPr/>
            </p:nvCxnSpPr>
            <p:spPr>
              <a:xfrm>
                <a:off x="5139900" y="2861219"/>
                <a:ext cx="267900" cy="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3" name="Google Shape;653;p22"/>
              <p:cNvCxnSpPr>
                <a:stCxn id="648" idx="3"/>
                <a:endCxn id="641" idx="2"/>
              </p:cNvCxnSpPr>
              <p:nvPr/>
            </p:nvCxnSpPr>
            <p:spPr>
              <a:xfrm>
                <a:off x="5139900" y="4145763"/>
                <a:ext cx="267900" cy="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46" name="Google Shape;646;p22"/>
          <p:cNvSpPr/>
          <p:nvPr/>
        </p:nvSpPr>
        <p:spPr>
          <a:xfrm>
            <a:off x="4004100" y="1326025"/>
            <a:ext cx="1135800" cy="5013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Option 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4" name="Google Shape;654;p22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Insight</a:t>
            </a:r>
            <a:endParaRPr/>
          </a:p>
        </p:txBody>
      </p:sp>
      <p:grpSp>
        <p:nvGrpSpPr>
          <p:cNvPr id="655" name="Google Shape;655;p22"/>
          <p:cNvGrpSpPr/>
          <p:nvPr/>
        </p:nvGrpSpPr>
        <p:grpSpPr>
          <a:xfrm>
            <a:off x="5678841" y="3676295"/>
            <a:ext cx="593542" cy="939067"/>
            <a:chOff x="3289201" y="2182761"/>
            <a:chExt cx="804803" cy="1273312"/>
          </a:xfrm>
        </p:grpSpPr>
        <p:sp>
          <p:nvSpPr>
            <p:cNvPr id="656" name="Google Shape;656;p22"/>
            <p:cNvSpPr/>
            <p:nvPr/>
          </p:nvSpPr>
          <p:spPr>
            <a:xfrm>
              <a:off x="3322221" y="3090415"/>
              <a:ext cx="659164" cy="365658"/>
            </a:xfrm>
            <a:custGeom>
              <a:rect b="b" l="l" r="r" t="t"/>
              <a:pathLst>
                <a:path extrusionOk="0" h="24108" w="43459">
                  <a:moveTo>
                    <a:pt x="21737" y="0"/>
                  </a:moveTo>
                  <a:lnTo>
                    <a:pt x="20619" y="15"/>
                  </a:lnTo>
                  <a:lnTo>
                    <a:pt x="19501" y="60"/>
                  </a:lnTo>
                  <a:lnTo>
                    <a:pt x="18427" y="135"/>
                  </a:lnTo>
                  <a:lnTo>
                    <a:pt x="17354" y="239"/>
                  </a:lnTo>
                  <a:lnTo>
                    <a:pt x="16296" y="373"/>
                  </a:lnTo>
                  <a:lnTo>
                    <a:pt x="15267" y="537"/>
                  </a:lnTo>
                  <a:lnTo>
                    <a:pt x="14253" y="731"/>
                  </a:lnTo>
                  <a:lnTo>
                    <a:pt x="13269" y="940"/>
                  </a:lnTo>
                  <a:lnTo>
                    <a:pt x="12315" y="1178"/>
                  </a:lnTo>
                  <a:lnTo>
                    <a:pt x="11376" y="1446"/>
                  </a:lnTo>
                  <a:lnTo>
                    <a:pt x="10466" y="1745"/>
                  </a:lnTo>
                  <a:lnTo>
                    <a:pt x="9587" y="2058"/>
                  </a:lnTo>
                  <a:lnTo>
                    <a:pt x="8722" y="2386"/>
                  </a:lnTo>
                  <a:lnTo>
                    <a:pt x="7902" y="2743"/>
                  </a:lnTo>
                  <a:lnTo>
                    <a:pt x="7112" y="3131"/>
                  </a:lnTo>
                  <a:lnTo>
                    <a:pt x="6367" y="3519"/>
                  </a:lnTo>
                  <a:lnTo>
                    <a:pt x="5651" y="3951"/>
                  </a:lnTo>
                  <a:lnTo>
                    <a:pt x="4965" y="4383"/>
                  </a:lnTo>
                  <a:lnTo>
                    <a:pt x="4637" y="4607"/>
                  </a:lnTo>
                  <a:lnTo>
                    <a:pt x="4324" y="4831"/>
                  </a:lnTo>
                  <a:lnTo>
                    <a:pt x="4011" y="5069"/>
                  </a:lnTo>
                  <a:lnTo>
                    <a:pt x="3713" y="5308"/>
                  </a:lnTo>
                  <a:lnTo>
                    <a:pt x="3430" y="5546"/>
                  </a:lnTo>
                  <a:lnTo>
                    <a:pt x="3146" y="5800"/>
                  </a:lnTo>
                  <a:lnTo>
                    <a:pt x="2878" y="6053"/>
                  </a:lnTo>
                  <a:lnTo>
                    <a:pt x="2625" y="6307"/>
                  </a:lnTo>
                  <a:lnTo>
                    <a:pt x="2371" y="6560"/>
                  </a:lnTo>
                  <a:lnTo>
                    <a:pt x="2147" y="6828"/>
                  </a:lnTo>
                  <a:lnTo>
                    <a:pt x="1924" y="7082"/>
                  </a:lnTo>
                  <a:lnTo>
                    <a:pt x="1715" y="7350"/>
                  </a:lnTo>
                  <a:lnTo>
                    <a:pt x="1506" y="7633"/>
                  </a:lnTo>
                  <a:lnTo>
                    <a:pt x="1313" y="7902"/>
                  </a:lnTo>
                  <a:lnTo>
                    <a:pt x="1149" y="8185"/>
                  </a:lnTo>
                  <a:lnTo>
                    <a:pt x="985" y="8468"/>
                  </a:lnTo>
                  <a:lnTo>
                    <a:pt x="821" y="8752"/>
                  </a:lnTo>
                  <a:lnTo>
                    <a:pt x="686" y="9035"/>
                  </a:lnTo>
                  <a:lnTo>
                    <a:pt x="552" y="9333"/>
                  </a:lnTo>
                  <a:lnTo>
                    <a:pt x="448" y="9616"/>
                  </a:lnTo>
                  <a:lnTo>
                    <a:pt x="344" y="9914"/>
                  </a:lnTo>
                  <a:lnTo>
                    <a:pt x="254" y="10213"/>
                  </a:lnTo>
                  <a:lnTo>
                    <a:pt x="180" y="10511"/>
                  </a:lnTo>
                  <a:lnTo>
                    <a:pt x="120" y="10824"/>
                  </a:lnTo>
                  <a:lnTo>
                    <a:pt x="60" y="11122"/>
                  </a:lnTo>
                  <a:lnTo>
                    <a:pt x="30" y="11435"/>
                  </a:lnTo>
                  <a:lnTo>
                    <a:pt x="1" y="11733"/>
                  </a:lnTo>
                  <a:lnTo>
                    <a:pt x="1" y="12046"/>
                  </a:lnTo>
                  <a:lnTo>
                    <a:pt x="1" y="12359"/>
                  </a:lnTo>
                  <a:lnTo>
                    <a:pt x="30" y="12672"/>
                  </a:lnTo>
                  <a:lnTo>
                    <a:pt x="60" y="12971"/>
                  </a:lnTo>
                  <a:lnTo>
                    <a:pt x="120" y="13284"/>
                  </a:lnTo>
                  <a:lnTo>
                    <a:pt x="180" y="13582"/>
                  </a:lnTo>
                  <a:lnTo>
                    <a:pt x="254" y="13880"/>
                  </a:lnTo>
                  <a:lnTo>
                    <a:pt x="344" y="14178"/>
                  </a:lnTo>
                  <a:lnTo>
                    <a:pt x="448" y="14476"/>
                  </a:lnTo>
                  <a:lnTo>
                    <a:pt x="552" y="14775"/>
                  </a:lnTo>
                  <a:lnTo>
                    <a:pt x="686" y="15058"/>
                  </a:lnTo>
                  <a:lnTo>
                    <a:pt x="821" y="15356"/>
                  </a:lnTo>
                  <a:lnTo>
                    <a:pt x="985" y="15639"/>
                  </a:lnTo>
                  <a:lnTo>
                    <a:pt x="1149" y="15923"/>
                  </a:lnTo>
                  <a:lnTo>
                    <a:pt x="1313" y="16191"/>
                  </a:lnTo>
                  <a:lnTo>
                    <a:pt x="1506" y="16474"/>
                  </a:lnTo>
                  <a:lnTo>
                    <a:pt x="1715" y="16742"/>
                  </a:lnTo>
                  <a:lnTo>
                    <a:pt x="1924" y="17011"/>
                  </a:lnTo>
                  <a:lnTo>
                    <a:pt x="2147" y="17279"/>
                  </a:lnTo>
                  <a:lnTo>
                    <a:pt x="2371" y="17533"/>
                  </a:lnTo>
                  <a:lnTo>
                    <a:pt x="2625" y="17801"/>
                  </a:lnTo>
                  <a:lnTo>
                    <a:pt x="2878" y="18054"/>
                  </a:lnTo>
                  <a:lnTo>
                    <a:pt x="3146" y="18308"/>
                  </a:lnTo>
                  <a:lnTo>
                    <a:pt x="3430" y="18546"/>
                  </a:lnTo>
                  <a:lnTo>
                    <a:pt x="3713" y="18785"/>
                  </a:lnTo>
                  <a:lnTo>
                    <a:pt x="4011" y="19023"/>
                  </a:lnTo>
                  <a:lnTo>
                    <a:pt x="4324" y="19262"/>
                  </a:lnTo>
                  <a:lnTo>
                    <a:pt x="4637" y="19501"/>
                  </a:lnTo>
                  <a:lnTo>
                    <a:pt x="4965" y="19724"/>
                  </a:lnTo>
                  <a:lnTo>
                    <a:pt x="5651" y="20157"/>
                  </a:lnTo>
                  <a:lnTo>
                    <a:pt x="6367" y="20574"/>
                  </a:lnTo>
                  <a:lnTo>
                    <a:pt x="7112" y="20976"/>
                  </a:lnTo>
                  <a:lnTo>
                    <a:pt x="7902" y="21349"/>
                  </a:lnTo>
                  <a:lnTo>
                    <a:pt x="8722" y="21707"/>
                  </a:lnTo>
                  <a:lnTo>
                    <a:pt x="9587" y="22050"/>
                  </a:lnTo>
                  <a:lnTo>
                    <a:pt x="10466" y="22363"/>
                  </a:lnTo>
                  <a:lnTo>
                    <a:pt x="11376" y="22646"/>
                  </a:lnTo>
                  <a:lnTo>
                    <a:pt x="12315" y="22915"/>
                  </a:lnTo>
                  <a:lnTo>
                    <a:pt x="13269" y="23153"/>
                  </a:lnTo>
                  <a:lnTo>
                    <a:pt x="14253" y="23377"/>
                  </a:lnTo>
                  <a:lnTo>
                    <a:pt x="15267" y="23571"/>
                  </a:lnTo>
                  <a:lnTo>
                    <a:pt x="16296" y="23735"/>
                  </a:lnTo>
                  <a:lnTo>
                    <a:pt x="17354" y="23869"/>
                  </a:lnTo>
                  <a:lnTo>
                    <a:pt x="18427" y="23973"/>
                  </a:lnTo>
                  <a:lnTo>
                    <a:pt x="19501" y="24048"/>
                  </a:lnTo>
                  <a:lnTo>
                    <a:pt x="20619" y="24092"/>
                  </a:lnTo>
                  <a:lnTo>
                    <a:pt x="21737" y="24107"/>
                  </a:lnTo>
                  <a:lnTo>
                    <a:pt x="22855" y="24092"/>
                  </a:lnTo>
                  <a:lnTo>
                    <a:pt x="23958" y="24048"/>
                  </a:lnTo>
                  <a:lnTo>
                    <a:pt x="25032" y="23973"/>
                  </a:lnTo>
                  <a:lnTo>
                    <a:pt x="26105" y="23869"/>
                  </a:lnTo>
                  <a:lnTo>
                    <a:pt x="27164" y="23735"/>
                  </a:lnTo>
                  <a:lnTo>
                    <a:pt x="28192" y="23571"/>
                  </a:lnTo>
                  <a:lnTo>
                    <a:pt x="29206" y="23377"/>
                  </a:lnTo>
                  <a:lnTo>
                    <a:pt x="30190" y="23153"/>
                  </a:lnTo>
                  <a:lnTo>
                    <a:pt x="31144" y="22915"/>
                  </a:lnTo>
                  <a:lnTo>
                    <a:pt x="32084" y="22646"/>
                  </a:lnTo>
                  <a:lnTo>
                    <a:pt x="32993" y="22363"/>
                  </a:lnTo>
                  <a:lnTo>
                    <a:pt x="33873" y="22050"/>
                  </a:lnTo>
                  <a:lnTo>
                    <a:pt x="34737" y="21707"/>
                  </a:lnTo>
                  <a:lnTo>
                    <a:pt x="35557" y="21349"/>
                  </a:lnTo>
                  <a:lnTo>
                    <a:pt x="36347" y="20976"/>
                  </a:lnTo>
                  <a:lnTo>
                    <a:pt x="37093" y="20574"/>
                  </a:lnTo>
                  <a:lnTo>
                    <a:pt x="37808" y="20157"/>
                  </a:lnTo>
                  <a:lnTo>
                    <a:pt x="38494" y="19724"/>
                  </a:lnTo>
                  <a:lnTo>
                    <a:pt x="38822" y="19501"/>
                  </a:lnTo>
                  <a:lnTo>
                    <a:pt x="39135" y="19262"/>
                  </a:lnTo>
                  <a:lnTo>
                    <a:pt x="39448" y="19023"/>
                  </a:lnTo>
                  <a:lnTo>
                    <a:pt x="39747" y="18785"/>
                  </a:lnTo>
                  <a:lnTo>
                    <a:pt x="40030" y="18546"/>
                  </a:lnTo>
                  <a:lnTo>
                    <a:pt x="40313" y="18308"/>
                  </a:lnTo>
                  <a:lnTo>
                    <a:pt x="40581" y="18054"/>
                  </a:lnTo>
                  <a:lnTo>
                    <a:pt x="40835" y="17801"/>
                  </a:lnTo>
                  <a:lnTo>
                    <a:pt x="41088" y="17533"/>
                  </a:lnTo>
                  <a:lnTo>
                    <a:pt x="41312" y="17279"/>
                  </a:lnTo>
                  <a:lnTo>
                    <a:pt x="41536" y="17011"/>
                  </a:lnTo>
                  <a:lnTo>
                    <a:pt x="41759" y="16742"/>
                  </a:lnTo>
                  <a:lnTo>
                    <a:pt x="41953" y="16474"/>
                  </a:lnTo>
                  <a:lnTo>
                    <a:pt x="42147" y="16191"/>
                  </a:lnTo>
                  <a:lnTo>
                    <a:pt x="42311" y="15923"/>
                  </a:lnTo>
                  <a:lnTo>
                    <a:pt x="42490" y="15639"/>
                  </a:lnTo>
                  <a:lnTo>
                    <a:pt x="42639" y="15356"/>
                  </a:lnTo>
                  <a:lnTo>
                    <a:pt x="42773" y="15058"/>
                  </a:lnTo>
                  <a:lnTo>
                    <a:pt x="42907" y="14775"/>
                  </a:lnTo>
                  <a:lnTo>
                    <a:pt x="43011" y="14476"/>
                  </a:lnTo>
                  <a:lnTo>
                    <a:pt x="43116" y="14178"/>
                  </a:lnTo>
                  <a:lnTo>
                    <a:pt x="43205" y="13880"/>
                  </a:lnTo>
                  <a:lnTo>
                    <a:pt x="43280" y="13582"/>
                  </a:lnTo>
                  <a:lnTo>
                    <a:pt x="43354" y="13284"/>
                  </a:lnTo>
                  <a:lnTo>
                    <a:pt x="43399" y="12971"/>
                  </a:lnTo>
                  <a:lnTo>
                    <a:pt x="43429" y="12672"/>
                  </a:lnTo>
                  <a:lnTo>
                    <a:pt x="43459" y="12359"/>
                  </a:lnTo>
                  <a:lnTo>
                    <a:pt x="43459" y="12046"/>
                  </a:lnTo>
                  <a:lnTo>
                    <a:pt x="43459" y="11733"/>
                  </a:lnTo>
                  <a:lnTo>
                    <a:pt x="43429" y="11435"/>
                  </a:lnTo>
                  <a:lnTo>
                    <a:pt x="43399" y="11122"/>
                  </a:lnTo>
                  <a:lnTo>
                    <a:pt x="43354" y="10824"/>
                  </a:lnTo>
                  <a:lnTo>
                    <a:pt x="43280" y="10511"/>
                  </a:lnTo>
                  <a:lnTo>
                    <a:pt x="43205" y="10213"/>
                  </a:lnTo>
                  <a:lnTo>
                    <a:pt x="43116" y="9914"/>
                  </a:lnTo>
                  <a:lnTo>
                    <a:pt x="43011" y="9616"/>
                  </a:lnTo>
                  <a:lnTo>
                    <a:pt x="42907" y="9333"/>
                  </a:lnTo>
                  <a:lnTo>
                    <a:pt x="42773" y="9035"/>
                  </a:lnTo>
                  <a:lnTo>
                    <a:pt x="42639" y="8752"/>
                  </a:lnTo>
                  <a:lnTo>
                    <a:pt x="42490" y="8468"/>
                  </a:lnTo>
                  <a:lnTo>
                    <a:pt x="42311" y="8185"/>
                  </a:lnTo>
                  <a:lnTo>
                    <a:pt x="42147" y="7902"/>
                  </a:lnTo>
                  <a:lnTo>
                    <a:pt x="41953" y="7633"/>
                  </a:lnTo>
                  <a:lnTo>
                    <a:pt x="41759" y="7350"/>
                  </a:lnTo>
                  <a:lnTo>
                    <a:pt x="41536" y="7082"/>
                  </a:lnTo>
                  <a:lnTo>
                    <a:pt x="41312" y="6828"/>
                  </a:lnTo>
                  <a:lnTo>
                    <a:pt x="41088" y="6560"/>
                  </a:lnTo>
                  <a:lnTo>
                    <a:pt x="40835" y="6307"/>
                  </a:lnTo>
                  <a:lnTo>
                    <a:pt x="40581" y="6053"/>
                  </a:lnTo>
                  <a:lnTo>
                    <a:pt x="40313" y="5800"/>
                  </a:lnTo>
                  <a:lnTo>
                    <a:pt x="40030" y="5546"/>
                  </a:lnTo>
                  <a:lnTo>
                    <a:pt x="39747" y="5308"/>
                  </a:lnTo>
                  <a:lnTo>
                    <a:pt x="39448" y="5069"/>
                  </a:lnTo>
                  <a:lnTo>
                    <a:pt x="39135" y="4831"/>
                  </a:lnTo>
                  <a:lnTo>
                    <a:pt x="38822" y="4607"/>
                  </a:lnTo>
                  <a:lnTo>
                    <a:pt x="38494" y="4383"/>
                  </a:lnTo>
                  <a:lnTo>
                    <a:pt x="37808" y="3951"/>
                  </a:lnTo>
                  <a:lnTo>
                    <a:pt x="37093" y="3519"/>
                  </a:lnTo>
                  <a:lnTo>
                    <a:pt x="36347" y="3131"/>
                  </a:lnTo>
                  <a:lnTo>
                    <a:pt x="35557" y="2743"/>
                  </a:lnTo>
                  <a:lnTo>
                    <a:pt x="34737" y="2386"/>
                  </a:lnTo>
                  <a:lnTo>
                    <a:pt x="33873" y="2058"/>
                  </a:lnTo>
                  <a:lnTo>
                    <a:pt x="32993" y="1745"/>
                  </a:lnTo>
                  <a:lnTo>
                    <a:pt x="32084" y="1446"/>
                  </a:lnTo>
                  <a:lnTo>
                    <a:pt x="31144" y="1178"/>
                  </a:lnTo>
                  <a:lnTo>
                    <a:pt x="30190" y="940"/>
                  </a:lnTo>
                  <a:lnTo>
                    <a:pt x="29206" y="731"/>
                  </a:lnTo>
                  <a:lnTo>
                    <a:pt x="28192" y="537"/>
                  </a:lnTo>
                  <a:lnTo>
                    <a:pt x="27164" y="373"/>
                  </a:lnTo>
                  <a:lnTo>
                    <a:pt x="26105" y="239"/>
                  </a:lnTo>
                  <a:lnTo>
                    <a:pt x="25032" y="135"/>
                  </a:lnTo>
                  <a:lnTo>
                    <a:pt x="23958" y="60"/>
                  </a:lnTo>
                  <a:lnTo>
                    <a:pt x="22855" y="15"/>
                  </a:lnTo>
                  <a:lnTo>
                    <a:pt x="21737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3622522" y="2444158"/>
              <a:ext cx="462199" cy="971660"/>
            </a:xfrm>
            <a:custGeom>
              <a:rect b="b" l="l" r="r" t="t"/>
              <a:pathLst>
                <a:path extrusionOk="0" h="64062" w="30473">
                  <a:moveTo>
                    <a:pt x="21960" y="0"/>
                  </a:moveTo>
                  <a:lnTo>
                    <a:pt x="15475" y="49571"/>
                  </a:lnTo>
                  <a:lnTo>
                    <a:pt x="15475" y="49794"/>
                  </a:lnTo>
                  <a:lnTo>
                    <a:pt x="15475" y="50107"/>
                  </a:lnTo>
                  <a:lnTo>
                    <a:pt x="15460" y="50435"/>
                  </a:lnTo>
                  <a:lnTo>
                    <a:pt x="15430" y="50748"/>
                  </a:lnTo>
                  <a:lnTo>
                    <a:pt x="15400" y="51061"/>
                  </a:lnTo>
                  <a:lnTo>
                    <a:pt x="15356" y="51374"/>
                  </a:lnTo>
                  <a:lnTo>
                    <a:pt x="15311" y="51673"/>
                  </a:lnTo>
                  <a:lnTo>
                    <a:pt x="15251" y="51986"/>
                  </a:lnTo>
                  <a:lnTo>
                    <a:pt x="15177" y="52299"/>
                  </a:lnTo>
                  <a:lnTo>
                    <a:pt x="15102" y="52597"/>
                  </a:lnTo>
                  <a:lnTo>
                    <a:pt x="15013" y="52895"/>
                  </a:lnTo>
                  <a:lnTo>
                    <a:pt x="14908" y="53193"/>
                  </a:lnTo>
                  <a:lnTo>
                    <a:pt x="14804" y="53491"/>
                  </a:lnTo>
                  <a:lnTo>
                    <a:pt x="14580" y="54073"/>
                  </a:lnTo>
                  <a:lnTo>
                    <a:pt x="14312" y="54654"/>
                  </a:lnTo>
                  <a:lnTo>
                    <a:pt x="13999" y="55221"/>
                  </a:lnTo>
                  <a:lnTo>
                    <a:pt x="13671" y="55772"/>
                  </a:lnTo>
                  <a:lnTo>
                    <a:pt x="13313" y="56309"/>
                  </a:lnTo>
                  <a:lnTo>
                    <a:pt x="12911" y="56831"/>
                  </a:lnTo>
                  <a:lnTo>
                    <a:pt x="12493" y="57338"/>
                  </a:lnTo>
                  <a:lnTo>
                    <a:pt x="12046" y="57845"/>
                  </a:lnTo>
                  <a:lnTo>
                    <a:pt x="11569" y="58322"/>
                  </a:lnTo>
                  <a:lnTo>
                    <a:pt x="11062" y="58799"/>
                  </a:lnTo>
                  <a:lnTo>
                    <a:pt x="10525" y="59246"/>
                  </a:lnTo>
                  <a:lnTo>
                    <a:pt x="9974" y="59678"/>
                  </a:lnTo>
                  <a:lnTo>
                    <a:pt x="9392" y="60096"/>
                  </a:lnTo>
                  <a:lnTo>
                    <a:pt x="8781" y="60498"/>
                  </a:lnTo>
                  <a:lnTo>
                    <a:pt x="8155" y="60886"/>
                  </a:lnTo>
                  <a:lnTo>
                    <a:pt x="7514" y="61244"/>
                  </a:lnTo>
                  <a:lnTo>
                    <a:pt x="6843" y="61587"/>
                  </a:lnTo>
                  <a:lnTo>
                    <a:pt x="6157" y="61915"/>
                  </a:lnTo>
                  <a:lnTo>
                    <a:pt x="5442" y="62228"/>
                  </a:lnTo>
                  <a:lnTo>
                    <a:pt x="4711" y="62511"/>
                  </a:lnTo>
                  <a:lnTo>
                    <a:pt x="3966" y="62765"/>
                  </a:lnTo>
                  <a:lnTo>
                    <a:pt x="3205" y="63003"/>
                  </a:lnTo>
                  <a:lnTo>
                    <a:pt x="2430" y="63227"/>
                  </a:lnTo>
                  <a:lnTo>
                    <a:pt x="1640" y="63420"/>
                  </a:lnTo>
                  <a:lnTo>
                    <a:pt x="820" y="63584"/>
                  </a:lnTo>
                  <a:lnTo>
                    <a:pt x="0" y="63734"/>
                  </a:lnTo>
                  <a:lnTo>
                    <a:pt x="522" y="63808"/>
                  </a:lnTo>
                  <a:lnTo>
                    <a:pt x="1029" y="63883"/>
                  </a:lnTo>
                  <a:lnTo>
                    <a:pt x="1565" y="63927"/>
                  </a:lnTo>
                  <a:lnTo>
                    <a:pt x="2087" y="63987"/>
                  </a:lnTo>
                  <a:lnTo>
                    <a:pt x="2624" y="64017"/>
                  </a:lnTo>
                  <a:lnTo>
                    <a:pt x="3161" y="64047"/>
                  </a:lnTo>
                  <a:lnTo>
                    <a:pt x="3697" y="64062"/>
                  </a:lnTo>
                  <a:lnTo>
                    <a:pt x="4756" y="64062"/>
                  </a:lnTo>
                  <a:lnTo>
                    <a:pt x="5263" y="64047"/>
                  </a:lnTo>
                  <a:lnTo>
                    <a:pt x="5770" y="64017"/>
                  </a:lnTo>
                  <a:lnTo>
                    <a:pt x="6262" y="63987"/>
                  </a:lnTo>
                  <a:lnTo>
                    <a:pt x="6768" y="63942"/>
                  </a:lnTo>
                  <a:lnTo>
                    <a:pt x="7260" y="63898"/>
                  </a:lnTo>
                  <a:lnTo>
                    <a:pt x="7752" y="63838"/>
                  </a:lnTo>
                  <a:lnTo>
                    <a:pt x="8229" y="63778"/>
                  </a:lnTo>
                  <a:lnTo>
                    <a:pt x="8707" y="63704"/>
                  </a:lnTo>
                  <a:lnTo>
                    <a:pt x="9184" y="63614"/>
                  </a:lnTo>
                  <a:lnTo>
                    <a:pt x="10123" y="63420"/>
                  </a:lnTo>
                  <a:lnTo>
                    <a:pt x="11032" y="63197"/>
                  </a:lnTo>
                  <a:lnTo>
                    <a:pt x="11942" y="62943"/>
                  </a:lnTo>
                  <a:lnTo>
                    <a:pt x="12806" y="62660"/>
                  </a:lnTo>
                  <a:lnTo>
                    <a:pt x="13656" y="62347"/>
                  </a:lnTo>
                  <a:lnTo>
                    <a:pt x="14491" y="62004"/>
                  </a:lnTo>
                  <a:lnTo>
                    <a:pt x="15296" y="61631"/>
                  </a:lnTo>
                  <a:lnTo>
                    <a:pt x="15684" y="61438"/>
                  </a:lnTo>
                  <a:lnTo>
                    <a:pt x="16056" y="61229"/>
                  </a:lnTo>
                  <a:lnTo>
                    <a:pt x="16444" y="61020"/>
                  </a:lnTo>
                  <a:lnTo>
                    <a:pt x="16802" y="60812"/>
                  </a:lnTo>
                  <a:lnTo>
                    <a:pt x="17175" y="60588"/>
                  </a:lnTo>
                  <a:lnTo>
                    <a:pt x="17517" y="60364"/>
                  </a:lnTo>
                  <a:lnTo>
                    <a:pt x="17875" y="60126"/>
                  </a:lnTo>
                  <a:lnTo>
                    <a:pt x="18203" y="59887"/>
                  </a:lnTo>
                  <a:lnTo>
                    <a:pt x="18546" y="59634"/>
                  </a:lnTo>
                  <a:lnTo>
                    <a:pt x="18859" y="59395"/>
                  </a:lnTo>
                  <a:lnTo>
                    <a:pt x="19172" y="59127"/>
                  </a:lnTo>
                  <a:lnTo>
                    <a:pt x="19485" y="58873"/>
                  </a:lnTo>
                  <a:lnTo>
                    <a:pt x="19784" y="58605"/>
                  </a:lnTo>
                  <a:lnTo>
                    <a:pt x="20067" y="58337"/>
                  </a:lnTo>
                  <a:lnTo>
                    <a:pt x="20350" y="58053"/>
                  </a:lnTo>
                  <a:lnTo>
                    <a:pt x="20618" y="57770"/>
                  </a:lnTo>
                  <a:lnTo>
                    <a:pt x="20887" y="57487"/>
                  </a:lnTo>
                  <a:lnTo>
                    <a:pt x="21125" y="57189"/>
                  </a:lnTo>
                  <a:lnTo>
                    <a:pt x="21379" y="56891"/>
                  </a:lnTo>
                  <a:lnTo>
                    <a:pt x="21602" y="56592"/>
                  </a:lnTo>
                  <a:lnTo>
                    <a:pt x="21826" y="56294"/>
                  </a:lnTo>
                  <a:lnTo>
                    <a:pt x="22050" y="55981"/>
                  </a:lnTo>
                  <a:lnTo>
                    <a:pt x="22243" y="55668"/>
                  </a:lnTo>
                  <a:lnTo>
                    <a:pt x="22437" y="55355"/>
                  </a:lnTo>
                  <a:lnTo>
                    <a:pt x="22616" y="55027"/>
                  </a:lnTo>
                  <a:lnTo>
                    <a:pt x="22795" y="54699"/>
                  </a:lnTo>
                  <a:lnTo>
                    <a:pt x="22944" y="54371"/>
                  </a:lnTo>
                  <a:lnTo>
                    <a:pt x="23093" y="54043"/>
                  </a:lnTo>
                  <a:lnTo>
                    <a:pt x="23242" y="53700"/>
                  </a:lnTo>
                  <a:lnTo>
                    <a:pt x="23362" y="53357"/>
                  </a:lnTo>
                  <a:lnTo>
                    <a:pt x="23481" y="53014"/>
                  </a:lnTo>
                  <a:lnTo>
                    <a:pt x="23585" y="52672"/>
                  </a:lnTo>
                  <a:lnTo>
                    <a:pt x="23675" y="52314"/>
                  </a:lnTo>
                  <a:lnTo>
                    <a:pt x="23764" y="51971"/>
                  </a:lnTo>
                  <a:lnTo>
                    <a:pt x="23824" y="51613"/>
                  </a:lnTo>
                  <a:lnTo>
                    <a:pt x="23883" y="51255"/>
                  </a:lnTo>
                  <a:lnTo>
                    <a:pt x="23928" y="50897"/>
                  </a:lnTo>
                  <a:lnTo>
                    <a:pt x="23958" y="50525"/>
                  </a:lnTo>
                  <a:lnTo>
                    <a:pt x="23988" y="50167"/>
                  </a:lnTo>
                  <a:lnTo>
                    <a:pt x="23988" y="49794"/>
                  </a:lnTo>
                  <a:lnTo>
                    <a:pt x="23973" y="49571"/>
                  </a:lnTo>
                  <a:lnTo>
                    <a:pt x="30473" y="0"/>
                  </a:lnTo>
                  <a:close/>
                </a:path>
              </a:pathLst>
            </a:custGeom>
            <a:solidFill>
              <a:srgbClr val="FFED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3622522" y="2444158"/>
              <a:ext cx="462199" cy="971660"/>
            </a:xfrm>
            <a:custGeom>
              <a:rect b="b" l="l" r="r" t="t"/>
              <a:pathLst>
                <a:path extrusionOk="0" fill="none" h="64062" w="30473">
                  <a:moveTo>
                    <a:pt x="23973" y="49571"/>
                  </a:moveTo>
                  <a:lnTo>
                    <a:pt x="23973" y="49571"/>
                  </a:lnTo>
                  <a:lnTo>
                    <a:pt x="23988" y="49794"/>
                  </a:lnTo>
                  <a:lnTo>
                    <a:pt x="23988" y="49794"/>
                  </a:lnTo>
                  <a:lnTo>
                    <a:pt x="23988" y="50167"/>
                  </a:lnTo>
                  <a:lnTo>
                    <a:pt x="23958" y="50525"/>
                  </a:lnTo>
                  <a:lnTo>
                    <a:pt x="23928" y="50897"/>
                  </a:lnTo>
                  <a:lnTo>
                    <a:pt x="23883" y="51255"/>
                  </a:lnTo>
                  <a:lnTo>
                    <a:pt x="23824" y="51613"/>
                  </a:lnTo>
                  <a:lnTo>
                    <a:pt x="23764" y="51971"/>
                  </a:lnTo>
                  <a:lnTo>
                    <a:pt x="23675" y="52314"/>
                  </a:lnTo>
                  <a:lnTo>
                    <a:pt x="23585" y="52672"/>
                  </a:lnTo>
                  <a:lnTo>
                    <a:pt x="23481" y="53014"/>
                  </a:lnTo>
                  <a:lnTo>
                    <a:pt x="23362" y="53357"/>
                  </a:lnTo>
                  <a:lnTo>
                    <a:pt x="23242" y="53700"/>
                  </a:lnTo>
                  <a:lnTo>
                    <a:pt x="23093" y="54043"/>
                  </a:lnTo>
                  <a:lnTo>
                    <a:pt x="22944" y="54371"/>
                  </a:lnTo>
                  <a:lnTo>
                    <a:pt x="22795" y="54699"/>
                  </a:lnTo>
                  <a:lnTo>
                    <a:pt x="22616" y="55027"/>
                  </a:lnTo>
                  <a:lnTo>
                    <a:pt x="22437" y="55355"/>
                  </a:lnTo>
                  <a:lnTo>
                    <a:pt x="22243" y="55668"/>
                  </a:lnTo>
                  <a:lnTo>
                    <a:pt x="22050" y="55981"/>
                  </a:lnTo>
                  <a:lnTo>
                    <a:pt x="21826" y="56294"/>
                  </a:lnTo>
                  <a:lnTo>
                    <a:pt x="21602" y="56592"/>
                  </a:lnTo>
                  <a:lnTo>
                    <a:pt x="21379" y="56891"/>
                  </a:lnTo>
                  <a:lnTo>
                    <a:pt x="21125" y="57189"/>
                  </a:lnTo>
                  <a:lnTo>
                    <a:pt x="20887" y="57487"/>
                  </a:lnTo>
                  <a:lnTo>
                    <a:pt x="20618" y="57770"/>
                  </a:lnTo>
                  <a:lnTo>
                    <a:pt x="20350" y="58053"/>
                  </a:lnTo>
                  <a:lnTo>
                    <a:pt x="20067" y="58337"/>
                  </a:lnTo>
                  <a:lnTo>
                    <a:pt x="19784" y="58605"/>
                  </a:lnTo>
                  <a:lnTo>
                    <a:pt x="19485" y="58873"/>
                  </a:lnTo>
                  <a:lnTo>
                    <a:pt x="19172" y="59127"/>
                  </a:lnTo>
                  <a:lnTo>
                    <a:pt x="18859" y="59395"/>
                  </a:lnTo>
                  <a:lnTo>
                    <a:pt x="18546" y="59634"/>
                  </a:lnTo>
                  <a:lnTo>
                    <a:pt x="18203" y="59887"/>
                  </a:lnTo>
                  <a:lnTo>
                    <a:pt x="17875" y="60126"/>
                  </a:lnTo>
                  <a:lnTo>
                    <a:pt x="17517" y="60364"/>
                  </a:lnTo>
                  <a:lnTo>
                    <a:pt x="17175" y="60588"/>
                  </a:lnTo>
                  <a:lnTo>
                    <a:pt x="16802" y="60812"/>
                  </a:lnTo>
                  <a:lnTo>
                    <a:pt x="16444" y="61020"/>
                  </a:lnTo>
                  <a:lnTo>
                    <a:pt x="16056" y="61229"/>
                  </a:lnTo>
                  <a:lnTo>
                    <a:pt x="15684" y="61438"/>
                  </a:lnTo>
                  <a:lnTo>
                    <a:pt x="15296" y="61631"/>
                  </a:lnTo>
                  <a:lnTo>
                    <a:pt x="14491" y="62004"/>
                  </a:lnTo>
                  <a:lnTo>
                    <a:pt x="13656" y="62347"/>
                  </a:lnTo>
                  <a:lnTo>
                    <a:pt x="12806" y="62660"/>
                  </a:lnTo>
                  <a:lnTo>
                    <a:pt x="11942" y="62943"/>
                  </a:lnTo>
                  <a:lnTo>
                    <a:pt x="11032" y="63197"/>
                  </a:lnTo>
                  <a:lnTo>
                    <a:pt x="10123" y="63420"/>
                  </a:lnTo>
                  <a:lnTo>
                    <a:pt x="9184" y="63614"/>
                  </a:lnTo>
                  <a:lnTo>
                    <a:pt x="8707" y="63704"/>
                  </a:lnTo>
                  <a:lnTo>
                    <a:pt x="8229" y="63778"/>
                  </a:lnTo>
                  <a:lnTo>
                    <a:pt x="7752" y="63838"/>
                  </a:lnTo>
                  <a:lnTo>
                    <a:pt x="7260" y="63898"/>
                  </a:lnTo>
                  <a:lnTo>
                    <a:pt x="6768" y="63942"/>
                  </a:lnTo>
                  <a:lnTo>
                    <a:pt x="6262" y="63987"/>
                  </a:lnTo>
                  <a:lnTo>
                    <a:pt x="5770" y="64017"/>
                  </a:lnTo>
                  <a:lnTo>
                    <a:pt x="5263" y="64047"/>
                  </a:lnTo>
                  <a:lnTo>
                    <a:pt x="4756" y="64062"/>
                  </a:lnTo>
                  <a:lnTo>
                    <a:pt x="4249" y="64062"/>
                  </a:lnTo>
                  <a:lnTo>
                    <a:pt x="4249" y="64062"/>
                  </a:lnTo>
                  <a:lnTo>
                    <a:pt x="3697" y="64062"/>
                  </a:lnTo>
                  <a:lnTo>
                    <a:pt x="3161" y="64047"/>
                  </a:lnTo>
                  <a:lnTo>
                    <a:pt x="2624" y="64017"/>
                  </a:lnTo>
                  <a:lnTo>
                    <a:pt x="2087" y="63987"/>
                  </a:lnTo>
                  <a:lnTo>
                    <a:pt x="1565" y="63927"/>
                  </a:lnTo>
                  <a:lnTo>
                    <a:pt x="1029" y="63883"/>
                  </a:lnTo>
                  <a:lnTo>
                    <a:pt x="522" y="63808"/>
                  </a:lnTo>
                  <a:lnTo>
                    <a:pt x="0" y="63734"/>
                  </a:lnTo>
                  <a:lnTo>
                    <a:pt x="0" y="63734"/>
                  </a:lnTo>
                  <a:lnTo>
                    <a:pt x="820" y="63584"/>
                  </a:lnTo>
                  <a:lnTo>
                    <a:pt x="1640" y="63420"/>
                  </a:lnTo>
                  <a:lnTo>
                    <a:pt x="2430" y="63227"/>
                  </a:lnTo>
                  <a:lnTo>
                    <a:pt x="3205" y="63003"/>
                  </a:lnTo>
                  <a:lnTo>
                    <a:pt x="3966" y="62765"/>
                  </a:lnTo>
                  <a:lnTo>
                    <a:pt x="4711" y="62511"/>
                  </a:lnTo>
                  <a:lnTo>
                    <a:pt x="5442" y="62228"/>
                  </a:lnTo>
                  <a:lnTo>
                    <a:pt x="6157" y="61915"/>
                  </a:lnTo>
                  <a:lnTo>
                    <a:pt x="6843" y="61587"/>
                  </a:lnTo>
                  <a:lnTo>
                    <a:pt x="7514" y="61244"/>
                  </a:lnTo>
                  <a:lnTo>
                    <a:pt x="8155" y="60886"/>
                  </a:lnTo>
                  <a:lnTo>
                    <a:pt x="8781" y="60498"/>
                  </a:lnTo>
                  <a:lnTo>
                    <a:pt x="9392" y="60096"/>
                  </a:lnTo>
                  <a:lnTo>
                    <a:pt x="9974" y="59678"/>
                  </a:lnTo>
                  <a:lnTo>
                    <a:pt x="10525" y="59246"/>
                  </a:lnTo>
                  <a:lnTo>
                    <a:pt x="11062" y="58799"/>
                  </a:lnTo>
                  <a:lnTo>
                    <a:pt x="11569" y="58322"/>
                  </a:lnTo>
                  <a:lnTo>
                    <a:pt x="12046" y="57845"/>
                  </a:lnTo>
                  <a:lnTo>
                    <a:pt x="12493" y="57338"/>
                  </a:lnTo>
                  <a:lnTo>
                    <a:pt x="12911" y="56831"/>
                  </a:lnTo>
                  <a:lnTo>
                    <a:pt x="13313" y="56309"/>
                  </a:lnTo>
                  <a:lnTo>
                    <a:pt x="13671" y="55772"/>
                  </a:lnTo>
                  <a:lnTo>
                    <a:pt x="13999" y="55221"/>
                  </a:lnTo>
                  <a:lnTo>
                    <a:pt x="14312" y="54654"/>
                  </a:lnTo>
                  <a:lnTo>
                    <a:pt x="14580" y="54073"/>
                  </a:lnTo>
                  <a:lnTo>
                    <a:pt x="14804" y="53491"/>
                  </a:lnTo>
                  <a:lnTo>
                    <a:pt x="14908" y="53193"/>
                  </a:lnTo>
                  <a:lnTo>
                    <a:pt x="15013" y="52895"/>
                  </a:lnTo>
                  <a:lnTo>
                    <a:pt x="15102" y="52597"/>
                  </a:lnTo>
                  <a:lnTo>
                    <a:pt x="15177" y="52299"/>
                  </a:lnTo>
                  <a:lnTo>
                    <a:pt x="15251" y="51986"/>
                  </a:lnTo>
                  <a:lnTo>
                    <a:pt x="15311" y="51673"/>
                  </a:lnTo>
                  <a:lnTo>
                    <a:pt x="15356" y="51374"/>
                  </a:lnTo>
                  <a:lnTo>
                    <a:pt x="15400" y="51061"/>
                  </a:lnTo>
                  <a:lnTo>
                    <a:pt x="15430" y="50748"/>
                  </a:lnTo>
                  <a:lnTo>
                    <a:pt x="15460" y="50435"/>
                  </a:lnTo>
                  <a:lnTo>
                    <a:pt x="15475" y="50107"/>
                  </a:lnTo>
                  <a:lnTo>
                    <a:pt x="15475" y="49794"/>
                  </a:lnTo>
                  <a:lnTo>
                    <a:pt x="15475" y="49794"/>
                  </a:lnTo>
                  <a:lnTo>
                    <a:pt x="15475" y="49571"/>
                  </a:lnTo>
                  <a:lnTo>
                    <a:pt x="21960" y="0"/>
                  </a:lnTo>
                  <a:lnTo>
                    <a:pt x="30473" y="0"/>
                  </a:lnTo>
                  <a:lnTo>
                    <a:pt x="23973" y="4957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2"/>
            <p:cNvSpPr/>
            <p:nvPr/>
          </p:nvSpPr>
          <p:spPr>
            <a:xfrm>
              <a:off x="3289201" y="2444158"/>
              <a:ext cx="666414" cy="966685"/>
            </a:xfrm>
            <a:custGeom>
              <a:rect b="b" l="l" r="r" t="t"/>
              <a:pathLst>
                <a:path extrusionOk="0" h="63734" w="43937">
                  <a:moveTo>
                    <a:pt x="1" y="0"/>
                  </a:moveTo>
                  <a:lnTo>
                    <a:pt x="6516" y="49571"/>
                  </a:lnTo>
                  <a:lnTo>
                    <a:pt x="6501" y="49675"/>
                  </a:lnTo>
                  <a:lnTo>
                    <a:pt x="6486" y="49794"/>
                  </a:lnTo>
                  <a:lnTo>
                    <a:pt x="6486" y="50107"/>
                  </a:lnTo>
                  <a:lnTo>
                    <a:pt x="6501" y="50435"/>
                  </a:lnTo>
                  <a:lnTo>
                    <a:pt x="6531" y="50748"/>
                  </a:lnTo>
                  <a:lnTo>
                    <a:pt x="6561" y="51061"/>
                  </a:lnTo>
                  <a:lnTo>
                    <a:pt x="6605" y="51374"/>
                  </a:lnTo>
                  <a:lnTo>
                    <a:pt x="6665" y="51673"/>
                  </a:lnTo>
                  <a:lnTo>
                    <a:pt x="6725" y="51986"/>
                  </a:lnTo>
                  <a:lnTo>
                    <a:pt x="6784" y="52299"/>
                  </a:lnTo>
                  <a:lnTo>
                    <a:pt x="6874" y="52597"/>
                  </a:lnTo>
                  <a:lnTo>
                    <a:pt x="6948" y="52895"/>
                  </a:lnTo>
                  <a:lnTo>
                    <a:pt x="7053" y="53193"/>
                  </a:lnTo>
                  <a:lnTo>
                    <a:pt x="7157" y="53491"/>
                  </a:lnTo>
                  <a:lnTo>
                    <a:pt x="7396" y="54073"/>
                  </a:lnTo>
                  <a:lnTo>
                    <a:pt x="7664" y="54654"/>
                  </a:lnTo>
                  <a:lnTo>
                    <a:pt x="7962" y="55221"/>
                  </a:lnTo>
                  <a:lnTo>
                    <a:pt x="8290" y="55772"/>
                  </a:lnTo>
                  <a:lnTo>
                    <a:pt x="8663" y="56309"/>
                  </a:lnTo>
                  <a:lnTo>
                    <a:pt x="9050" y="56831"/>
                  </a:lnTo>
                  <a:lnTo>
                    <a:pt x="9468" y="57338"/>
                  </a:lnTo>
                  <a:lnTo>
                    <a:pt x="9930" y="57845"/>
                  </a:lnTo>
                  <a:lnTo>
                    <a:pt x="10407" y="58322"/>
                  </a:lnTo>
                  <a:lnTo>
                    <a:pt x="10914" y="58799"/>
                  </a:lnTo>
                  <a:lnTo>
                    <a:pt x="11436" y="59246"/>
                  </a:lnTo>
                  <a:lnTo>
                    <a:pt x="12002" y="59678"/>
                  </a:lnTo>
                  <a:lnTo>
                    <a:pt x="12584" y="60096"/>
                  </a:lnTo>
                  <a:lnTo>
                    <a:pt x="13180" y="60498"/>
                  </a:lnTo>
                  <a:lnTo>
                    <a:pt x="13806" y="60886"/>
                  </a:lnTo>
                  <a:lnTo>
                    <a:pt x="14462" y="61244"/>
                  </a:lnTo>
                  <a:lnTo>
                    <a:pt x="15133" y="61587"/>
                  </a:lnTo>
                  <a:lnTo>
                    <a:pt x="15819" y="61915"/>
                  </a:lnTo>
                  <a:lnTo>
                    <a:pt x="16534" y="62228"/>
                  </a:lnTo>
                  <a:lnTo>
                    <a:pt x="17250" y="62511"/>
                  </a:lnTo>
                  <a:lnTo>
                    <a:pt x="18010" y="62765"/>
                  </a:lnTo>
                  <a:lnTo>
                    <a:pt x="18771" y="63003"/>
                  </a:lnTo>
                  <a:lnTo>
                    <a:pt x="19546" y="63227"/>
                  </a:lnTo>
                  <a:lnTo>
                    <a:pt x="20336" y="63420"/>
                  </a:lnTo>
                  <a:lnTo>
                    <a:pt x="21156" y="63584"/>
                  </a:lnTo>
                  <a:lnTo>
                    <a:pt x="21976" y="63734"/>
                  </a:lnTo>
                  <a:lnTo>
                    <a:pt x="22796" y="63584"/>
                  </a:lnTo>
                  <a:lnTo>
                    <a:pt x="23616" y="63420"/>
                  </a:lnTo>
                  <a:lnTo>
                    <a:pt x="24406" y="63227"/>
                  </a:lnTo>
                  <a:lnTo>
                    <a:pt x="25181" y="63003"/>
                  </a:lnTo>
                  <a:lnTo>
                    <a:pt x="25942" y="62765"/>
                  </a:lnTo>
                  <a:lnTo>
                    <a:pt x="26687" y="62511"/>
                  </a:lnTo>
                  <a:lnTo>
                    <a:pt x="27418" y="62228"/>
                  </a:lnTo>
                  <a:lnTo>
                    <a:pt x="28133" y="61915"/>
                  </a:lnTo>
                  <a:lnTo>
                    <a:pt x="28819" y="61587"/>
                  </a:lnTo>
                  <a:lnTo>
                    <a:pt x="29490" y="61244"/>
                  </a:lnTo>
                  <a:lnTo>
                    <a:pt x="30131" y="60886"/>
                  </a:lnTo>
                  <a:lnTo>
                    <a:pt x="30757" y="60498"/>
                  </a:lnTo>
                  <a:lnTo>
                    <a:pt x="31368" y="60096"/>
                  </a:lnTo>
                  <a:lnTo>
                    <a:pt x="31950" y="59678"/>
                  </a:lnTo>
                  <a:lnTo>
                    <a:pt x="32501" y="59246"/>
                  </a:lnTo>
                  <a:lnTo>
                    <a:pt x="33038" y="58799"/>
                  </a:lnTo>
                  <a:lnTo>
                    <a:pt x="33545" y="58322"/>
                  </a:lnTo>
                  <a:lnTo>
                    <a:pt x="34022" y="57845"/>
                  </a:lnTo>
                  <a:lnTo>
                    <a:pt x="34469" y="57338"/>
                  </a:lnTo>
                  <a:lnTo>
                    <a:pt x="34887" y="56831"/>
                  </a:lnTo>
                  <a:lnTo>
                    <a:pt x="35289" y="56309"/>
                  </a:lnTo>
                  <a:lnTo>
                    <a:pt x="35647" y="55772"/>
                  </a:lnTo>
                  <a:lnTo>
                    <a:pt x="35975" y="55221"/>
                  </a:lnTo>
                  <a:lnTo>
                    <a:pt x="36288" y="54654"/>
                  </a:lnTo>
                  <a:lnTo>
                    <a:pt x="36556" y="54073"/>
                  </a:lnTo>
                  <a:lnTo>
                    <a:pt x="36780" y="53491"/>
                  </a:lnTo>
                  <a:lnTo>
                    <a:pt x="36884" y="53193"/>
                  </a:lnTo>
                  <a:lnTo>
                    <a:pt x="36989" y="52895"/>
                  </a:lnTo>
                  <a:lnTo>
                    <a:pt x="37078" y="52597"/>
                  </a:lnTo>
                  <a:lnTo>
                    <a:pt x="37153" y="52299"/>
                  </a:lnTo>
                  <a:lnTo>
                    <a:pt x="37227" y="51986"/>
                  </a:lnTo>
                  <a:lnTo>
                    <a:pt x="37287" y="51673"/>
                  </a:lnTo>
                  <a:lnTo>
                    <a:pt x="37332" y="51374"/>
                  </a:lnTo>
                  <a:lnTo>
                    <a:pt x="37376" y="51061"/>
                  </a:lnTo>
                  <a:lnTo>
                    <a:pt x="37406" y="50748"/>
                  </a:lnTo>
                  <a:lnTo>
                    <a:pt x="37436" y="50435"/>
                  </a:lnTo>
                  <a:lnTo>
                    <a:pt x="37451" y="50107"/>
                  </a:lnTo>
                  <a:lnTo>
                    <a:pt x="37451" y="49794"/>
                  </a:lnTo>
                  <a:lnTo>
                    <a:pt x="37451" y="49571"/>
                  </a:lnTo>
                  <a:lnTo>
                    <a:pt x="43936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2"/>
            <p:cNvSpPr/>
            <p:nvPr/>
          </p:nvSpPr>
          <p:spPr>
            <a:xfrm>
              <a:off x="3289201" y="2444158"/>
              <a:ext cx="666414" cy="966685"/>
            </a:xfrm>
            <a:custGeom>
              <a:rect b="b" l="l" r="r" t="t"/>
              <a:pathLst>
                <a:path extrusionOk="0" fill="none" h="63734" w="43937">
                  <a:moveTo>
                    <a:pt x="37451" y="49571"/>
                  </a:moveTo>
                  <a:lnTo>
                    <a:pt x="37451" y="49571"/>
                  </a:lnTo>
                  <a:lnTo>
                    <a:pt x="37451" y="49794"/>
                  </a:lnTo>
                  <a:lnTo>
                    <a:pt x="37451" y="49794"/>
                  </a:lnTo>
                  <a:lnTo>
                    <a:pt x="37451" y="50107"/>
                  </a:lnTo>
                  <a:lnTo>
                    <a:pt x="37436" y="50435"/>
                  </a:lnTo>
                  <a:lnTo>
                    <a:pt x="37406" y="50748"/>
                  </a:lnTo>
                  <a:lnTo>
                    <a:pt x="37376" y="51061"/>
                  </a:lnTo>
                  <a:lnTo>
                    <a:pt x="37332" y="51374"/>
                  </a:lnTo>
                  <a:lnTo>
                    <a:pt x="37287" y="51673"/>
                  </a:lnTo>
                  <a:lnTo>
                    <a:pt x="37227" y="51986"/>
                  </a:lnTo>
                  <a:lnTo>
                    <a:pt x="37153" y="52299"/>
                  </a:lnTo>
                  <a:lnTo>
                    <a:pt x="37078" y="52597"/>
                  </a:lnTo>
                  <a:lnTo>
                    <a:pt x="36989" y="52895"/>
                  </a:lnTo>
                  <a:lnTo>
                    <a:pt x="36884" y="53193"/>
                  </a:lnTo>
                  <a:lnTo>
                    <a:pt x="36780" y="53491"/>
                  </a:lnTo>
                  <a:lnTo>
                    <a:pt x="36556" y="54073"/>
                  </a:lnTo>
                  <a:lnTo>
                    <a:pt x="36288" y="54654"/>
                  </a:lnTo>
                  <a:lnTo>
                    <a:pt x="35975" y="55221"/>
                  </a:lnTo>
                  <a:lnTo>
                    <a:pt x="35647" y="55772"/>
                  </a:lnTo>
                  <a:lnTo>
                    <a:pt x="35289" y="56309"/>
                  </a:lnTo>
                  <a:lnTo>
                    <a:pt x="34887" y="56831"/>
                  </a:lnTo>
                  <a:lnTo>
                    <a:pt x="34469" y="57338"/>
                  </a:lnTo>
                  <a:lnTo>
                    <a:pt x="34022" y="57845"/>
                  </a:lnTo>
                  <a:lnTo>
                    <a:pt x="33545" y="58322"/>
                  </a:lnTo>
                  <a:lnTo>
                    <a:pt x="33038" y="58799"/>
                  </a:lnTo>
                  <a:lnTo>
                    <a:pt x="32501" y="59246"/>
                  </a:lnTo>
                  <a:lnTo>
                    <a:pt x="31950" y="59678"/>
                  </a:lnTo>
                  <a:lnTo>
                    <a:pt x="31368" y="60096"/>
                  </a:lnTo>
                  <a:lnTo>
                    <a:pt x="30757" y="60498"/>
                  </a:lnTo>
                  <a:lnTo>
                    <a:pt x="30131" y="60886"/>
                  </a:lnTo>
                  <a:lnTo>
                    <a:pt x="29490" y="61244"/>
                  </a:lnTo>
                  <a:lnTo>
                    <a:pt x="28819" y="61587"/>
                  </a:lnTo>
                  <a:lnTo>
                    <a:pt x="28133" y="61915"/>
                  </a:lnTo>
                  <a:lnTo>
                    <a:pt x="27418" y="62228"/>
                  </a:lnTo>
                  <a:lnTo>
                    <a:pt x="26687" y="62511"/>
                  </a:lnTo>
                  <a:lnTo>
                    <a:pt x="25942" y="62765"/>
                  </a:lnTo>
                  <a:lnTo>
                    <a:pt x="25181" y="63003"/>
                  </a:lnTo>
                  <a:lnTo>
                    <a:pt x="24406" y="63227"/>
                  </a:lnTo>
                  <a:lnTo>
                    <a:pt x="23616" y="63420"/>
                  </a:lnTo>
                  <a:lnTo>
                    <a:pt x="22796" y="63584"/>
                  </a:lnTo>
                  <a:lnTo>
                    <a:pt x="21976" y="63734"/>
                  </a:lnTo>
                  <a:lnTo>
                    <a:pt x="21976" y="63734"/>
                  </a:lnTo>
                  <a:lnTo>
                    <a:pt x="21156" y="63584"/>
                  </a:lnTo>
                  <a:lnTo>
                    <a:pt x="20336" y="63420"/>
                  </a:lnTo>
                  <a:lnTo>
                    <a:pt x="19546" y="63227"/>
                  </a:lnTo>
                  <a:lnTo>
                    <a:pt x="18771" y="63003"/>
                  </a:lnTo>
                  <a:lnTo>
                    <a:pt x="18010" y="62765"/>
                  </a:lnTo>
                  <a:lnTo>
                    <a:pt x="17250" y="62511"/>
                  </a:lnTo>
                  <a:lnTo>
                    <a:pt x="16534" y="62228"/>
                  </a:lnTo>
                  <a:lnTo>
                    <a:pt x="15819" y="61915"/>
                  </a:lnTo>
                  <a:lnTo>
                    <a:pt x="15133" y="61587"/>
                  </a:lnTo>
                  <a:lnTo>
                    <a:pt x="14462" y="61244"/>
                  </a:lnTo>
                  <a:lnTo>
                    <a:pt x="13806" y="60886"/>
                  </a:lnTo>
                  <a:lnTo>
                    <a:pt x="13180" y="60498"/>
                  </a:lnTo>
                  <a:lnTo>
                    <a:pt x="12584" y="60096"/>
                  </a:lnTo>
                  <a:lnTo>
                    <a:pt x="12002" y="59678"/>
                  </a:lnTo>
                  <a:lnTo>
                    <a:pt x="11436" y="59246"/>
                  </a:lnTo>
                  <a:lnTo>
                    <a:pt x="10914" y="58799"/>
                  </a:lnTo>
                  <a:lnTo>
                    <a:pt x="10407" y="58322"/>
                  </a:lnTo>
                  <a:lnTo>
                    <a:pt x="9930" y="57845"/>
                  </a:lnTo>
                  <a:lnTo>
                    <a:pt x="9468" y="57338"/>
                  </a:lnTo>
                  <a:lnTo>
                    <a:pt x="9050" y="56831"/>
                  </a:lnTo>
                  <a:lnTo>
                    <a:pt x="8663" y="56309"/>
                  </a:lnTo>
                  <a:lnTo>
                    <a:pt x="8290" y="55772"/>
                  </a:lnTo>
                  <a:lnTo>
                    <a:pt x="7962" y="55221"/>
                  </a:lnTo>
                  <a:lnTo>
                    <a:pt x="7664" y="54654"/>
                  </a:lnTo>
                  <a:lnTo>
                    <a:pt x="7396" y="54073"/>
                  </a:lnTo>
                  <a:lnTo>
                    <a:pt x="7157" y="53491"/>
                  </a:lnTo>
                  <a:lnTo>
                    <a:pt x="7053" y="53193"/>
                  </a:lnTo>
                  <a:lnTo>
                    <a:pt x="6948" y="52895"/>
                  </a:lnTo>
                  <a:lnTo>
                    <a:pt x="6874" y="52597"/>
                  </a:lnTo>
                  <a:lnTo>
                    <a:pt x="6784" y="52299"/>
                  </a:lnTo>
                  <a:lnTo>
                    <a:pt x="6725" y="51986"/>
                  </a:lnTo>
                  <a:lnTo>
                    <a:pt x="6665" y="51673"/>
                  </a:lnTo>
                  <a:lnTo>
                    <a:pt x="6605" y="51374"/>
                  </a:lnTo>
                  <a:lnTo>
                    <a:pt x="6561" y="51061"/>
                  </a:lnTo>
                  <a:lnTo>
                    <a:pt x="6531" y="50748"/>
                  </a:lnTo>
                  <a:lnTo>
                    <a:pt x="6501" y="50435"/>
                  </a:lnTo>
                  <a:lnTo>
                    <a:pt x="6486" y="50107"/>
                  </a:lnTo>
                  <a:lnTo>
                    <a:pt x="6486" y="49794"/>
                  </a:lnTo>
                  <a:lnTo>
                    <a:pt x="6486" y="49794"/>
                  </a:lnTo>
                  <a:lnTo>
                    <a:pt x="6501" y="49675"/>
                  </a:lnTo>
                  <a:lnTo>
                    <a:pt x="6516" y="49571"/>
                  </a:lnTo>
                  <a:lnTo>
                    <a:pt x="1" y="0"/>
                  </a:lnTo>
                  <a:lnTo>
                    <a:pt x="43936" y="0"/>
                  </a:lnTo>
                  <a:lnTo>
                    <a:pt x="37451" y="4957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3629074" y="2494120"/>
              <a:ext cx="414952" cy="871949"/>
            </a:xfrm>
            <a:custGeom>
              <a:rect b="b" l="l" r="r" t="t"/>
              <a:pathLst>
                <a:path extrusionOk="0" h="57488" w="27358">
                  <a:moveTo>
                    <a:pt x="19709" y="1"/>
                  </a:moveTo>
                  <a:lnTo>
                    <a:pt x="13880" y="44488"/>
                  </a:lnTo>
                  <a:lnTo>
                    <a:pt x="13895" y="44681"/>
                  </a:lnTo>
                  <a:lnTo>
                    <a:pt x="13880" y="45248"/>
                  </a:lnTo>
                  <a:lnTo>
                    <a:pt x="13820" y="45814"/>
                  </a:lnTo>
                  <a:lnTo>
                    <a:pt x="13746" y="46366"/>
                  </a:lnTo>
                  <a:lnTo>
                    <a:pt x="13627" y="46918"/>
                  </a:lnTo>
                  <a:lnTo>
                    <a:pt x="13478" y="47454"/>
                  </a:lnTo>
                  <a:lnTo>
                    <a:pt x="13299" y="47991"/>
                  </a:lnTo>
                  <a:lnTo>
                    <a:pt x="13075" y="48513"/>
                  </a:lnTo>
                  <a:lnTo>
                    <a:pt x="12837" y="49035"/>
                  </a:lnTo>
                  <a:lnTo>
                    <a:pt x="12568" y="49542"/>
                  </a:lnTo>
                  <a:lnTo>
                    <a:pt x="12270" y="50033"/>
                  </a:lnTo>
                  <a:lnTo>
                    <a:pt x="11942" y="50511"/>
                  </a:lnTo>
                  <a:lnTo>
                    <a:pt x="11599" y="50988"/>
                  </a:lnTo>
                  <a:lnTo>
                    <a:pt x="11212" y="51450"/>
                  </a:lnTo>
                  <a:lnTo>
                    <a:pt x="10809" y="51897"/>
                  </a:lnTo>
                  <a:lnTo>
                    <a:pt x="10377" y="52329"/>
                  </a:lnTo>
                  <a:lnTo>
                    <a:pt x="9929" y="52747"/>
                  </a:lnTo>
                  <a:lnTo>
                    <a:pt x="9452" y="53149"/>
                  </a:lnTo>
                  <a:lnTo>
                    <a:pt x="8945" y="53552"/>
                  </a:lnTo>
                  <a:lnTo>
                    <a:pt x="8439" y="53925"/>
                  </a:lnTo>
                  <a:lnTo>
                    <a:pt x="7887" y="54282"/>
                  </a:lnTo>
                  <a:lnTo>
                    <a:pt x="7320" y="54625"/>
                  </a:lnTo>
                  <a:lnTo>
                    <a:pt x="6739" y="54953"/>
                  </a:lnTo>
                  <a:lnTo>
                    <a:pt x="6143" y="55266"/>
                  </a:lnTo>
                  <a:lnTo>
                    <a:pt x="5531" y="55550"/>
                  </a:lnTo>
                  <a:lnTo>
                    <a:pt x="4890" y="55833"/>
                  </a:lnTo>
                  <a:lnTo>
                    <a:pt x="4234" y="56086"/>
                  </a:lnTo>
                  <a:lnTo>
                    <a:pt x="3563" y="56325"/>
                  </a:lnTo>
                  <a:lnTo>
                    <a:pt x="2878" y="56534"/>
                  </a:lnTo>
                  <a:lnTo>
                    <a:pt x="2177" y="56727"/>
                  </a:lnTo>
                  <a:lnTo>
                    <a:pt x="1476" y="56906"/>
                  </a:lnTo>
                  <a:lnTo>
                    <a:pt x="746" y="57055"/>
                  </a:lnTo>
                  <a:lnTo>
                    <a:pt x="0" y="57190"/>
                  </a:lnTo>
                  <a:lnTo>
                    <a:pt x="463" y="57249"/>
                  </a:lnTo>
                  <a:lnTo>
                    <a:pt x="940" y="57309"/>
                  </a:lnTo>
                  <a:lnTo>
                    <a:pt x="1402" y="57368"/>
                  </a:lnTo>
                  <a:lnTo>
                    <a:pt x="1879" y="57398"/>
                  </a:lnTo>
                  <a:lnTo>
                    <a:pt x="2356" y="57443"/>
                  </a:lnTo>
                  <a:lnTo>
                    <a:pt x="2848" y="57458"/>
                  </a:lnTo>
                  <a:lnTo>
                    <a:pt x="3325" y="57473"/>
                  </a:lnTo>
                  <a:lnTo>
                    <a:pt x="3817" y="57488"/>
                  </a:lnTo>
                  <a:lnTo>
                    <a:pt x="4726" y="57458"/>
                  </a:lnTo>
                  <a:lnTo>
                    <a:pt x="5636" y="57413"/>
                  </a:lnTo>
                  <a:lnTo>
                    <a:pt x="6515" y="57339"/>
                  </a:lnTo>
                  <a:lnTo>
                    <a:pt x="7395" y="57219"/>
                  </a:lnTo>
                  <a:lnTo>
                    <a:pt x="8245" y="57070"/>
                  </a:lnTo>
                  <a:lnTo>
                    <a:pt x="9095" y="56906"/>
                  </a:lnTo>
                  <a:lnTo>
                    <a:pt x="9914" y="56698"/>
                  </a:lnTo>
                  <a:lnTo>
                    <a:pt x="10720" y="56474"/>
                  </a:lnTo>
                  <a:lnTo>
                    <a:pt x="11495" y="56220"/>
                  </a:lnTo>
                  <a:lnTo>
                    <a:pt x="12270" y="55937"/>
                  </a:lnTo>
                  <a:lnTo>
                    <a:pt x="13001" y="55624"/>
                  </a:lnTo>
                  <a:lnTo>
                    <a:pt x="13731" y="55296"/>
                  </a:lnTo>
                  <a:lnTo>
                    <a:pt x="14417" y="54938"/>
                  </a:lnTo>
                  <a:lnTo>
                    <a:pt x="15088" y="54551"/>
                  </a:lnTo>
                  <a:lnTo>
                    <a:pt x="15729" y="54148"/>
                  </a:lnTo>
                  <a:lnTo>
                    <a:pt x="16340" y="53731"/>
                  </a:lnTo>
                  <a:lnTo>
                    <a:pt x="16936" y="53284"/>
                  </a:lnTo>
                  <a:lnTo>
                    <a:pt x="17488" y="52821"/>
                  </a:lnTo>
                  <a:lnTo>
                    <a:pt x="18010" y="52344"/>
                  </a:lnTo>
                  <a:lnTo>
                    <a:pt x="18263" y="52091"/>
                  </a:lnTo>
                  <a:lnTo>
                    <a:pt x="18502" y="51837"/>
                  </a:lnTo>
                  <a:lnTo>
                    <a:pt x="18740" y="51584"/>
                  </a:lnTo>
                  <a:lnTo>
                    <a:pt x="18964" y="51316"/>
                  </a:lnTo>
                  <a:lnTo>
                    <a:pt x="19188" y="51047"/>
                  </a:lnTo>
                  <a:lnTo>
                    <a:pt x="19396" y="50779"/>
                  </a:lnTo>
                  <a:lnTo>
                    <a:pt x="19590" y="50511"/>
                  </a:lnTo>
                  <a:lnTo>
                    <a:pt x="19784" y="50227"/>
                  </a:lnTo>
                  <a:lnTo>
                    <a:pt x="19963" y="49944"/>
                  </a:lnTo>
                  <a:lnTo>
                    <a:pt x="20142" y="49661"/>
                  </a:lnTo>
                  <a:lnTo>
                    <a:pt x="20306" y="49378"/>
                  </a:lnTo>
                  <a:lnTo>
                    <a:pt x="20455" y="49079"/>
                  </a:lnTo>
                  <a:lnTo>
                    <a:pt x="20604" y="48781"/>
                  </a:lnTo>
                  <a:lnTo>
                    <a:pt x="20738" y="48483"/>
                  </a:lnTo>
                  <a:lnTo>
                    <a:pt x="20857" y="48185"/>
                  </a:lnTo>
                  <a:lnTo>
                    <a:pt x="20977" y="47872"/>
                  </a:lnTo>
                  <a:lnTo>
                    <a:pt x="21081" y="47574"/>
                  </a:lnTo>
                  <a:lnTo>
                    <a:pt x="21170" y="47261"/>
                  </a:lnTo>
                  <a:lnTo>
                    <a:pt x="21245" y="46947"/>
                  </a:lnTo>
                  <a:lnTo>
                    <a:pt x="21319" y="46619"/>
                  </a:lnTo>
                  <a:lnTo>
                    <a:pt x="21379" y="46306"/>
                  </a:lnTo>
                  <a:lnTo>
                    <a:pt x="21439" y="45978"/>
                  </a:lnTo>
                  <a:lnTo>
                    <a:pt x="21483" y="45665"/>
                  </a:lnTo>
                  <a:lnTo>
                    <a:pt x="21498" y="45337"/>
                  </a:lnTo>
                  <a:lnTo>
                    <a:pt x="21528" y="45009"/>
                  </a:lnTo>
                  <a:lnTo>
                    <a:pt x="21528" y="44681"/>
                  </a:lnTo>
                  <a:lnTo>
                    <a:pt x="21513" y="44488"/>
                  </a:lnTo>
                  <a:lnTo>
                    <a:pt x="27357" y="1"/>
                  </a:lnTo>
                  <a:close/>
                </a:path>
              </a:pathLst>
            </a:custGeom>
            <a:solidFill>
              <a:srgbClr val="F79E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3629074" y="2494120"/>
              <a:ext cx="414952" cy="871949"/>
            </a:xfrm>
            <a:custGeom>
              <a:rect b="b" l="l" r="r" t="t"/>
              <a:pathLst>
                <a:path extrusionOk="0" fill="none" h="57488" w="27358">
                  <a:moveTo>
                    <a:pt x="21513" y="44488"/>
                  </a:moveTo>
                  <a:lnTo>
                    <a:pt x="21513" y="44488"/>
                  </a:lnTo>
                  <a:lnTo>
                    <a:pt x="21528" y="44681"/>
                  </a:lnTo>
                  <a:lnTo>
                    <a:pt x="21528" y="44681"/>
                  </a:lnTo>
                  <a:lnTo>
                    <a:pt x="21528" y="45009"/>
                  </a:lnTo>
                  <a:lnTo>
                    <a:pt x="21498" y="45337"/>
                  </a:lnTo>
                  <a:lnTo>
                    <a:pt x="21483" y="45665"/>
                  </a:lnTo>
                  <a:lnTo>
                    <a:pt x="21439" y="45978"/>
                  </a:lnTo>
                  <a:lnTo>
                    <a:pt x="21379" y="46306"/>
                  </a:lnTo>
                  <a:lnTo>
                    <a:pt x="21319" y="46619"/>
                  </a:lnTo>
                  <a:lnTo>
                    <a:pt x="21245" y="46947"/>
                  </a:lnTo>
                  <a:lnTo>
                    <a:pt x="21170" y="47261"/>
                  </a:lnTo>
                  <a:lnTo>
                    <a:pt x="21081" y="47574"/>
                  </a:lnTo>
                  <a:lnTo>
                    <a:pt x="20977" y="47872"/>
                  </a:lnTo>
                  <a:lnTo>
                    <a:pt x="20857" y="48185"/>
                  </a:lnTo>
                  <a:lnTo>
                    <a:pt x="20738" y="48483"/>
                  </a:lnTo>
                  <a:lnTo>
                    <a:pt x="20604" y="48781"/>
                  </a:lnTo>
                  <a:lnTo>
                    <a:pt x="20455" y="49079"/>
                  </a:lnTo>
                  <a:lnTo>
                    <a:pt x="20306" y="49378"/>
                  </a:lnTo>
                  <a:lnTo>
                    <a:pt x="20142" y="49661"/>
                  </a:lnTo>
                  <a:lnTo>
                    <a:pt x="19963" y="49944"/>
                  </a:lnTo>
                  <a:lnTo>
                    <a:pt x="19784" y="50227"/>
                  </a:lnTo>
                  <a:lnTo>
                    <a:pt x="19590" y="50511"/>
                  </a:lnTo>
                  <a:lnTo>
                    <a:pt x="19396" y="50779"/>
                  </a:lnTo>
                  <a:lnTo>
                    <a:pt x="19188" y="51047"/>
                  </a:lnTo>
                  <a:lnTo>
                    <a:pt x="18964" y="51316"/>
                  </a:lnTo>
                  <a:lnTo>
                    <a:pt x="18740" y="51584"/>
                  </a:lnTo>
                  <a:lnTo>
                    <a:pt x="18502" y="51837"/>
                  </a:lnTo>
                  <a:lnTo>
                    <a:pt x="18263" y="52091"/>
                  </a:lnTo>
                  <a:lnTo>
                    <a:pt x="18010" y="52344"/>
                  </a:lnTo>
                  <a:lnTo>
                    <a:pt x="17488" y="52821"/>
                  </a:lnTo>
                  <a:lnTo>
                    <a:pt x="16936" y="53284"/>
                  </a:lnTo>
                  <a:lnTo>
                    <a:pt x="16340" y="53731"/>
                  </a:lnTo>
                  <a:lnTo>
                    <a:pt x="15729" y="54148"/>
                  </a:lnTo>
                  <a:lnTo>
                    <a:pt x="15088" y="54551"/>
                  </a:lnTo>
                  <a:lnTo>
                    <a:pt x="14417" y="54938"/>
                  </a:lnTo>
                  <a:lnTo>
                    <a:pt x="13731" y="55296"/>
                  </a:lnTo>
                  <a:lnTo>
                    <a:pt x="13001" y="55624"/>
                  </a:lnTo>
                  <a:lnTo>
                    <a:pt x="12270" y="55937"/>
                  </a:lnTo>
                  <a:lnTo>
                    <a:pt x="11495" y="56220"/>
                  </a:lnTo>
                  <a:lnTo>
                    <a:pt x="10720" y="56474"/>
                  </a:lnTo>
                  <a:lnTo>
                    <a:pt x="9914" y="56698"/>
                  </a:lnTo>
                  <a:lnTo>
                    <a:pt x="9095" y="56906"/>
                  </a:lnTo>
                  <a:lnTo>
                    <a:pt x="8245" y="57070"/>
                  </a:lnTo>
                  <a:lnTo>
                    <a:pt x="7395" y="57219"/>
                  </a:lnTo>
                  <a:lnTo>
                    <a:pt x="6515" y="57339"/>
                  </a:lnTo>
                  <a:lnTo>
                    <a:pt x="5636" y="57413"/>
                  </a:lnTo>
                  <a:lnTo>
                    <a:pt x="4726" y="57458"/>
                  </a:lnTo>
                  <a:lnTo>
                    <a:pt x="3817" y="57488"/>
                  </a:lnTo>
                  <a:lnTo>
                    <a:pt x="3817" y="57488"/>
                  </a:lnTo>
                  <a:lnTo>
                    <a:pt x="3325" y="57473"/>
                  </a:lnTo>
                  <a:lnTo>
                    <a:pt x="2848" y="57458"/>
                  </a:lnTo>
                  <a:lnTo>
                    <a:pt x="2356" y="57443"/>
                  </a:lnTo>
                  <a:lnTo>
                    <a:pt x="1879" y="57398"/>
                  </a:lnTo>
                  <a:lnTo>
                    <a:pt x="1402" y="57368"/>
                  </a:lnTo>
                  <a:lnTo>
                    <a:pt x="940" y="57309"/>
                  </a:lnTo>
                  <a:lnTo>
                    <a:pt x="463" y="57249"/>
                  </a:lnTo>
                  <a:lnTo>
                    <a:pt x="0" y="57190"/>
                  </a:lnTo>
                  <a:lnTo>
                    <a:pt x="0" y="57190"/>
                  </a:lnTo>
                  <a:lnTo>
                    <a:pt x="746" y="57055"/>
                  </a:lnTo>
                  <a:lnTo>
                    <a:pt x="1476" y="56906"/>
                  </a:lnTo>
                  <a:lnTo>
                    <a:pt x="2177" y="56727"/>
                  </a:lnTo>
                  <a:lnTo>
                    <a:pt x="2878" y="56534"/>
                  </a:lnTo>
                  <a:lnTo>
                    <a:pt x="3563" y="56325"/>
                  </a:lnTo>
                  <a:lnTo>
                    <a:pt x="4234" y="56086"/>
                  </a:lnTo>
                  <a:lnTo>
                    <a:pt x="4890" y="55833"/>
                  </a:lnTo>
                  <a:lnTo>
                    <a:pt x="5531" y="55550"/>
                  </a:lnTo>
                  <a:lnTo>
                    <a:pt x="6143" y="55266"/>
                  </a:lnTo>
                  <a:lnTo>
                    <a:pt x="6739" y="54953"/>
                  </a:lnTo>
                  <a:lnTo>
                    <a:pt x="7320" y="54625"/>
                  </a:lnTo>
                  <a:lnTo>
                    <a:pt x="7887" y="54282"/>
                  </a:lnTo>
                  <a:lnTo>
                    <a:pt x="8439" y="53925"/>
                  </a:lnTo>
                  <a:lnTo>
                    <a:pt x="8945" y="53552"/>
                  </a:lnTo>
                  <a:lnTo>
                    <a:pt x="9452" y="53149"/>
                  </a:lnTo>
                  <a:lnTo>
                    <a:pt x="9929" y="52747"/>
                  </a:lnTo>
                  <a:lnTo>
                    <a:pt x="10377" y="52329"/>
                  </a:lnTo>
                  <a:lnTo>
                    <a:pt x="10809" y="51897"/>
                  </a:lnTo>
                  <a:lnTo>
                    <a:pt x="11212" y="51450"/>
                  </a:lnTo>
                  <a:lnTo>
                    <a:pt x="11599" y="50988"/>
                  </a:lnTo>
                  <a:lnTo>
                    <a:pt x="11942" y="50511"/>
                  </a:lnTo>
                  <a:lnTo>
                    <a:pt x="12270" y="50033"/>
                  </a:lnTo>
                  <a:lnTo>
                    <a:pt x="12568" y="49542"/>
                  </a:lnTo>
                  <a:lnTo>
                    <a:pt x="12837" y="49035"/>
                  </a:lnTo>
                  <a:lnTo>
                    <a:pt x="13075" y="48513"/>
                  </a:lnTo>
                  <a:lnTo>
                    <a:pt x="13299" y="47991"/>
                  </a:lnTo>
                  <a:lnTo>
                    <a:pt x="13478" y="47454"/>
                  </a:lnTo>
                  <a:lnTo>
                    <a:pt x="13627" y="46918"/>
                  </a:lnTo>
                  <a:lnTo>
                    <a:pt x="13746" y="46366"/>
                  </a:lnTo>
                  <a:lnTo>
                    <a:pt x="13820" y="45814"/>
                  </a:lnTo>
                  <a:lnTo>
                    <a:pt x="13880" y="45248"/>
                  </a:lnTo>
                  <a:lnTo>
                    <a:pt x="13895" y="44681"/>
                  </a:lnTo>
                  <a:lnTo>
                    <a:pt x="13895" y="44681"/>
                  </a:lnTo>
                  <a:lnTo>
                    <a:pt x="13880" y="44488"/>
                  </a:lnTo>
                  <a:lnTo>
                    <a:pt x="19709" y="1"/>
                  </a:lnTo>
                  <a:lnTo>
                    <a:pt x="27357" y="1"/>
                  </a:lnTo>
                  <a:lnTo>
                    <a:pt x="21513" y="4448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2"/>
            <p:cNvSpPr/>
            <p:nvPr/>
          </p:nvSpPr>
          <p:spPr>
            <a:xfrm>
              <a:off x="3330138" y="2494120"/>
              <a:ext cx="597888" cy="867429"/>
            </a:xfrm>
            <a:custGeom>
              <a:rect b="b" l="l" r="r" t="t"/>
              <a:pathLst>
                <a:path extrusionOk="0" h="57190" w="39419">
                  <a:moveTo>
                    <a:pt x="0" y="1"/>
                  </a:moveTo>
                  <a:lnTo>
                    <a:pt x="5830" y="44488"/>
                  </a:lnTo>
                  <a:lnTo>
                    <a:pt x="5815" y="44577"/>
                  </a:lnTo>
                  <a:lnTo>
                    <a:pt x="5815" y="44681"/>
                  </a:lnTo>
                  <a:lnTo>
                    <a:pt x="5830" y="45248"/>
                  </a:lnTo>
                  <a:lnTo>
                    <a:pt x="5889" y="45814"/>
                  </a:lnTo>
                  <a:lnTo>
                    <a:pt x="5964" y="46366"/>
                  </a:lnTo>
                  <a:lnTo>
                    <a:pt x="6083" y="46918"/>
                  </a:lnTo>
                  <a:lnTo>
                    <a:pt x="6232" y="47454"/>
                  </a:lnTo>
                  <a:lnTo>
                    <a:pt x="6411" y="47991"/>
                  </a:lnTo>
                  <a:lnTo>
                    <a:pt x="6635" y="48513"/>
                  </a:lnTo>
                  <a:lnTo>
                    <a:pt x="6873" y="49035"/>
                  </a:lnTo>
                  <a:lnTo>
                    <a:pt x="7142" y="49542"/>
                  </a:lnTo>
                  <a:lnTo>
                    <a:pt x="7440" y="50033"/>
                  </a:lnTo>
                  <a:lnTo>
                    <a:pt x="7768" y="50511"/>
                  </a:lnTo>
                  <a:lnTo>
                    <a:pt x="8111" y="50988"/>
                  </a:lnTo>
                  <a:lnTo>
                    <a:pt x="8498" y="51450"/>
                  </a:lnTo>
                  <a:lnTo>
                    <a:pt x="8901" y="51897"/>
                  </a:lnTo>
                  <a:lnTo>
                    <a:pt x="9333" y="52329"/>
                  </a:lnTo>
                  <a:lnTo>
                    <a:pt x="9780" y="52747"/>
                  </a:lnTo>
                  <a:lnTo>
                    <a:pt x="10257" y="53149"/>
                  </a:lnTo>
                  <a:lnTo>
                    <a:pt x="10764" y="53552"/>
                  </a:lnTo>
                  <a:lnTo>
                    <a:pt x="11286" y="53925"/>
                  </a:lnTo>
                  <a:lnTo>
                    <a:pt x="11823" y="54282"/>
                  </a:lnTo>
                  <a:lnTo>
                    <a:pt x="12389" y="54625"/>
                  </a:lnTo>
                  <a:lnTo>
                    <a:pt x="12971" y="54953"/>
                  </a:lnTo>
                  <a:lnTo>
                    <a:pt x="13567" y="55266"/>
                  </a:lnTo>
                  <a:lnTo>
                    <a:pt x="14193" y="55550"/>
                  </a:lnTo>
                  <a:lnTo>
                    <a:pt x="14819" y="55833"/>
                  </a:lnTo>
                  <a:lnTo>
                    <a:pt x="15475" y="56086"/>
                  </a:lnTo>
                  <a:lnTo>
                    <a:pt x="16146" y="56325"/>
                  </a:lnTo>
                  <a:lnTo>
                    <a:pt x="16832" y="56534"/>
                  </a:lnTo>
                  <a:lnTo>
                    <a:pt x="17533" y="56727"/>
                  </a:lnTo>
                  <a:lnTo>
                    <a:pt x="18248" y="56906"/>
                  </a:lnTo>
                  <a:lnTo>
                    <a:pt x="18979" y="57055"/>
                  </a:lnTo>
                  <a:lnTo>
                    <a:pt x="19709" y="57190"/>
                  </a:lnTo>
                  <a:lnTo>
                    <a:pt x="20455" y="57055"/>
                  </a:lnTo>
                  <a:lnTo>
                    <a:pt x="21185" y="56906"/>
                  </a:lnTo>
                  <a:lnTo>
                    <a:pt x="21886" y="56727"/>
                  </a:lnTo>
                  <a:lnTo>
                    <a:pt x="22587" y="56534"/>
                  </a:lnTo>
                  <a:lnTo>
                    <a:pt x="23272" y="56325"/>
                  </a:lnTo>
                  <a:lnTo>
                    <a:pt x="23943" y="56086"/>
                  </a:lnTo>
                  <a:lnTo>
                    <a:pt x="24599" y="55833"/>
                  </a:lnTo>
                  <a:lnTo>
                    <a:pt x="25240" y="55550"/>
                  </a:lnTo>
                  <a:lnTo>
                    <a:pt x="25852" y="55266"/>
                  </a:lnTo>
                  <a:lnTo>
                    <a:pt x="26448" y="54953"/>
                  </a:lnTo>
                  <a:lnTo>
                    <a:pt x="27029" y="54625"/>
                  </a:lnTo>
                  <a:lnTo>
                    <a:pt x="27596" y="54282"/>
                  </a:lnTo>
                  <a:lnTo>
                    <a:pt x="28148" y="53925"/>
                  </a:lnTo>
                  <a:lnTo>
                    <a:pt x="28654" y="53552"/>
                  </a:lnTo>
                  <a:lnTo>
                    <a:pt x="29161" y="53149"/>
                  </a:lnTo>
                  <a:lnTo>
                    <a:pt x="29638" y="52747"/>
                  </a:lnTo>
                  <a:lnTo>
                    <a:pt x="30086" y="52329"/>
                  </a:lnTo>
                  <a:lnTo>
                    <a:pt x="30518" y="51897"/>
                  </a:lnTo>
                  <a:lnTo>
                    <a:pt x="30921" y="51450"/>
                  </a:lnTo>
                  <a:lnTo>
                    <a:pt x="31308" y="50988"/>
                  </a:lnTo>
                  <a:lnTo>
                    <a:pt x="31651" y="50511"/>
                  </a:lnTo>
                  <a:lnTo>
                    <a:pt x="31979" y="50033"/>
                  </a:lnTo>
                  <a:lnTo>
                    <a:pt x="32277" y="49542"/>
                  </a:lnTo>
                  <a:lnTo>
                    <a:pt x="32546" y="49035"/>
                  </a:lnTo>
                  <a:lnTo>
                    <a:pt x="32784" y="48513"/>
                  </a:lnTo>
                  <a:lnTo>
                    <a:pt x="33008" y="47991"/>
                  </a:lnTo>
                  <a:lnTo>
                    <a:pt x="33187" y="47454"/>
                  </a:lnTo>
                  <a:lnTo>
                    <a:pt x="33336" y="46918"/>
                  </a:lnTo>
                  <a:lnTo>
                    <a:pt x="33455" y="46366"/>
                  </a:lnTo>
                  <a:lnTo>
                    <a:pt x="33529" y="45814"/>
                  </a:lnTo>
                  <a:lnTo>
                    <a:pt x="33589" y="45248"/>
                  </a:lnTo>
                  <a:lnTo>
                    <a:pt x="33604" y="44681"/>
                  </a:lnTo>
                  <a:lnTo>
                    <a:pt x="33589" y="44488"/>
                  </a:lnTo>
                  <a:lnTo>
                    <a:pt x="394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2"/>
            <p:cNvSpPr/>
            <p:nvPr/>
          </p:nvSpPr>
          <p:spPr>
            <a:xfrm>
              <a:off x="3330138" y="2494120"/>
              <a:ext cx="597888" cy="867429"/>
            </a:xfrm>
            <a:custGeom>
              <a:rect b="b" l="l" r="r" t="t"/>
              <a:pathLst>
                <a:path extrusionOk="0" fill="none" h="57190" w="39419">
                  <a:moveTo>
                    <a:pt x="33589" y="44488"/>
                  </a:moveTo>
                  <a:lnTo>
                    <a:pt x="33589" y="44488"/>
                  </a:lnTo>
                  <a:lnTo>
                    <a:pt x="33604" y="44681"/>
                  </a:lnTo>
                  <a:lnTo>
                    <a:pt x="33604" y="44681"/>
                  </a:lnTo>
                  <a:lnTo>
                    <a:pt x="33589" y="45248"/>
                  </a:lnTo>
                  <a:lnTo>
                    <a:pt x="33529" y="45814"/>
                  </a:lnTo>
                  <a:lnTo>
                    <a:pt x="33455" y="46366"/>
                  </a:lnTo>
                  <a:lnTo>
                    <a:pt x="33336" y="46918"/>
                  </a:lnTo>
                  <a:lnTo>
                    <a:pt x="33187" y="47454"/>
                  </a:lnTo>
                  <a:lnTo>
                    <a:pt x="33008" y="47991"/>
                  </a:lnTo>
                  <a:lnTo>
                    <a:pt x="32784" y="48513"/>
                  </a:lnTo>
                  <a:lnTo>
                    <a:pt x="32546" y="49035"/>
                  </a:lnTo>
                  <a:lnTo>
                    <a:pt x="32277" y="49542"/>
                  </a:lnTo>
                  <a:lnTo>
                    <a:pt x="31979" y="50033"/>
                  </a:lnTo>
                  <a:lnTo>
                    <a:pt x="31651" y="50511"/>
                  </a:lnTo>
                  <a:lnTo>
                    <a:pt x="31308" y="50988"/>
                  </a:lnTo>
                  <a:lnTo>
                    <a:pt x="30921" y="51450"/>
                  </a:lnTo>
                  <a:lnTo>
                    <a:pt x="30518" y="51897"/>
                  </a:lnTo>
                  <a:lnTo>
                    <a:pt x="30086" y="52329"/>
                  </a:lnTo>
                  <a:lnTo>
                    <a:pt x="29638" y="52747"/>
                  </a:lnTo>
                  <a:lnTo>
                    <a:pt x="29161" y="53149"/>
                  </a:lnTo>
                  <a:lnTo>
                    <a:pt x="28654" y="53552"/>
                  </a:lnTo>
                  <a:lnTo>
                    <a:pt x="28148" y="53925"/>
                  </a:lnTo>
                  <a:lnTo>
                    <a:pt x="27596" y="54282"/>
                  </a:lnTo>
                  <a:lnTo>
                    <a:pt x="27029" y="54625"/>
                  </a:lnTo>
                  <a:lnTo>
                    <a:pt x="26448" y="54953"/>
                  </a:lnTo>
                  <a:lnTo>
                    <a:pt x="25852" y="55266"/>
                  </a:lnTo>
                  <a:lnTo>
                    <a:pt x="25240" y="55550"/>
                  </a:lnTo>
                  <a:lnTo>
                    <a:pt x="24599" y="55833"/>
                  </a:lnTo>
                  <a:lnTo>
                    <a:pt x="23943" y="56086"/>
                  </a:lnTo>
                  <a:lnTo>
                    <a:pt x="23272" y="56325"/>
                  </a:lnTo>
                  <a:lnTo>
                    <a:pt x="22587" y="56534"/>
                  </a:lnTo>
                  <a:lnTo>
                    <a:pt x="21886" y="56727"/>
                  </a:lnTo>
                  <a:lnTo>
                    <a:pt x="21185" y="56906"/>
                  </a:lnTo>
                  <a:lnTo>
                    <a:pt x="20455" y="57055"/>
                  </a:lnTo>
                  <a:lnTo>
                    <a:pt x="19709" y="57190"/>
                  </a:lnTo>
                  <a:lnTo>
                    <a:pt x="19709" y="57190"/>
                  </a:lnTo>
                  <a:lnTo>
                    <a:pt x="18979" y="57055"/>
                  </a:lnTo>
                  <a:lnTo>
                    <a:pt x="18248" y="56906"/>
                  </a:lnTo>
                  <a:lnTo>
                    <a:pt x="17533" y="56727"/>
                  </a:lnTo>
                  <a:lnTo>
                    <a:pt x="16832" y="56534"/>
                  </a:lnTo>
                  <a:lnTo>
                    <a:pt x="16146" y="56325"/>
                  </a:lnTo>
                  <a:lnTo>
                    <a:pt x="15475" y="56086"/>
                  </a:lnTo>
                  <a:lnTo>
                    <a:pt x="14819" y="55833"/>
                  </a:lnTo>
                  <a:lnTo>
                    <a:pt x="14193" y="55550"/>
                  </a:lnTo>
                  <a:lnTo>
                    <a:pt x="13567" y="55266"/>
                  </a:lnTo>
                  <a:lnTo>
                    <a:pt x="12971" y="54953"/>
                  </a:lnTo>
                  <a:lnTo>
                    <a:pt x="12389" y="54625"/>
                  </a:lnTo>
                  <a:lnTo>
                    <a:pt x="11823" y="54282"/>
                  </a:lnTo>
                  <a:lnTo>
                    <a:pt x="11286" y="53925"/>
                  </a:lnTo>
                  <a:lnTo>
                    <a:pt x="10764" y="53552"/>
                  </a:lnTo>
                  <a:lnTo>
                    <a:pt x="10257" y="53149"/>
                  </a:lnTo>
                  <a:lnTo>
                    <a:pt x="9780" y="52747"/>
                  </a:lnTo>
                  <a:lnTo>
                    <a:pt x="9333" y="52329"/>
                  </a:lnTo>
                  <a:lnTo>
                    <a:pt x="8901" y="51897"/>
                  </a:lnTo>
                  <a:lnTo>
                    <a:pt x="8498" y="51450"/>
                  </a:lnTo>
                  <a:lnTo>
                    <a:pt x="8111" y="50988"/>
                  </a:lnTo>
                  <a:lnTo>
                    <a:pt x="7768" y="50511"/>
                  </a:lnTo>
                  <a:lnTo>
                    <a:pt x="7440" y="50033"/>
                  </a:lnTo>
                  <a:lnTo>
                    <a:pt x="7142" y="49542"/>
                  </a:lnTo>
                  <a:lnTo>
                    <a:pt x="6873" y="49035"/>
                  </a:lnTo>
                  <a:lnTo>
                    <a:pt x="6635" y="48513"/>
                  </a:lnTo>
                  <a:lnTo>
                    <a:pt x="6411" y="47991"/>
                  </a:lnTo>
                  <a:lnTo>
                    <a:pt x="6232" y="47454"/>
                  </a:lnTo>
                  <a:lnTo>
                    <a:pt x="6083" y="46918"/>
                  </a:lnTo>
                  <a:lnTo>
                    <a:pt x="5964" y="46366"/>
                  </a:lnTo>
                  <a:lnTo>
                    <a:pt x="5889" y="45814"/>
                  </a:lnTo>
                  <a:lnTo>
                    <a:pt x="5830" y="45248"/>
                  </a:lnTo>
                  <a:lnTo>
                    <a:pt x="5815" y="44681"/>
                  </a:lnTo>
                  <a:lnTo>
                    <a:pt x="5815" y="44681"/>
                  </a:lnTo>
                  <a:lnTo>
                    <a:pt x="5815" y="44577"/>
                  </a:lnTo>
                  <a:lnTo>
                    <a:pt x="5830" y="44488"/>
                  </a:lnTo>
                  <a:lnTo>
                    <a:pt x="0" y="1"/>
                  </a:lnTo>
                  <a:lnTo>
                    <a:pt x="39418" y="1"/>
                  </a:lnTo>
                  <a:lnTo>
                    <a:pt x="33589" y="4448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2"/>
            <p:cNvSpPr/>
            <p:nvPr/>
          </p:nvSpPr>
          <p:spPr>
            <a:xfrm>
              <a:off x="3454284" y="2830595"/>
              <a:ext cx="69877" cy="69892"/>
            </a:xfrm>
            <a:custGeom>
              <a:rect b="b" l="l" r="r" t="t"/>
              <a:pathLst>
                <a:path extrusionOk="0" h="4608" w="4607">
                  <a:moveTo>
                    <a:pt x="2311" y="1"/>
                  </a:moveTo>
                  <a:lnTo>
                    <a:pt x="2072" y="15"/>
                  </a:lnTo>
                  <a:lnTo>
                    <a:pt x="1849" y="60"/>
                  </a:lnTo>
                  <a:lnTo>
                    <a:pt x="1625" y="105"/>
                  </a:lnTo>
                  <a:lnTo>
                    <a:pt x="1416" y="194"/>
                  </a:lnTo>
                  <a:lnTo>
                    <a:pt x="1208" y="284"/>
                  </a:lnTo>
                  <a:lnTo>
                    <a:pt x="1029" y="403"/>
                  </a:lnTo>
                  <a:lnTo>
                    <a:pt x="850" y="537"/>
                  </a:lnTo>
                  <a:lnTo>
                    <a:pt x="686" y="686"/>
                  </a:lnTo>
                  <a:lnTo>
                    <a:pt x="537" y="850"/>
                  </a:lnTo>
                  <a:lnTo>
                    <a:pt x="403" y="1029"/>
                  </a:lnTo>
                  <a:lnTo>
                    <a:pt x="283" y="1208"/>
                  </a:lnTo>
                  <a:lnTo>
                    <a:pt x="194" y="1417"/>
                  </a:lnTo>
                  <a:lnTo>
                    <a:pt x="105" y="1626"/>
                  </a:lnTo>
                  <a:lnTo>
                    <a:pt x="60" y="1849"/>
                  </a:lnTo>
                  <a:lnTo>
                    <a:pt x="15" y="2073"/>
                  </a:lnTo>
                  <a:lnTo>
                    <a:pt x="0" y="2311"/>
                  </a:lnTo>
                  <a:lnTo>
                    <a:pt x="15" y="2550"/>
                  </a:lnTo>
                  <a:lnTo>
                    <a:pt x="60" y="2774"/>
                  </a:lnTo>
                  <a:lnTo>
                    <a:pt x="105" y="2997"/>
                  </a:lnTo>
                  <a:lnTo>
                    <a:pt x="194" y="3206"/>
                  </a:lnTo>
                  <a:lnTo>
                    <a:pt x="283" y="3400"/>
                  </a:lnTo>
                  <a:lnTo>
                    <a:pt x="403" y="3594"/>
                  </a:lnTo>
                  <a:lnTo>
                    <a:pt x="537" y="3772"/>
                  </a:lnTo>
                  <a:lnTo>
                    <a:pt x="686" y="3936"/>
                  </a:lnTo>
                  <a:lnTo>
                    <a:pt x="850" y="4085"/>
                  </a:lnTo>
                  <a:lnTo>
                    <a:pt x="1029" y="4220"/>
                  </a:lnTo>
                  <a:lnTo>
                    <a:pt x="1208" y="4324"/>
                  </a:lnTo>
                  <a:lnTo>
                    <a:pt x="1416" y="4428"/>
                  </a:lnTo>
                  <a:lnTo>
                    <a:pt x="1625" y="4503"/>
                  </a:lnTo>
                  <a:lnTo>
                    <a:pt x="1849" y="4563"/>
                  </a:lnTo>
                  <a:lnTo>
                    <a:pt x="2072" y="4592"/>
                  </a:lnTo>
                  <a:lnTo>
                    <a:pt x="2311" y="4607"/>
                  </a:lnTo>
                  <a:lnTo>
                    <a:pt x="2549" y="4592"/>
                  </a:lnTo>
                  <a:lnTo>
                    <a:pt x="2773" y="4563"/>
                  </a:lnTo>
                  <a:lnTo>
                    <a:pt x="2997" y="4503"/>
                  </a:lnTo>
                  <a:lnTo>
                    <a:pt x="3205" y="4428"/>
                  </a:lnTo>
                  <a:lnTo>
                    <a:pt x="3399" y="4324"/>
                  </a:lnTo>
                  <a:lnTo>
                    <a:pt x="3593" y="4220"/>
                  </a:lnTo>
                  <a:lnTo>
                    <a:pt x="3772" y="4085"/>
                  </a:lnTo>
                  <a:lnTo>
                    <a:pt x="3936" y="3936"/>
                  </a:lnTo>
                  <a:lnTo>
                    <a:pt x="4085" y="3772"/>
                  </a:lnTo>
                  <a:lnTo>
                    <a:pt x="4219" y="3594"/>
                  </a:lnTo>
                  <a:lnTo>
                    <a:pt x="4324" y="3400"/>
                  </a:lnTo>
                  <a:lnTo>
                    <a:pt x="4428" y="3206"/>
                  </a:lnTo>
                  <a:lnTo>
                    <a:pt x="4503" y="2997"/>
                  </a:lnTo>
                  <a:lnTo>
                    <a:pt x="4562" y="2774"/>
                  </a:lnTo>
                  <a:lnTo>
                    <a:pt x="4592" y="2550"/>
                  </a:lnTo>
                  <a:lnTo>
                    <a:pt x="4607" y="2311"/>
                  </a:lnTo>
                  <a:lnTo>
                    <a:pt x="4592" y="2073"/>
                  </a:lnTo>
                  <a:lnTo>
                    <a:pt x="4562" y="1849"/>
                  </a:lnTo>
                  <a:lnTo>
                    <a:pt x="4503" y="1626"/>
                  </a:lnTo>
                  <a:lnTo>
                    <a:pt x="4428" y="1417"/>
                  </a:lnTo>
                  <a:lnTo>
                    <a:pt x="4324" y="1208"/>
                  </a:lnTo>
                  <a:lnTo>
                    <a:pt x="4219" y="1029"/>
                  </a:lnTo>
                  <a:lnTo>
                    <a:pt x="4085" y="850"/>
                  </a:lnTo>
                  <a:lnTo>
                    <a:pt x="3936" y="686"/>
                  </a:lnTo>
                  <a:lnTo>
                    <a:pt x="3772" y="537"/>
                  </a:lnTo>
                  <a:lnTo>
                    <a:pt x="3593" y="403"/>
                  </a:lnTo>
                  <a:lnTo>
                    <a:pt x="3399" y="284"/>
                  </a:lnTo>
                  <a:lnTo>
                    <a:pt x="3205" y="194"/>
                  </a:lnTo>
                  <a:lnTo>
                    <a:pt x="2997" y="105"/>
                  </a:lnTo>
                  <a:lnTo>
                    <a:pt x="2773" y="60"/>
                  </a:lnTo>
                  <a:lnTo>
                    <a:pt x="2549" y="15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rgbClr val="F9C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2"/>
            <p:cNvSpPr/>
            <p:nvPr/>
          </p:nvSpPr>
          <p:spPr>
            <a:xfrm>
              <a:off x="3454284" y="2830595"/>
              <a:ext cx="69877" cy="69892"/>
            </a:xfrm>
            <a:custGeom>
              <a:rect b="b" l="l" r="r" t="t"/>
              <a:pathLst>
                <a:path extrusionOk="0" fill="none" h="4608" w="4607">
                  <a:moveTo>
                    <a:pt x="2311" y="1"/>
                  </a:moveTo>
                  <a:lnTo>
                    <a:pt x="2311" y="1"/>
                  </a:lnTo>
                  <a:lnTo>
                    <a:pt x="2072" y="15"/>
                  </a:lnTo>
                  <a:lnTo>
                    <a:pt x="1849" y="60"/>
                  </a:lnTo>
                  <a:lnTo>
                    <a:pt x="1625" y="105"/>
                  </a:lnTo>
                  <a:lnTo>
                    <a:pt x="1416" y="194"/>
                  </a:lnTo>
                  <a:lnTo>
                    <a:pt x="1208" y="284"/>
                  </a:lnTo>
                  <a:lnTo>
                    <a:pt x="1029" y="403"/>
                  </a:lnTo>
                  <a:lnTo>
                    <a:pt x="850" y="537"/>
                  </a:lnTo>
                  <a:lnTo>
                    <a:pt x="686" y="686"/>
                  </a:lnTo>
                  <a:lnTo>
                    <a:pt x="537" y="850"/>
                  </a:lnTo>
                  <a:lnTo>
                    <a:pt x="403" y="1029"/>
                  </a:lnTo>
                  <a:lnTo>
                    <a:pt x="283" y="1208"/>
                  </a:lnTo>
                  <a:lnTo>
                    <a:pt x="194" y="1417"/>
                  </a:lnTo>
                  <a:lnTo>
                    <a:pt x="105" y="1626"/>
                  </a:lnTo>
                  <a:lnTo>
                    <a:pt x="60" y="1849"/>
                  </a:lnTo>
                  <a:lnTo>
                    <a:pt x="15" y="2073"/>
                  </a:lnTo>
                  <a:lnTo>
                    <a:pt x="0" y="2311"/>
                  </a:lnTo>
                  <a:lnTo>
                    <a:pt x="0" y="2311"/>
                  </a:lnTo>
                  <a:lnTo>
                    <a:pt x="15" y="2550"/>
                  </a:lnTo>
                  <a:lnTo>
                    <a:pt x="60" y="2774"/>
                  </a:lnTo>
                  <a:lnTo>
                    <a:pt x="105" y="2997"/>
                  </a:lnTo>
                  <a:lnTo>
                    <a:pt x="194" y="3206"/>
                  </a:lnTo>
                  <a:lnTo>
                    <a:pt x="283" y="3400"/>
                  </a:lnTo>
                  <a:lnTo>
                    <a:pt x="403" y="3594"/>
                  </a:lnTo>
                  <a:lnTo>
                    <a:pt x="537" y="3772"/>
                  </a:lnTo>
                  <a:lnTo>
                    <a:pt x="686" y="3936"/>
                  </a:lnTo>
                  <a:lnTo>
                    <a:pt x="850" y="4085"/>
                  </a:lnTo>
                  <a:lnTo>
                    <a:pt x="1029" y="4220"/>
                  </a:lnTo>
                  <a:lnTo>
                    <a:pt x="1208" y="4324"/>
                  </a:lnTo>
                  <a:lnTo>
                    <a:pt x="1416" y="4428"/>
                  </a:lnTo>
                  <a:lnTo>
                    <a:pt x="1625" y="4503"/>
                  </a:lnTo>
                  <a:lnTo>
                    <a:pt x="1849" y="4563"/>
                  </a:lnTo>
                  <a:lnTo>
                    <a:pt x="2072" y="4592"/>
                  </a:lnTo>
                  <a:lnTo>
                    <a:pt x="2311" y="4607"/>
                  </a:lnTo>
                  <a:lnTo>
                    <a:pt x="2311" y="4607"/>
                  </a:lnTo>
                  <a:lnTo>
                    <a:pt x="2549" y="4592"/>
                  </a:lnTo>
                  <a:lnTo>
                    <a:pt x="2773" y="4563"/>
                  </a:lnTo>
                  <a:lnTo>
                    <a:pt x="2997" y="4503"/>
                  </a:lnTo>
                  <a:lnTo>
                    <a:pt x="3205" y="4428"/>
                  </a:lnTo>
                  <a:lnTo>
                    <a:pt x="3399" y="4324"/>
                  </a:lnTo>
                  <a:lnTo>
                    <a:pt x="3593" y="4220"/>
                  </a:lnTo>
                  <a:lnTo>
                    <a:pt x="3772" y="4085"/>
                  </a:lnTo>
                  <a:lnTo>
                    <a:pt x="3936" y="3936"/>
                  </a:lnTo>
                  <a:lnTo>
                    <a:pt x="4085" y="3772"/>
                  </a:lnTo>
                  <a:lnTo>
                    <a:pt x="4219" y="3594"/>
                  </a:lnTo>
                  <a:lnTo>
                    <a:pt x="4324" y="3400"/>
                  </a:lnTo>
                  <a:lnTo>
                    <a:pt x="4428" y="3206"/>
                  </a:lnTo>
                  <a:lnTo>
                    <a:pt x="4503" y="2997"/>
                  </a:lnTo>
                  <a:lnTo>
                    <a:pt x="4562" y="2774"/>
                  </a:lnTo>
                  <a:lnTo>
                    <a:pt x="4592" y="2550"/>
                  </a:lnTo>
                  <a:lnTo>
                    <a:pt x="4607" y="2311"/>
                  </a:lnTo>
                  <a:lnTo>
                    <a:pt x="4607" y="2311"/>
                  </a:lnTo>
                  <a:lnTo>
                    <a:pt x="4592" y="2073"/>
                  </a:lnTo>
                  <a:lnTo>
                    <a:pt x="4562" y="1849"/>
                  </a:lnTo>
                  <a:lnTo>
                    <a:pt x="4503" y="1626"/>
                  </a:lnTo>
                  <a:lnTo>
                    <a:pt x="4428" y="1417"/>
                  </a:lnTo>
                  <a:lnTo>
                    <a:pt x="4324" y="1208"/>
                  </a:lnTo>
                  <a:lnTo>
                    <a:pt x="4219" y="1029"/>
                  </a:lnTo>
                  <a:lnTo>
                    <a:pt x="4085" y="850"/>
                  </a:lnTo>
                  <a:lnTo>
                    <a:pt x="3936" y="686"/>
                  </a:lnTo>
                  <a:lnTo>
                    <a:pt x="3772" y="537"/>
                  </a:lnTo>
                  <a:lnTo>
                    <a:pt x="3593" y="403"/>
                  </a:lnTo>
                  <a:lnTo>
                    <a:pt x="3399" y="284"/>
                  </a:lnTo>
                  <a:lnTo>
                    <a:pt x="3205" y="194"/>
                  </a:lnTo>
                  <a:lnTo>
                    <a:pt x="2997" y="105"/>
                  </a:lnTo>
                  <a:lnTo>
                    <a:pt x="2773" y="60"/>
                  </a:lnTo>
                  <a:lnTo>
                    <a:pt x="2549" y="15"/>
                  </a:lnTo>
                  <a:lnTo>
                    <a:pt x="231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2"/>
            <p:cNvSpPr/>
            <p:nvPr/>
          </p:nvSpPr>
          <p:spPr>
            <a:xfrm>
              <a:off x="3651917" y="2930094"/>
              <a:ext cx="128681" cy="128681"/>
            </a:xfrm>
            <a:custGeom>
              <a:rect b="b" l="l" r="r" t="t"/>
              <a:pathLst>
                <a:path extrusionOk="0" h="8484" w="8484">
                  <a:moveTo>
                    <a:pt x="4025" y="0"/>
                  </a:moveTo>
                  <a:lnTo>
                    <a:pt x="3802" y="15"/>
                  </a:lnTo>
                  <a:lnTo>
                    <a:pt x="3593" y="45"/>
                  </a:lnTo>
                  <a:lnTo>
                    <a:pt x="3384" y="75"/>
                  </a:lnTo>
                  <a:lnTo>
                    <a:pt x="3176" y="134"/>
                  </a:lnTo>
                  <a:lnTo>
                    <a:pt x="2982" y="179"/>
                  </a:lnTo>
                  <a:lnTo>
                    <a:pt x="2773" y="254"/>
                  </a:lnTo>
                  <a:lnTo>
                    <a:pt x="2579" y="328"/>
                  </a:lnTo>
                  <a:lnTo>
                    <a:pt x="2400" y="418"/>
                  </a:lnTo>
                  <a:lnTo>
                    <a:pt x="2221" y="507"/>
                  </a:lnTo>
                  <a:lnTo>
                    <a:pt x="2043" y="612"/>
                  </a:lnTo>
                  <a:lnTo>
                    <a:pt x="1864" y="716"/>
                  </a:lnTo>
                  <a:lnTo>
                    <a:pt x="1700" y="835"/>
                  </a:lnTo>
                  <a:lnTo>
                    <a:pt x="1536" y="969"/>
                  </a:lnTo>
                  <a:lnTo>
                    <a:pt x="1387" y="1104"/>
                  </a:lnTo>
                  <a:lnTo>
                    <a:pt x="1238" y="1238"/>
                  </a:lnTo>
                  <a:lnTo>
                    <a:pt x="1088" y="1387"/>
                  </a:lnTo>
                  <a:lnTo>
                    <a:pt x="969" y="1536"/>
                  </a:lnTo>
                  <a:lnTo>
                    <a:pt x="835" y="1700"/>
                  </a:lnTo>
                  <a:lnTo>
                    <a:pt x="716" y="1864"/>
                  </a:lnTo>
                  <a:lnTo>
                    <a:pt x="611" y="2043"/>
                  </a:lnTo>
                  <a:lnTo>
                    <a:pt x="507" y="2222"/>
                  </a:lnTo>
                  <a:lnTo>
                    <a:pt x="418" y="2401"/>
                  </a:lnTo>
                  <a:lnTo>
                    <a:pt x="328" y="2579"/>
                  </a:lnTo>
                  <a:lnTo>
                    <a:pt x="254" y="2773"/>
                  </a:lnTo>
                  <a:lnTo>
                    <a:pt x="179" y="2982"/>
                  </a:lnTo>
                  <a:lnTo>
                    <a:pt x="119" y="3176"/>
                  </a:lnTo>
                  <a:lnTo>
                    <a:pt x="75" y="3384"/>
                  </a:lnTo>
                  <a:lnTo>
                    <a:pt x="45" y="3593"/>
                  </a:lnTo>
                  <a:lnTo>
                    <a:pt x="15" y="3802"/>
                  </a:lnTo>
                  <a:lnTo>
                    <a:pt x="0" y="4026"/>
                  </a:lnTo>
                  <a:lnTo>
                    <a:pt x="0" y="4234"/>
                  </a:lnTo>
                  <a:lnTo>
                    <a:pt x="0" y="4458"/>
                  </a:lnTo>
                  <a:lnTo>
                    <a:pt x="15" y="4667"/>
                  </a:lnTo>
                  <a:lnTo>
                    <a:pt x="45" y="4890"/>
                  </a:lnTo>
                  <a:lnTo>
                    <a:pt x="75" y="5099"/>
                  </a:lnTo>
                  <a:lnTo>
                    <a:pt x="119" y="5293"/>
                  </a:lnTo>
                  <a:lnTo>
                    <a:pt x="179" y="5501"/>
                  </a:lnTo>
                  <a:lnTo>
                    <a:pt x="254" y="5695"/>
                  </a:lnTo>
                  <a:lnTo>
                    <a:pt x="328" y="5889"/>
                  </a:lnTo>
                  <a:lnTo>
                    <a:pt x="418" y="6083"/>
                  </a:lnTo>
                  <a:lnTo>
                    <a:pt x="507" y="6262"/>
                  </a:lnTo>
                  <a:lnTo>
                    <a:pt x="611" y="6441"/>
                  </a:lnTo>
                  <a:lnTo>
                    <a:pt x="716" y="6605"/>
                  </a:lnTo>
                  <a:lnTo>
                    <a:pt x="835" y="6784"/>
                  </a:lnTo>
                  <a:lnTo>
                    <a:pt x="969" y="6933"/>
                  </a:lnTo>
                  <a:lnTo>
                    <a:pt x="1088" y="7097"/>
                  </a:lnTo>
                  <a:lnTo>
                    <a:pt x="1238" y="7246"/>
                  </a:lnTo>
                  <a:lnTo>
                    <a:pt x="1387" y="7380"/>
                  </a:lnTo>
                  <a:lnTo>
                    <a:pt x="1536" y="7514"/>
                  </a:lnTo>
                  <a:lnTo>
                    <a:pt x="1700" y="7633"/>
                  </a:lnTo>
                  <a:lnTo>
                    <a:pt x="1864" y="7753"/>
                  </a:lnTo>
                  <a:lnTo>
                    <a:pt x="2043" y="7872"/>
                  </a:lnTo>
                  <a:lnTo>
                    <a:pt x="2221" y="7976"/>
                  </a:lnTo>
                  <a:lnTo>
                    <a:pt x="2400" y="8066"/>
                  </a:lnTo>
                  <a:lnTo>
                    <a:pt x="2579" y="8155"/>
                  </a:lnTo>
                  <a:lnTo>
                    <a:pt x="2773" y="8230"/>
                  </a:lnTo>
                  <a:lnTo>
                    <a:pt x="2982" y="8289"/>
                  </a:lnTo>
                  <a:lnTo>
                    <a:pt x="3176" y="8349"/>
                  </a:lnTo>
                  <a:lnTo>
                    <a:pt x="3384" y="8394"/>
                  </a:lnTo>
                  <a:lnTo>
                    <a:pt x="3593" y="8438"/>
                  </a:lnTo>
                  <a:lnTo>
                    <a:pt x="3802" y="8468"/>
                  </a:lnTo>
                  <a:lnTo>
                    <a:pt x="4025" y="8483"/>
                  </a:lnTo>
                  <a:lnTo>
                    <a:pt x="4458" y="8483"/>
                  </a:lnTo>
                  <a:lnTo>
                    <a:pt x="4666" y="8468"/>
                  </a:lnTo>
                  <a:lnTo>
                    <a:pt x="4890" y="8438"/>
                  </a:lnTo>
                  <a:lnTo>
                    <a:pt x="5099" y="8394"/>
                  </a:lnTo>
                  <a:lnTo>
                    <a:pt x="5293" y="8349"/>
                  </a:lnTo>
                  <a:lnTo>
                    <a:pt x="5501" y="8289"/>
                  </a:lnTo>
                  <a:lnTo>
                    <a:pt x="5695" y="8230"/>
                  </a:lnTo>
                  <a:lnTo>
                    <a:pt x="5889" y="8155"/>
                  </a:lnTo>
                  <a:lnTo>
                    <a:pt x="6083" y="8066"/>
                  </a:lnTo>
                  <a:lnTo>
                    <a:pt x="6262" y="7976"/>
                  </a:lnTo>
                  <a:lnTo>
                    <a:pt x="6441" y="7872"/>
                  </a:lnTo>
                  <a:lnTo>
                    <a:pt x="6605" y="7753"/>
                  </a:lnTo>
                  <a:lnTo>
                    <a:pt x="6783" y="7633"/>
                  </a:lnTo>
                  <a:lnTo>
                    <a:pt x="6933" y="7514"/>
                  </a:lnTo>
                  <a:lnTo>
                    <a:pt x="7097" y="7380"/>
                  </a:lnTo>
                  <a:lnTo>
                    <a:pt x="7246" y="7246"/>
                  </a:lnTo>
                  <a:lnTo>
                    <a:pt x="7380" y="7097"/>
                  </a:lnTo>
                  <a:lnTo>
                    <a:pt x="7514" y="6933"/>
                  </a:lnTo>
                  <a:lnTo>
                    <a:pt x="7633" y="6784"/>
                  </a:lnTo>
                  <a:lnTo>
                    <a:pt x="7753" y="6605"/>
                  </a:lnTo>
                  <a:lnTo>
                    <a:pt x="7872" y="6441"/>
                  </a:lnTo>
                  <a:lnTo>
                    <a:pt x="7976" y="6262"/>
                  </a:lnTo>
                  <a:lnTo>
                    <a:pt x="8066" y="6083"/>
                  </a:lnTo>
                  <a:lnTo>
                    <a:pt x="8155" y="5889"/>
                  </a:lnTo>
                  <a:lnTo>
                    <a:pt x="8230" y="5695"/>
                  </a:lnTo>
                  <a:lnTo>
                    <a:pt x="8289" y="5501"/>
                  </a:lnTo>
                  <a:lnTo>
                    <a:pt x="8349" y="5293"/>
                  </a:lnTo>
                  <a:lnTo>
                    <a:pt x="8394" y="5099"/>
                  </a:lnTo>
                  <a:lnTo>
                    <a:pt x="8438" y="4890"/>
                  </a:lnTo>
                  <a:lnTo>
                    <a:pt x="8468" y="4667"/>
                  </a:lnTo>
                  <a:lnTo>
                    <a:pt x="8483" y="4458"/>
                  </a:lnTo>
                  <a:lnTo>
                    <a:pt x="8483" y="4234"/>
                  </a:lnTo>
                  <a:lnTo>
                    <a:pt x="8483" y="4026"/>
                  </a:lnTo>
                  <a:lnTo>
                    <a:pt x="8468" y="3802"/>
                  </a:lnTo>
                  <a:lnTo>
                    <a:pt x="8438" y="3593"/>
                  </a:lnTo>
                  <a:lnTo>
                    <a:pt x="8394" y="3384"/>
                  </a:lnTo>
                  <a:lnTo>
                    <a:pt x="8349" y="3176"/>
                  </a:lnTo>
                  <a:lnTo>
                    <a:pt x="8289" y="2982"/>
                  </a:lnTo>
                  <a:lnTo>
                    <a:pt x="8230" y="2773"/>
                  </a:lnTo>
                  <a:lnTo>
                    <a:pt x="8155" y="2579"/>
                  </a:lnTo>
                  <a:lnTo>
                    <a:pt x="8066" y="2401"/>
                  </a:lnTo>
                  <a:lnTo>
                    <a:pt x="7976" y="2222"/>
                  </a:lnTo>
                  <a:lnTo>
                    <a:pt x="7872" y="2043"/>
                  </a:lnTo>
                  <a:lnTo>
                    <a:pt x="7753" y="1864"/>
                  </a:lnTo>
                  <a:lnTo>
                    <a:pt x="7633" y="1700"/>
                  </a:lnTo>
                  <a:lnTo>
                    <a:pt x="7514" y="1536"/>
                  </a:lnTo>
                  <a:lnTo>
                    <a:pt x="7380" y="1387"/>
                  </a:lnTo>
                  <a:lnTo>
                    <a:pt x="7246" y="1238"/>
                  </a:lnTo>
                  <a:lnTo>
                    <a:pt x="7097" y="1104"/>
                  </a:lnTo>
                  <a:lnTo>
                    <a:pt x="6933" y="969"/>
                  </a:lnTo>
                  <a:lnTo>
                    <a:pt x="6783" y="835"/>
                  </a:lnTo>
                  <a:lnTo>
                    <a:pt x="6605" y="716"/>
                  </a:lnTo>
                  <a:lnTo>
                    <a:pt x="6441" y="612"/>
                  </a:lnTo>
                  <a:lnTo>
                    <a:pt x="6262" y="507"/>
                  </a:lnTo>
                  <a:lnTo>
                    <a:pt x="6083" y="418"/>
                  </a:lnTo>
                  <a:lnTo>
                    <a:pt x="5889" y="328"/>
                  </a:lnTo>
                  <a:lnTo>
                    <a:pt x="5695" y="254"/>
                  </a:lnTo>
                  <a:lnTo>
                    <a:pt x="5501" y="179"/>
                  </a:lnTo>
                  <a:lnTo>
                    <a:pt x="5293" y="134"/>
                  </a:lnTo>
                  <a:lnTo>
                    <a:pt x="5099" y="75"/>
                  </a:lnTo>
                  <a:lnTo>
                    <a:pt x="4890" y="45"/>
                  </a:lnTo>
                  <a:lnTo>
                    <a:pt x="4666" y="15"/>
                  </a:lnTo>
                  <a:lnTo>
                    <a:pt x="4458" y="0"/>
                  </a:lnTo>
                  <a:close/>
                </a:path>
              </a:pathLst>
            </a:custGeom>
            <a:solidFill>
              <a:srgbClr val="F9C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3651917" y="2930094"/>
              <a:ext cx="128681" cy="128681"/>
            </a:xfrm>
            <a:custGeom>
              <a:rect b="b" l="l" r="r" t="t"/>
              <a:pathLst>
                <a:path extrusionOk="0" fill="none" h="8484" w="8484">
                  <a:moveTo>
                    <a:pt x="4234" y="0"/>
                  </a:moveTo>
                  <a:lnTo>
                    <a:pt x="4234" y="0"/>
                  </a:lnTo>
                  <a:lnTo>
                    <a:pt x="4025" y="0"/>
                  </a:lnTo>
                  <a:lnTo>
                    <a:pt x="3802" y="15"/>
                  </a:lnTo>
                  <a:lnTo>
                    <a:pt x="3593" y="45"/>
                  </a:lnTo>
                  <a:lnTo>
                    <a:pt x="3384" y="75"/>
                  </a:lnTo>
                  <a:lnTo>
                    <a:pt x="3176" y="134"/>
                  </a:lnTo>
                  <a:lnTo>
                    <a:pt x="2982" y="179"/>
                  </a:lnTo>
                  <a:lnTo>
                    <a:pt x="2773" y="254"/>
                  </a:lnTo>
                  <a:lnTo>
                    <a:pt x="2579" y="328"/>
                  </a:lnTo>
                  <a:lnTo>
                    <a:pt x="2400" y="418"/>
                  </a:lnTo>
                  <a:lnTo>
                    <a:pt x="2221" y="507"/>
                  </a:lnTo>
                  <a:lnTo>
                    <a:pt x="2043" y="612"/>
                  </a:lnTo>
                  <a:lnTo>
                    <a:pt x="1864" y="716"/>
                  </a:lnTo>
                  <a:lnTo>
                    <a:pt x="1700" y="835"/>
                  </a:lnTo>
                  <a:lnTo>
                    <a:pt x="1536" y="969"/>
                  </a:lnTo>
                  <a:lnTo>
                    <a:pt x="1387" y="1104"/>
                  </a:lnTo>
                  <a:lnTo>
                    <a:pt x="1238" y="1238"/>
                  </a:lnTo>
                  <a:lnTo>
                    <a:pt x="1088" y="1387"/>
                  </a:lnTo>
                  <a:lnTo>
                    <a:pt x="969" y="1536"/>
                  </a:lnTo>
                  <a:lnTo>
                    <a:pt x="835" y="1700"/>
                  </a:lnTo>
                  <a:lnTo>
                    <a:pt x="716" y="1864"/>
                  </a:lnTo>
                  <a:lnTo>
                    <a:pt x="611" y="2043"/>
                  </a:lnTo>
                  <a:lnTo>
                    <a:pt x="507" y="2222"/>
                  </a:lnTo>
                  <a:lnTo>
                    <a:pt x="418" y="2401"/>
                  </a:lnTo>
                  <a:lnTo>
                    <a:pt x="328" y="2579"/>
                  </a:lnTo>
                  <a:lnTo>
                    <a:pt x="254" y="2773"/>
                  </a:lnTo>
                  <a:lnTo>
                    <a:pt x="179" y="2982"/>
                  </a:lnTo>
                  <a:lnTo>
                    <a:pt x="119" y="3176"/>
                  </a:lnTo>
                  <a:lnTo>
                    <a:pt x="75" y="3384"/>
                  </a:lnTo>
                  <a:lnTo>
                    <a:pt x="45" y="3593"/>
                  </a:lnTo>
                  <a:lnTo>
                    <a:pt x="15" y="3802"/>
                  </a:lnTo>
                  <a:lnTo>
                    <a:pt x="0" y="4026"/>
                  </a:lnTo>
                  <a:lnTo>
                    <a:pt x="0" y="4234"/>
                  </a:lnTo>
                  <a:lnTo>
                    <a:pt x="0" y="4234"/>
                  </a:lnTo>
                  <a:lnTo>
                    <a:pt x="0" y="4458"/>
                  </a:lnTo>
                  <a:lnTo>
                    <a:pt x="15" y="4667"/>
                  </a:lnTo>
                  <a:lnTo>
                    <a:pt x="45" y="4890"/>
                  </a:lnTo>
                  <a:lnTo>
                    <a:pt x="75" y="5099"/>
                  </a:lnTo>
                  <a:lnTo>
                    <a:pt x="119" y="5293"/>
                  </a:lnTo>
                  <a:lnTo>
                    <a:pt x="179" y="5501"/>
                  </a:lnTo>
                  <a:lnTo>
                    <a:pt x="254" y="5695"/>
                  </a:lnTo>
                  <a:lnTo>
                    <a:pt x="328" y="5889"/>
                  </a:lnTo>
                  <a:lnTo>
                    <a:pt x="418" y="6083"/>
                  </a:lnTo>
                  <a:lnTo>
                    <a:pt x="507" y="6262"/>
                  </a:lnTo>
                  <a:lnTo>
                    <a:pt x="611" y="6441"/>
                  </a:lnTo>
                  <a:lnTo>
                    <a:pt x="716" y="6605"/>
                  </a:lnTo>
                  <a:lnTo>
                    <a:pt x="835" y="6784"/>
                  </a:lnTo>
                  <a:lnTo>
                    <a:pt x="969" y="6933"/>
                  </a:lnTo>
                  <a:lnTo>
                    <a:pt x="1088" y="7097"/>
                  </a:lnTo>
                  <a:lnTo>
                    <a:pt x="1238" y="7246"/>
                  </a:lnTo>
                  <a:lnTo>
                    <a:pt x="1387" y="7380"/>
                  </a:lnTo>
                  <a:lnTo>
                    <a:pt x="1536" y="7514"/>
                  </a:lnTo>
                  <a:lnTo>
                    <a:pt x="1700" y="7633"/>
                  </a:lnTo>
                  <a:lnTo>
                    <a:pt x="1864" y="7753"/>
                  </a:lnTo>
                  <a:lnTo>
                    <a:pt x="2043" y="7872"/>
                  </a:lnTo>
                  <a:lnTo>
                    <a:pt x="2221" y="7976"/>
                  </a:lnTo>
                  <a:lnTo>
                    <a:pt x="2400" y="8066"/>
                  </a:lnTo>
                  <a:lnTo>
                    <a:pt x="2579" y="8155"/>
                  </a:lnTo>
                  <a:lnTo>
                    <a:pt x="2773" y="8230"/>
                  </a:lnTo>
                  <a:lnTo>
                    <a:pt x="2982" y="8289"/>
                  </a:lnTo>
                  <a:lnTo>
                    <a:pt x="3176" y="8349"/>
                  </a:lnTo>
                  <a:lnTo>
                    <a:pt x="3384" y="8394"/>
                  </a:lnTo>
                  <a:lnTo>
                    <a:pt x="3593" y="8438"/>
                  </a:lnTo>
                  <a:lnTo>
                    <a:pt x="3802" y="8468"/>
                  </a:lnTo>
                  <a:lnTo>
                    <a:pt x="4025" y="8483"/>
                  </a:lnTo>
                  <a:lnTo>
                    <a:pt x="4234" y="8483"/>
                  </a:lnTo>
                  <a:lnTo>
                    <a:pt x="4234" y="8483"/>
                  </a:lnTo>
                  <a:lnTo>
                    <a:pt x="4458" y="8483"/>
                  </a:lnTo>
                  <a:lnTo>
                    <a:pt x="4666" y="8468"/>
                  </a:lnTo>
                  <a:lnTo>
                    <a:pt x="4890" y="8438"/>
                  </a:lnTo>
                  <a:lnTo>
                    <a:pt x="5099" y="8394"/>
                  </a:lnTo>
                  <a:lnTo>
                    <a:pt x="5293" y="8349"/>
                  </a:lnTo>
                  <a:lnTo>
                    <a:pt x="5501" y="8289"/>
                  </a:lnTo>
                  <a:lnTo>
                    <a:pt x="5695" y="8230"/>
                  </a:lnTo>
                  <a:lnTo>
                    <a:pt x="5889" y="8155"/>
                  </a:lnTo>
                  <a:lnTo>
                    <a:pt x="6083" y="8066"/>
                  </a:lnTo>
                  <a:lnTo>
                    <a:pt x="6262" y="7976"/>
                  </a:lnTo>
                  <a:lnTo>
                    <a:pt x="6441" y="7872"/>
                  </a:lnTo>
                  <a:lnTo>
                    <a:pt x="6605" y="7753"/>
                  </a:lnTo>
                  <a:lnTo>
                    <a:pt x="6783" y="7633"/>
                  </a:lnTo>
                  <a:lnTo>
                    <a:pt x="6933" y="7514"/>
                  </a:lnTo>
                  <a:lnTo>
                    <a:pt x="7097" y="7380"/>
                  </a:lnTo>
                  <a:lnTo>
                    <a:pt x="7246" y="7246"/>
                  </a:lnTo>
                  <a:lnTo>
                    <a:pt x="7380" y="7097"/>
                  </a:lnTo>
                  <a:lnTo>
                    <a:pt x="7514" y="6933"/>
                  </a:lnTo>
                  <a:lnTo>
                    <a:pt x="7633" y="6784"/>
                  </a:lnTo>
                  <a:lnTo>
                    <a:pt x="7753" y="6605"/>
                  </a:lnTo>
                  <a:lnTo>
                    <a:pt x="7872" y="6441"/>
                  </a:lnTo>
                  <a:lnTo>
                    <a:pt x="7976" y="6262"/>
                  </a:lnTo>
                  <a:lnTo>
                    <a:pt x="8066" y="6083"/>
                  </a:lnTo>
                  <a:lnTo>
                    <a:pt x="8155" y="5889"/>
                  </a:lnTo>
                  <a:lnTo>
                    <a:pt x="8230" y="5695"/>
                  </a:lnTo>
                  <a:lnTo>
                    <a:pt x="8289" y="5501"/>
                  </a:lnTo>
                  <a:lnTo>
                    <a:pt x="8349" y="5293"/>
                  </a:lnTo>
                  <a:lnTo>
                    <a:pt x="8394" y="5099"/>
                  </a:lnTo>
                  <a:lnTo>
                    <a:pt x="8438" y="4890"/>
                  </a:lnTo>
                  <a:lnTo>
                    <a:pt x="8468" y="4667"/>
                  </a:lnTo>
                  <a:lnTo>
                    <a:pt x="8483" y="4458"/>
                  </a:lnTo>
                  <a:lnTo>
                    <a:pt x="8483" y="4234"/>
                  </a:lnTo>
                  <a:lnTo>
                    <a:pt x="8483" y="4234"/>
                  </a:lnTo>
                  <a:lnTo>
                    <a:pt x="8483" y="4026"/>
                  </a:lnTo>
                  <a:lnTo>
                    <a:pt x="8468" y="3802"/>
                  </a:lnTo>
                  <a:lnTo>
                    <a:pt x="8438" y="3593"/>
                  </a:lnTo>
                  <a:lnTo>
                    <a:pt x="8394" y="3384"/>
                  </a:lnTo>
                  <a:lnTo>
                    <a:pt x="8349" y="3176"/>
                  </a:lnTo>
                  <a:lnTo>
                    <a:pt x="8289" y="2982"/>
                  </a:lnTo>
                  <a:lnTo>
                    <a:pt x="8230" y="2773"/>
                  </a:lnTo>
                  <a:lnTo>
                    <a:pt x="8155" y="2579"/>
                  </a:lnTo>
                  <a:lnTo>
                    <a:pt x="8066" y="2401"/>
                  </a:lnTo>
                  <a:lnTo>
                    <a:pt x="7976" y="2222"/>
                  </a:lnTo>
                  <a:lnTo>
                    <a:pt x="7872" y="2043"/>
                  </a:lnTo>
                  <a:lnTo>
                    <a:pt x="7753" y="1864"/>
                  </a:lnTo>
                  <a:lnTo>
                    <a:pt x="7633" y="1700"/>
                  </a:lnTo>
                  <a:lnTo>
                    <a:pt x="7514" y="1536"/>
                  </a:lnTo>
                  <a:lnTo>
                    <a:pt x="7380" y="1387"/>
                  </a:lnTo>
                  <a:lnTo>
                    <a:pt x="7246" y="1238"/>
                  </a:lnTo>
                  <a:lnTo>
                    <a:pt x="7097" y="1104"/>
                  </a:lnTo>
                  <a:lnTo>
                    <a:pt x="6933" y="969"/>
                  </a:lnTo>
                  <a:lnTo>
                    <a:pt x="6783" y="835"/>
                  </a:lnTo>
                  <a:lnTo>
                    <a:pt x="6605" y="716"/>
                  </a:lnTo>
                  <a:lnTo>
                    <a:pt x="6441" y="612"/>
                  </a:lnTo>
                  <a:lnTo>
                    <a:pt x="6262" y="507"/>
                  </a:lnTo>
                  <a:lnTo>
                    <a:pt x="6083" y="418"/>
                  </a:lnTo>
                  <a:lnTo>
                    <a:pt x="5889" y="328"/>
                  </a:lnTo>
                  <a:lnTo>
                    <a:pt x="5695" y="254"/>
                  </a:lnTo>
                  <a:lnTo>
                    <a:pt x="5501" y="179"/>
                  </a:lnTo>
                  <a:lnTo>
                    <a:pt x="5293" y="134"/>
                  </a:lnTo>
                  <a:lnTo>
                    <a:pt x="5099" y="75"/>
                  </a:lnTo>
                  <a:lnTo>
                    <a:pt x="4890" y="45"/>
                  </a:lnTo>
                  <a:lnTo>
                    <a:pt x="4666" y="15"/>
                  </a:lnTo>
                  <a:lnTo>
                    <a:pt x="4458" y="0"/>
                  </a:lnTo>
                  <a:lnTo>
                    <a:pt x="42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3524146" y="3123419"/>
              <a:ext cx="38237" cy="38237"/>
            </a:xfrm>
            <a:custGeom>
              <a:rect b="b" l="l" r="r" t="t"/>
              <a:pathLst>
                <a:path extrusionOk="0" h="2521" w="2521">
                  <a:moveTo>
                    <a:pt x="1134" y="1"/>
                  </a:moveTo>
                  <a:lnTo>
                    <a:pt x="1015" y="31"/>
                  </a:lnTo>
                  <a:lnTo>
                    <a:pt x="895" y="61"/>
                  </a:lnTo>
                  <a:lnTo>
                    <a:pt x="776" y="105"/>
                  </a:lnTo>
                  <a:lnTo>
                    <a:pt x="657" y="150"/>
                  </a:lnTo>
                  <a:lnTo>
                    <a:pt x="552" y="210"/>
                  </a:lnTo>
                  <a:lnTo>
                    <a:pt x="463" y="284"/>
                  </a:lnTo>
                  <a:lnTo>
                    <a:pt x="374" y="374"/>
                  </a:lnTo>
                  <a:lnTo>
                    <a:pt x="284" y="463"/>
                  </a:lnTo>
                  <a:lnTo>
                    <a:pt x="224" y="553"/>
                  </a:lnTo>
                  <a:lnTo>
                    <a:pt x="150" y="657"/>
                  </a:lnTo>
                  <a:lnTo>
                    <a:pt x="105" y="776"/>
                  </a:lnTo>
                  <a:lnTo>
                    <a:pt x="60" y="881"/>
                  </a:lnTo>
                  <a:lnTo>
                    <a:pt x="31" y="1015"/>
                  </a:lnTo>
                  <a:lnTo>
                    <a:pt x="1" y="1134"/>
                  </a:lnTo>
                  <a:lnTo>
                    <a:pt x="1" y="1268"/>
                  </a:lnTo>
                  <a:lnTo>
                    <a:pt x="1" y="1387"/>
                  </a:lnTo>
                  <a:lnTo>
                    <a:pt x="31" y="1522"/>
                  </a:lnTo>
                  <a:lnTo>
                    <a:pt x="60" y="1641"/>
                  </a:lnTo>
                  <a:lnTo>
                    <a:pt x="105" y="1760"/>
                  </a:lnTo>
                  <a:lnTo>
                    <a:pt x="150" y="1865"/>
                  </a:lnTo>
                  <a:lnTo>
                    <a:pt x="224" y="1969"/>
                  </a:lnTo>
                  <a:lnTo>
                    <a:pt x="284" y="2073"/>
                  </a:lnTo>
                  <a:lnTo>
                    <a:pt x="374" y="2163"/>
                  </a:lnTo>
                  <a:lnTo>
                    <a:pt x="463" y="2237"/>
                  </a:lnTo>
                  <a:lnTo>
                    <a:pt x="552" y="2312"/>
                  </a:lnTo>
                  <a:lnTo>
                    <a:pt x="657" y="2371"/>
                  </a:lnTo>
                  <a:lnTo>
                    <a:pt x="776" y="2431"/>
                  </a:lnTo>
                  <a:lnTo>
                    <a:pt x="895" y="2476"/>
                  </a:lnTo>
                  <a:lnTo>
                    <a:pt x="1015" y="2506"/>
                  </a:lnTo>
                  <a:lnTo>
                    <a:pt x="1134" y="2520"/>
                  </a:lnTo>
                  <a:lnTo>
                    <a:pt x="1387" y="2520"/>
                  </a:lnTo>
                  <a:lnTo>
                    <a:pt x="1522" y="2506"/>
                  </a:lnTo>
                  <a:lnTo>
                    <a:pt x="1641" y="2476"/>
                  </a:lnTo>
                  <a:lnTo>
                    <a:pt x="1760" y="2431"/>
                  </a:lnTo>
                  <a:lnTo>
                    <a:pt x="1864" y="2371"/>
                  </a:lnTo>
                  <a:lnTo>
                    <a:pt x="1969" y="2312"/>
                  </a:lnTo>
                  <a:lnTo>
                    <a:pt x="2073" y="2237"/>
                  </a:lnTo>
                  <a:lnTo>
                    <a:pt x="2163" y="2163"/>
                  </a:lnTo>
                  <a:lnTo>
                    <a:pt x="2237" y="2073"/>
                  </a:lnTo>
                  <a:lnTo>
                    <a:pt x="2312" y="1969"/>
                  </a:lnTo>
                  <a:lnTo>
                    <a:pt x="2371" y="1865"/>
                  </a:lnTo>
                  <a:lnTo>
                    <a:pt x="2431" y="1760"/>
                  </a:lnTo>
                  <a:lnTo>
                    <a:pt x="2476" y="1641"/>
                  </a:lnTo>
                  <a:lnTo>
                    <a:pt x="2505" y="1522"/>
                  </a:lnTo>
                  <a:lnTo>
                    <a:pt x="2520" y="1387"/>
                  </a:lnTo>
                  <a:lnTo>
                    <a:pt x="2520" y="1268"/>
                  </a:lnTo>
                  <a:lnTo>
                    <a:pt x="2520" y="1134"/>
                  </a:lnTo>
                  <a:lnTo>
                    <a:pt x="2505" y="1015"/>
                  </a:lnTo>
                  <a:lnTo>
                    <a:pt x="2476" y="881"/>
                  </a:lnTo>
                  <a:lnTo>
                    <a:pt x="2431" y="776"/>
                  </a:lnTo>
                  <a:lnTo>
                    <a:pt x="2371" y="657"/>
                  </a:lnTo>
                  <a:lnTo>
                    <a:pt x="2312" y="553"/>
                  </a:lnTo>
                  <a:lnTo>
                    <a:pt x="2237" y="463"/>
                  </a:lnTo>
                  <a:lnTo>
                    <a:pt x="2163" y="374"/>
                  </a:lnTo>
                  <a:lnTo>
                    <a:pt x="2073" y="284"/>
                  </a:lnTo>
                  <a:lnTo>
                    <a:pt x="1969" y="210"/>
                  </a:lnTo>
                  <a:lnTo>
                    <a:pt x="1864" y="150"/>
                  </a:lnTo>
                  <a:lnTo>
                    <a:pt x="1760" y="105"/>
                  </a:lnTo>
                  <a:lnTo>
                    <a:pt x="1641" y="61"/>
                  </a:lnTo>
                  <a:lnTo>
                    <a:pt x="1522" y="3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rgbClr val="F9C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2"/>
            <p:cNvSpPr/>
            <p:nvPr/>
          </p:nvSpPr>
          <p:spPr>
            <a:xfrm>
              <a:off x="3524146" y="3123419"/>
              <a:ext cx="38237" cy="38237"/>
            </a:xfrm>
            <a:custGeom>
              <a:rect b="b" l="l" r="r" t="t"/>
              <a:pathLst>
                <a:path extrusionOk="0" fill="none" h="2521" w="2521">
                  <a:moveTo>
                    <a:pt x="1268" y="1"/>
                  </a:moveTo>
                  <a:lnTo>
                    <a:pt x="1268" y="1"/>
                  </a:lnTo>
                  <a:lnTo>
                    <a:pt x="1134" y="1"/>
                  </a:lnTo>
                  <a:lnTo>
                    <a:pt x="1015" y="31"/>
                  </a:lnTo>
                  <a:lnTo>
                    <a:pt x="895" y="61"/>
                  </a:lnTo>
                  <a:lnTo>
                    <a:pt x="776" y="105"/>
                  </a:lnTo>
                  <a:lnTo>
                    <a:pt x="657" y="150"/>
                  </a:lnTo>
                  <a:lnTo>
                    <a:pt x="552" y="210"/>
                  </a:lnTo>
                  <a:lnTo>
                    <a:pt x="463" y="284"/>
                  </a:lnTo>
                  <a:lnTo>
                    <a:pt x="374" y="374"/>
                  </a:lnTo>
                  <a:lnTo>
                    <a:pt x="284" y="463"/>
                  </a:lnTo>
                  <a:lnTo>
                    <a:pt x="224" y="553"/>
                  </a:lnTo>
                  <a:lnTo>
                    <a:pt x="150" y="657"/>
                  </a:lnTo>
                  <a:lnTo>
                    <a:pt x="105" y="776"/>
                  </a:lnTo>
                  <a:lnTo>
                    <a:pt x="60" y="881"/>
                  </a:lnTo>
                  <a:lnTo>
                    <a:pt x="31" y="1015"/>
                  </a:lnTo>
                  <a:lnTo>
                    <a:pt x="1" y="1134"/>
                  </a:lnTo>
                  <a:lnTo>
                    <a:pt x="1" y="1268"/>
                  </a:lnTo>
                  <a:lnTo>
                    <a:pt x="1" y="1268"/>
                  </a:lnTo>
                  <a:lnTo>
                    <a:pt x="1" y="1387"/>
                  </a:lnTo>
                  <a:lnTo>
                    <a:pt x="31" y="1522"/>
                  </a:lnTo>
                  <a:lnTo>
                    <a:pt x="60" y="1641"/>
                  </a:lnTo>
                  <a:lnTo>
                    <a:pt x="105" y="1760"/>
                  </a:lnTo>
                  <a:lnTo>
                    <a:pt x="150" y="1865"/>
                  </a:lnTo>
                  <a:lnTo>
                    <a:pt x="224" y="1969"/>
                  </a:lnTo>
                  <a:lnTo>
                    <a:pt x="284" y="2073"/>
                  </a:lnTo>
                  <a:lnTo>
                    <a:pt x="374" y="2163"/>
                  </a:lnTo>
                  <a:lnTo>
                    <a:pt x="463" y="2237"/>
                  </a:lnTo>
                  <a:lnTo>
                    <a:pt x="552" y="2312"/>
                  </a:lnTo>
                  <a:lnTo>
                    <a:pt x="657" y="2371"/>
                  </a:lnTo>
                  <a:lnTo>
                    <a:pt x="776" y="2431"/>
                  </a:lnTo>
                  <a:lnTo>
                    <a:pt x="895" y="2476"/>
                  </a:lnTo>
                  <a:lnTo>
                    <a:pt x="1015" y="2506"/>
                  </a:lnTo>
                  <a:lnTo>
                    <a:pt x="1134" y="2520"/>
                  </a:lnTo>
                  <a:lnTo>
                    <a:pt x="1268" y="2520"/>
                  </a:lnTo>
                  <a:lnTo>
                    <a:pt x="1268" y="2520"/>
                  </a:lnTo>
                  <a:lnTo>
                    <a:pt x="1387" y="2520"/>
                  </a:lnTo>
                  <a:lnTo>
                    <a:pt x="1522" y="2506"/>
                  </a:lnTo>
                  <a:lnTo>
                    <a:pt x="1641" y="2476"/>
                  </a:lnTo>
                  <a:lnTo>
                    <a:pt x="1760" y="2431"/>
                  </a:lnTo>
                  <a:lnTo>
                    <a:pt x="1864" y="2371"/>
                  </a:lnTo>
                  <a:lnTo>
                    <a:pt x="1969" y="2312"/>
                  </a:lnTo>
                  <a:lnTo>
                    <a:pt x="2073" y="2237"/>
                  </a:lnTo>
                  <a:lnTo>
                    <a:pt x="2163" y="2163"/>
                  </a:lnTo>
                  <a:lnTo>
                    <a:pt x="2237" y="2073"/>
                  </a:lnTo>
                  <a:lnTo>
                    <a:pt x="2312" y="1969"/>
                  </a:lnTo>
                  <a:lnTo>
                    <a:pt x="2371" y="1865"/>
                  </a:lnTo>
                  <a:lnTo>
                    <a:pt x="2431" y="1760"/>
                  </a:lnTo>
                  <a:lnTo>
                    <a:pt x="2476" y="1641"/>
                  </a:lnTo>
                  <a:lnTo>
                    <a:pt x="2505" y="1522"/>
                  </a:lnTo>
                  <a:lnTo>
                    <a:pt x="2520" y="1387"/>
                  </a:lnTo>
                  <a:lnTo>
                    <a:pt x="2520" y="1268"/>
                  </a:lnTo>
                  <a:lnTo>
                    <a:pt x="2520" y="1268"/>
                  </a:lnTo>
                  <a:lnTo>
                    <a:pt x="2520" y="1134"/>
                  </a:lnTo>
                  <a:lnTo>
                    <a:pt x="2505" y="1015"/>
                  </a:lnTo>
                  <a:lnTo>
                    <a:pt x="2476" y="881"/>
                  </a:lnTo>
                  <a:lnTo>
                    <a:pt x="2431" y="776"/>
                  </a:lnTo>
                  <a:lnTo>
                    <a:pt x="2371" y="657"/>
                  </a:lnTo>
                  <a:lnTo>
                    <a:pt x="2312" y="553"/>
                  </a:lnTo>
                  <a:lnTo>
                    <a:pt x="2237" y="463"/>
                  </a:lnTo>
                  <a:lnTo>
                    <a:pt x="2163" y="374"/>
                  </a:lnTo>
                  <a:lnTo>
                    <a:pt x="2073" y="284"/>
                  </a:lnTo>
                  <a:lnTo>
                    <a:pt x="1969" y="210"/>
                  </a:lnTo>
                  <a:lnTo>
                    <a:pt x="1864" y="150"/>
                  </a:lnTo>
                  <a:lnTo>
                    <a:pt x="1760" y="105"/>
                  </a:lnTo>
                  <a:lnTo>
                    <a:pt x="1641" y="61"/>
                  </a:lnTo>
                  <a:lnTo>
                    <a:pt x="1522" y="31"/>
                  </a:lnTo>
                  <a:lnTo>
                    <a:pt x="1387" y="1"/>
                  </a:lnTo>
                  <a:lnTo>
                    <a:pt x="1268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3838917" y="3123419"/>
              <a:ext cx="75079" cy="81647"/>
            </a:xfrm>
            <a:custGeom>
              <a:rect b="b" l="l" r="r" t="t"/>
              <a:pathLst>
                <a:path extrusionOk="0" h="5383" w="4950">
                  <a:moveTo>
                    <a:pt x="2252" y="1"/>
                  </a:moveTo>
                  <a:lnTo>
                    <a:pt x="1968" y="16"/>
                  </a:lnTo>
                  <a:lnTo>
                    <a:pt x="1700" y="61"/>
                  </a:lnTo>
                  <a:lnTo>
                    <a:pt x="1447" y="120"/>
                  </a:lnTo>
                  <a:lnTo>
                    <a:pt x="1193" y="210"/>
                  </a:lnTo>
                  <a:lnTo>
                    <a:pt x="955" y="329"/>
                  </a:lnTo>
                  <a:lnTo>
                    <a:pt x="731" y="463"/>
                  </a:lnTo>
                  <a:lnTo>
                    <a:pt x="522" y="627"/>
                  </a:lnTo>
                  <a:lnTo>
                    <a:pt x="343" y="806"/>
                  </a:lnTo>
                  <a:lnTo>
                    <a:pt x="45" y="2998"/>
                  </a:lnTo>
                  <a:lnTo>
                    <a:pt x="60" y="3191"/>
                  </a:lnTo>
                  <a:lnTo>
                    <a:pt x="45" y="3683"/>
                  </a:lnTo>
                  <a:lnTo>
                    <a:pt x="0" y="4175"/>
                  </a:lnTo>
                  <a:lnTo>
                    <a:pt x="105" y="4309"/>
                  </a:lnTo>
                  <a:lnTo>
                    <a:pt x="209" y="4444"/>
                  </a:lnTo>
                  <a:lnTo>
                    <a:pt x="313" y="4563"/>
                  </a:lnTo>
                  <a:lnTo>
                    <a:pt x="433" y="4682"/>
                  </a:lnTo>
                  <a:lnTo>
                    <a:pt x="552" y="4787"/>
                  </a:lnTo>
                  <a:lnTo>
                    <a:pt x="686" y="4876"/>
                  </a:lnTo>
                  <a:lnTo>
                    <a:pt x="820" y="4980"/>
                  </a:lnTo>
                  <a:lnTo>
                    <a:pt x="955" y="5055"/>
                  </a:lnTo>
                  <a:lnTo>
                    <a:pt x="1104" y="5129"/>
                  </a:lnTo>
                  <a:lnTo>
                    <a:pt x="1253" y="5204"/>
                  </a:lnTo>
                  <a:lnTo>
                    <a:pt x="1417" y="5249"/>
                  </a:lnTo>
                  <a:lnTo>
                    <a:pt x="1566" y="5293"/>
                  </a:lnTo>
                  <a:lnTo>
                    <a:pt x="1730" y="5338"/>
                  </a:lnTo>
                  <a:lnTo>
                    <a:pt x="1909" y="5368"/>
                  </a:lnTo>
                  <a:lnTo>
                    <a:pt x="2073" y="5383"/>
                  </a:lnTo>
                  <a:lnTo>
                    <a:pt x="2252" y="5383"/>
                  </a:lnTo>
                  <a:lnTo>
                    <a:pt x="2520" y="5368"/>
                  </a:lnTo>
                  <a:lnTo>
                    <a:pt x="2788" y="5338"/>
                  </a:lnTo>
                  <a:lnTo>
                    <a:pt x="3057" y="5264"/>
                  </a:lnTo>
                  <a:lnTo>
                    <a:pt x="3295" y="5174"/>
                  </a:lnTo>
                  <a:lnTo>
                    <a:pt x="3534" y="5055"/>
                  </a:lnTo>
                  <a:lnTo>
                    <a:pt x="3757" y="4921"/>
                  </a:lnTo>
                  <a:lnTo>
                    <a:pt x="3966" y="4772"/>
                  </a:lnTo>
                  <a:lnTo>
                    <a:pt x="4160" y="4593"/>
                  </a:lnTo>
                  <a:lnTo>
                    <a:pt x="4324" y="4414"/>
                  </a:lnTo>
                  <a:lnTo>
                    <a:pt x="4488" y="4205"/>
                  </a:lnTo>
                  <a:lnTo>
                    <a:pt x="4622" y="3982"/>
                  </a:lnTo>
                  <a:lnTo>
                    <a:pt x="4726" y="3743"/>
                  </a:lnTo>
                  <a:lnTo>
                    <a:pt x="4816" y="3490"/>
                  </a:lnTo>
                  <a:lnTo>
                    <a:pt x="4890" y="3236"/>
                  </a:lnTo>
                  <a:lnTo>
                    <a:pt x="4935" y="2968"/>
                  </a:lnTo>
                  <a:lnTo>
                    <a:pt x="4950" y="2699"/>
                  </a:lnTo>
                  <a:lnTo>
                    <a:pt x="4935" y="2416"/>
                  </a:lnTo>
                  <a:lnTo>
                    <a:pt x="4890" y="2148"/>
                  </a:lnTo>
                  <a:lnTo>
                    <a:pt x="4816" y="1894"/>
                  </a:lnTo>
                  <a:lnTo>
                    <a:pt x="4726" y="1641"/>
                  </a:lnTo>
                  <a:lnTo>
                    <a:pt x="4622" y="1417"/>
                  </a:lnTo>
                  <a:lnTo>
                    <a:pt x="4488" y="1194"/>
                  </a:lnTo>
                  <a:lnTo>
                    <a:pt x="4324" y="985"/>
                  </a:lnTo>
                  <a:lnTo>
                    <a:pt x="4160" y="791"/>
                  </a:lnTo>
                  <a:lnTo>
                    <a:pt x="3966" y="612"/>
                  </a:lnTo>
                  <a:lnTo>
                    <a:pt x="3757" y="463"/>
                  </a:lnTo>
                  <a:lnTo>
                    <a:pt x="3534" y="329"/>
                  </a:lnTo>
                  <a:lnTo>
                    <a:pt x="3295" y="210"/>
                  </a:lnTo>
                  <a:lnTo>
                    <a:pt x="3057" y="120"/>
                  </a:lnTo>
                  <a:lnTo>
                    <a:pt x="2788" y="61"/>
                  </a:lnTo>
                  <a:lnTo>
                    <a:pt x="2520" y="16"/>
                  </a:lnTo>
                  <a:lnTo>
                    <a:pt x="2252" y="1"/>
                  </a:lnTo>
                  <a:close/>
                </a:path>
              </a:pathLst>
            </a:custGeom>
            <a:solidFill>
              <a:srgbClr val="F5C1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2"/>
            <p:cNvSpPr/>
            <p:nvPr/>
          </p:nvSpPr>
          <p:spPr>
            <a:xfrm>
              <a:off x="3838917" y="3123419"/>
              <a:ext cx="75079" cy="81647"/>
            </a:xfrm>
            <a:custGeom>
              <a:rect b="b" l="l" r="r" t="t"/>
              <a:pathLst>
                <a:path extrusionOk="0" fill="none" h="5383" w="4950">
                  <a:moveTo>
                    <a:pt x="2252" y="1"/>
                  </a:moveTo>
                  <a:lnTo>
                    <a:pt x="2252" y="1"/>
                  </a:lnTo>
                  <a:lnTo>
                    <a:pt x="1968" y="16"/>
                  </a:lnTo>
                  <a:lnTo>
                    <a:pt x="1700" y="61"/>
                  </a:lnTo>
                  <a:lnTo>
                    <a:pt x="1447" y="120"/>
                  </a:lnTo>
                  <a:lnTo>
                    <a:pt x="1193" y="210"/>
                  </a:lnTo>
                  <a:lnTo>
                    <a:pt x="955" y="329"/>
                  </a:lnTo>
                  <a:lnTo>
                    <a:pt x="731" y="463"/>
                  </a:lnTo>
                  <a:lnTo>
                    <a:pt x="522" y="627"/>
                  </a:lnTo>
                  <a:lnTo>
                    <a:pt x="343" y="806"/>
                  </a:lnTo>
                  <a:lnTo>
                    <a:pt x="45" y="2998"/>
                  </a:lnTo>
                  <a:lnTo>
                    <a:pt x="45" y="2998"/>
                  </a:lnTo>
                  <a:lnTo>
                    <a:pt x="60" y="3191"/>
                  </a:lnTo>
                  <a:lnTo>
                    <a:pt x="60" y="3191"/>
                  </a:lnTo>
                  <a:lnTo>
                    <a:pt x="60" y="3191"/>
                  </a:lnTo>
                  <a:lnTo>
                    <a:pt x="60" y="3191"/>
                  </a:lnTo>
                  <a:lnTo>
                    <a:pt x="45" y="3683"/>
                  </a:lnTo>
                  <a:lnTo>
                    <a:pt x="0" y="4175"/>
                  </a:lnTo>
                  <a:lnTo>
                    <a:pt x="0" y="4175"/>
                  </a:lnTo>
                  <a:lnTo>
                    <a:pt x="105" y="4309"/>
                  </a:lnTo>
                  <a:lnTo>
                    <a:pt x="209" y="4444"/>
                  </a:lnTo>
                  <a:lnTo>
                    <a:pt x="313" y="4563"/>
                  </a:lnTo>
                  <a:lnTo>
                    <a:pt x="433" y="4682"/>
                  </a:lnTo>
                  <a:lnTo>
                    <a:pt x="552" y="4787"/>
                  </a:lnTo>
                  <a:lnTo>
                    <a:pt x="686" y="4876"/>
                  </a:lnTo>
                  <a:lnTo>
                    <a:pt x="820" y="4980"/>
                  </a:lnTo>
                  <a:lnTo>
                    <a:pt x="955" y="5055"/>
                  </a:lnTo>
                  <a:lnTo>
                    <a:pt x="1104" y="5129"/>
                  </a:lnTo>
                  <a:lnTo>
                    <a:pt x="1253" y="5204"/>
                  </a:lnTo>
                  <a:lnTo>
                    <a:pt x="1417" y="5249"/>
                  </a:lnTo>
                  <a:lnTo>
                    <a:pt x="1566" y="5293"/>
                  </a:lnTo>
                  <a:lnTo>
                    <a:pt x="1730" y="5338"/>
                  </a:lnTo>
                  <a:lnTo>
                    <a:pt x="1909" y="5368"/>
                  </a:lnTo>
                  <a:lnTo>
                    <a:pt x="2073" y="5383"/>
                  </a:lnTo>
                  <a:lnTo>
                    <a:pt x="2252" y="5383"/>
                  </a:lnTo>
                  <a:lnTo>
                    <a:pt x="2252" y="5383"/>
                  </a:lnTo>
                  <a:lnTo>
                    <a:pt x="2520" y="5368"/>
                  </a:lnTo>
                  <a:lnTo>
                    <a:pt x="2788" y="5338"/>
                  </a:lnTo>
                  <a:lnTo>
                    <a:pt x="3057" y="5264"/>
                  </a:lnTo>
                  <a:lnTo>
                    <a:pt x="3295" y="5174"/>
                  </a:lnTo>
                  <a:lnTo>
                    <a:pt x="3534" y="5055"/>
                  </a:lnTo>
                  <a:lnTo>
                    <a:pt x="3757" y="4921"/>
                  </a:lnTo>
                  <a:lnTo>
                    <a:pt x="3966" y="4772"/>
                  </a:lnTo>
                  <a:lnTo>
                    <a:pt x="4160" y="4593"/>
                  </a:lnTo>
                  <a:lnTo>
                    <a:pt x="4324" y="4414"/>
                  </a:lnTo>
                  <a:lnTo>
                    <a:pt x="4488" y="4205"/>
                  </a:lnTo>
                  <a:lnTo>
                    <a:pt x="4622" y="3982"/>
                  </a:lnTo>
                  <a:lnTo>
                    <a:pt x="4726" y="3743"/>
                  </a:lnTo>
                  <a:lnTo>
                    <a:pt x="4816" y="3490"/>
                  </a:lnTo>
                  <a:lnTo>
                    <a:pt x="4890" y="3236"/>
                  </a:lnTo>
                  <a:lnTo>
                    <a:pt x="4935" y="2968"/>
                  </a:lnTo>
                  <a:lnTo>
                    <a:pt x="4950" y="2699"/>
                  </a:lnTo>
                  <a:lnTo>
                    <a:pt x="4950" y="2699"/>
                  </a:lnTo>
                  <a:lnTo>
                    <a:pt x="4935" y="2416"/>
                  </a:lnTo>
                  <a:lnTo>
                    <a:pt x="4890" y="2148"/>
                  </a:lnTo>
                  <a:lnTo>
                    <a:pt x="4816" y="1894"/>
                  </a:lnTo>
                  <a:lnTo>
                    <a:pt x="4726" y="1641"/>
                  </a:lnTo>
                  <a:lnTo>
                    <a:pt x="4622" y="1417"/>
                  </a:lnTo>
                  <a:lnTo>
                    <a:pt x="4488" y="1194"/>
                  </a:lnTo>
                  <a:lnTo>
                    <a:pt x="4324" y="985"/>
                  </a:lnTo>
                  <a:lnTo>
                    <a:pt x="4160" y="791"/>
                  </a:lnTo>
                  <a:lnTo>
                    <a:pt x="3966" y="612"/>
                  </a:lnTo>
                  <a:lnTo>
                    <a:pt x="3757" y="463"/>
                  </a:lnTo>
                  <a:lnTo>
                    <a:pt x="3534" y="329"/>
                  </a:lnTo>
                  <a:lnTo>
                    <a:pt x="3295" y="210"/>
                  </a:lnTo>
                  <a:lnTo>
                    <a:pt x="3057" y="120"/>
                  </a:lnTo>
                  <a:lnTo>
                    <a:pt x="2788" y="61"/>
                  </a:lnTo>
                  <a:lnTo>
                    <a:pt x="2520" y="16"/>
                  </a:lnTo>
                  <a:lnTo>
                    <a:pt x="225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2"/>
            <p:cNvSpPr/>
            <p:nvPr/>
          </p:nvSpPr>
          <p:spPr>
            <a:xfrm>
              <a:off x="3832137" y="3135644"/>
              <a:ext cx="11997" cy="51114"/>
            </a:xfrm>
            <a:custGeom>
              <a:rect b="b" l="l" r="r" t="t"/>
              <a:pathLst>
                <a:path extrusionOk="0" h="3370" w="791">
                  <a:moveTo>
                    <a:pt x="790" y="0"/>
                  </a:moveTo>
                  <a:lnTo>
                    <a:pt x="611" y="179"/>
                  </a:lnTo>
                  <a:lnTo>
                    <a:pt x="462" y="388"/>
                  </a:lnTo>
                  <a:lnTo>
                    <a:pt x="328" y="611"/>
                  </a:lnTo>
                  <a:lnTo>
                    <a:pt x="209" y="850"/>
                  </a:lnTo>
                  <a:lnTo>
                    <a:pt x="119" y="1088"/>
                  </a:lnTo>
                  <a:lnTo>
                    <a:pt x="60" y="1342"/>
                  </a:lnTo>
                  <a:lnTo>
                    <a:pt x="15" y="1610"/>
                  </a:lnTo>
                  <a:lnTo>
                    <a:pt x="0" y="1893"/>
                  </a:lnTo>
                  <a:lnTo>
                    <a:pt x="15" y="2087"/>
                  </a:lnTo>
                  <a:lnTo>
                    <a:pt x="30" y="2296"/>
                  </a:lnTo>
                  <a:lnTo>
                    <a:pt x="75" y="2490"/>
                  </a:lnTo>
                  <a:lnTo>
                    <a:pt x="119" y="2684"/>
                  </a:lnTo>
                  <a:lnTo>
                    <a:pt x="194" y="2862"/>
                  </a:lnTo>
                  <a:lnTo>
                    <a:pt x="269" y="3041"/>
                  </a:lnTo>
                  <a:lnTo>
                    <a:pt x="358" y="3205"/>
                  </a:lnTo>
                  <a:lnTo>
                    <a:pt x="447" y="3369"/>
                  </a:lnTo>
                  <a:lnTo>
                    <a:pt x="492" y="2877"/>
                  </a:lnTo>
                  <a:lnTo>
                    <a:pt x="507" y="2385"/>
                  </a:lnTo>
                  <a:lnTo>
                    <a:pt x="492" y="2192"/>
                  </a:lnTo>
                  <a:lnTo>
                    <a:pt x="790" y="0"/>
                  </a:lnTo>
                  <a:close/>
                </a:path>
              </a:pathLst>
            </a:custGeom>
            <a:solidFill>
              <a:srgbClr val="F9C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2"/>
            <p:cNvSpPr/>
            <p:nvPr/>
          </p:nvSpPr>
          <p:spPr>
            <a:xfrm>
              <a:off x="3832137" y="3135644"/>
              <a:ext cx="11997" cy="51114"/>
            </a:xfrm>
            <a:custGeom>
              <a:rect b="b" l="l" r="r" t="t"/>
              <a:pathLst>
                <a:path extrusionOk="0" fill="none" h="3370" w="791">
                  <a:moveTo>
                    <a:pt x="790" y="0"/>
                  </a:moveTo>
                  <a:lnTo>
                    <a:pt x="790" y="0"/>
                  </a:lnTo>
                  <a:lnTo>
                    <a:pt x="611" y="179"/>
                  </a:lnTo>
                  <a:lnTo>
                    <a:pt x="462" y="388"/>
                  </a:lnTo>
                  <a:lnTo>
                    <a:pt x="328" y="611"/>
                  </a:lnTo>
                  <a:lnTo>
                    <a:pt x="209" y="850"/>
                  </a:lnTo>
                  <a:lnTo>
                    <a:pt x="119" y="1088"/>
                  </a:lnTo>
                  <a:lnTo>
                    <a:pt x="60" y="1342"/>
                  </a:lnTo>
                  <a:lnTo>
                    <a:pt x="15" y="1610"/>
                  </a:lnTo>
                  <a:lnTo>
                    <a:pt x="0" y="1893"/>
                  </a:lnTo>
                  <a:lnTo>
                    <a:pt x="0" y="1893"/>
                  </a:lnTo>
                  <a:lnTo>
                    <a:pt x="15" y="2087"/>
                  </a:lnTo>
                  <a:lnTo>
                    <a:pt x="30" y="2296"/>
                  </a:lnTo>
                  <a:lnTo>
                    <a:pt x="75" y="2490"/>
                  </a:lnTo>
                  <a:lnTo>
                    <a:pt x="119" y="2684"/>
                  </a:lnTo>
                  <a:lnTo>
                    <a:pt x="194" y="2862"/>
                  </a:lnTo>
                  <a:lnTo>
                    <a:pt x="269" y="3041"/>
                  </a:lnTo>
                  <a:lnTo>
                    <a:pt x="358" y="3205"/>
                  </a:lnTo>
                  <a:lnTo>
                    <a:pt x="447" y="3369"/>
                  </a:lnTo>
                  <a:lnTo>
                    <a:pt x="447" y="3369"/>
                  </a:lnTo>
                  <a:lnTo>
                    <a:pt x="492" y="2877"/>
                  </a:lnTo>
                  <a:lnTo>
                    <a:pt x="507" y="2385"/>
                  </a:lnTo>
                  <a:lnTo>
                    <a:pt x="507" y="2385"/>
                  </a:lnTo>
                  <a:lnTo>
                    <a:pt x="507" y="2385"/>
                  </a:lnTo>
                  <a:lnTo>
                    <a:pt x="492" y="2192"/>
                  </a:lnTo>
                  <a:lnTo>
                    <a:pt x="492" y="2192"/>
                  </a:lnTo>
                  <a:lnTo>
                    <a:pt x="79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2"/>
            <p:cNvSpPr/>
            <p:nvPr/>
          </p:nvSpPr>
          <p:spPr>
            <a:xfrm>
              <a:off x="3876911" y="2789901"/>
              <a:ext cx="78704" cy="101986"/>
            </a:xfrm>
            <a:custGeom>
              <a:rect b="b" l="l" r="r" t="t"/>
              <a:pathLst>
                <a:path extrusionOk="0" h="6724" w="5189">
                  <a:moveTo>
                    <a:pt x="1834" y="0"/>
                  </a:moveTo>
                  <a:lnTo>
                    <a:pt x="1565" y="15"/>
                  </a:lnTo>
                  <a:lnTo>
                    <a:pt x="1297" y="45"/>
                  </a:lnTo>
                  <a:lnTo>
                    <a:pt x="1044" y="90"/>
                  </a:lnTo>
                  <a:lnTo>
                    <a:pt x="790" y="164"/>
                  </a:lnTo>
                  <a:lnTo>
                    <a:pt x="0" y="6187"/>
                  </a:lnTo>
                  <a:lnTo>
                    <a:pt x="209" y="6306"/>
                  </a:lnTo>
                  <a:lnTo>
                    <a:pt x="417" y="6411"/>
                  </a:lnTo>
                  <a:lnTo>
                    <a:pt x="641" y="6500"/>
                  </a:lnTo>
                  <a:lnTo>
                    <a:pt x="865" y="6575"/>
                  </a:lnTo>
                  <a:lnTo>
                    <a:pt x="1088" y="6634"/>
                  </a:lnTo>
                  <a:lnTo>
                    <a:pt x="1327" y="6679"/>
                  </a:lnTo>
                  <a:lnTo>
                    <a:pt x="1580" y="6709"/>
                  </a:lnTo>
                  <a:lnTo>
                    <a:pt x="1834" y="6724"/>
                  </a:lnTo>
                  <a:lnTo>
                    <a:pt x="2177" y="6694"/>
                  </a:lnTo>
                  <a:lnTo>
                    <a:pt x="2505" y="6649"/>
                  </a:lnTo>
                  <a:lnTo>
                    <a:pt x="2833" y="6560"/>
                  </a:lnTo>
                  <a:lnTo>
                    <a:pt x="3131" y="6455"/>
                  </a:lnTo>
                  <a:lnTo>
                    <a:pt x="3429" y="6306"/>
                  </a:lnTo>
                  <a:lnTo>
                    <a:pt x="3712" y="6142"/>
                  </a:lnTo>
                  <a:lnTo>
                    <a:pt x="3966" y="5949"/>
                  </a:lnTo>
                  <a:lnTo>
                    <a:pt x="4204" y="5740"/>
                  </a:lnTo>
                  <a:lnTo>
                    <a:pt x="4413" y="5501"/>
                  </a:lnTo>
                  <a:lnTo>
                    <a:pt x="4607" y="5233"/>
                  </a:lnTo>
                  <a:lnTo>
                    <a:pt x="4786" y="4965"/>
                  </a:lnTo>
                  <a:lnTo>
                    <a:pt x="4920" y="4666"/>
                  </a:lnTo>
                  <a:lnTo>
                    <a:pt x="5039" y="4353"/>
                  </a:lnTo>
                  <a:lnTo>
                    <a:pt x="5114" y="4040"/>
                  </a:lnTo>
                  <a:lnTo>
                    <a:pt x="5173" y="3697"/>
                  </a:lnTo>
                  <a:lnTo>
                    <a:pt x="5188" y="3354"/>
                  </a:lnTo>
                  <a:lnTo>
                    <a:pt x="5173" y="3012"/>
                  </a:lnTo>
                  <a:lnTo>
                    <a:pt x="5114" y="2684"/>
                  </a:lnTo>
                  <a:lnTo>
                    <a:pt x="5039" y="2356"/>
                  </a:lnTo>
                  <a:lnTo>
                    <a:pt x="4920" y="2057"/>
                  </a:lnTo>
                  <a:lnTo>
                    <a:pt x="4786" y="1759"/>
                  </a:lnTo>
                  <a:lnTo>
                    <a:pt x="4607" y="1476"/>
                  </a:lnTo>
                  <a:lnTo>
                    <a:pt x="4413" y="1223"/>
                  </a:lnTo>
                  <a:lnTo>
                    <a:pt x="4204" y="984"/>
                  </a:lnTo>
                  <a:lnTo>
                    <a:pt x="3966" y="760"/>
                  </a:lnTo>
                  <a:lnTo>
                    <a:pt x="3712" y="567"/>
                  </a:lnTo>
                  <a:lnTo>
                    <a:pt x="3429" y="403"/>
                  </a:lnTo>
                  <a:lnTo>
                    <a:pt x="3131" y="268"/>
                  </a:lnTo>
                  <a:lnTo>
                    <a:pt x="2833" y="149"/>
                  </a:lnTo>
                  <a:lnTo>
                    <a:pt x="2505" y="60"/>
                  </a:lnTo>
                  <a:lnTo>
                    <a:pt x="2177" y="15"/>
                  </a:lnTo>
                  <a:lnTo>
                    <a:pt x="1834" y="0"/>
                  </a:lnTo>
                  <a:close/>
                </a:path>
              </a:pathLst>
            </a:custGeom>
            <a:solidFill>
              <a:srgbClr val="F5C1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2"/>
            <p:cNvSpPr/>
            <p:nvPr/>
          </p:nvSpPr>
          <p:spPr>
            <a:xfrm>
              <a:off x="3876911" y="2789901"/>
              <a:ext cx="78704" cy="101986"/>
            </a:xfrm>
            <a:custGeom>
              <a:rect b="b" l="l" r="r" t="t"/>
              <a:pathLst>
                <a:path extrusionOk="0" fill="none" h="6724" w="5189">
                  <a:moveTo>
                    <a:pt x="1834" y="0"/>
                  </a:moveTo>
                  <a:lnTo>
                    <a:pt x="1834" y="0"/>
                  </a:lnTo>
                  <a:lnTo>
                    <a:pt x="1565" y="15"/>
                  </a:lnTo>
                  <a:lnTo>
                    <a:pt x="1297" y="45"/>
                  </a:lnTo>
                  <a:lnTo>
                    <a:pt x="1044" y="90"/>
                  </a:lnTo>
                  <a:lnTo>
                    <a:pt x="790" y="164"/>
                  </a:lnTo>
                  <a:lnTo>
                    <a:pt x="0" y="6187"/>
                  </a:lnTo>
                  <a:lnTo>
                    <a:pt x="0" y="6187"/>
                  </a:lnTo>
                  <a:lnTo>
                    <a:pt x="209" y="6306"/>
                  </a:lnTo>
                  <a:lnTo>
                    <a:pt x="417" y="6411"/>
                  </a:lnTo>
                  <a:lnTo>
                    <a:pt x="641" y="6500"/>
                  </a:lnTo>
                  <a:lnTo>
                    <a:pt x="865" y="6575"/>
                  </a:lnTo>
                  <a:lnTo>
                    <a:pt x="1088" y="6634"/>
                  </a:lnTo>
                  <a:lnTo>
                    <a:pt x="1327" y="6679"/>
                  </a:lnTo>
                  <a:lnTo>
                    <a:pt x="1580" y="6709"/>
                  </a:lnTo>
                  <a:lnTo>
                    <a:pt x="1834" y="6724"/>
                  </a:lnTo>
                  <a:lnTo>
                    <a:pt x="1834" y="6724"/>
                  </a:lnTo>
                  <a:lnTo>
                    <a:pt x="2177" y="6694"/>
                  </a:lnTo>
                  <a:lnTo>
                    <a:pt x="2505" y="6649"/>
                  </a:lnTo>
                  <a:lnTo>
                    <a:pt x="2833" y="6560"/>
                  </a:lnTo>
                  <a:lnTo>
                    <a:pt x="3131" y="6455"/>
                  </a:lnTo>
                  <a:lnTo>
                    <a:pt x="3429" y="6306"/>
                  </a:lnTo>
                  <a:lnTo>
                    <a:pt x="3712" y="6142"/>
                  </a:lnTo>
                  <a:lnTo>
                    <a:pt x="3966" y="5949"/>
                  </a:lnTo>
                  <a:lnTo>
                    <a:pt x="4204" y="5740"/>
                  </a:lnTo>
                  <a:lnTo>
                    <a:pt x="4413" y="5501"/>
                  </a:lnTo>
                  <a:lnTo>
                    <a:pt x="4607" y="5233"/>
                  </a:lnTo>
                  <a:lnTo>
                    <a:pt x="4786" y="4965"/>
                  </a:lnTo>
                  <a:lnTo>
                    <a:pt x="4920" y="4666"/>
                  </a:lnTo>
                  <a:lnTo>
                    <a:pt x="5039" y="4353"/>
                  </a:lnTo>
                  <a:lnTo>
                    <a:pt x="5114" y="4040"/>
                  </a:lnTo>
                  <a:lnTo>
                    <a:pt x="5173" y="3697"/>
                  </a:lnTo>
                  <a:lnTo>
                    <a:pt x="5188" y="3354"/>
                  </a:lnTo>
                  <a:lnTo>
                    <a:pt x="5188" y="3354"/>
                  </a:lnTo>
                  <a:lnTo>
                    <a:pt x="5173" y="3012"/>
                  </a:lnTo>
                  <a:lnTo>
                    <a:pt x="5114" y="2684"/>
                  </a:lnTo>
                  <a:lnTo>
                    <a:pt x="5039" y="2356"/>
                  </a:lnTo>
                  <a:lnTo>
                    <a:pt x="4920" y="2057"/>
                  </a:lnTo>
                  <a:lnTo>
                    <a:pt x="4786" y="1759"/>
                  </a:lnTo>
                  <a:lnTo>
                    <a:pt x="4607" y="1476"/>
                  </a:lnTo>
                  <a:lnTo>
                    <a:pt x="4413" y="1223"/>
                  </a:lnTo>
                  <a:lnTo>
                    <a:pt x="4204" y="984"/>
                  </a:lnTo>
                  <a:lnTo>
                    <a:pt x="3966" y="760"/>
                  </a:lnTo>
                  <a:lnTo>
                    <a:pt x="3712" y="567"/>
                  </a:lnTo>
                  <a:lnTo>
                    <a:pt x="3429" y="403"/>
                  </a:lnTo>
                  <a:lnTo>
                    <a:pt x="3131" y="268"/>
                  </a:lnTo>
                  <a:lnTo>
                    <a:pt x="2833" y="149"/>
                  </a:lnTo>
                  <a:lnTo>
                    <a:pt x="2505" y="60"/>
                  </a:lnTo>
                  <a:lnTo>
                    <a:pt x="2177" y="15"/>
                  </a:lnTo>
                  <a:lnTo>
                    <a:pt x="183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2"/>
            <p:cNvSpPr/>
            <p:nvPr/>
          </p:nvSpPr>
          <p:spPr>
            <a:xfrm>
              <a:off x="3853614" y="2792388"/>
              <a:ext cx="35295" cy="91369"/>
            </a:xfrm>
            <a:custGeom>
              <a:rect b="b" l="l" r="r" t="t"/>
              <a:pathLst>
                <a:path extrusionOk="0" h="6024" w="2327">
                  <a:moveTo>
                    <a:pt x="2326" y="0"/>
                  </a:moveTo>
                  <a:lnTo>
                    <a:pt x="2088" y="90"/>
                  </a:lnTo>
                  <a:lnTo>
                    <a:pt x="1849" y="194"/>
                  </a:lnTo>
                  <a:lnTo>
                    <a:pt x="1611" y="328"/>
                  </a:lnTo>
                  <a:lnTo>
                    <a:pt x="1402" y="462"/>
                  </a:lnTo>
                  <a:lnTo>
                    <a:pt x="1193" y="626"/>
                  </a:lnTo>
                  <a:lnTo>
                    <a:pt x="999" y="805"/>
                  </a:lnTo>
                  <a:lnTo>
                    <a:pt x="820" y="999"/>
                  </a:lnTo>
                  <a:lnTo>
                    <a:pt x="656" y="1193"/>
                  </a:lnTo>
                  <a:lnTo>
                    <a:pt x="507" y="1416"/>
                  </a:lnTo>
                  <a:lnTo>
                    <a:pt x="388" y="1640"/>
                  </a:lnTo>
                  <a:lnTo>
                    <a:pt x="269" y="1879"/>
                  </a:lnTo>
                  <a:lnTo>
                    <a:pt x="179" y="2132"/>
                  </a:lnTo>
                  <a:lnTo>
                    <a:pt x="105" y="2385"/>
                  </a:lnTo>
                  <a:lnTo>
                    <a:pt x="45" y="2639"/>
                  </a:lnTo>
                  <a:lnTo>
                    <a:pt x="15" y="2922"/>
                  </a:lnTo>
                  <a:lnTo>
                    <a:pt x="0" y="3190"/>
                  </a:lnTo>
                  <a:lnTo>
                    <a:pt x="15" y="3414"/>
                  </a:lnTo>
                  <a:lnTo>
                    <a:pt x="30" y="3638"/>
                  </a:lnTo>
                  <a:lnTo>
                    <a:pt x="60" y="3846"/>
                  </a:lnTo>
                  <a:lnTo>
                    <a:pt x="120" y="4055"/>
                  </a:lnTo>
                  <a:lnTo>
                    <a:pt x="179" y="4249"/>
                  </a:lnTo>
                  <a:lnTo>
                    <a:pt x="239" y="4443"/>
                  </a:lnTo>
                  <a:lnTo>
                    <a:pt x="328" y="4637"/>
                  </a:lnTo>
                  <a:lnTo>
                    <a:pt x="433" y="4830"/>
                  </a:lnTo>
                  <a:lnTo>
                    <a:pt x="537" y="5009"/>
                  </a:lnTo>
                  <a:lnTo>
                    <a:pt x="642" y="5173"/>
                  </a:lnTo>
                  <a:lnTo>
                    <a:pt x="776" y="5337"/>
                  </a:lnTo>
                  <a:lnTo>
                    <a:pt x="910" y="5486"/>
                  </a:lnTo>
                  <a:lnTo>
                    <a:pt x="1059" y="5635"/>
                  </a:lnTo>
                  <a:lnTo>
                    <a:pt x="1208" y="5770"/>
                  </a:lnTo>
                  <a:lnTo>
                    <a:pt x="1372" y="5904"/>
                  </a:lnTo>
                  <a:lnTo>
                    <a:pt x="1536" y="6023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F9C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2"/>
            <p:cNvSpPr/>
            <p:nvPr/>
          </p:nvSpPr>
          <p:spPr>
            <a:xfrm>
              <a:off x="3853614" y="2792388"/>
              <a:ext cx="35295" cy="91369"/>
            </a:xfrm>
            <a:custGeom>
              <a:rect b="b" l="l" r="r" t="t"/>
              <a:pathLst>
                <a:path extrusionOk="0" fill="none" h="6024" w="2327">
                  <a:moveTo>
                    <a:pt x="2326" y="0"/>
                  </a:moveTo>
                  <a:lnTo>
                    <a:pt x="2326" y="0"/>
                  </a:lnTo>
                  <a:lnTo>
                    <a:pt x="2088" y="90"/>
                  </a:lnTo>
                  <a:lnTo>
                    <a:pt x="1849" y="194"/>
                  </a:lnTo>
                  <a:lnTo>
                    <a:pt x="1611" y="328"/>
                  </a:lnTo>
                  <a:lnTo>
                    <a:pt x="1402" y="462"/>
                  </a:lnTo>
                  <a:lnTo>
                    <a:pt x="1193" y="626"/>
                  </a:lnTo>
                  <a:lnTo>
                    <a:pt x="999" y="805"/>
                  </a:lnTo>
                  <a:lnTo>
                    <a:pt x="820" y="999"/>
                  </a:lnTo>
                  <a:lnTo>
                    <a:pt x="656" y="1193"/>
                  </a:lnTo>
                  <a:lnTo>
                    <a:pt x="507" y="1416"/>
                  </a:lnTo>
                  <a:lnTo>
                    <a:pt x="388" y="1640"/>
                  </a:lnTo>
                  <a:lnTo>
                    <a:pt x="269" y="1879"/>
                  </a:lnTo>
                  <a:lnTo>
                    <a:pt x="179" y="2132"/>
                  </a:lnTo>
                  <a:lnTo>
                    <a:pt x="105" y="2385"/>
                  </a:lnTo>
                  <a:lnTo>
                    <a:pt x="45" y="2639"/>
                  </a:lnTo>
                  <a:lnTo>
                    <a:pt x="15" y="2922"/>
                  </a:lnTo>
                  <a:lnTo>
                    <a:pt x="0" y="3190"/>
                  </a:lnTo>
                  <a:lnTo>
                    <a:pt x="0" y="3190"/>
                  </a:lnTo>
                  <a:lnTo>
                    <a:pt x="15" y="3414"/>
                  </a:lnTo>
                  <a:lnTo>
                    <a:pt x="30" y="3638"/>
                  </a:lnTo>
                  <a:lnTo>
                    <a:pt x="60" y="3846"/>
                  </a:lnTo>
                  <a:lnTo>
                    <a:pt x="120" y="4055"/>
                  </a:lnTo>
                  <a:lnTo>
                    <a:pt x="179" y="4249"/>
                  </a:lnTo>
                  <a:lnTo>
                    <a:pt x="239" y="4443"/>
                  </a:lnTo>
                  <a:lnTo>
                    <a:pt x="328" y="4637"/>
                  </a:lnTo>
                  <a:lnTo>
                    <a:pt x="433" y="4830"/>
                  </a:lnTo>
                  <a:lnTo>
                    <a:pt x="537" y="5009"/>
                  </a:lnTo>
                  <a:lnTo>
                    <a:pt x="642" y="5173"/>
                  </a:lnTo>
                  <a:lnTo>
                    <a:pt x="776" y="5337"/>
                  </a:lnTo>
                  <a:lnTo>
                    <a:pt x="910" y="5486"/>
                  </a:lnTo>
                  <a:lnTo>
                    <a:pt x="1059" y="5635"/>
                  </a:lnTo>
                  <a:lnTo>
                    <a:pt x="1208" y="5770"/>
                  </a:lnTo>
                  <a:lnTo>
                    <a:pt x="1372" y="5904"/>
                  </a:lnTo>
                  <a:lnTo>
                    <a:pt x="1536" y="6023"/>
                  </a:lnTo>
                  <a:lnTo>
                    <a:pt x="232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2"/>
            <p:cNvSpPr/>
            <p:nvPr/>
          </p:nvSpPr>
          <p:spPr>
            <a:xfrm>
              <a:off x="3688546" y="2789901"/>
              <a:ext cx="40710" cy="40710"/>
            </a:xfrm>
            <a:custGeom>
              <a:rect b="b" l="l" r="r" t="t"/>
              <a:pathLst>
                <a:path extrusionOk="0" h="2684" w="2684">
                  <a:moveTo>
                    <a:pt x="1208" y="0"/>
                  </a:moveTo>
                  <a:lnTo>
                    <a:pt x="1074" y="30"/>
                  </a:lnTo>
                  <a:lnTo>
                    <a:pt x="940" y="60"/>
                  </a:lnTo>
                  <a:lnTo>
                    <a:pt x="820" y="104"/>
                  </a:lnTo>
                  <a:lnTo>
                    <a:pt x="701" y="164"/>
                  </a:lnTo>
                  <a:lnTo>
                    <a:pt x="597" y="224"/>
                  </a:lnTo>
                  <a:lnTo>
                    <a:pt x="492" y="298"/>
                  </a:lnTo>
                  <a:lnTo>
                    <a:pt x="388" y="388"/>
                  </a:lnTo>
                  <a:lnTo>
                    <a:pt x="298" y="492"/>
                  </a:lnTo>
                  <a:lnTo>
                    <a:pt x="224" y="596"/>
                  </a:lnTo>
                  <a:lnTo>
                    <a:pt x="164" y="701"/>
                  </a:lnTo>
                  <a:lnTo>
                    <a:pt x="105" y="820"/>
                  </a:lnTo>
                  <a:lnTo>
                    <a:pt x="60" y="939"/>
                  </a:lnTo>
                  <a:lnTo>
                    <a:pt x="30" y="1073"/>
                  </a:lnTo>
                  <a:lnTo>
                    <a:pt x="0" y="1208"/>
                  </a:lnTo>
                  <a:lnTo>
                    <a:pt x="0" y="1342"/>
                  </a:lnTo>
                  <a:lnTo>
                    <a:pt x="0" y="1476"/>
                  </a:lnTo>
                  <a:lnTo>
                    <a:pt x="30" y="1610"/>
                  </a:lnTo>
                  <a:lnTo>
                    <a:pt x="60" y="1744"/>
                  </a:lnTo>
                  <a:lnTo>
                    <a:pt x="105" y="1864"/>
                  </a:lnTo>
                  <a:lnTo>
                    <a:pt x="164" y="1983"/>
                  </a:lnTo>
                  <a:lnTo>
                    <a:pt x="224" y="2102"/>
                  </a:lnTo>
                  <a:lnTo>
                    <a:pt x="298" y="2207"/>
                  </a:lnTo>
                  <a:lnTo>
                    <a:pt x="388" y="2296"/>
                  </a:lnTo>
                  <a:lnTo>
                    <a:pt x="492" y="2385"/>
                  </a:lnTo>
                  <a:lnTo>
                    <a:pt x="597" y="2460"/>
                  </a:lnTo>
                  <a:lnTo>
                    <a:pt x="701" y="2534"/>
                  </a:lnTo>
                  <a:lnTo>
                    <a:pt x="820" y="2579"/>
                  </a:lnTo>
                  <a:lnTo>
                    <a:pt x="940" y="2624"/>
                  </a:lnTo>
                  <a:lnTo>
                    <a:pt x="1074" y="2669"/>
                  </a:lnTo>
                  <a:lnTo>
                    <a:pt x="1208" y="2684"/>
                  </a:lnTo>
                  <a:lnTo>
                    <a:pt x="1476" y="2684"/>
                  </a:lnTo>
                  <a:lnTo>
                    <a:pt x="1610" y="2669"/>
                  </a:lnTo>
                  <a:lnTo>
                    <a:pt x="1745" y="2624"/>
                  </a:lnTo>
                  <a:lnTo>
                    <a:pt x="1864" y="2579"/>
                  </a:lnTo>
                  <a:lnTo>
                    <a:pt x="1983" y="2534"/>
                  </a:lnTo>
                  <a:lnTo>
                    <a:pt x="2087" y="2460"/>
                  </a:lnTo>
                  <a:lnTo>
                    <a:pt x="2192" y="2385"/>
                  </a:lnTo>
                  <a:lnTo>
                    <a:pt x="2296" y="2296"/>
                  </a:lnTo>
                  <a:lnTo>
                    <a:pt x="2386" y="2207"/>
                  </a:lnTo>
                  <a:lnTo>
                    <a:pt x="2460" y="2102"/>
                  </a:lnTo>
                  <a:lnTo>
                    <a:pt x="2520" y="1983"/>
                  </a:lnTo>
                  <a:lnTo>
                    <a:pt x="2579" y="1864"/>
                  </a:lnTo>
                  <a:lnTo>
                    <a:pt x="2624" y="1744"/>
                  </a:lnTo>
                  <a:lnTo>
                    <a:pt x="2654" y="1610"/>
                  </a:lnTo>
                  <a:lnTo>
                    <a:pt x="2684" y="1476"/>
                  </a:lnTo>
                  <a:lnTo>
                    <a:pt x="2684" y="1342"/>
                  </a:lnTo>
                  <a:lnTo>
                    <a:pt x="2684" y="1208"/>
                  </a:lnTo>
                  <a:lnTo>
                    <a:pt x="2654" y="1073"/>
                  </a:lnTo>
                  <a:lnTo>
                    <a:pt x="2624" y="939"/>
                  </a:lnTo>
                  <a:lnTo>
                    <a:pt x="2579" y="820"/>
                  </a:lnTo>
                  <a:lnTo>
                    <a:pt x="2520" y="701"/>
                  </a:lnTo>
                  <a:lnTo>
                    <a:pt x="2460" y="596"/>
                  </a:lnTo>
                  <a:lnTo>
                    <a:pt x="2386" y="492"/>
                  </a:lnTo>
                  <a:lnTo>
                    <a:pt x="2296" y="388"/>
                  </a:lnTo>
                  <a:lnTo>
                    <a:pt x="2192" y="298"/>
                  </a:lnTo>
                  <a:lnTo>
                    <a:pt x="2087" y="224"/>
                  </a:lnTo>
                  <a:lnTo>
                    <a:pt x="1983" y="164"/>
                  </a:lnTo>
                  <a:lnTo>
                    <a:pt x="1864" y="104"/>
                  </a:lnTo>
                  <a:lnTo>
                    <a:pt x="1745" y="60"/>
                  </a:lnTo>
                  <a:lnTo>
                    <a:pt x="1610" y="30"/>
                  </a:lnTo>
                  <a:lnTo>
                    <a:pt x="1476" y="0"/>
                  </a:lnTo>
                  <a:close/>
                </a:path>
              </a:pathLst>
            </a:custGeom>
            <a:solidFill>
              <a:srgbClr val="F9C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2"/>
            <p:cNvSpPr/>
            <p:nvPr/>
          </p:nvSpPr>
          <p:spPr>
            <a:xfrm>
              <a:off x="3688546" y="2789901"/>
              <a:ext cx="40710" cy="40710"/>
            </a:xfrm>
            <a:custGeom>
              <a:rect b="b" l="l" r="r" t="t"/>
              <a:pathLst>
                <a:path extrusionOk="0" fill="none" h="2684" w="2684">
                  <a:moveTo>
                    <a:pt x="1342" y="0"/>
                  </a:moveTo>
                  <a:lnTo>
                    <a:pt x="1342" y="0"/>
                  </a:lnTo>
                  <a:lnTo>
                    <a:pt x="1208" y="0"/>
                  </a:lnTo>
                  <a:lnTo>
                    <a:pt x="1074" y="30"/>
                  </a:lnTo>
                  <a:lnTo>
                    <a:pt x="940" y="60"/>
                  </a:lnTo>
                  <a:lnTo>
                    <a:pt x="820" y="104"/>
                  </a:lnTo>
                  <a:lnTo>
                    <a:pt x="701" y="164"/>
                  </a:lnTo>
                  <a:lnTo>
                    <a:pt x="597" y="224"/>
                  </a:lnTo>
                  <a:lnTo>
                    <a:pt x="492" y="298"/>
                  </a:lnTo>
                  <a:lnTo>
                    <a:pt x="388" y="388"/>
                  </a:lnTo>
                  <a:lnTo>
                    <a:pt x="298" y="492"/>
                  </a:lnTo>
                  <a:lnTo>
                    <a:pt x="224" y="596"/>
                  </a:lnTo>
                  <a:lnTo>
                    <a:pt x="164" y="701"/>
                  </a:lnTo>
                  <a:lnTo>
                    <a:pt x="105" y="820"/>
                  </a:lnTo>
                  <a:lnTo>
                    <a:pt x="60" y="939"/>
                  </a:lnTo>
                  <a:lnTo>
                    <a:pt x="30" y="1073"/>
                  </a:lnTo>
                  <a:lnTo>
                    <a:pt x="0" y="1208"/>
                  </a:lnTo>
                  <a:lnTo>
                    <a:pt x="0" y="1342"/>
                  </a:lnTo>
                  <a:lnTo>
                    <a:pt x="0" y="1342"/>
                  </a:lnTo>
                  <a:lnTo>
                    <a:pt x="0" y="1476"/>
                  </a:lnTo>
                  <a:lnTo>
                    <a:pt x="30" y="1610"/>
                  </a:lnTo>
                  <a:lnTo>
                    <a:pt x="60" y="1744"/>
                  </a:lnTo>
                  <a:lnTo>
                    <a:pt x="105" y="1864"/>
                  </a:lnTo>
                  <a:lnTo>
                    <a:pt x="164" y="1983"/>
                  </a:lnTo>
                  <a:lnTo>
                    <a:pt x="224" y="2102"/>
                  </a:lnTo>
                  <a:lnTo>
                    <a:pt x="298" y="2207"/>
                  </a:lnTo>
                  <a:lnTo>
                    <a:pt x="388" y="2296"/>
                  </a:lnTo>
                  <a:lnTo>
                    <a:pt x="492" y="2385"/>
                  </a:lnTo>
                  <a:lnTo>
                    <a:pt x="597" y="2460"/>
                  </a:lnTo>
                  <a:lnTo>
                    <a:pt x="701" y="2534"/>
                  </a:lnTo>
                  <a:lnTo>
                    <a:pt x="820" y="2579"/>
                  </a:lnTo>
                  <a:lnTo>
                    <a:pt x="940" y="2624"/>
                  </a:lnTo>
                  <a:lnTo>
                    <a:pt x="1074" y="2669"/>
                  </a:lnTo>
                  <a:lnTo>
                    <a:pt x="1208" y="2684"/>
                  </a:lnTo>
                  <a:lnTo>
                    <a:pt x="1342" y="2684"/>
                  </a:lnTo>
                  <a:lnTo>
                    <a:pt x="1342" y="2684"/>
                  </a:lnTo>
                  <a:lnTo>
                    <a:pt x="1476" y="2684"/>
                  </a:lnTo>
                  <a:lnTo>
                    <a:pt x="1610" y="2669"/>
                  </a:lnTo>
                  <a:lnTo>
                    <a:pt x="1745" y="2624"/>
                  </a:lnTo>
                  <a:lnTo>
                    <a:pt x="1864" y="2579"/>
                  </a:lnTo>
                  <a:lnTo>
                    <a:pt x="1983" y="2534"/>
                  </a:lnTo>
                  <a:lnTo>
                    <a:pt x="2087" y="2460"/>
                  </a:lnTo>
                  <a:lnTo>
                    <a:pt x="2192" y="2385"/>
                  </a:lnTo>
                  <a:lnTo>
                    <a:pt x="2296" y="2296"/>
                  </a:lnTo>
                  <a:lnTo>
                    <a:pt x="2386" y="2207"/>
                  </a:lnTo>
                  <a:lnTo>
                    <a:pt x="2460" y="2102"/>
                  </a:lnTo>
                  <a:lnTo>
                    <a:pt x="2520" y="1983"/>
                  </a:lnTo>
                  <a:lnTo>
                    <a:pt x="2579" y="1864"/>
                  </a:lnTo>
                  <a:lnTo>
                    <a:pt x="2624" y="1744"/>
                  </a:lnTo>
                  <a:lnTo>
                    <a:pt x="2654" y="1610"/>
                  </a:lnTo>
                  <a:lnTo>
                    <a:pt x="2684" y="1476"/>
                  </a:lnTo>
                  <a:lnTo>
                    <a:pt x="2684" y="1342"/>
                  </a:lnTo>
                  <a:lnTo>
                    <a:pt x="2684" y="1342"/>
                  </a:lnTo>
                  <a:lnTo>
                    <a:pt x="2684" y="1208"/>
                  </a:lnTo>
                  <a:lnTo>
                    <a:pt x="2654" y="1073"/>
                  </a:lnTo>
                  <a:lnTo>
                    <a:pt x="2624" y="939"/>
                  </a:lnTo>
                  <a:lnTo>
                    <a:pt x="2579" y="820"/>
                  </a:lnTo>
                  <a:lnTo>
                    <a:pt x="2520" y="701"/>
                  </a:lnTo>
                  <a:lnTo>
                    <a:pt x="2460" y="596"/>
                  </a:lnTo>
                  <a:lnTo>
                    <a:pt x="2386" y="492"/>
                  </a:lnTo>
                  <a:lnTo>
                    <a:pt x="2296" y="388"/>
                  </a:lnTo>
                  <a:lnTo>
                    <a:pt x="2192" y="298"/>
                  </a:lnTo>
                  <a:lnTo>
                    <a:pt x="2087" y="224"/>
                  </a:lnTo>
                  <a:lnTo>
                    <a:pt x="1983" y="164"/>
                  </a:lnTo>
                  <a:lnTo>
                    <a:pt x="1864" y="104"/>
                  </a:lnTo>
                  <a:lnTo>
                    <a:pt x="1745" y="60"/>
                  </a:lnTo>
                  <a:lnTo>
                    <a:pt x="1610" y="30"/>
                  </a:lnTo>
                  <a:lnTo>
                    <a:pt x="1476" y="0"/>
                  </a:lnTo>
                  <a:lnTo>
                    <a:pt x="134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2"/>
            <p:cNvSpPr/>
            <p:nvPr/>
          </p:nvSpPr>
          <p:spPr>
            <a:xfrm>
              <a:off x="3393220" y="2683622"/>
              <a:ext cx="37782" cy="37767"/>
            </a:xfrm>
            <a:custGeom>
              <a:rect b="b" l="l" r="r" t="t"/>
              <a:pathLst>
                <a:path extrusionOk="0" h="2490" w="2491">
                  <a:moveTo>
                    <a:pt x="1119" y="0"/>
                  </a:moveTo>
                  <a:lnTo>
                    <a:pt x="985" y="15"/>
                  </a:lnTo>
                  <a:lnTo>
                    <a:pt x="866" y="60"/>
                  </a:lnTo>
                  <a:lnTo>
                    <a:pt x="761" y="90"/>
                  </a:lnTo>
                  <a:lnTo>
                    <a:pt x="642" y="149"/>
                  </a:lnTo>
                  <a:lnTo>
                    <a:pt x="538" y="209"/>
                  </a:lnTo>
                  <a:lnTo>
                    <a:pt x="448" y="283"/>
                  </a:lnTo>
                  <a:lnTo>
                    <a:pt x="359" y="358"/>
                  </a:lnTo>
                  <a:lnTo>
                    <a:pt x="284" y="447"/>
                  </a:lnTo>
                  <a:lnTo>
                    <a:pt x="210" y="552"/>
                  </a:lnTo>
                  <a:lnTo>
                    <a:pt x="150" y="656"/>
                  </a:lnTo>
                  <a:lnTo>
                    <a:pt x="90" y="760"/>
                  </a:lnTo>
                  <a:lnTo>
                    <a:pt x="46" y="880"/>
                  </a:lnTo>
                  <a:lnTo>
                    <a:pt x="16" y="999"/>
                  </a:lnTo>
                  <a:lnTo>
                    <a:pt x="1" y="1118"/>
                  </a:lnTo>
                  <a:lnTo>
                    <a:pt x="1" y="1238"/>
                  </a:lnTo>
                  <a:lnTo>
                    <a:pt x="1" y="1372"/>
                  </a:lnTo>
                  <a:lnTo>
                    <a:pt x="16" y="1491"/>
                  </a:lnTo>
                  <a:lnTo>
                    <a:pt x="46" y="1610"/>
                  </a:lnTo>
                  <a:lnTo>
                    <a:pt x="90" y="1729"/>
                  </a:lnTo>
                  <a:lnTo>
                    <a:pt x="150" y="1834"/>
                  </a:lnTo>
                  <a:lnTo>
                    <a:pt x="210" y="1938"/>
                  </a:lnTo>
                  <a:lnTo>
                    <a:pt x="284" y="2043"/>
                  </a:lnTo>
                  <a:lnTo>
                    <a:pt x="359" y="2132"/>
                  </a:lnTo>
                  <a:lnTo>
                    <a:pt x="448" y="2207"/>
                  </a:lnTo>
                  <a:lnTo>
                    <a:pt x="538" y="2281"/>
                  </a:lnTo>
                  <a:lnTo>
                    <a:pt x="642" y="2341"/>
                  </a:lnTo>
                  <a:lnTo>
                    <a:pt x="761" y="2400"/>
                  </a:lnTo>
                  <a:lnTo>
                    <a:pt x="866" y="2430"/>
                  </a:lnTo>
                  <a:lnTo>
                    <a:pt x="985" y="2460"/>
                  </a:lnTo>
                  <a:lnTo>
                    <a:pt x="1119" y="2490"/>
                  </a:lnTo>
                  <a:lnTo>
                    <a:pt x="1372" y="2490"/>
                  </a:lnTo>
                  <a:lnTo>
                    <a:pt x="1492" y="2460"/>
                  </a:lnTo>
                  <a:lnTo>
                    <a:pt x="1611" y="2430"/>
                  </a:lnTo>
                  <a:lnTo>
                    <a:pt x="1730" y="2400"/>
                  </a:lnTo>
                  <a:lnTo>
                    <a:pt x="1835" y="2341"/>
                  </a:lnTo>
                  <a:lnTo>
                    <a:pt x="1939" y="2281"/>
                  </a:lnTo>
                  <a:lnTo>
                    <a:pt x="2028" y="2207"/>
                  </a:lnTo>
                  <a:lnTo>
                    <a:pt x="2118" y="2132"/>
                  </a:lnTo>
                  <a:lnTo>
                    <a:pt x="2207" y="2043"/>
                  </a:lnTo>
                  <a:lnTo>
                    <a:pt x="2282" y="1938"/>
                  </a:lnTo>
                  <a:lnTo>
                    <a:pt x="2342" y="1834"/>
                  </a:lnTo>
                  <a:lnTo>
                    <a:pt x="2386" y="1729"/>
                  </a:lnTo>
                  <a:lnTo>
                    <a:pt x="2431" y="1610"/>
                  </a:lnTo>
                  <a:lnTo>
                    <a:pt x="2461" y="1491"/>
                  </a:lnTo>
                  <a:lnTo>
                    <a:pt x="2476" y="1372"/>
                  </a:lnTo>
                  <a:lnTo>
                    <a:pt x="2491" y="1238"/>
                  </a:lnTo>
                  <a:lnTo>
                    <a:pt x="2476" y="1118"/>
                  </a:lnTo>
                  <a:lnTo>
                    <a:pt x="2461" y="999"/>
                  </a:lnTo>
                  <a:lnTo>
                    <a:pt x="2431" y="880"/>
                  </a:lnTo>
                  <a:lnTo>
                    <a:pt x="2386" y="760"/>
                  </a:lnTo>
                  <a:lnTo>
                    <a:pt x="2342" y="656"/>
                  </a:lnTo>
                  <a:lnTo>
                    <a:pt x="2282" y="552"/>
                  </a:lnTo>
                  <a:lnTo>
                    <a:pt x="2207" y="447"/>
                  </a:lnTo>
                  <a:lnTo>
                    <a:pt x="2118" y="358"/>
                  </a:lnTo>
                  <a:lnTo>
                    <a:pt x="2028" y="283"/>
                  </a:lnTo>
                  <a:lnTo>
                    <a:pt x="1939" y="209"/>
                  </a:lnTo>
                  <a:lnTo>
                    <a:pt x="1835" y="149"/>
                  </a:lnTo>
                  <a:lnTo>
                    <a:pt x="1730" y="90"/>
                  </a:lnTo>
                  <a:lnTo>
                    <a:pt x="1611" y="60"/>
                  </a:lnTo>
                  <a:lnTo>
                    <a:pt x="1492" y="15"/>
                  </a:lnTo>
                  <a:lnTo>
                    <a:pt x="1372" y="0"/>
                  </a:lnTo>
                  <a:close/>
                </a:path>
              </a:pathLst>
            </a:custGeom>
            <a:solidFill>
              <a:srgbClr val="F9C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2"/>
            <p:cNvSpPr/>
            <p:nvPr/>
          </p:nvSpPr>
          <p:spPr>
            <a:xfrm>
              <a:off x="3393220" y="2683622"/>
              <a:ext cx="37782" cy="37767"/>
            </a:xfrm>
            <a:custGeom>
              <a:rect b="b" l="l" r="r" t="t"/>
              <a:pathLst>
                <a:path extrusionOk="0" fill="none" h="2490" w="2491">
                  <a:moveTo>
                    <a:pt x="1238" y="0"/>
                  </a:moveTo>
                  <a:lnTo>
                    <a:pt x="1238" y="0"/>
                  </a:lnTo>
                  <a:lnTo>
                    <a:pt x="1119" y="0"/>
                  </a:lnTo>
                  <a:lnTo>
                    <a:pt x="985" y="15"/>
                  </a:lnTo>
                  <a:lnTo>
                    <a:pt x="866" y="60"/>
                  </a:lnTo>
                  <a:lnTo>
                    <a:pt x="761" y="90"/>
                  </a:lnTo>
                  <a:lnTo>
                    <a:pt x="642" y="149"/>
                  </a:lnTo>
                  <a:lnTo>
                    <a:pt x="538" y="209"/>
                  </a:lnTo>
                  <a:lnTo>
                    <a:pt x="448" y="283"/>
                  </a:lnTo>
                  <a:lnTo>
                    <a:pt x="359" y="358"/>
                  </a:lnTo>
                  <a:lnTo>
                    <a:pt x="284" y="447"/>
                  </a:lnTo>
                  <a:lnTo>
                    <a:pt x="210" y="552"/>
                  </a:lnTo>
                  <a:lnTo>
                    <a:pt x="150" y="656"/>
                  </a:lnTo>
                  <a:lnTo>
                    <a:pt x="90" y="760"/>
                  </a:lnTo>
                  <a:lnTo>
                    <a:pt x="46" y="880"/>
                  </a:lnTo>
                  <a:lnTo>
                    <a:pt x="16" y="999"/>
                  </a:lnTo>
                  <a:lnTo>
                    <a:pt x="1" y="1118"/>
                  </a:lnTo>
                  <a:lnTo>
                    <a:pt x="1" y="1238"/>
                  </a:lnTo>
                  <a:lnTo>
                    <a:pt x="1" y="1238"/>
                  </a:lnTo>
                  <a:lnTo>
                    <a:pt x="1" y="1372"/>
                  </a:lnTo>
                  <a:lnTo>
                    <a:pt x="16" y="1491"/>
                  </a:lnTo>
                  <a:lnTo>
                    <a:pt x="46" y="1610"/>
                  </a:lnTo>
                  <a:lnTo>
                    <a:pt x="90" y="1729"/>
                  </a:lnTo>
                  <a:lnTo>
                    <a:pt x="150" y="1834"/>
                  </a:lnTo>
                  <a:lnTo>
                    <a:pt x="210" y="1938"/>
                  </a:lnTo>
                  <a:lnTo>
                    <a:pt x="284" y="2043"/>
                  </a:lnTo>
                  <a:lnTo>
                    <a:pt x="359" y="2132"/>
                  </a:lnTo>
                  <a:lnTo>
                    <a:pt x="448" y="2207"/>
                  </a:lnTo>
                  <a:lnTo>
                    <a:pt x="538" y="2281"/>
                  </a:lnTo>
                  <a:lnTo>
                    <a:pt x="642" y="2341"/>
                  </a:lnTo>
                  <a:lnTo>
                    <a:pt x="761" y="2400"/>
                  </a:lnTo>
                  <a:lnTo>
                    <a:pt x="866" y="2430"/>
                  </a:lnTo>
                  <a:lnTo>
                    <a:pt x="985" y="2460"/>
                  </a:lnTo>
                  <a:lnTo>
                    <a:pt x="1119" y="2490"/>
                  </a:lnTo>
                  <a:lnTo>
                    <a:pt x="1238" y="2490"/>
                  </a:lnTo>
                  <a:lnTo>
                    <a:pt x="1238" y="2490"/>
                  </a:lnTo>
                  <a:lnTo>
                    <a:pt x="1372" y="2490"/>
                  </a:lnTo>
                  <a:lnTo>
                    <a:pt x="1492" y="2460"/>
                  </a:lnTo>
                  <a:lnTo>
                    <a:pt x="1611" y="2430"/>
                  </a:lnTo>
                  <a:lnTo>
                    <a:pt x="1730" y="2400"/>
                  </a:lnTo>
                  <a:lnTo>
                    <a:pt x="1835" y="2341"/>
                  </a:lnTo>
                  <a:lnTo>
                    <a:pt x="1939" y="2281"/>
                  </a:lnTo>
                  <a:lnTo>
                    <a:pt x="2028" y="2207"/>
                  </a:lnTo>
                  <a:lnTo>
                    <a:pt x="2118" y="2132"/>
                  </a:lnTo>
                  <a:lnTo>
                    <a:pt x="2207" y="2043"/>
                  </a:lnTo>
                  <a:lnTo>
                    <a:pt x="2282" y="1938"/>
                  </a:lnTo>
                  <a:lnTo>
                    <a:pt x="2342" y="1834"/>
                  </a:lnTo>
                  <a:lnTo>
                    <a:pt x="2386" y="1729"/>
                  </a:lnTo>
                  <a:lnTo>
                    <a:pt x="2431" y="1610"/>
                  </a:lnTo>
                  <a:lnTo>
                    <a:pt x="2461" y="1491"/>
                  </a:lnTo>
                  <a:lnTo>
                    <a:pt x="2476" y="1372"/>
                  </a:lnTo>
                  <a:lnTo>
                    <a:pt x="2491" y="1238"/>
                  </a:lnTo>
                  <a:lnTo>
                    <a:pt x="2491" y="1238"/>
                  </a:lnTo>
                  <a:lnTo>
                    <a:pt x="2476" y="1118"/>
                  </a:lnTo>
                  <a:lnTo>
                    <a:pt x="2461" y="999"/>
                  </a:lnTo>
                  <a:lnTo>
                    <a:pt x="2431" y="880"/>
                  </a:lnTo>
                  <a:lnTo>
                    <a:pt x="2386" y="760"/>
                  </a:lnTo>
                  <a:lnTo>
                    <a:pt x="2342" y="656"/>
                  </a:lnTo>
                  <a:lnTo>
                    <a:pt x="2282" y="552"/>
                  </a:lnTo>
                  <a:lnTo>
                    <a:pt x="2207" y="447"/>
                  </a:lnTo>
                  <a:lnTo>
                    <a:pt x="2118" y="358"/>
                  </a:lnTo>
                  <a:lnTo>
                    <a:pt x="2028" y="283"/>
                  </a:lnTo>
                  <a:lnTo>
                    <a:pt x="1939" y="209"/>
                  </a:lnTo>
                  <a:lnTo>
                    <a:pt x="1835" y="149"/>
                  </a:lnTo>
                  <a:lnTo>
                    <a:pt x="1730" y="90"/>
                  </a:lnTo>
                  <a:lnTo>
                    <a:pt x="1611" y="60"/>
                  </a:lnTo>
                  <a:lnTo>
                    <a:pt x="1492" y="15"/>
                  </a:lnTo>
                  <a:lnTo>
                    <a:pt x="1372" y="0"/>
                  </a:lnTo>
                  <a:lnTo>
                    <a:pt x="123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2"/>
            <p:cNvSpPr/>
            <p:nvPr/>
          </p:nvSpPr>
          <p:spPr>
            <a:xfrm>
              <a:off x="3975045" y="2702384"/>
              <a:ext cx="35280" cy="35295"/>
            </a:xfrm>
            <a:custGeom>
              <a:rect b="b" l="l" r="r" t="t"/>
              <a:pathLst>
                <a:path extrusionOk="0" h="2327" w="2326">
                  <a:moveTo>
                    <a:pt x="1163" y="1"/>
                  </a:moveTo>
                  <a:lnTo>
                    <a:pt x="1044" y="15"/>
                  </a:lnTo>
                  <a:lnTo>
                    <a:pt x="940" y="30"/>
                  </a:lnTo>
                  <a:lnTo>
                    <a:pt x="820" y="60"/>
                  </a:lnTo>
                  <a:lnTo>
                    <a:pt x="716" y="105"/>
                  </a:lnTo>
                  <a:lnTo>
                    <a:pt x="612" y="150"/>
                  </a:lnTo>
                  <a:lnTo>
                    <a:pt x="522" y="209"/>
                  </a:lnTo>
                  <a:lnTo>
                    <a:pt x="433" y="269"/>
                  </a:lnTo>
                  <a:lnTo>
                    <a:pt x="343" y="343"/>
                  </a:lnTo>
                  <a:lnTo>
                    <a:pt x="269" y="433"/>
                  </a:lnTo>
                  <a:lnTo>
                    <a:pt x="209" y="522"/>
                  </a:lnTo>
                  <a:lnTo>
                    <a:pt x="149" y="612"/>
                  </a:lnTo>
                  <a:lnTo>
                    <a:pt x="105" y="716"/>
                  </a:lnTo>
                  <a:lnTo>
                    <a:pt x="60" y="820"/>
                  </a:lnTo>
                  <a:lnTo>
                    <a:pt x="30" y="940"/>
                  </a:lnTo>
                  <a:lnTo>
                    <a:pt x="15" y="1044"/>
                  </a:lnTo>
                  <a:lnTo>
                    <a:pt x="0" y="1163"/>
                  </a:lnTo>
                  <a:lnTo>
                    <a:pt x="15" y="1283"/>
                  </a:lnTo>
                  <a:lnTo>
                    <a:pt x="30" y="1402"/>
                  </a:lnTo>
                  <a:lnTo>
                    <a:pt x="60" y="1506"/>
                  </a:lnTo>
                  <a:lnTo>
                    <a:pt x="105" y="1626"/>
                  </a:lnTo>
                  <a:lnTo>
                    <a:pt x="149" y="1715"/>
                  </a:lnTo>
                  <a:lnTo>
                    <a:pt x="209" y="1819"/>
                  </a:lnTo>
                  <a:lnTo>
                    <a:pt x="269" y="1909"/>
                  </a:lnTo>
                  <a:lnTo>
                    <a:pt x="343" y="1983"/>
                  </a:lnTo>
                  <a:lnTo>
                    <a:pt x="433" y="2058"/>
                  </a:lnTo>
                  <a:lnTo>
                    <a:pt x="522" y="2132"/>
                  </a:lnTo>
                  <a:lnTo>
                    <a:pt x="612" y="2192"/>
                  </a:lnTo>
                  <a:lnTo>
                    <a:pt x="716" y="2237"/>
                  </a:lnTo>
                  <a:lnTo>
                    <a:pt x="820" y="2282"/>
                  </a:lnTo>
                  <a:lnTo>
                    <a:pt x="940" y="2296"/>
                  </a:lnTo>
                  <a:lnTo>
                    <a:pt x="1044" y="2326"/>
                  </a:lnTo>
                  <a:lnTo>
                    <a:pt x="1282" y="2326"/>
                  </a:lnTo>
                  <a:lnTo>
                    <a:pt x="1402" y="2296"/>
                  </a:lnTo>
                  <a:lnTo>
                    <a:pt x="1506" y="2282"/>
                  </a:lnTo>
                  <a:lnTo>
                    <a:pt x="1625" y="2237"/>
                  </a:lnTo>
                  <a:lnTo>
                    <a:pt x="1715" y="2192"/>
                  </a:lnTo>
                  <a:lnTo>
                    <a:pt x="1819" y="2132"/>
                  </a:lnTo>
                  <a:lnTo>
                    <a:pt x="1909" y="2058"/>
                  </a:lnTo>
                  <a:lnTo>
                    <a:pt x="1983" y="1983"/>
                  </a:lnTo>
                  <a:lnTo>
                    <a:pt x="2058" y="1909"/>
                  </a:lnTo>
                  <a:lnTo>
                    <a:pt x="2132" y="1819"/>
                  </a:lnTo>
                  <a:lnTo>
                    <a:pt x="2192" y="1715"/>
                  </a:lnTo>
                  <a:lnTo>
                    <a:pt x="2237" y="1626"/>
                  </a:lnTo>
                  <a:lnTo>
                    <a:pt x="2281" y="1506"/>
                  </a:lnTo>
                  <a:lnTo>
                    <a:pt x="2296" y="1402"/>
                  </a:lnTo>
                  <a:lnTo>
                    <a:pt x="2326" y="1283"/>
                  </a:lnTo>
                  <a:lnTo>
                    <a:pt x="2326" y="1163"/>
                  </a:lnTo>
                  <a:lnTo>
                    <a:pt x="2326" y="1044"/>
                  </a:lnTo>
                  <a:lnTo>
                    <a:pt x="2296" y="940"/>
                  </a:lnTo>
                  <a:lnTo>
                    <a:pt x="2281" y="820"/>
                  </a:lnTo>
                  <a:lnTo>
                    <a:pt x="2237" y="716"/>
                  </a:lnTo>
                  <a:lnTo>
                    <a:pt x="2192" y="612"/>
                  </a:lnTo>
                  <a:lnTo>
                    <a:pt x="2132" y="522"/>
                  </a:lnTo>
                  <a:lnTo>
                    <a:pt x="2058" y="433"/>
                  </a:lnTo>
                  <a:lnTo>
                    <a:pt x="1983" y="343"/>
                  </a:lnTo>
                  <a:lnTo>
                    <a:pt x="1909" y="269"/>
                  </a:lnTo>
                  <a:lnTo>
                    <a:pt x="1819" y="209"/>
                  </a:lnTo>
                  <a:lnTo>
                    <a:pt x="1715" y="150"/>
                  </a:lnTo>
                  <a:lnTo>
                    <a:pt x="1625" y="105"/>
                  </a:lnTo>
                  <a:lnTo>
                    <a:pt x="1506" y="60"/>
                  </a:lnTo>
                  <a:lnTo>
                    <a:pt x="1402" y="30"/>
                  </a:lnTo>
                  <a:lnTo>
                    <a:pt x="1282" y="15"/>
                  </a:lnTo>
                  <a:lnTo>
                    <a:pt x="1163" y="1"/>
                  </a:lnTo>
                  <a:close/>
                </a:path>
              </a:pathLst>
            </a:custGeom>
            <a:solidFill>
              <a:srgbClr val="F5C1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2"/>
            <p:cNvSpPr/>
            <p:nvPr/>
          </p:nvSpPr>
          <p:spPr>
            <a:xfrm>
              <a:off x="3975045" y="2702384"/>
              <a:ext cx="35280" cy="35295"/>
            </a:xfrm>
            <a:custGeom>
              <a:rect b="b" l="l" r="r" t="t"/>
              <a:pathLst>
                <a:path extrusionOk="0" fill="none" h="2327" w="2326">
                  <a:moveTo>
                    <a:pt x="1163" y="1"/>
                  </a:moveTo>
                  <a:lnTo>
                    <a:pt x="1163" y="1"/>
                  </a:lnTo>
                  <a:lnTo>
                    <a:pt x="1044" y="15"/>
                  </a:lnTo>
                  <a:lnTo>
                    <a:pt x="940" y="30"/>
                  </a:lnTo>
                  <a:lnTo>
                    <a:pt x="820" y="60"/>
                  </a:lnTo>
                  <a:lnTo>
                    <a:pt x="716" y="105"/>
                  </a:lnTo>
                  <a:lnTo>
                    <a:pt x="612" y="150"/>
                  </a:lnTo>
                  <a:lnTo>
                    <a:pt x="522" y="209"/>
                  </a:lnTo>
                  <a:lnTo>
                    <a:pt x="433" y="269"/>
                  </a:lnTo>
                  <a:lnTo>
                    <a:pt x="343" y="343"/>
                  </a:lnTo>
                  <a:lnTo>
                    <a:pt x="269" y="433"/>
                  </a:lnTo>
                  <a:lnTo>
                    <a:pt x="209" y="522"/>
                  </a:lnTo>
                  <a:lnTo>
                    <a:pt x="149" y="612"/>
                  </a:lnTo>
                  <a:lnTo>
                    <a:pt x="105" y="716"/>
                  </a:lnTo>
                  <a:lnTo>
                    <a:pt x="60" y="820"/>
                  </a:lnTo>
                  <a:lnTo>
                    <a:pt x="30" y="940"/>
                  </a:lnTo>
                  <a:lnTo>
                    <a:pt x="15" y="1044"/>
                  </a:lnTo>
                  <a:lnTo>
                    <a:pt x="0" y="1163"/>
                  </a:lnTo>
                  <a:lnTo>
                    <a:pt x="0" y="1163"/>
                  </a:lnTo>
                  <a:lnTo>
                    <a:pt x="15" y="1283"/>
                  </a:lnTo>
                  <a:lnTo>
                    <a:pt x="30" y="1402"/>
                  </a:lnTo>
                  <a:lnTo>
                    <a:pt x="60" y="1506"/>
                  </a:lnTo>
                  <a:lnTo>
                    <a:pt x="105" y="1626"/>
                  </a:lnTo>
                  <a:lnTo>
                    <a:pt x="149" y="1715"/>
                  </a:lnTo>
                  <a:lnTo>
                    <a:pt x="209" y="1819"/>
                  </a:lnTo>
                  <a:lnTo>
                    <a:pt x="269" y="1909"/>
                  </a:lnTo>
                  <a:lnTo>
                    <a:pt x="343" y="1983"/>
                  </a:lnTo>
                  <a:lnTo>
                    <a:pt x="433" y="2058"/>
                  </a:lnTo>
                  <a:lnTo>
                    <a:pt x="522" y="2132"/>
                  </a:lnTo>
                  <a:lnTo>
                    <a:pt x="612" y="2192"/>
                  </a:lnTo>
                  <a:lnTo>
                    <a:pt x="716" y="2237"/>
                  </a:lnTo>
                  <a:lnTo>
                    <a:pt x="820" y="2282"/>
                  </a:lnTo>
                  <a:lnTo>
                    <a:pt x="940" y="2296"/>
                  </a:lnTo>
                  <a:lnTo>
                    <a:pt x="1044" y="2326"/>
                  </a:lnTo>
                  <a:lnTo>
                    <a:pt x="1163" y="2326"/>
                  </a:lnTo>
                  <a:lnTo>
                    <a:pt x="1163" y="2326"/>
                  </a:lnTo>
                  <a:lnTo>
                    <a:pt x="1282" y="2326"/>
                  </a:lnTo>
                  <a:lnTo>
                    <a:pt x="1402" y="2296"/>
                  </a:lnTo>
                  <a:lnTo>
                    <a:pt x="1506" y="2282"/>
                  </a:lnTo>
                  <a:lnTo>
                    <a:pt x="1625" y="2237"/>
                  </a:lnTo>
                  <a:lnTo>
                    <a:pt x="1715" y="2192"/>
                  </a:lnTo>
                  <a:lnTo>
                    <a:pt x="1819" y="2132"/>
                  </a:lnTo>
                  <a:lnTo>
                    <a:pt x="1909" y="2058"/>
                  </a:lnTo>
                  <a:lnTo>
                    <a:pt x="1983" y="1983"/>
                  </a:lnTo>
                  <a:lnTo>
                    <a:pt x="2058" y="1909"/>
                  </a:lnTo>
                  <a:lnTo>
                    <a:pt x="2132" y="1819"/>
                  </a:lnTo>
                  <a:lnTo>
                    <a:pt x="2192" y="1715"/>
                  </a:lnTo>
                  <a:lnTo>
                    <a:pt x="2237" y="1626"/>
                  </a:lnTo>
                  <a:lnTo>
                    <a:pt x="2281" y="1506"/>
                  </a:lnTo>
                  <a:lnTo>
                    <a:pt x="2296" y="1402"/>
                  </a:lnTo>
                  <a:lnTo>
                    <a:pt x="2326" y="1283"/>
                  </a:lnTo>
                  <a:lnTo>
                    <a:pt x="2326" y="1163"/>
                  </a:lnTo>
                  <a:lnTo>
                    <a:pt x="2326" y="1163"/>
                  </a:lnTo>
                  <a:lnTo>
                    <a:pt x="2326" y="1044"/>
                  </a:lnTo>
                  <a:lnTo>
                    <a:pt x="2296" y="940"/>
                  </a:lnTo>
                  <a:lnTo>
                    <a:pt x="2281" y="820"/>
                  </a:lnTo>
                  <a:lnTo>
                    <a:pt x="2237" y="716"/>
                  </a:lnTo>
                  <a:lnTo>
                    <a:pt x="2192" y="612"/>
                  </a:lnTo>
                  <a:lnTo>
                    <a:pt x="2132" y="522"/>
                  </a:lnTo>
                  <a:lnTo>
                    <a:pt x="2058" y="433"/>
                  </a:lnTo>
                  <a:lnTo>
                    <a:pt x="1983" y="343"/>
                  </a:lnTo>
                  <a:lnTo>
                    <a:pt x="1909" y="269"/>
                  </a:lnTo>
                  <a:lnTo>
                    <a:pt x="1819" y="209"/>
                  </a:lnTo>
                  <a:lnTo>
                    <a:pt x="1715" y="150"/>
                  </a:lnTo>
                  <a:lnTo>
                    <a:pt x="1625" y="105"/>
                  </a:lnTo>
                  <a:lnTo>
                    <a:pt x="1506" y="60"/>
                  </a:lnTo>
                  <a:lnTo>
                    <a:pt x="1402" y="30"/>
                  </a:lnTo>
                  <a:lnTo>
                    <a:pt x="1282" y="15"/>
                  </a:lnTo>
                  <a:lnTo>
                    <a:pt x="116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2"/>
            <p:cNvSpPr/>
            <p:nvPr/>
          </p:nvSpPr>
          <p:spPr>
            <a:xfrm>
              <a:off x="3651917" y="3273122"/>
              <a:ext cx="45912" cy="45912"/>
            </a:xfrm>
            <a:custGeom>
              <a:rect b="b" l="l" r="r" t="t"/>
              <a:pathLst>
                <a:path extrusionOk="0" h="3027" w="3027">
                  <a:moveTo>
                    <a:pt x="1506" y="0"/>
                  </a:moveTo>
                  <a:lnTo>
                    <a:pt x="1357" y="15"/>
                  </a:lnTo>
                  <a:lnTo>
                    <a:pt x="1208" y="30"/>
                  </a:lnTo>
                  <a:lnTo>
                    <a:pt x="1059" y="75"/>
                  </a:lnTo>
                  <a:lnTo>
                    <a:pt x="924" y="120"/>
                  </a:lnTo>
                  <a:lnTo>
                    <a:pt x="790" y="194"/>
                  </a:lnTo>
                  <a:lnTo>
                    <a:pt x="656" y="269"/>
                  </a:lnTo>
                  <a:lnTo>
                    <a:pt x="537" y="343"/>
                  </a:lnTo>
                  <a:lnTo>
                    <a:pt x="432" y="448"/>
                  </a:lnTo>
                  <a:lnTo>
                    <a:pt x="343" y="552"/>
                  </a:lnTo>
                  <a:lnTo>
                    <a:pt x="254" y="671"/>
                  </a:lnTo>
                  <a:lnTo>
                    <a:pt x="179" y="790"/>
                  </a:lnTo>
                  <a:lnTo>
                    <a:pt x="104" y="925"/>
                  </a:lnTo>
                  <a:lnTo>
                    <a:pt x="60" y="1074"/>
                  </a:lnTo>
                  <a:lnTo>
                    <a:pt x="30" y="1208"/>
                  </a:lnTo>
                  <a:lnTo>
                    <a:pt x="0" y="1357"/>
                  </a:lnTo>
                  <a:lnTo>
                    <a:pt x="0" y="1521"/>
                  </a:lnTo>
                  <a:lnTo>
                    <a:pt x="0" y="1670"/>
                  </a:lnTo>
                  <a:lnTo>
                    <a:pt x="30" y="1819"/>
                  </a:lnTo>
                  <a:lnTo>
                    <a:pt x="60" y="1968"/>
                  </a:lnTo>
                  <a:lnTo>
                    <a:pt x="104" y="2102"/>
                  </a:lnTo>
                  <a:lnTo>
                    <a:pt x="179" y="2237"/>
                  </a:lnTo>
                  <a:lnTo>
                    <a:pt x="254" y="2371"/>
                  </a:lnTo>
                  <a:lnTo>
                    <a:pt x="343" y="2490"/>
                  </a:lnTo>
                  <a:lnTo>
                    <a:pt x="432" y="2594"/>
                  </a:lnTo>
                  <a:lnTo>
                    <a:pt x="537" y="2684"/>
                  </a:lnTo>
                  <a:lnTo>
                    <a:pt x="656" y="2773"/>
                  </a:lnTo>
                  <a:lnTo>
                    <a:pt x="790" y="2848"/>
                  </a:lnTo>
                  <a:lnTo>
                    <a:pt x="924" y="2907"/>
                  </a:lnTo>
                  <a:lnTo>
                    <a:pt x="1059" y="2967"/>
                  </a:lnTo>
                  <a:lnTo>
                    <a:pt x="1208" y="2997"/>
                  </a:lnTo>
                  <a:lnTo>
                    <a:pt x="1357" y="3027"/>
                  </a:lnTo>
                  <a:lnTo>
                    <a:pt x="1670" y="3027"/>
                  </a:lnTo>
                  <a:lnTo>
                    <a:pt x="1819" y="2997"/>
                  </a:lnTo>
                  <a:lnTo>
                    <a:pt x="1953" y="2967"/>
                  </a:lnTo>
                  <a:lnTo>
                    <a:pt x="2102" y="2907"/>
                  </a:lnTo>
                  <a:lnTo>
                    <a:pt x="2236" y="2848"/>
                  </a:lnTo>
                  <a:lnTo>
                    <a:pt x="2356" y="2773"/>
                  </a:lnTo>
                  <a:lnTo>
                    <a:pt x="2475" y="2684"/>
                  </a:lnTo>
                  <a:lnTo>
                    <a:pt x="2579" y="2594"/>
                  </a:lnTo>
                  <a:lnTo>
                    <a:pt x="2684" y="2490"/>
                  </a:lnTo>
                  <a:lnTo>
                    <a:pt x="2758" y="2371"/>
                  </a:lnTo>
                  <a:lnTo>
                    <a:pt x="2833" y="2237"/>
                  </a:lnTo>
                  <a:lnTo>
                    <a:pt x="2907" y="2102"/>
                  </a:lnTo>
                  <a:lnTo>
                    <a:pt x="2952" y="1968"/>
                  </a:lnTo>
                  <a:lnTo>
                    <a:pt x="2997" y="1819"/>
                  </a:lnTo>
                  <a:lnTo>
                    <a:pt x="3012" y="1670"/>
                  </a:lnTo>
                  <a:lnTo>
                    <a:pt x="3027" y="1521"/>
                  </a:lnTo>
                  <a:lnTo>
                    <a:pt x="3012" y="1357"/>
                  </a:lnTo>
                  <a:lnTo>
                    <a:pt x="2997" y="1208"/>
                  </a:lnTo>
                  <a:lnTo>
                    <a:pt x="2952" y="1074"/>
                  </a:lnTo>
                  <a:lnTo>
                    <a:pt x="2907" y="925"/>
                  </a:lnTo>
                  <a:lnTo>
                    <a:pt x="2833" y="790"/>
                  </a:lnTo>
                  <a:lnTo>
                    <a:pt x="2758" y="671"/>
                  </a:lnTo>
                  <a:lnTo>
                    <a:pt x="2684" y="552"/>
                  </a:lnTo>
                  <a:lnTo>
                    <a:pt x="2579" y="448"/>
                  </a:lnTo>
                  <a:lnTo>
                    <a:pt x="2475" y="343"/>
                  </a:lnTo>
                  <a:lnTo>
                    <a:pt x="2356" y="269"/>
                  </a:lnTo>
                  <a:lnTo>
                    <a:pt x="2236" y="194"/>
                  </a:lnTo>
                  <a:lnTo>
                    <a:pt x="2102" y="120"/>
                  </a:lnTo>
                  <a:lnTo>
                    <a:pt x="1953" y="75"/>
                  </a:lnTo>
                  <a:lnTo>
                    <a:pt x="1819" y="30"/>
                  </a:lnTo>
                  <a:lnTo>
                    <a:pt x="1670" y="15"/>
                  </a:lnTo>
                  <a:lnTo>
                    <a:pt x="1506" y="0"/>
                  </a:lnTo>
                  <a:close/>
                </a:path>
              </a:pathLst>
            </a:custGeom>
            <a:solidFill>
              <a:srgbClr val="F9C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2"/>
            <p:cNvSpPr/>
            <p:nvPr/>
          </p:nvSpPr>
          <p:spPr>
            <a:xfrm>
              <a:off x="3651917" y="3273122"/>
              <a:ext cx="45912" cy="45912"/>
            </a:xfrm>
            <a:custGeom>
              <a:rect b="b" l="l" r="r" t="t"/>
              <a:pathLst>
                <a:path extrusionOk="0" fill="none" h="3027" w="3027">
                  <a:moveTo>
                    <a:pt x="1506" y="0"/>
                  </a:moveTo>
                  <a:lnTo>
                    <a:pt x="1506" y="0"/>
                  </a:lnTo>
                  <a:lnTo>
                    <a:pt x="1357" y="15"/>
                  </a:lnTo>
                  <a:lnTo>
                    <a:pt x="1208" y="30"/>
                  </a:lnTo>
                  <a:lnTo>
                    <a:pt x="1059" y="75"/>
                  </a:lnTo>
                  <a:lnTo>
                    <a:pt x="924" y="120"/>
                  </a:lnTo>
                  <a:lnTo>
                    <a:pt x="790" y="194"/>
                  </a:lnTo>
                  <a:lnTo>
                    <a:pt x="656" y="269"/>
                  </a:lnTo>
                  <a:lnTo>
                    <a:pt x="537" y="343"/>
                  </a:lnTo>
                  <a:lnTo>
                    <a:pt x="432" y="448"/>
                  </a:lnTo>
                  <a:lnTo>
                    <a:pt x="343" y="552"/>
                  </a:lnTo>
                  <a:lnTo>
                    <a:pt x="254" y="671"/>
                  </a:lnTo>
                  <a:lnTo>
                    <a:pt x="179" y="790"/>
                  </a:lnTo>
                  <a:lnTo>
                    <a:pt x="104" y="925"/>
                  </a:lnTo>
                  <a:lnTo>
                    <a:pt x="60" y="1074"/>
                  </a:lnTo>
                  <a:lnTo>
                    <a:pt x="30" y="1208"/>
                  </a:lnTo>
                  <a:lnTo>
                    <a:pt x="0" y="1357"/>
                  </a:lnTo>
                  <a:lnTo>
                    <a:pt x="0" y="1521"/>
                  </a:lnTo>
                  <a:lnTo>
                    <a:pt x="0" y="1521"/>
                  </a:lnTo>
                  <a:lnTo>
                    <a:pt x="0" y="1670"/>
                  </a:lnTo>
                  <a:lnTo>
                    <a:pt x="30" y="1819"/>
                  </a:lnTo>
                  <a:lnTo>
                    <a:pt x="60" y="1968"/>
                  </a:lnTo>
                  <a:lnTo>
                    <a:pt x="104" y="2102"/>
                  </a:lnTo>
                  <a:lnTo>
                    <a:pt x="179" y="2237"/>
                  </a:lnTo>
                  <a:lnTo>
                    <a:pt x="254" y="2371"/>
                  </a:lnTo>
                  <a:lnTo>
                    <a:pt x="343" y="2490"/>
                  </a:lnTo>
                  <a:lnTo>
                    <a:pt x="432" y="2594"/>
                  </a:lnTo>
                  <a:lnTo>
                    <a:pt x="537" y="2684"/>
                  </a:lnTo>
                  <a:lnTo>
                    <a:pt x="656" y="2773"/>
                  </a:lnTo>
                  <a:lnTo>
                    <a:pt x="790" y="2848"/>
                  </a:lnTo>
                  <a:lnTo>
                    <a:pt x="924" y="2907"/>
                  </a:lnTo>
                  <a:lnTo>
                    <a:pt x="1059" y="2967"/>
                  </a:lnTo>
                  <a:lnTo>
                    <a:pt x="1208" y="2997"/>
                  </a:lnTo>
                  <a:lnTo>
                    <a:pt x="1357" y="3027"/>
                  </a:lnTo>
                  <a:lnTo>
                    <a:pt x="1506" y="3027"/>
                  </a:lnTo>
                  <a:lnTo>
                    <a:pt x="1506" y="3027"/>
                  </a:lnTo>
                  <a:lnTo>
                    <a:pt x="1670" y="3027"/>
                  </a:lnTo>
                  <a:lnTo>
                    <a:pt x="1819" y="2997"/>
                  </a:lnTo>
                  <a:lnTo>
                    <a:pt x="1953" y="2967"/>
                  </a:lnTo>
                  <a:lnTo>
                    <a:pt x="2102" y="2907"/>
                  </a:lnTo>
                  <a:lnTo>
                    <a:pt x="2236" y="2848"/>
                  </a:lnTo>
                  <a:lnTo>
                    <a:pt x="2356" y="2773"/>
                  </a:lnTo>
                  <a:lnTo>
                    <a:pt x="2475" y="2684"/>
                  </a:lnTo>
                  <a:lnTo>
                    <a:pt x="2579" y="2594"/>
                  </a:lnTo>
                  <a:lnTo>
                    <a:pt x="2684" y="2490"/>
                  </a:lnTo>
                  <a:lnTo>
                    <a:pt x="2758" y="2371"/>
                  </a:lnTo>
                  <a:lnTo>
                    <a:pt x="2833" y="2237"/>
                  </a:lnTo>
                  <a:lnTo>
                    <a:pt x="2907" y="2102"/>
                  </a:lnTo>
                  <a:lnTo>
                    <a:pt x="2952" y="1968"/>
                  </a:lnTo>
                  <a:lnTo>
                    <a:pt x="2997" y="1819"/>
                  </a:lnTo>
                  <a:lnTo>
                    <a:pt x="3012" y="1670"/>
                  </a:lnTo>
                  <a:lnTo>
                    <a:pt x="3027" y="1521"/>
                  </a:lnTo>
                  <a:lnTo>
                    <a:pt x="3027" y="1521"/>
                  </a:lnTo>
                  <a:lnTo>
                    <a:pt x="3012" y="1357"/>
                  </a:lnTo>
                  <a:lnTo>
                    <a:pt x="2997" y="1208"/>
                  </a:lnTo>
                  <a:lnTo>
                    <a:pt x="2952" y="1074"/>
                  </a:lnTo>
                  <a:lnTo>
                    <a:pt x="2907" y="925"/>
                  </a:lnTo>
                  <a:lnTo>
                    <a:pt x="2833" y="790"/>
                  </a:lnTo>
                  <a:lnTo>
                    <a:pt x="2758" y="671"/>
                  </a:lnTo>
                  <a:lnTo>
                    <a:pt x="2684" y="552"/>
                  </a:lnTo>
                  <a:lnTo>
                    <a:pt x="2579" y="448"/>
                  </a:lnTo>
                  <a:lnTo>
                    <a:pt x="2475" y="343"/>
                  </a:lnTo>
                  <a:lnTo>
                    <a:pt x="2356" y="269"/>
                  </a:lnTo>
                  <a:lnTo>
                    <a:pt x="2236" y="194"/>
                  </a:lnTo>
                  <a:lnTo>
                    <a:pt x="2102" y="120"/>
                  </a:lnTo>
                  <a:lnTo>
                    <a:pt x="1953" y="75"/>
                  </a:lnTo>
                  <a:lnTo>
                    <a:pt x="1819" y="30"/>
                  </a:lnTo>
                  <a:lnTo>
                    <a:pt x="1670" y="15"/>
                  </a:lnTo>
                  <a:lnTo>
                    <a:pt x="150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2"/>
            <p:cNvSpPr/>
            <p:nvPr/>
          </p:nvSpPr>
          <p:spPr>
            <a:xfrm>
              <a:off x="3292371" y="2204693"/>
              <a:ext cx="792123" cy="478944"/>
            </a:xfrm>
            <a:custGeom>
              <a:rect b="b" l="l" r="r" t="t"/>
              <a:pathLst>
                <a:path extrusionOk="0" h="31577" w="52225">
                  <a:moveTo>
                    <a:pt x="26120" y="0"/>
                  </a:moveTo>
                  <a:lnTo>
                    <a:pt x="25435" y="15"/>
                  </a:lnTo>
                  <a:lnTo>
                    <a:pt x="24779" y="30"/>
                  </a:lnTo>
                  <a:lnTo>
                    <a:pt x="24108" y="60"/>
                  </a:lnTo>
                  <a:lnTo>
                    <a:pt x="23452" y="90"/>
                  </a:lnTo>
                  <a:lnTo>
                    <a:pt x="22796" y="134"/>
                  </a:lnTo>
                  <a:lnTo>
                    <a:pt x="22140" y="194"/>
                  </a:lnTo>
                  <a:lnTo>
                    <a:pt x="21499" y="254"/>
                  </a:lnTo>
                  <a:lnTo>
                    <a:pt x="20858" y="328"/>
                  </a:lnTo>
                  <a:lnTo>
                    <a:pt x="20217" y="418"/>
                  </a:lnTo>
                  <a:lnTo>
                    <a:pt x="19590" y="507"/>
                  </a:lnTo>
                  <a:lnTo>
                    <a:pt x="18964" y="611"/>
                  </a:lnTo>
                  <a:lnTo>
                    <a:pt x="18353" y="716"/>
                  </a:lnTo>
                  <a:lnTo>
                    <a:pt x="17742" y="835"/>
                  </a:lnTo>
                  <a:lnTo>
                    <a:pt x="17131" y="969"/>
                  </a:lnTo>
                  <a:lnTo>
                    <a:pt x="16534" y="1103"/>
                  </a:lnTo>
                  <a:lnTo>
                    <a:pt x="15953" y="1252"/>
                  </a:lnTo>
                  <a:lnTo>
                    <a:pt x="15371" y="1402"/>
                  </a:lnTo>
                  <a:lnTo>
                    <a:pt x="14790" y="1565"/>
                  </a:lnTo>
                  <a:lnTo>
                    <a:pt x="14223" y="1729"/>
                  </a:lnTo>
                  <a:lnTo>
                    <a:pt x="13672" y="1908"/>
                  </a:lnTo>
                  <a:lnTo>
                    <a:pt x="13120" y="2102"/>
                  </a:lnTo>
                  <a:lnTo>
                    <a:pt x="12569" y="2296"/>
                  </a:lnTo>
                  <a:lnTo>
                    <a:pt x="12032" y="2490"/>
                  </a:lnTo>
                  <a:lnTo>
                    <a:pt x="11510" y="2699"/>
                  </a:lnTo>
                  <a:lnTo>
                    <a:pt x="11003" y="2922"/>
                  </a:lnTo>
                  <a:lnTo>
                    <a:pt x="10496" y="3146"/>
                  </a:lnTo>
                  <a:lnTo>
                    <a:pt x="9989" y="3369"/>
                  </a:lnTo>
                  <a:lnTo>
                    <a:pt x="9497" y="3608"/>
                  </a:lnTo>
                  <a:lnTo>
                    <a:pt x="9020" y="3861"/>
                  </a:lnTo>
                  <a:lnTo>
                    <a:pt x="8558" y="4100"/>
                  </a:lnTo>
                  <a:lnTo>
                    <a:pt x="8096" y="4368"/>
                  </a:lnTo>
                  <a:lnTo>
                    <a:pt x="7649" y="4637"/>
                  </a:lnTo>
                  <a:lnTo>
                    <a:pt x="7216" y="4905"/>
                  </a:lnTo>
                  <a:lnTo>
                    <a:pt x="6784" y="5173"/>
                  </a:lnTo>
                  <a:lnTo>
                    <a:pt x="6367" y="5457"/>
                  </a:lnTo>
                  <a:lnTo>
                    <a:pt x="5964" y="5755"/>
                  </a:lnTo>
                  <a:lnTo>
                    <a:pt x="5576" y="6053"/>
                  </a:lnTo>
                  <a:lnTo>
                    <a:pt x="5189" y="6351"/>
                  </a:lnTo>
                  <a:lnTo>
                    <a:pt x="4816" y="6649"/>
                  </a:lnTo>
                  <a:lnTo>
                    <a:pt x="4458" y="6962"/>
                  </a:lnTo>
                  <a:lnTo>
                    <a:pt x="4115" y="7290"/>
                  </a:lnTo>
                  <a:lnTo>
                    <a:pt x="3787" y="7603"/>
                  </a:lnTo>
                  <a:lnTo>
                    <a:pt x="3459" y="7931"/>
                  </a:lnTo>
                  <a:lnTo>
                    <a:pt x="3146" y="8259"/>
                  </a:lnTo>
                  <a:lnTo>
                    <a:pt x="2863" y="8602"/>
                  </a:lnTo>
                  <a:lnTo>
                    <a:pt x="2580" y="8945"/>
                  </a:lnTo>
                  <a:lnTo>
                    <a:pt x="2312" y="9288"/>
                  </a:lnTo>
                  <a:lnTo>
                    <a:pt x="2058" y="9646"/>
                  </a:lnTo>
                  <a:lnTo>
                    <a:pt x="1805" y="10004"/>
                  </a:lnTo>
                  <a:lnTo>
                    <a:pt x="1581" y="10361"/>
                  </a:lnTo>
                  <a:lnTo>
                    <a:pt x="1372" y="10734"/>
                  </a:lnTo>
                  <a:lnTo>
                    <a:pt x="1178" y="11092"/>
                  </a:lnTo>
                  <a:lnTo>
                    <a:pt x="985" y="11465"/>
                  </a:lnTo>
                  <a:lnTo>
                    <a:pt x="821" y="11852"/>
                  </a:lnTo>
                  <a:lnTo>
                    <a:pt x="672" y="12225"/>
                  </a:lnTo>
                  <a:lnTo>
                    <a:pt x="537" y="12613"/>
                  </a:lnTo>
                  <a:lnTo>
                    <a:pt x="403" y="13000"/>
                  </a:lnTo>
                  <a:lnTo>
                    <a:pt x="299" y="13388"/>
                  </a:lnTo>
                  <a:lnTo>
                    <a:pt x="209" y="13775"/>
                  </a:lnTo>
                  <a:lnTo>
                    <a:pt x="135" y="14178"/>
                  </a:lnTo>
                  <a:lnTo>
                    <a:pt x="75" y="14581"/>
                  </a:lnTo>
                  <a:lnTo>
                    <a:pt x="31" y="14983"/>
                  </a:lnTo>
                  <a:lnTo>
                    <a:pt x="1" y="15386"/>
                  </a:lnTo>
                  <a:lnTo>
                    <a:pt x="1" y="15788"/>
                  </a:lnTo>
                  <a:lnTo>
                    <a:pt x="1" y="16191"/>
                  </a:lnTo>
                  <a:lnTo>
                    <a:pt x="31" y="16608"/>
                  </a:lnTo>
                  <a:lnTo>
                    <a:pt x="75" y="17011"/>
                  </a:lnTo>
                  <a:lnTo>
                    <a:pt x="135" y="17398"/>
                  </a:lnTo>
                  <a:lnTo>
                    <a:pt x="209" y="17801"/>
                  </a:lnTo>
                  <a:lnTo>
                    <a:pt x="299" y="18188"/>
                  </a:lnTo>
                  <a:lnTo>
                    <a:pt x="403" y="18591"/>
                  </a:lnTo>
                  <a:lnTo>
                    <a:pt x="537" y="18964"/>
                  </a:lnTo>
                  <a:lnTo>
                    <a:pt x="672" y="19351"/>
                  </a:lnTo>
                  <a:lnTo>
                    <a:pt x="821" y="19739"/>
                  </a:lnTo>
                  <a:lnTo>
                    <a:pt x="985" y="20112"/>
                  </a:lnTo>
                  <a:lnTo>
                    <a:pt x="1178" y="20484"/>
                  </a:lnTo>
                  <a:lnTo>
                    <a:pt x="1372" y="20857"/>
                  </a:lnTo>
                  <a:lnTo>
                    <a:pt x="1581" y="21215"/>
                  </a:lnTo>
                  <a:lnTo>
                    <a:pt x="1805" y="21573"/>
                  </a:lnTo>
                  <a:lnTo>
                    <a:pt x="2058" y="21930"/>
                  </a:lnTo>
                  <a:lnTo>
                    <a:pt x="2312" y="22288"/>
                  </a:lnTo>
                  <a:lnTo>
                    <a:pt x="2580" y="22631"/>
                  </a:lnTo>
                  <a:lnTo>
                    <a:pt x="2863" y="22974"/>
                  </a:lnTo>
                  <a:lnTo>
                    <a:pt x="3146" y="23317"/>
                  </a:lnTo>
                  <a:lnTo>
                    <a:pt x="3459" y="23645"/>
                  </a:lnTo>
                  <a:lnTo>
                    <a:pt x="3787" y="23973"/>
                  </a:lnTo>
                  <a:lnTo>
                    <a:pt x="4115" y="24301"/>
                  </a:lnTo>
                  <a:lnTo>
                    <a:pt x="4458" y="24614"/>
                  </a:lnTo>
                  <a:lnTo>
                    <a:pt x="4816" y="24927"/>
                  </a:lnTo>
                  <a:lnTo>
                    <a:pt x="5189" y="25240"/>
                  </a:lnTo>
                  <a:lnTo>
                    <a:pt x="5576" y="25538"/>
                  </a:lnTo>
                  <a:lnTo>
                    <a:pt x="5964" y="25836"/>
                  </a:lnTo>
                  <a:lnTo>
                    <a:pt x="6367" y="26120"/>
                  </a:lnTo>
                  <a:lnTo>
                    <a:pt x="6784" y="26403"/>
                  </a:lnTo>
                  <a:lnTo>
                    <a:pt x="7216" y="26686"/>
                  </a:lnTo>
                  <a:lnTo>
                    <a:pt x="7649" y="26955"/>
                  </a:lnTo>
                  <a:lnTo>
                    <a:pt x="8096" y="27208"/>
                  </a:lnTo>
                  <a:lnTo>
                    <a:pt x="8558" y="27476"/>
                  </a:lnTo>
                  <a:lnTo>
                    <a:pt x="9020" y="27730"/>
                  </a:lnTo>
                  <a:lnTo>
                    <a:pt x="9497" y="27968"/>
                  </a:lnTo>
                  <a:lnTo>
                    <a:pt x="9989" y="28207"/>
                  </a:lnTo>
                  <a:lnTo>
                    <a:pt x="10496" y="28430"/>
                  </a:lnTo>
                  <a:lnTo>
                    <a:pt x="11003" y="28654"/>
                  </a:lnTo>
                  <a:lnTo>
                    <a:pt x="11510" y="28878"/>
                  </a:lnTo>
                  <a:lnTo>
                    <a:pt x="12032" y="29086"/>
                  </a:lnTo>
                  <a:lnTo>
                    <a:pt x="12569" y="29295"/>
                  </a:lnTo>
                  <a:lnTo>
                    <a:pt x="13120" y="29489"/>
                  </a:lnTo>
                  <a:lnTo>
                    <a:pt x="13672" y="29668"/>
                  </a:lnTo>
                  <a:lnTo>
                    <a:pt x="14223" y="29847"/>
                  </a:lnTo>
                  <a:lnTo>
                    <a:pt x="14790" y="30011"/>
                  </a:lnTo>
                  <a:lnTo>
                    <a:pt x="15371" y="30175"/>
                  </a:lnTo>
                  <a:lnTo>
                    <a:pt x="15953" y="30339"/>
                  </a:lnTo>
                  <a:lnTo>
                    <a:pt x="16534" y="30473"/>
                  </a:lnTo>
                  <a:lnTo>
                    <a:pt x="17131" y="30622"/>
                  </a:lnTo>
                  <a:lnTo>
                    <a:pt x="17742" y="30741"/>
                  </a:lnTo>
                  <a:lnTo>
                    <a:pt x="18353" y="30861"/>
                  </a:lnTo>
                  <a:lnTo>
                    <a:pt x="18964" y="30980"/>
                  </a:lnTo>
                  <a:lnTo>
                    <a:pt x="19590" y="31069"/>
                  </a:lnTo>
                  <a:lnTo>
                    <a:pt x="20217" y="31174"/>
                  </a:lnTo>
                  <a:lnTo>
                    <a:pt x="20858" y="31248"/>
                  </a:lnTo>
                  <a:lnTo>
                    <a:pt x="21499" y="31323"/>
                  </a:lnTo>
                  <a:lnTo>
                    <a:pt x="22140" y="31397"/>
                  </a:lnTo>
                  <a:lnTo>
                    <a:pt x="22796" y="31442"/>
                  </a:lnTo>
                  <a:lnTo>
                    <a:pt x="23452" y="31487"/>
                  </a:lnTo>
                  <a:lnTo>
                    <a:pt x="24108" y="31531"/>
                  </a:lnTo>
                  <a:lnTo>
                    <a:pt x="24779" y="31546"/>
                  </a:lnTo>
                  <a:lnTo>
                    <a:pt x="25435" y="31561"/>
                  </a:lnTo>
                  <a:lnTo>
                    <a:pt x="26120" y="31576"/>
                  </a:lnTo>
                  <a:lnTo>
                    <a:pt x="26791" y="31561"/>
                  </a:lnTo>
                  <a:lnTo>
                    <a:pt x="27462" y="31546"/>
                  </a:lnTo>
                  <a:lnTo>
                    <a:pt x="28118" y="31531"/>
                  </a:lnTo>
                  <a:lnTo>
                    <a:pt x="28789" y="31487"/>
                  </a:lnTo>
                  <a:lnTo>
                    <a:pt x="29445" y="31442"/>
                  </a:lnTo>
                  <a:lnTo>
                    <a:pt x="30086" y="31397"/>
                  </a:lnTo>
                  <a:lnTo>
                    <a:pt x="30742" y="31323"/>
                  </a:lnTo>
                  <a:lnTo>
                    <a:pt x="31383" y="31248"/>
                  </a:lnTo>
                  <a:lnTo>
                    <a:pt x="32009" y="31174"/>
                  </a:lnTo>
                  <a:lnTo>
                    <a:pt x="32635" y="31069"/>
                  </a:lnTo>
                  <a:lnTo>
                    <a:pt x="33261" y="30980"/>
                  </a:lnTo>
                  <a:lnTo>
                    <a:pt x="33888" y="30861"/>
                  </a:lnTo>
                  <a:lnTo>
                    <a:pt x="34499" y="30741"/>
                  </a:lnTo>
                  <a:lnTo>
                    <a:pt x="35095" y="30622"/>
                  </a:lnTo>
                  <a:lnTo>
                    <a:pt x="35692" y="30473"/>
                  </a:lnTo>
                  <a:lnTo>
                    <a:pt x="36288" y="30339"/>
                  </a:lnTo>
                  <a:lnTo>
                    <a:pt x="36869" y="30175"/>
                  </a:lnTo>
                  <a:lnTo>
                    <a:pt x="37436" y="30011"/>
                  </a:lnTo>
                  <a:lnTo>
                    <a:pt x="38002" y="29847"/>
                  </a:lnTo>
                  <a:lnTo>
                    <a:pt x="38569" y="29668"/>
                  </a:lnTo>
                  <a:lnTo>
                    <a:pt x="39120" y="29489"/>
                  </a:lnTo>
                  <a:lnTo>
                    <a:pt x="39657" y="29295"/>
                  </a:lnTo>
                  <a:lnTo>
                    <a:pt x="40194" y="29086"/>
                  </a:lnTo>
                  <a:lnTo>
                    <a:pt x="40716" y="28878"/>
                  </a:lnTo>
                  <a:lnTo>
                    <a:pt x="41237" y="28654"/>
                  </a:lnTo>
                  <a:lnTo>
                    <a:pt x="41744" y="28430"/>
                  </a:lnTo>
                  <a:lnTo>
                    <a:pt x="42236" y="28207"/>
                  </a:lnTo>
                  <a:lnTo>
                    <a:pt x="42728" y="27968"/>
                  </a:lnTo>
                  <a:lnTo>
                    <a:pt x="43205" y="27730"/>
                  </a:lnTo>
                  <a:lnTo>
                    <a:pt x="43682" y="27476"/>
                  </a:lnTo>
                  <a:lnTo>
                    <a:pt x="44130" y="27208"/>
                  </a:lnTo>
                  <a:lnTo>
                    <a:pt x="44577" y="26955"/>
                  </a:lnTo>
                  <a:lnTo>
                    <a:pt x="45024" y="26686"/>
                  </a:lnTo>
                  <a:lnTo>
                    <a:pt x="45442" y="26403"/>
                  </a:lnTo>
                  <a:lnTo>
                    <a:pt x="45859" y="26120"/>
                  </a:lnTo>
                  <a:lnTo>
                    <a:pt x="46262" y="25836"/>
                  </a:lnTo>
                  <a:lnTo>
                    <a:pt x="46664" y="25538"/>
                  </a:lnTo>
                  <a:lnTo>
                    <a:pt x="47037" y="25240"/>
                  </a:lnTo>
                  <a:lnTo>
                    <a:pt x="47410" y="24927"/>
                  </a:lnTo>
                  <a:lnTo>
                    <a:pt x="47767" y="24614"/>
                  </a:lnTo>
                  <a:lnTo>
                    <a:pt x="48110" y="24301"/>
                  </a:lnTo>
                  <a:lnTo>
                    <a:pt x="48453" y="23973"/>
                  </a:lnTo>
                  <a:lnTo>
                    <a:pt x="48766" y="23645"/>
                  </a:lnTo>
                  <a:lnTo>
                    <a:pt x="49079" y="23317"/>
                  </a:lnTo>
                  <a:lnTo>
                    <a:pt x="49377" y="22974"/>
                  </a:lnTo>
                  <a:lnTo>
                    <a:pt x="49661" y="22631"/>
                  </a:lnTo>
                  <a:lnTo>
                    <a:pt x="49929" y="22288"/>
                  </a:lnTo>
                  <a:lnTo>
                    <a:pt x="50183" y="21930"/>
                  </a:lnTo>
                  <a:lnTo>
                    <a:pt x="50421" y="21573"/>
                  </a:lnTo>
                  <a:lnTo>
                    <a:pt x="50645" y="21215"/>
                  </a:lnTo>
                  <a:lnTo>
                    <a:pt x="50853" y="20857"/>
                  </a:lnTo>
                  <a:lnTo>
                    <a:pt x="51062" y="20484"/>
                  </a:lnTo>
                  <a:lnTo>
                    <a:pt x="51241" y="20112"/>
                  </a:lnTo>
                  <a:lnTo>
                    <a:pt x="51405" y="19739"/>
                  </a:lnTo>
                  <a:lnTo>
                    <a:pt x="51569" y="19351"/>
                  </a:lnTo>
                  <a:lnTo>
                    <a:pt x="51703" y="18964"/>
                  </a:lnTo>
                  <a:lnTo>
                    <a:pt x="51822" y="18591"/>
                  </a:lnTo>
                  <a:lnTo>
                    <a:pt x="51927" y="18188"/>
                  </a:lnTo>
                  <a:lnTo>
                    <a:pt x="52016" y="17801"/>
                  </a:lnTo>
                  <a:lnTo>
                    <a:pt x="52091" y="17398"/>
                  </a:lnTo>
                  <a:lnTo>
                    <a:pt x="52150" y="17011"/>
                  </a:lnTo>
                  <a:lnTo>
                    <a:pt x="52195" y="16608"/>
                  </a:lnTo>
                  <a:lnTo>
                    <a:pt x="52225" y="16191"/>
                  </a:lnTo>
                  <a:lnTo>
                    <a:pt x="52225" y="15788"/>
                  </a:lnTo>
                  <a:lnTo>
                    <a:pt x="52225" y="15386"/>
                  </a:lnTo>
                  <a:lnTo>
                    <a:pt x="52195" y="14983"/>
                  </a:lnTo>
                  <a:lnTo>
                    <a:pt x="52150" y="14581"/>
                  </a:lnTo>
                  <a:lnTo>
                    <a:pt x="52091" y="14178"/>
                  </a:lnTo>
                  <a:lnTo>
                    <a:pt x="52016" y="13775"/>
                  </a:lnTo>
                  <a:lnTo>
                    <a:pt x="51927" y="13388"/>
                  </a:lnTo>
                  <a:lnTo>
                    <a:pt x="51822" y="13000"/>
                  </a:lnTo>
                  <a:lnTo>
                    <a:pt x="51703" y="12613"/>
                  </a:lnTo>
                  <a:lnTo>
                    <a:pt x="51569" y="12225"/>
                  </a:lnTo>
                  <a:lnTo>
                    <a:pt x="51405" y="11852"/>
                  </a:lnTo>
                  <a:lnTo>
                    <a:pt x="51241" y="11465"/>
                  </a:lnTo>
                  <a:lnTo>
                    <a:pt x="51062" y="11092"/>
                  </a:lnTo>
                  <a:lnTo>
                    <a:pt x="50853" y="10734"/>
                  </a:lnTo>
                  <a:lnTo>
                    <a:pt x="50645" y="10361"/>
                  </a:lnTo>
                  <a:lnTo>
                    <a:pt x="50421" y="10004"/>
                  </a:lnTo>
                  <a:lnTo>
                    <a:pt x="50183" y="9646"/>
                  </a:lnTo>
                  <a:lnTo>
                    <a:pt x="49929" y="9288"/>
                  </a:lnTo>
                  <a:lnTo>
                    <a:pt x="49661" y="8945"/>
                  </a:lnTo>
                  <a:lnTo>
                    <a:pt x="49377" y="8602"/>
                  </a:lnTo>
                  <a:lnTo>
                    <a:pt x="49079" y="8259"/>
                  </a:lnTo>
                  <a:lnTo>
                    <a:pt x="48766" y="7931"/>
                  </a:lnTo>
                  <a:lnTo>
                    <a:pt x="48453" y="7603"/>
                  </a:lnTo>
                  <a:lnTo>
                    <a:pt x="48110" y="7290"/>
                  </a:lnTo>
                  <a:lnTo>
                    <a:pt x="47767" y="6962"/>
                  </a:lnTo>
                  <a:lnTo>
                    <a:pt x="47410" y="6649"/>
                  </a:lnTo>
                  <a:lnTo>
                    <a:pt x="47037" y="6351"/>
                  </a:lnTo>
                  <a:lnTo>
                    <a:pt x="46664" y="6053"/>
                  </a:lnTo>
                  <a:lnTo>
                    <a:pt x="46262" y="5755"/>
                  </a:lnTo>
                  <a:lnTo>
                    <a:pt x="45859" y="5457"/>
                  </a:lnTo>
                  <a:lnTo>
                    <a:pt x="45442" y="5173"/>
                  </a:lnTo>
                  <a:lnTo>
                    <a:pt x="45024" y="4905"/>
                  </a:lnTo>
                  <a:lnTo>
                    <a:pt x="44577" y="4637"/>
                  </a:lnTo>
                  <a:lnTo>
                    <a:pt x="44130" y="4368"/>
                  </a:lnTo>
                  <a:lnTo>
                    <a:pt x="43682" y="4100"/>
                  </a:lnTo>
                  <a:lnTo>
                    <a:pt x="43205" y="3861"/>
                  </a:lnTo>
                  <a:lnTo>
                    <a:pt x="42728" y="3608"/>
                  </a:lnTo>
                  <a:lnTo>
                    <a:pt x="42236" y="3369"/>
                  </a:lnTo>
                  <a:lnTo>
                    <a:pt x="41744" y="3146"/>
                  </a:lnTo>
                  <a:lnTo>
                    <a:pt x="41237" y="2922"/>
                  </a:lnTo>
                  <a:lnTo>
                    <a:pt x="40716" y="2699"/>
                  </a:lnTo>
                  <a:lnTo>
                    <a:pt x="40194" y="2490"/>
                  </a:lnTo>
                  <a:lnTo>
                    <a:pt x="39657" y="2296"/>
                  </a:lnTo>
                  <a:lnTo>
                    <a:pt x="39120" y="2102"/>
                  </a:lnTo>
                  <a:lnTo>
                    <a:pt x="38569" y="1908"/>
                  </a:lnTo>
                  <a:lnTo>
                    <a:pt x="38002" y="1729"/>
                  </a:lnTo>
                  <a:lnTo>
                    <a:pt x="37436" y="1565"/>
                  </a:lnTo>
                  <a:lnTo>
                    <a:pt x="36869" y="1402"/>
                  </a:lnTo>
                  <a:lnTo>
                    <a:pt x="36288" y="1252"/>
                  </a:lnTo>
                  <a:lnTo>
                    <a:pt x="35692" y="1103"/>
                  </a:lnTo>
                  <a:lnTo>
                    <a:pt x="35095" y="969"/>
                  </a:lnTo>
                  <a:lnTo>
                    <a:pt x="34499" y="835"/>
                  </a:lnTo>
                  <a:lnTo>
                    <a:pt x="33888" y="716"/>
                  </a:lnTo>
                  <a:lnTo>
                    <a:pt x="33261" y="611"/>
                  </a:lnTo>
                  <a:lnTo>
                    <a:pt x="32635" y="507"/>
                  </a:lnTo>
                  <a:lnTo>
                    <a:pt x="32009" y="418"/>
                  </a:lnTo>
                  <a:lnTo>
                    <a:pt x="31383" y="328"/>
                  </a:lnTo>
                  <a:lnTo>
                    <a:pt x="30742" y="254"/>
                  </a:lnTo>
                  <a:lnTo>
                    <a:pt x="30086" y="194"/>
                  </a:lnTo>
                  <a:lnTo>
                    <a:pt x="29445" y="134"/>
                  </a:lnTo>
                  <a:lnTo>
                    <a:pt x="28789" y="90"/>
                  </a:lnTo>
                  <a:lnTo>
                    <a:pt x="28118" y="60"/>
                  </a:lnTo>
                  <a:lnTo>
                    <a:pt x="27462" y="30"/>
                  </a:lnTo>
                  <a:lnTo>
                    <a:pt x="26791" y="15"/>
                  </a:lnTo>
                  <a:lnTo>
                    <a:pt x="26120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2"/>
            <p:cNvSpPr/>
            <p:nvPr/>
          </p:nvSpPr>
          <p:spPr>
            <a:xfrm>
              <a:off x="3292371" y="2204693"/>
              <a:ext cx="792123" cy="478944"/>
            </a:xfrm>
            <a:custGeom>
              <a:rect b="b" l="l" r="r" t="t"/>
              <a:pathLst>
                <a:path extrusionOk="0" fill="none" h="31577" w="52225">
                  <a:moveTo>
                    <a:pt x="52225" y="15788"/>
                  </a:moveTo>
                  <a:lnTo>
                    <a:pt x="52225" y="15788"/>
                  </a:lnTo>
                  <a:lnTo>
                    <a:pt x="52225" y="16191"/>
                  </a:lnTo>
                  <a:lnTo>
                    <a:pt x="52195" y="16608"/>
                  </a:lnTo>
                  <a:lnTo>
                    <a:pt x="52150" y="17011"/>
                  </a:lnTo>
                  <a:lnTo>
                    <a:pt x="52091" y="17398"/>
                  </a:lnTo>
                  <a:lnTo>
                    <a:pt x="52016" y="17801"/>
                  </a:lnTo>
                  <a:lnTo>
                    <a:pt x="51927" y="18188"/>
                  </a:lnTo>
                  <a:lnTo>
                    <a:pt x="51822" y="18591"/>
                  </a:lnTo>
                  <a:lnTo>
                    <a:pt x="51703" y="18964"/>
                  </a:lnTo>
                  <a:lnTo>
                    <a:pt x="51569" y="19351"/>
                  </a:lnTo>
                  <a:lnTo>
                    <a:pt x="51405" y="19739"/>
                  </a:lnTo>
                  <a:lnTo>
                    <a:pt x="51241" y="20112"/>
                  </a:lnTo>
                  <a:lnTo>
                    <a:pt x="51062" y="20484"/>
                  </a:lnTo>
                  <a:lnTo>
                    <a:pt x="50853" y="20857"/>
                  </a:lnTo>
                  <a:lnTo>
                    <a:pt x="50645" y="21215"/>
                  </a:lnTo>
                  <a:lnTo>
                    <a:pt x="50421" y="21573"/>
                  </a:lnTo>
                  <a:lnTo>
                    <a:pt x="50183" y="21930"/>
                  </a:lnTo>
                  <a:lnTo>
                    <a:pt x="49929" y="22288"/>
                  </a:lnTo>
                  <a:lnTo>
                    <a:pt x="49661" y="22631"/>
                  </a:lnTo>
                  <a:lnTo>
                    <a:pt x="49377" y="22974"/>
                  </a:lnTo>
                  <a:lnTo>
                    <a:pt x="49079" y="23317"/>
                  </a:lnTo>
                  <a:lnTo>
                    <a:pt x="48766" y="23645"/>
                  </a:lnTo>
                  <a:lnTo>
                    <a:pt x="48453" y="23973"/>
                  </a:lnTo>
                  <a:lnTo>
                    <a:pt x="48110" y="24301"/>
                  </a:lnTo>
                  <a:lnTo>
                    <a:pt x="47767" y="24614"/>
                  </a:lnTo>
                  <a:lnTo>
                    <a:pt x="47410" y="24927"/>
                  </a:lnTo>
                  <a:lnTo>
                    <a:pt x="47037" y="25240"/>
                  </a:lnTo>
                  <a:lnTo>
                    <a:pt x="46664" y="25538"/>
                  </a:lnTo>
                  <a:lnTo>
                    <a:pt x="46262" y="25836"/>
                  </a:lnTo>
                  <a:lnTo>
                    <a:pt x="45859" y="26120"/>
                  </a:lnTo>
                  <a:lnTo>
                    <a:pt x="45442" y="26403"/>
                  </a:lnTo>
                  <a:lnTo>
                    <a:pt x="45024" y="26686"/>
                  </a:lnTo>
                  <a:lnTo>
                    <a:pt x="44577" y="26955"/>
                  </a:lnTo>
                  <a:lnTo>
                    <a:pt x="44130" y="27208"/>
                  </a:lnTo>
                  <a:lnTo>
                    <a:pt x="43682" y="27476"/>
                  </a:lnTo>
                  <a:lnTo>
                    <a:pt x="43205" y="27730"/>
                  </a:lnTo>
                  <a:lnTo>
                    <a:pt x="42728" y="27968"/>
                  </a:lnTo>
                  <a:lnTo>
                    <a:pt x="42236" y="28207"/>
                  </a:lnTo>
                  <a:lnTo>
                    <a:pt x="41744" y="28430"/>
                  </a:lnTo>
                  <a:lnTo>
                    <a:pt x="41237" y="28654"/>
                  </a:lnTo>
                  <a:lnTo>
                    <a:pt x="40716" y="28878"/>
                  </a:lnTo>
                  <a:lnTo>
                    <a:pt x="40194" y="29086"/>
                  </a:lnTo>
                  <a:lnTo>
                    <a:pt x="39657" y="29295"/>
                  </a:lnTo>
                  <a:lnTo>
                    <a:pt x="39120" y="29489"/>
                  </a:lnTo>
                  <a:lnTo>
                    <a:pt x="38569" y="29668"/>
                  </a:lnTo>
                  <a:lnTo>
                    <a:pt x="38002" y="29847"/>
                  </a:lnTo>
                  <a:lnTo>
                    <a:pt x="37436" y="30011"/>
                  </a:lnTo>
                  <a:lnTo>
                    <a:pt x="36869" y="30175"/>
                  </a:lnTo>
                  <a:lnTo>
                    <a:pt x="36288" y="30339"/>
                  </a:lnTo>
                  <a:lnTo>
                    <a:pt x="35692" y="30473"/>
                  </a:lnTo>
                  <a:lnTo>
                    <a:pt x="35095" y="30622"/>
                  </a:lnTo>
                  <a:lnTo>
                    <a:pt x="34499" y="30741"/>
                  </a:lnTo>
                  <a:lnTo>
                    <a:pt x="33888" y="30861"/>
                  </a:lnTo>
                  <a:lnTo>
                    <a:pt x="33261" y="30980"/>
                  </a:lnTo>
                  <a:lnTo>
                    <a:pt x="32635" y="31069"/>
                  </a:lnTo>
                  <a:lnTo>
                    <a:pt x="32009" y="31174"/>
                  </a:lnTo>
                  <a:lnTo>
                    <a:pt x="31383" y="31248"/>
                  </a:lnTo>
                  <a:lnTo>
                    <a:pt x="30742" y="31323"/>
                  </a:lnTo>
                  <a:lnTo>
                    <a:pt x="30086" y="31397"/>
                  </a:lnTo>
                  <a:lnTo>
                    <a:pt x="29445" y="31442"/>
                  </a:lnTo>
                  <a:lnTo>
                    <a:pt x="28789" y="31487"/>
                  </a:lnTo>
                  <a:lnTo>
                    <a:pt x="28118" y="31531"/>
                  </a:lnTo>
                  <a:lnTo>
                    <a:pt x="27462" y="31546"/>
                  </a:lnTo>
                  <a:lnTo>
                    <a:pt x="26791" y="31561"/>
                  </a:lnTo>
                  <a:lnTo>
                    <a:pt x="26120" y="31576"/>
                  </a:lnTo>
                  <a:lnTo>
                    <a:pt x="26120" y="31576"/>
                  </a:lnTo>
                  <a:lnTo>
                    <a:pt x="25435" y="31561"/>
                  </a:lnTo>
                  <a:lnTo>
                    <a:pt x="24779" y="31546"/>
                  </a:lnTo>
                  <a:lnTo>
                    <a:pt x="24108" y="31531"/>
                  </a:lnTo>
                  <a:lnTo>
                    <a:pt x="23452" y="31487"/>
                  </a:lnTo>
                  <a:lnTo>
                    <a:pt x="22796" y="31442"/>
                  </a:lnTo>
                  <a:lnTo>
                    <a:pt x="22140" y="31397"/>
                  </a:lnTo>
                  <a:lnTo>
                    <a:pt x="21499" y="31323"/>
                  </a:lnTo>
                  <a:lnTo>
                    <a:pt x="20858" y="31248"/>
                  </a:lnTo>
                  <a:lnTo>
                    <a:pt x="20217" y="31174"/>
                  </a:lnTo>
                  <a:lnTo>
                    <a:pt x="19590" y="31069"/>
                  </a:lnTo>
                  <a:lnTo>
                    <a:pt x="18964" y="30980"/>
                  </a:lnTo>
                  <a:lnTo>
                    <a:pt x="18353" y="30861"/>
                  </a:lnTo>
                  <a:lnTo>
                    <a:pt x="17742" y="30741"/>
                  </a:lnTo>
                  <a:lnTo>
                    <a:pt x="17131" y="30622"/>
                  </a:lnTo>
                  <a:lnTo>
                    <a:pt x="16534" y="30473"/>
                  </a:lnTo>
                  <a:lnTo>
                    <a:pt x="15953" y="30339"/>
                  </a:lnTo>
                  <a:lnTo>
                    <a:pt x="15371" y="30175"/>
                  </a:lnTo>
                  <a:lnTo>
                    <a:pt x="14790" y="30011"/>
                  </a:lnTo>
                  <a:lnTo>
                    <a:pt x="14223" y="29847"/>
                  </a:lnTo>
                  <a:lnTo>
                    <a:pt x="13672" y="29668"/>
                  </a:lnTo>
                  <a:lnTo>
                    <a:pt x="13120" y="29489"/>
                  </a:lnTo>
                  <a:lnTo>
                    <a:pt x="12569" y="29295"/>
                  </a:lnTo>
                  <a:lnTo>
                    <a:pt x="12032" y="29086"/>
                  </a:lnTo>
                  <a:lnTo>
                    <a:pt x="11510" y="28878"/>
                  </a:lnTo>
                  <a:lnTo>
                    <a:pt x="11003" y="28654"/>
                  </a:lnTo>
                  <a:lnTo>
                    <a:pt x="10496" y="28430"/>
                  </a:lnTo>
                  <a:lnTo>
                    <a:pt x="9989" y="28207"/>
                  </a:lnTo>
                  <a:lnTo>
                    <a:pt x="9497" y="27968"/>
                  </a:lnTo>
                  <a:lnTo>
                    <a:pt x="9020" y="27730"/>
                  </a:lnTo>
                  <a:lnTo>
                    <a:pt x="8558" y="27476"/>
                  </a:lnTo>
                  <a:lnTo>
                    <a:pt x="8096" y="27208"/>
                  </a:lnTo>
                  <a:lnTo>
                    <a:pt x="7649" y="26955"/>
                  </a:lnTo>
                  <a:lnTo>
                    <a:pt x="7216" y="26686"/>
                  </a:lnTo>
                  <a:lnTo>
                    <a:pt x="6784" y="26403"/>
                  </a:lnTo>
                  <a:lnTo>
                    <a:pt x="6367" y="26120"/>
                  </a:lnTo>
                  <a:lnTo>
                    <a:pt x="5964" y="25836"/>
                  </a:lnTo>
                  <a:lnTo>
                    <a:pt x="5576" y="25538"/>
                  </a:lnTo>
                  <a:lnTo>
                    <a:pt x="5189" y="25240"/>
                  </a:lnTo>
                  <a:lnTo>
                    <a:pt x="4816" y="24927"/>
                  </a:lnTo>
                  <a:lnTo>
                    <a:pt x="4458" y="24614"/>
                  </a:lnTo>
                  <a:lnTo>
                    <a:pt x="4115" y="24301"/>
                  </a:lnTo>
                  <a:lnTo>
                    <a:pt x="3787" y="23973"/>
                  </a:lnTo>
                  <a:lnTo>
                    <a:pt x="3459" y="23645"/>
                  </a:lnTo>
                  <a:lnTo>
                    <a:pt x="3146" y="23317"/>
                  </a:lnTo>
                  <a:lnTo>
                    <a:pt x="2863" y="22974"/>
                  </a:lnTo>
                  <a:lnTo>
                    <a:pt x="2580" y="22631"/>
                  </a:lnTo>
                  <a:lnTo>
                    <a:pt x="2312" y="22288"/>
                  </a:lnTo>
                  <a:lnTo>
                    <a:pt x="2058" y="21930"/>
                  </a:lnTo>
                  <a:lnTo>
                    <a:pt x="1805" y="21573"/>
                  </a:lnTo>
                  <a:lnTo>
                    <a:pt x="1581" y="21215"/>
                  </a:lnTo>
                  <a:lnTo>
                    <a:pt x="1372" y="20857"/>
                  </a:lnTo>
                  <a:lnTo>
                    <a:pt x="1178" y="20484"/>
                  </a:lnTo>
                  <a:lnTo>
                    <a:pt x="985" y="20112"/>
                  </a:lnTo>
                  <a:lnTo>
                    <a:pt x="821" y="19739"/>
                  </a:lnTo>
                  <a:lnTo>
                    <a:pt x="672" y="19351"/>
                  </a:lnTo>
                  <a:lnTo>
                    <a:pt x="537" y="18964"/>
                  </a:lnTo>
                  <a:lnTo>
                    <a:pt x="403" y="18591"/>
                  </a:lnTo>
                  <a:lnTo>
                    <a:pt x="299" y="18188"/>
                  </a:lnTo>
                  <a:lnTo>
                    <a:pt x="209" y="17801"/>
                  </a:lnTo>
                  <a:lnTo>
                    <a:pt x="135" y="17398"/>
                  </a:lnTo>
                  <a:lnTo>
                    <a:pt x="75" y="17011"/>
                  </a:lnTo>
                  <a:lnTo>
                    <a:pt x="31" y="16608"/>
                  </a:lnTo>
                  <a:lnTo>
                    <a:pt x="1" y="16191"/>
                  </a:lnTo>
                  <a:lnTo>
                    <a:pt x="1" y="15788"/>
                  </a:lnTo>
                  <a:lnTo>
                    <a:pt x="1" y="15788"/>
                  </a:lnTo>
                  <a:lnTo>
                    <a:pt x="1" y="15386"/>
                  </a:lnTo>
                  <a:lnTo>
                    <a:pt x="31" y="14983"/>
                  </a:lnTo>
                  <a:lnTo>
                    <a:pt x="75" y="14581"/>
                  </a:lnTo>
                  <a:lnTo>
                    <a:pt x="135" y="14178"/>
                  </a:lnTo>
                  <a:lnTo>
                    <a:pt x="209" y="13775"/>
                  </a:lnTo>
                  <a:lnTo>
                    <a:pt x="299" y="13388"/>
                  </a:lnTo>
                  <a:lnTo>
                    <a:pt x="403" y="13000"/>
                  </a:lnTo>
                  <a:lnTo>
                    <a:pt x="537" y="12613"/>
                  </a:lnTo>
                  <a:lnTo>
                    <a:pt x="672" y="12225"/>
                  </a:lnTo>
                  <a:lnTo>
                    <a:pt x="821" y="11852"/>
                  </a:lnTo>
                  <a:lnTo>
                    <a:pt x="985" y="11465"/>
                  </a:lnTo>
                  <a:lnTo>
                    <a:pt x="1178" y="11092"/>
                  </a:lnTo>
                  <a:lnTo>
                    <a:pt x="1372" y="10734"/>
                  </a:lnTo>
                  <a:lnTo>
                    <a:pt x="1581" y="10361"/>
                  </a:lnTo>
                  <a:lnTo>
                    <a:pt x="1805" y="10004"/>
                  </a:lnTo>
                  <a:lnTo>
                    <a:pt x="2058" y="9646"/>
                  </a:lnTo>
                  <a:lnTo>
                    <a:pt x="2312" y="9288"/>
                  </a:lnTo>
                  <a:lnTo>
                    <a:pt x="2580" y="8945"/>
                  </a:lnTo>
                  <a:lnTo>
                    <a:pt x="2863" y="8602"/>
                  </a:lnTo>
                  <a:lnTo>
                    <a:pt x="3146" y="8259"/>
                  </a:lnTo>
                  <a:lnTo>
                    <a:pt x="3459" y="7931"/>
                  </a:lnTo>
                  <a:lnTo>
                    <a:pt x="3787" y="7603"/>
                  </a:lnTo>
                  <a:lnTo>
                    <a:pt x="4115" y="7290"/>
                  </a:lnTo>
                  <a:lnTo>
                    <a:pt x="4458" y="6962"/>
                  </a:lnTo>
                  <a:lnTo>
                    <a:pt x="4816" y="6649"/>
                  </a:lnTo>
                  <a:lnTo>
                    <a:pt x="5189" y="6351"/>
                  </a:lnTo>
                  <a:lnTo>
                    <a:pt x="5576" y="6053"/>
                  </a:lnTo>
                  <a:lnTo>
                    <a:pt x="5964" y="5755"/>
                  </a:lnTo>
                  <a:lnTo>
                    <a:pt x="6367" y="5457"/>
                  </a:lnTo>
                  <a:lnTo>
                    <a:pt x="6784" y="5173"/>
                  </a:lnTo>
                  <a:lnTo>
                    <a:pt x="7216" y="4905"/>
                  </a:lnTo>
                  <a:lnTo>
                    <a:pt x="7649" y="4637"/>
                  </a:lnTo>
                  <a:lnTo>
                    <a:pt x="8096" y="4368"/>
                  </a:lnTo>
                  <a:lnTo>
                    <a:pt x="8558" y="4100"/>
                  </a:lnTo>
                  <a:lnTo>
                    <a:pt x="9020" y="3861"/>
                  </a:lnTo>
                  <a:lnTo>
                    <a:pt x="9497" y="3608"/>
                  </a:lnTo>
                  <a:lnTo>
                    <a:pt x="9989" y="3369"/>
                  </a:lnTo>
                  <a:lnTo>
                    <a:pt x="10496" y="3146"/>
                  </a:lnTo>
                  <a:lnTo>
                    <a:pt x="11003" y="2922"/>
                  </a:lnTo>
                  <a:lnTo>
                    <a:pt x="11510" y="2699"/>
                  </a:lnTo>
                  <a:lnTo>
                    <a:pt x="12032" y="2490"/>
                  </a:lnTo>
                  <a:lnTo>
                    <a:pt x="12569" y="2296"/>
                  </a:lnTo>
                  <a:lnTo>
                    <a:pt x="13120" y="2102"/>
                  </a:lnTo>
                  <a:lnTo>
                    <a:pt x="13672" y="1908"/>
                  </a:lnTo>
                  <a:lnTo>
                    <a:pt x="14223" y="1729"/>
                  </a:lnTo>
                  <a:lnTo>
                    <a:pt x="14790" y="1565"/>
                  </a:lnTo>
                  <a:lnTo>
                    <a:pt x="15371" y="1402"/>
                  </a:lnTo>
                  <a:lnTo>
                    <a:pt x="15953" y="1252"/>
                  </a:lnTo>
                  <a:lnTo>
                    <a:pt x="16534" y="1103"/>
                  </a:lnTo>
                  <a:lnTo>
                    <a:pt x="17131" y="969"/>
                  </a:lnTo>
                  <a:lnTo>
                    <a:pt x="17742" y="835"/>
                  </a:lnTo>
                  <a:lnTo>
                    <a:pt x="18353" y="716"/>
                  </a:lnTo>
                  <a:lnTo>
                    <a:pt x="18964" y="611"/>
                  </a:lnTo>
                  <a:lnTo>
                    <a:pt x="19590" y="507"/>
                  </a:lnTo>
                  <a:lnTo>
                    <a:pt x="20217" y="418"/>
                  </a:lnTo>
                  <a:lnTo>
                    <a:pt x="20858" y="328"/>
                  </a:lnTo>
                  <a:lnTo>
                    <a:pt x="21499" y="254"/>
                  </a:lnTo>
                  <a:lnTo>
                    <a:pt x="22140" y="194"/>
                  </a:lnTo>
                  <a:lnTo>
                    <a:pt x="22796" y="134"/>
                  </a:lnTo>
                  <a:lnTo>
                    <a:pt x="23452" y="90"/>
                  </a:lnTo>
                  <a:lnTo>
                    <a:pt x="24108" y="60"/>
                  </a:lnTo>
                  <a:lnTo>
                    <a:pt x="24779" y="30"/>
                  </a:lnTo>
                  <a:lnTo>
                    <a:pt x="25435" y="15"/>
                  </a:lnTo>
                  <a:lnTo>
                    <a:pt x="26120" y="0"/>
                  </a:lnTo>
                  <a:lnTo>
                    <a:pt x="26120" y="0"/>
                  </a:lnTo>
                  <a:lnTo>
                    <a:pt x="26791" y="15"/>
                  </a:lnTo>
                  <a:lnTo>
                    <a:pt x="27462" y="30"/>
                  </a:lnTo>
                  <a:lnTo>
                    <a:pt x="28118" y="60"/>
                  </a:lnTo>
                  <a:lnTo>
                    <a:pt x="28789" y="90"/>
                  </a:lnTo>
                  <a:lnTo>
                    <a:pt x="29445" y="134"/>
                  </a:lnTo>
                  <a:lnTo>
                    <a:pt x="30086" y="194"/>
                  </a:lnTo>
                  <a:lnTo>
                    <a:pt x="30742" y="254"/>
                  </a:lnTo>
                  <a:lnTo>
                    <a:pt x="31383" y="328"/>
                  </a:lnTo>
                  <a:lnTo>
                    <a:pt x="32009" y="418"/>
                  </a:lnTo>
                  <a:lnTo>
                    <a:pt x="32635" y="507"/>
                  </a:lnTo>
                  <a:lnTo>
                    <a:pt x="33261" y="611"/>
                  </a:lnTo>
                  <a:lnTo>
                    <a:pt x="33888" y="716"/>
                  </a:lnTo>
                  <a:lnTo>
                    <a:pt x="34499" y="835"/>
                  </a:lnTo>
                  <a:lnTo>
                    <a:pt x="35095" y="969"/>
                  </a:lnTo>
                  <a:lnTo>
                    <a:pt x="35692" y="1103"/>
                  </a:lnTo>
                  <a:lnTo>
                    <a:pt x="36288" y="1252"/>
                  </a:lnTo>
                  <a:lnTo>
                    <a:pt x="36869" y="1402"/>
                  </a:lnTo>
                  <a:lnTo>
                    <a:pt x="37436" y="1565"/>
                  </a:lnTo>
                  <a:lnTo>
                    <a:pt x="38002" y="1729"/>
                  </a:lnTo>
                  <a:lnTo>
                    <a:pt x="38569" y="1908"/>
                  </a:lnTo>
                  <a:lnTo>
                    <a:pt x="39120" y="2102"/>
                  </a:lnTo>
                  <a:lnTo>
                    <a:pt x="39657" y="2296"/>
                  </a:lnTo>
                  <a:lnTo>
                    <a:pt x="40194" y="2490"/>
                  </a:lnTo>
                  <a:lnTo>
                    <a:pt x="40716" y="2699"/>
                  </a:lnTo>
                  <a:lnTo>
                    <a:pt x="41237" y="2922"/>
                  </a:lnTo>
                  <a:lnTo>
                    <a:pt x="41744" y="3146"/>
                  </a:lnTo>
                  <a:lnTo>
                    <a:pt x="42236" y="3369"/>
                  </a:lnTo>
                  <a:lnTo>
                    <a:pt x="42728" y="3608"/>
                  </a:lnTo>
                  <a:lnTo>
                    <a:pt x="43205" y="3861"/>
                  </a:lnTo>
                  <a:lnTo>
                    <a:pt x="43682" y="4100"/>
                  </a:lnTo>
                  <a:lnTo>
                    <a:pt x="44130" y="4368"/>
                  </a:lnTo>
                  <a:lnTo>
                    <a:pt x="44577" y="4637"/>
                  </a:lnTo>
                  <a:lnTo>
                    <a:pt x="45024" y="4905"/>
                  </a:lnTo>
                  <a:lnTo>
                    <a:pt x="45442" y="5173"/>
                  </a:lnTo>
                  <a:lnTo>
                    <a:pt x="45859" y="5457"/>
                  </a:lnTo>
                  <a:lnTo>
                    <a:pt x="46262" y="5755"/>
                  </a:lnTo>
                  <a:lnTo>
                    <a:pt x="46664" y="6053"/>
                  </a:lnTo>
                  <a:lnTo>
                    <a:pt x="47037" y="6351"/>
                  </a:lnTo>
                  <a:lnTo>
                    <a:pt x="47410" y="6649"/>
                  </a:lnTo>
                  <a:lnTo>
                    <a:pt x="47767" y="6962"/>
                  </a:lnTo>
                  <a:lnTo>
                    <a:pt x="48110" y="7290"/>
                  </a:lnTo>
                  <a:lnTo>
                    <a:pt x="48453" y="7603"/>
                  </a:lnTo>
                  <a:lnTo>
                    <a:pt x="48766" y="7931"/>
                  </a:lnTo>
                  <a:lnTo>
                    <a:pt x="49079" y="8259"/>
                  </a:lnTo>
                  <a:lnTo>
                    <a:pt x="49377" y="8602"/>
                  </a:lnTo>
                  <a:lnTo>
                    <a:pt x="49661" y="8945"/>
                  </a:lnTo>
                  <a:lnTo>
                    <a:pt x="49929" y="9288"/>
                  </a:lnTo>
                  <a:lnTo>
                    <a:pt x="50183" y="9646"/>
                  </a:lnTo>
                  <a:lnTo>
                    <a:pt x="50421" y="10004"/>
                  </a:lnTo>
                  <a:lnTo>
                    <a:pt x="50645" y="10361"/>
                  </a:lnTo>
                  <a:lnTo>
                    <a:pt x="50853" y="10734"/>
                  </a:lnTo>
                  <a:lnTo>
                    <a:pt x="51062" y="11092"/>
                  </a:lnTo>
                  <a:lnTo>
                    <a:pt x="51241" y="11465"/>
                  </a:lnTo>
                  <a:lnTo>
                    <a:pt x="51405" y="11852"/>
                  </a:lnTo>
                  <a:lnTo>
                    <a:pt x="51569" y="12225"/>
                  </a:lnTo>
                  <a:lnTo>
                    <a:pt x="51703" y="12613"/>
                  </a:lnTo>
                  <a:lnTo>
                    <a:pt x="51822" y="13000"/>
                  </a:lnTo>
                  <a:lnTo>
                    <a:pt x="51927" y="13388"/>
                  </a:lnTo>
                  <a:lnTo>
                    <a:pt x="52016" y="13775"/>
                  </a:lnTo>
                  <a:lnTo>
                    <a:pt x="52091" y="14178"/>
                  </a:lnTo>
                  <a:lnTo>
                    <a:pt x="52150" y="14581"/>
                  </a:lnTo>
                  <a:lnTo>
                    <a:pt x="52195" y="14983"/>
                  </a:lnTo>
                  <a:lnTo>
                    <a:pt x="52225" y="15386"/>
                  </a:lnTo>
                  <a:lnTo>
                    <a:pt x="52225" y="1578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2"/>
            <p:cNvSpPr/>
            <p:nvPr/>
          </p:nvSpPr>
          <p:spPr>
            <a:xfrm>
              <a:off x="3333081" y="2229340"/>
              <a:ext cx="710946" cy="429650"/>
            </a:xfrm>
            <a:custGeom>
              <a:rect b="b" l="l" r="r" t="t"/>
              <a:pathLst>
                <a:path extrusionOk="0" h="28327" w="46873">
                  <a:moveTo>
                    <a:pt x="23436" y="0"/>
                  </a:moveTo>
                  <a:lnTo>
                    <a:pt x="22423" y="15"/>
                  </a:lnTo>
                  <a:lnTo>
                    <a:pt x="21439" y="60"/>
                  </a:lnTo>
                  <a:lnTo>
                    <a:pt x="22363" y="119"/>
                  </a:lnTo>
                  <a:lnTo>
                    <a:pt x="23287" y="209"/>
                  </a:lnTo>
                  <a:lnTo>
                    <a:pt x="24182" y="328"/>
                  </a:lnTo>
                  <a:lnTo>
                    <a:pt x="25061" y="462"/>
                  </a:lnTo>
                  <a:lnTo>
                    <a:pt x="25941" y="626"/>
                  </a:lnTo>
                  <a:lnTo>
                    <a:pt x="26791" y="820"/>
                  </a:lnTo>
                  <a:lnTo>
                    <a:pt x="27611" y="1029"/>
                  </a:lnTo>
                  <a:lnTo>
                    <a:pt x="28431" y="1267"/>
                  </a:lnTo>
                  <a:lnTo>
                    <a:pt x="29221" y="1521"/>
                  </a:lnTo>
                  <a:lnTo>
                    <a:pt x="29981" y="1789"/>
                  </a:lnTo>
                  <a:lnTo>
                    <a:pt x="30727" y="2087"/>
                  </a:lnTo>
                  <a:lnTo>
                    <a:pt x="31442" y="2400"/>
                  </a:lnTo>
                  <a:lnTo>
                    <a:pt x="32143" y="2743"/>
                  </a:lnTo>
                  <a:lnTo>
                    <a:pt x="32814" y="3086"/>
                  </a:lnTo>
                  <a:lnTo>
                    <a:pt x="33455" y="3459"/>
                  </a:lnTo>
                  <a:lnTo>
                    <a:pt x="34066" y="3847"/>
                  </a:lnTo>
                  <a:lnTo>
                    <a:pt x="34662" y="4249"/>
                  </a:lnTo>
                  <a:lnTo>
                    <a:pt x="35214" y="4666"/>
                  </a:lnTo>
                  <a:lnTo>
                    <a:pt x="35736" y="5099"/>
                  </a:lnTo>
                  <a:lnTo>
                    <a:pt x="36228" y="5561"/>
                  </a:lnTo>
                  <a:lnTo>
                    <a:pt x="36690" y="6023"/>
                  </a:lnTo>
                  <a:lnTo>
                    <a:pt x="37107" y="6500"/>
                  </a:lnTo>
                  <a:lnTo>
                    <a:pt x="37301" y="6739"/>
                  </a:lnTo>
                  <a:lnTo>
                    <a:pt x="37495" y="6977"/>
                  </a:lnTo>
                  <a:lnTo>
                    <a:pt x="37674" y="7231"/>
                  </a:lnTo>
                  <a:lnTo>
                    <a:pt x="37853" y="7484"/>
                  </a:lnTo>
                  <a:lnTo>
                    <a:pt x="38002" y="7738"/>
                  </a:lnTo>
                  <a:lnTo>
                    <a:pt x="38166" y="7991"/>
                  </a:lnTo>
                  <a:lnTo>
                    <a:pt x="38300" y="8259"/>
                  </a:lnTo>
                  <a:lnTo>
                    <a:pt x="38434" y="8528"/>
                  </a:lnTo>
                  <a:lnTo>
                    <a:pt x="38553" y="8781"/>
                  </a:lnTo>
                  <a:lnTo>
                    <a:pt x="38673" y="9050"/>
                  </a:lnTo>
                  <a:lnTo>
                    <a:pt x="38777" y="9318"/>
                  </a:lnTo>
                  <a:lnTo>
                    <a:pt x="38867" y="9601"/>
                  </a:lnTo>
                  <a:lnTo>
                    <a:pt x="38956" y="9869"/>
                  </a:lnTo>
                  <a:lnTo>
                    <a:pt x="39016" y="10153"/>
                  </a:lnTo>
                  <a:lnTo>
                    <a:pt x="39075" y="10436"/>
                  </a:lnTo>
                  <a:lnTo>
                    <a:pt x="39135" y="10704"/>
                  </a:lnTo>
                  <a:lnTo>
                    <a:pt x="39165" y="10988"/>
                  </a:lnTo>
                  <a:lnTo>
                    <a:pt x="39195" y="11286"/>
                  </a:lnTo>
                  <a:lnTo>
                    <a:pt x="39224" y="11569"/>
                  </a:lnTo>
                  <a:lnTo>
                    <a:pt x="39224" y="11852"/>
                  </a:lnTo>
                  <a:lnTo>
                    <a:pt x="39209" y="12165"/>
                  </a:lnTo>
                  <a:lnTo>
                    <a:pt x="39195" y="12464"/>
                  </a:lnTo>
                  <a:lnTo>
                    <a:pt x="39165" y="12762"/>
                  </a:lnTo>
                  <a:lnTo>
                    <a:pt x="39120" y="13075"/>
                  </a:lnTo>
                  <a:lnTo>
                    <a:pt x="39060" y="13358"/>
                  </a:lnTo>
                  <a:lnTo>
                    <a:pt x="39001" y="13656"/>
                  </a:lnTo>
                  <a:lnTo>
                    <a:pt x="38911" y="13954"/>
                  </a:lnTo>
                  <a:lnTo>
                    <a:pt x="38822" y="14238"/>
                  </a:lnTo>
                  <a:lnTo>
                    <a:pt x="38717" y="14536"/>
                  </a:lnTo>
                  <a:lnTo>
                    <a:pt x="38598" y="14819"/>
                  </a:lnTo>
                  <a:lnTo>
                    <a:pt x="38479" y="15102"/>
                  </a:lnTo>
                  <a:lnTo>
                    <a:pt x="38345" y="15386"/>
                  </a:lnTo>
                  <a:lnTo>
                    <a:pt x="38196" y="15654"/>
                  </a:lnTo>
                  <a:lnTo>
                    <a:pt x="38032" y="15937"/>
                  </a:lnTo>
                  <a:lnTo>
                    <a:pt x="37868" y="16206"/>
                  </a:lnTo>
                  <a:lnTo>
                    <a:pt x="37689" y="16474"/>
                  </a:lnTo>
                  <a:lnTo>
                    <a:pt x="37495" y="16727"/>
                  </a:lnTo>
                  <a:lnTo>
                    <a:pt x="37286" y="16996"/>
                  </a:lnTo>
                  <a:lnTo>
                    <a:pt x="37078" y="17249"/>
                  </a:lnTo>
                  <a:lnTo>
                    <a:pt x="36854" y="17503"/>
                  </a:lnTo>
                  <a:lnTo>
                    <a:pt x="36630" y="17756"/>
                  </a:lnTo>
                  <a:lnTo>
                    <a:pt x="36377" y="17995"/>
                  </a:lnTo>
                  <a:lnTo>
                    <a:pt x="36138" y="18248"/>
                  </a:lnTo>
                  <a:lnTo>
                    <a:pt x="35870" y="18487"/>
                  </a:lnTo>
                  <a:lnTo>
                    <a:pt x="35602" y="18710"/>
                  </a:lnTo>
                  <a:lnTo>
                    <a:pt x="35333" y="18949"/>
                  </a:lnTo>
                  <a:lnTo>
                    <a:pt x="34737" y="19396"/>
                  </a:lnTo>
                  <a:lnTo>
                    <a:pt x="34126" y="19828"/>
                  </a:lnTo>
                  <a:lnTo>
                    <a:pt x="33485" y="20231"/>
                  </a:lnTo>
                  <a:lnTo>
                    <a:pt x="32799" y="20633"/>
                  </a:lnTo>
                  <a:lnTo>
                    <a:pt x="32083" y="21006"/>
                  </a:lnTo>
                  <a:lnTo>
                    <a:pt x="31338" y="21349"/>
                  </a:lnTo>
                  <a:lnTo>
                    <a:pt x="30577" y="21677"/>
                  </a:lnTo>
                  <a:lnTo>
                    <a:pt x="29772" y="21990"/>
                  </a:lnTo>
                  <a:lnTo>
                    <a:pt x="28952" y="22273"/>
                  </a:lnTo>
                  <a:lnTo>
                    <a:pt x="28118" y="22542"/>
                  </a:lnTo>
                  <a:lnTo>
                    <a:pt x="27238" y="22780"/>
                  </a:lnTo>
                  <a:lnTo>
                    <a:pt x="26358" y="22989"/>
                  </a:lnTo>
                  <a:lnTo>
                    <a:pt x="25434" y="23183"/>
                  </a:lnTo>
                  <a:lnTo>
                    <a:pt x="24510" y="23332"/>
                  </a:lnTo>
                  <a:lnTo>
                    <a:pt x="23556" y="23466"/>
                  </a:lnTo>
                  <a:lnTo>
                    <a:pt x="22601" y="23570"/>
                  </a:lnTo>
                  <a:lnTo>
                    <a:pt x="21617" y="23645"/>
                  </a:lnTo>
                  <a:lnTo>
                    <a:pt x="20619" y="23690"/>
                  </a:lnTo>
                  <a:lnTo>
                    <a:pt x="19605" y="23704"/>
                  </a:lnTo>
                  <a:lnTo>
                    <a:pt x="18651" y="23690"/>
                  </a:lnTo>
                  <a:lnTo>
                    <a:pt x="17711" y="23660"/>
                  </a:lnTo>
                  <a:lnTo>
                    <a:pt x="16787" y="23585"/>
                  </a:lnTo>
                  <a:lnTo>
                    <a:pt x="15878" y="23496"/>
                  </a:lnTo>
                  <a:lnTo>
                    <a:pt x="14968" y="23377"/>
                  </a:lnTo>
                  <a:lnTo>
                    <a:pt x="14089" y="23227"/>
                  </a:lnTo>
                  <a:lnTo>
                    <a:pt x="13224" y="23063"/>
                  </a:lnTo>
                  <a:lnTo>
                    <a:pt x="12374" y="22870"/>
                  </a:lnTo>
                  <a:lnTo>
                    <a:pt x="11554" y="22661"/>
                  </a:lnTo>
                  <a:lnTo>
                    <a:pt x="10734" y="22437"/>
                  </a:lnTo>
                  <a:lnTo>
                    <a:pt x="9944" y="22169"/>
                  </a:lnTo>
                  <a:lnTo>
                    <a:pt x="9184" y="21901"/>
                  </a:lnTo>
                  <a:lnTo>
                    <a:pt x="8438" y="21602"/>
                  </a:lnTo>
                  <a:lnTo>
                    <a:pt x="7723" y="21289"/>
                  </a:lnTo>
                  <a:lnTo>
                    <a:pt x="7022" y="20946"/>
                  </a:lnTo>
                  <a:lnTo>
                    <a:pt x="6366" y="20589"/>
                  </a:lnTo>
                  <a:lnTo>
                    <a:pt x="5725" y="20231"/>
                  </a:lnTo>
                  <a:lnTo>
                    <a:pt x="5114" y="19828"/>
                  </a:lnTo>
                  <a:lnTo>
                    <a:pt x="4517" y="19426"/>
                  </a:lnTo>
                  <a:lnTo>
                    <a:pt x="3966" y="19008"/>
                  </a:lnTo>
                  <a:lnTo>
                    <a:pt x="3444" y="18576"/>
                  </a:lnTo>
                  <a:lnTo>
                    <a:pt x="2967" y="18129"/>
                  </a:lnTo>
                  <a:lnTo>
                    <a:pt x="2505" y="17667"/>
                  </a:lnTo>
                  <a:lnTo>
                    <a:pt x="2087" y="17190"/>
                  </a:lnTo>
                  <a:lnTo>
                    <a:pt x="1894" y="16936"/>
                  </a:lnTo>
                  <a:lnTo>
                    <a:pt x="1700" y="16698"/>
                  </a:lnTo>
                  <a:lnTo>
                    <a:pt x="1521" y="16444"/>
                  </a:lnTo>
                  <a:lnTo>
                    <a:pt x="1357" y="16191"/>
                  </a:lnTo>
                  <a:lnTo>
                    <a:pt x="1193" y="15937"/>
                  </a:lnTo>
                  <a:lnTo>
                    <a:pt x="1044" y="15684"/>
                  </a:lnTo>
                  <a:lnTo>
                    <a:pt x="895" y="15415"/>
                  </a:lnTo>
                  <a:lnTo>
                    <a:pt x="761" y="15147"/>
                  </a:lnTo>
                  <a:lnTo>
                    <a:pt x="641" y="14894"/>
                  </a:lnTo>
                  <a:lnTo>
                    <a:pt x="537" y="14625"/>
                  </a:lnTo>
                  <a:lnTo>
                    <a:pt x="433" y="14342"/>
                  </a:lnTo>
                  <a:lnTo>
                    <a:pt x="343" y="14074"/>
                  </a:lnTo>
                  <a:lnTo>
                    <a:pt x="254" y="13805"/>
                  </a:lnTo>
                  <a:lnTo>
                    <a:pt x="194" y="13522"/>
                  </a:lnTo>
                  <a:lnTo>
                    <a:pt x="134" y="13239"/>
                  </a:lnTo>
                  <a:lnTo>
                    <a:pt x="75" y="12956"/>
                  </a:lnTo>
                  <a:lnTo>
                    <a:pt x="45" y="13269"/>
                  </a:lnTo>
                  <a:lnTo>
                    <a:pt x="15" y="13567"/>
                  </a:lnTo>
                  <a:lnTo>
                    <a:pt x="0" y="13865"/>
                  </a:lnTo>
                  <a:lnTo>
                    <a:pt x="0" y="14163"/>
                  </a:lnTo>
                  <a:lnTo>
                    <a:pt x="0" y="14536"/>
                  </a:lnTo>
                  <a:lnTo>
                    <a:pt x="30" y="14894"/>
                  </a:lnTo>
                  <a:lnTo>
                    <a:pt x="60" y="15251"/>
                  </a:lnTo>
                  <a:lnTo>
                    <a:pt x="119" y="15609"/>
                  </a:lnTo>
                  <a:lnTo>
                    <a:pt x="179" y="15967"/>
                  </a:lnTo>
                  <a:lnTo>
                    <a:pt x="269" y="16325"/>
                  </a:lnTo>
                  <a:lnTo>
                    <a:pt x="358" y="16668"/>
                  </a:lnTo>
                  <a:lnTo>
                    <a:pt x="477" y="17026"/>
                  </a:lnTo>
                  <a:lnTo>
                    <a:pt x="597" y="17368"/>
                  </a:lnTo>
                  <a:lnTo>
                    <a:pt x="731" y="17711"/>
                  </a:lnTo>
                  <a:lnTo>
                    <a:pt x="880" y="18039"/>
                  </a:lnTo>
                  <a:lnTo>
                    <a:pt x="1044" y="18382"/>
                  </a:lnTo>
                  <a:lnTo>
                    <a:pt x="1223" y="18710"/>
                  </a:lnTo>
                  <a:lnTo>
                    <a:pt x="1417" y="19038"/>
                  </a:lnTo>
                  <a:lnTo>
                    <a:pt x="1625" y="19366"/>
                  </a:lnTo>
                  <a:lnTo>
                    <a:pt x="1834" y="19679"/>
                  </a:lnTo>
                  <a:lnTo>
                    <a:pt x="2073" y="19992"/>
                  </a:lnTo>
                  <a:lnTo>
                    <a:pt x="2311" y="20305"/>
                  </a:lnTo>
                  <a:lnTo>
                    <a:pt x="2564" y="20618"/>
                  </a:lnTo>
                  <a:lnTo>
                    <a:pt x="2818" y="20917"/>
                  </a:lnTo>
                  <a:lnTo>
                    <a:pt x="3101" y="21215"/>
                  </a:lnTo>
                  <a:lnTo>
                    <a:pt x="3384" y="21513"/>
                  </a:lnTo>
                  <a:lnTo>
                    <a:pt x="3683" y="21796"/>
                  </a:lnTo>
                  <a:lnTo>
                    <a:pt x="3996" y="22079"/>
                  </a:lnTo>
                  <a:lnTo>
                    <a:pt x="4324" y="22363"/>
                  </a:lnTo>
                  <a:lnTo>
                    <a:pt x="4652" y="22646"/>
                  </a:lnTo>
                  <a:lnTo>
                    <a:pt x="4995" y="22914"/>
                  </a:lnTo>
                  <a:lnTo>
                    <a:pt x="5352" y="23183"/>
                  </a:lnTo>
                  <a:lnTo>
                    <a:pt x="5710" y="23436"/>
                  </a:lnTo>
                  <a:lnTo>
                    <a:pt x="6083" y="23690"/>
                  </a:lnTo>
                  <a:lnTo>
                    <a:pt x="6470" y="23943"/>
                  </a:lnTo>
                  <a:lnTo>
                    <a:pt x="6858" y="24182"/>
                  </a:lnTo>
                  <a:lnTo>
                    <a:pt x="7261" y="24420"/>
                  </a:lnTo>
                  <a:lnTo>
                    <a:pt x="7678" y="24644"/>
                  </a:lnTo>
                  <a:lnTo>
                    <a:pt x="8096" y="24882"/>
                  </a:lnTo>
                  <a:lnTo>
                    <a:pt x="8528" y="25091"/>
                  </a:lnTo>
                  <a:lnTo>
                    <a:pt x="8960" y="25315"/>
                  </a:lnTo>
                  <a:lnTo>
                    <a:pt x="9407" y="25523"/>
                  </a:lnTo>
                  <a:lnTo>
                    <a:pt x="9870" y="25717"/>
                  </a:lnTo>
                  <a:lnTo>
                    <a:pt x="10332" y="25911"/>
                  </a:lnTo>
                  <a:lnTo>
                    <a:pt x="10794" y="26105"/>
                  </a:lnTo>
                  <a:lnTo>
                    <a:pt x="11286" y="26284"/>
                  </a:lnTo>
                  <a:lnTo>
                    <a:pt x="11763" y="26448"/>
                  </a:lnTo>
                  <a:lnTo>
                    <a:pt x="12255" y="26627"/>
                  </a:lnTo>
                  <a:lnTo>
                    <a:pt x="12762" y="26776"/>
                  </a:lnTo>
                  <a:lnTo>
                    <a:pt x="13269" y="26940"/>
                  </a:lnTo>
                  <a:lnTo>
                    <a:pt x="14312" y="27223"/>
                  </a:lnTo>
                  <a:lnTo>
                    <a:pt x="15371" y="27476"/>
                  </a:lnTo>
                  <a:lnTo>
                    <a:pt x="16459" y="27700"/>
                  </a:lnTo>
                  <a:lnTo>
                    <a:pt x="17577" y="27879"/>
                  </a:lnTo>
                  <a:lnTo>
                    <a:pt x="18144" y="27968"/>
                  </a:lnTo>
                  <a:lnTo>
                    <a:pt x="18710" y="28043"/>
                  </a:lnTo>
                  <a:lnTo>
                    <a:pt x="19277" y="28102"/>
                  </a:lnTo>
                  <a:lnTo>
                    <a:pt x="19858" y="28162"/>
                  </a:lnTo>
                  <a:lnTo>
                    <a:pt x="20455" y="28222"/>
                  </a:lnTo>
                  <a:lnTo>
                    <a:pt x="21036" y="28252"/>
                  </a:lnTo>
                  <a:lnTo>
                    <a:pt x="21632" y="28281"/>
                  </a:lnTo>
                  <a:lnTo>
                    <a:pt x="22229" y="28311"/>
                  </a:lnTo>
                  <a:lnTo>
                    <a:pt x="22825" y="28326"/>
                  </a:lnTo>
                  <a:lnTo>
                    <a:pt x="24033" y="28326"/>
                  </a:lnTo>
                  <a:lnTo>
                    <a:pt x="24644" y="28311"/>
                  </a:lnTo>
                  <a:lnTo>
                    <a:pt x="25240" y="28281"/>
                  </a:lnTo>
                  <a:lnTo>
                    <a:pt x="25822" y="28252"/>
                  </a:lnTo>
                  <a:lnTo>
                    <a:pt x="26418" y="28222"/>
                  </a:lnTo>
                  <a:lnTo>
                    <a:pt x="26999" y="28162"/>
                  </a:lnTo>
                  <a:lnTo>
                    <a:pt x="27581" y="28102"/>
                  </a:lnTo>
                  <a:lnTo>
                    <a:pt x="28162" y="28043"/>
                  </a:lnTo>
                  <a:lnTo>
                    <a:pt x="28729" y="27968"/>
                  </a:lnTo>
                  <a:lnTo>
                    <a:pt x="29295" y="27879"/>
                  </a:lnTo>
                  <a:lnTo>
                    <a:pt x="30399" y="27700"/>
                  </a:lnTo>
                  <a:lnTo>
                    <a:pt x="31487" y="27476"/>
                  </a:lnTo>
                  <a:lnTo>
                    <a:pt x="32560" y="27223"/>
                  </a:lnTo>
                  <a:lnTo>
                    <a:pt x="33589" y="26940"/>
                  </a:lnTo>
                  <a:lnTo>
                    <a:pt x="34096" y="26776"/>
                  </a:lnTo>
                  <a:lnTo>
                    <a:pt x="34603" y="26627"/>
                  </a:lnTo>
                  <a:lnTo>
                    <a:pt x="35095" y="26448"/>
                  </a:lnTo>
                  <a:lnTo>
                    <a:pt x="35587" y="26284"/>
                  </a:lnTo>
                  <a:lnTo>
                    <a:pt x="36064" y="26105"/>
                  </a:lnTo>
                  <a:lnTo>
                    <a:pt x="36541" y="25911"/>
                  </a:lnTo>
                  <a:lnTo>
                    <a:pt x="37003" y="25717"/>
                  </a:lnTo>
                  <a:lnTo>
                    <a:pt x="37450" y="25523"/>
                  </a:lnTo>
                  <a:lnTo>
                    <a:pt x="37897" y="25315"/>
                  </a:lnTo>
                  <a:lnTo>
                    <a:pt x="38345" y="25091"/>
                  </a:lnTo>
                  <a:lnTo>
                    <a:pt x="38762" y="24882"/>
                  </a:lnTo>
                  <a:lnTo>
                    <a:pt x="39195" y="24644"/>
                  </a:lnTo>
                  <a:lnTo>
                    <a:pt x="39597" y="24420"/>
                  </a:lnTo>
                  <a:lnTo>
                    <a:pt x="40000" y="24182"/>
                  </a:lnTo>
                  <a:lnTo>
                    <a:pt x="40402" y="23943"/>
                  </a:lnTo>
                  <a:lnTo>
                    <a:pt x="40775" y="23690"/>
                  </a:lnTo>
                  <a:lnTo>
                    <a:pt x="41148" y="23436"/>
                  </a:lnTo>
                  <a:lnTo>
                    <a:pt x="41520" y="23183"/>
                  </a:lnTo>
                  <a:lnTo>
                    <a:pt x="41863" y="22914"/>
                  </a:lnTo>
                  <a:lnTo>
                    <a:pt x="42206" y="22646"/>
                  </a:lnTo>
                  <a:lnTo>
                    <a:pt x="42549" y="22363"/>
                  </a:lnTo>
                  <a:lnTo>
                    <a:pt x="42862" y="22079"/>
                  </a:lnTo>
                  <a:lnTo>
                    <a:pt x="43175" y="21796"/>
                  </a:lnTo>
                  <a:lnTo>
                    <a:pt x="43473" y="21513"/>
                  </a:lnTo>
                  <a:lnTo>
                    <a:pt x="43756" y="21215"/>
                  </a:lnTo>
                  <a:lnTo>
                    <a:pt x="44040" y="20917"/>
                  </a:lnTo>
                  <a:lnTo>
                    <a:pt x="44308" y="20618"/>
                  </a:lnTo>
                  <a:lnTo>
                    <a:pt x="44562" y="20305"/>
                  </a:lnTo>
                  <a:lnTo>
                    <a:pt x="44800" y="19992"/>
                  </a:lnTo>
                  <a:lnTo>
                    <a:pt x="45024" y="19679"/>
                  </a:lnTo>
                  <a:lnTo>
                    <a:pt x="45247" y="19366"/>
                  </a:lnTo>
                  <a:lnTo>
                    <a:pt x="45441" y="19038"/>
                  </a:lnTo>
                  <a:lnTo>
                    <a:pt x="45635" y="18710"/>
                  </a:lnTo>
                  <a:lnTo>
                    <a:pt x="45814" y="18382"/>
                  </a:lnTo>
                  <a:lnTo>
                    <a:pt x="45978" y="18039"/>
                  </a:lnTo>
                  <a:lnTo>
                    <a:pt x="46127" y="17711"/>
                  </a:lnTo>
                  <a:lnTo>
                    <a:pt x="46276" y="17368"/>
                  </a:lnTo>
                  <a:lnTo>
                    <a:pt x="46395" y="17026"/>
                  </a:lnTo>
                  <a:lnTo>
                    <a:pt x="46500" y="16668"/>
                  </a:lnTo>
                  <a:lnTo>
                    <a:pt x="46604" y="16325"/>
                  </a:lnTo>
                  <a:lnTo>
                    <a:pt x="46679" y="15967"/>
                  </a:lnTo>
                  <a:lnTo>
                    <a:pt x="46753" y="15609"/>
                  </a:lnTo>
                  <a:lnTo>
                    <a:pt x="46798" y="15251"/>
                  </a:lnTo>
                  <a:lnTo>
                    <a:pt x="46843" y="14894"/>
                  </a:lnTo>
                  <a:lnTo>
                    <a:pt x="46857" y="14536"/>
                  </a:lnTo>
                  <a:lnTo>
                    <a:pt x="46872" y="14163"/>
                  </a:lnTo>
                  <a:lnTo>
                    <a:pt x="46857" y="13805"/>
                  </a:lnTo>
                  <a:lnTo>
                    <a:pt x="46843" y="13433"/>
                  </a:lnTo>
                  <a:lnTo>
                    <a:pt x="46798" y="13075"/>
                  </a:lnTo>
                  <a:lnTo>
                    <a:pt x="46753" y="12717"/>
                  </a:lnTo>
                  <a:lnTo>
                    <a:pt x="46679" y="12359"/>
                  </a:lnTo>
                  <a:lnTo>
                    <a:pt x="46604" y="12016"/>
                  </a:lnTo>
                  <a:lnTo>
                    <a:pt x="46500" y="11659"/>
                  </a:lnTo>
                  <a:lnTo>
                    <a:pt x="46395" y="11316"/>
                  </a:lnTo>
                  <a:lnTo>
                    <a:pt x="46276" y="10973"/>
                  </a:lnTo>
                  <a:lnTo>
                    <a:pt x="46127" y="10630"/>
                  </a:lnTo>
                  <a:lnTo>
                    <a:pt x="45978" y="10287"/>
                  </a:lnTo>
                  <a:lnTo>
                    <a:pt x="45814" y="9959"/>
                  </a:lnTo>
                  <a:lnTo>
                    <a:pt x="45635" y="9616"/>
                  </a:lnTo>
                  <a:lnTo>
                    <a:pt x="45441" y="9303"/>
                  </a:lnTo>
                  <a:lnTo>
                    <a:pt x="45247" y="8975"/>
                  </a:lnTo>
                  <a:lnTo>
                    <a:pt x="45024" y="8647"/>
                  </a:lnTo>
                  <a:lnTo>
                    <a:pt x="44800" y="8334"/>
                  </a:lnTo>
                  <a:lnTo>
                    <a:pt x="44562" y="8021"/>
                  </a:lnTo>
                  <a:lnTo>
                    <a:pt x="44308" y="7723"/>
                  </a:lnTo>
                  <a:lnTo>
                    <a:pt x="44040" y="7410"/>
                  </a:lnTo>
                  <a:lnTo>
                    <a:pt x="43756" y="7111"/>
                  </a:lnTo>
                  <a:lnTo>
                    <a:pt x="43473" y="6828"/>
                  </a:lnTo>
                  <a:lnTo>
                    <a:pt x="43175" y="6530"/>
                  </a:lnTo>
                  <a:lnTo>
                    <a:pt x="42862" y="6247"/>
                  </a:lnTo>
                  <a:lnTo>
                    <a:pt x="42549" y="5963"/>
                  </a:lnTo>
                  <a:lnTo>
                    <a:pt x="42206" y="5695"/>
                  </a:lnTo>
                  <a:lnTo>
                    <a:pt x="41863" y="5427"/>
                  </a:lnTo>
                  <a:lnTo>
                    <a:pt x="41520" y="5158"/>
                  </a:lnTo>
                  <a:lnTo>
                    <a:pt x="41148" y="4890"/>
                  </a:lnTo>
                  <a:lnTo>
                    <a:pt x="40775" y="4637"/>
                  </a:lnTo>
                  <a:lnTo>
                    <a:pt x="40402" y="4398"/>
                  </a:lnTo>
                  <a:lnTo>
                    <a:pt x="40000" y="4145"/>
                  </a:lnTo>
                  <a:lnTo>
                    <a:pt x="39597" y="3906"/>
                  </a:lnTo>
                  <a:lnTo>
                    <a:pt x="39195" y="3683"/>
                  </a:lnTo>
                  <a:lnTo>
                    <a:pt x="38762" y="3459"/>
                  </a:lnTo>
                  <a:lnTo>
                    <a:pt x="38345" y="3235"/>
                  </a:lnTo>
                  <a:lnTo>
                    <a:pt x="37897" y="3027"/>
                  </a:lnTo>
                  <a:lnTo>
                    <a:pt x="37450" y="2818"/>
                  </a:lnTo>
                  <a:lnTo>
                    <a:pt x="37003" y="2609"/>
                  </a:lnTo>
                  <a:lnTo>
                    <a:pt x="36541" y="2415"/>
                  </a:lnTo>
                  <a:lnTo>
                    <a:pt x="36064" y="2236"/>
                  </a:lnTo>
                  <a:lnTo>
                    <a:pt x="35587" y="2057"/>
                  </a:lnTo>
                  <a:lnTo>
                    <a:pt x="35095" y="1879"/>
                  </a:lnTo>
                  <a:lnTo>
                    <a:pt x="34603" y="1715"/>
                  </a:lnTo>
                  <a:lnTo>
                    <a:pt x="34096" y="1551"/>
                  </a:lnTo>
                  <a:lnTo>
                    <a:pt x="33589" y="1402"/>
                  </a:lnTo>
                  <a:lnTo>
                    <a:pt x="32560" y="1118"/>
                  </a:lnTo>
                  <a:lnTo>
                    <a:pt x="31487" y="865"/>
                  </a:lnTo>
                  <a:lnTo>
                    <a:pt x="30399" y="641"/>
                  </a:lnTo>
                  <a:lnTo>
                    <a:pt x="29295" y="447"/>
                  </a:lnTo>
                  <a:lnTo>
                    <a:pt x="28729" y="373"/>
                  </a:lnTo>
                  <a:lnTo>
                    <a:pt x="28162" y="283"/>
                  </a:lnTo>
                  <a:lnTo>
                    <a:pt x="27581" y="224"/>
                  </a:lnTo>
                  <a:lnTo>
                    <a:pt x="26999" y="164"/>
                  </a:lnTo>
                  <a:lnTo>
                    <a:pt x="26418" y="119"/>
                  </a:lnTo>
                  <a:lnTo>
                    <a:pt x="25822" y="75"/>
                  </a:lnTo>
                  <a:lnTo>
                    <a:pt x="25240" y="45"/>
                  </a:lnTo>
                  <a:lnTo>
                    <a:pt x="24644" y="15"/>
                  </a:lnTo>
                  <a:lnTo>
                    <a:pt x="24033" y="0"/>
                  </a:lnTo>
                  <a:close/>
                </a:path>
              </a:pathLst>
            </a:custGeom>
            <a:solidFill>
              <a:srgbClr val="EFA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2"/>
            <p:cNvSpPr/>
            <p:nvPr/>
          </p:nvSpPr>
          <p:spPr>
            <a:xfrm>
              <a:off x="3333081" y="2229340"/>
              <a:ext cx="710946" cy="429650"/>
            </a:xfrm>
            <a:custGeom>
              <a:rect b="b" l="l" r="r" t="t"/>
              <a:pathLst>
                <a:path extrusionOk="0" fill="none" h="28327" w="46873">
                  <a:moveTo>
                    <a:pt x="46872" y="14163"/>
                  </a:moveTo>
                  <a:lnTo>
                    <a:pt x="46872" y="14163"/>
                  </a:lnTo>
                  <a:lnTo>
                    <a:pt x="46857" y="14536"/>
                  </a:lnTo>
                  <a:lnTo>
                    <a:pt x="46843" y="14894"/>
                  </a:lnTo>
                  <a:lnTo>
                    <a:pt x="46798" y="15251"/>
                  </a:lnTo>
                  <a:lnTo>
                    <a:pt x="46753" y="15609"/>
                  </a:lnTo>
                  <a:lnTo>
                    <a:pt x="46679" y="15967"/>
                  </a:lnTo>
                  <a:lnTo>
                    <a:pt x="46604" y="16325"/>
                  </a:lnTo>
                  <a:lnTo>
                    <a:pt x="46500" y="16668"/>
                  </a:lnTo>
                  <a:lnTo>
                    <a:pt x="46395" y="17026"/>
                  </a:lnTo>
                  <a:lnTo>
                    <a:pt x="46276" y="17368"/>
                  </a:lnTo>
                  <a:lnTo>
                    <a:pt x="46127" y="17711"/>
                  </a:lnTo>
                  <a:lnTo>
                    <a:pt x="45978" y="18039"/>
                  </a:lnTo>
                  <a:lnTo>
                    <a:pt x="45814" y="18382"/>
                  </a:lnTo>
                  <a:lnTo>
                    <a:pt x="45635" y="18710"/>
                  </a:lnTo>
                  <a:lnTo>
                    <a:pt x="45441" y="19038"/>
                  </a:lnTo>
                  <a:lnTo>
                    <a:pt x="45247" y="19366"/>
                  </a:lnTo>
                  <a:lnTo>
                    <a:pt x="45024" y="19679"/>
                  </a:lnTo>
                  <a:lnTo>
                    <a:pt x="44800" y="19992"/>
                  </a:lnTo>
                  <a:lnTo>
                    <a:pt x="44562" y="20305"/>
                  </a:lnTo>
                  <a:lnTo>
                    <a:pt x="44308" y="20618"/>
                  </a:lnTo>
                  <a:lnTo>
                    <a:pt x="44040" y="20917"/>
                  </a:lnTo>
                  <a:lnTo>
                    <a:pt x="43756" y="21215"/>
                  </a:lnTo>
                  <a:lnTo>
                    <a:pt x="43473" y="21513"/>
                  </a:lnTo>
                  <a:lnTo>
                    <a:pt x="43175" y="21796"/>
                  </a:lnTo>
                  <a:lnTo>
                    <a:pt x="42862" y="22079"/>
                  </a:lnTo>
                  <a:lnTo>
                    <a:pt x="42549" y="22363"/>
                  </a:lnTo>
                  <a:lnTo>
                    <a:pt x="42206" y="22646"/>
                  </a:lnTo>
                  <a:lnTo>
                    <a:pt x="41863" y="22914"/>
                  </a:lnTo>
                  <a:lnTo>
                    <a:pt x="41520" y="23183"/>
                  </a:lnTo>
                  <a:lnTo>
                    <a:pt x="41148" y="23436"/>
                  </a:lnTo>
                  <a:lnTo>
                    <a:pt x="40775" y="23690"/>
                  </a:lnTo>
                  <a:lnTo>
                    <a:pt x="40402" y="23943"/>
                  </a:lnTo>
                  <a:lnTo>
                    <a:pt x="40000" y="24182"/>
                  </a:lnTo>
                  <a:lnTo>
                    <a:pt x="39597" y="24420"/>
                  </a:lnTo>
                  <a:lnTo>
                    <a:pt x="39195" y="24644"/>
                  </a:lnTo>
                  <a:lnTo>
                    <a:pt x="38762" y="24882"/>
                  </a:lnTo>
                  <a:lnTo>
                    <a:pt x="38345" y="25091"/>
                  </a:lnTo>
                  <a:lnTo>
                    <a:pt x="37897" y="25315"/>
                  </a:lnTo>
                  <a:lnTo>
                    <a:pt x="37450" y="25523"/>
                  </a:lnTo>
                  <a:lnTo>
                    <a:pt x="37003" y="25717"/>
                  </a:lnTo>
                  <a:lnTo>
                    <a:pt x="36541" y="25911"/>
                  </a:lnTo>
                  <a:lnTo>
                    <a:pt x="36064" y="26105"/>
                  </a:lnTo>
                  <a:lnTo>
                    <a:pt x="35587" y="26284"/>
                  </a:lnTo>
                  <a:lnTo>
                    <a:pt x="35095" y="26448"/>
                  </a:lnTo>
                  <a:lnTo>
                    <a:pt x="34603" y="26627"/>
                  </a:lnTo>
                  <a:lnTo>
                    <a:pt x="34096" y="26776"/>
                  </a:lnTo>
                  <a:lnTo>
                    <a:pt x="33589" y="26940"/>
                  </a:lnTo>
                  <a:lnTo>
                    <a:pt x="32560" y="27223"/>
                  </a:lnTo>
                  <a:lnTo>
                    <a:pt x="31487" y="27476"/>
                  </a:lnTo>
                  <a:lnTo>
                    <a:pt x="30399" y="27700"/>
                  </a:lnTo>
                  <a:lnTo>
                    <a:pt x="29295" y="27879"/>
                  </a:lnTo>
                  <a:lnTo>
                    <a:pt x="28729" y="27968"/>
                  </a:lnTo>
                  <a:lnTo>
                    <a:pt x="28162" y="28043"/>
                  </a:lnTo>
                  <a:lnTo>
                    <a:pt x="27581" y="28102"/>
                  </a:lnTo>
                  <a:lnTo>
                    <a:pt x="26999" y="28162"/>
                  </a:lnTo>
                  <a:lnTo>
                    <a:pt x="26418" y="28222"/>
                  </a:lnTo>
                  <a:lnTo>
                    <a:pt x="25822" y="28252"/>
                  </a:lnTo>
                  <a:lnTo>
                    <a:pt x="25240" y="28281"/>
                  </a:lnTo>
                  <a:lnTo>
                    <a:pt x="24644" y="28311"/>
                  </a:lnTo>
                  <a:lnTo>
                    <a:pt x="24033" y="28326"/>
                  </a:lnTo>
                  <a:lnTo>
                    <a:pt x="23436" y="28326"/>
                  </a:lnTo>
                  <a:lnTo>
                    <a:pt x="23436" y="28326"/>
                  </a:lnTo>
                  <a:lnTo>
                    <a:pt x="22825" y="28326"/>
                  </a:lnTo>
                  <a:lnTo>
                    <a:pt x="22229" y="28311"/>
                  </a:lnTo>
                  <a:lnTo>
                    <a:pt x="21632" y="28281"/>
                  </a:lnTo>
                  <a:lnTo>
                    <a:pt x="21036" y="28252"/>
                  </a:lnTo>
                  <a:lnTo>
                    <a:pt x="20455" y="28222"/>
                  </a:lnTo>
                  <a:lnTo>
                    <a:pt x="19858" y="28162"/>
                  </a:lnTo>
                  <a:lnTo>
                    <a:pt x="19277" y="28102"/>
                  </a:lnTo>
                  <a:lnTo>
                    <a:pt x="18710" y="28043"/>
                  </a:lnTo>
                  <a:lnTo>
                    <a:pt x="18144" y="27968"/>
                  </a:lnTo>
                  <a:lnTo>
                    <a:pt x="17577" y="27879"/>
                  </a:lnTo>
                  <a:lnTo>
                    <a:pt x="16459" y="27700"/>
                  </a:lnTo>
                  <a:lnTo>
                    <a:pt x="15371" y="27476"/>
                  </a:lnTo>
                  <a:lnTo>
                    <a:pt x="14312" y="27223"/>
                  </a:lnTo>
                  <a:lnTo>
                    <a:pt x="13269" y="26940"/>
                  </a:lnTo>
                  <a:lnTo>
                    <a:pt x="12762" y="26776"/>
                  </a:lnTo>
                  <a:lnTo>
                    <a:pt x="12255" y="26627"/>
                  </a:lnTo>
                  <a:lnTo>
                    <a:pt x="11763" y="26448"/>
                  </a:lnTo>
                  <a:lnTo>
                    <a:pt x="11286" y="26284"/>
                  </a:lnTo>
                  <a:lnTo>
                    <a:pt x="10794" y="26105"/>
                  </a:lnTo>
                  <a:lnTo>
                    <a:pt x="10332" y="25911"/>
                  </a:lnTo>
                  <a:lnTo>
                    <a:pt x="9870" y="25717"/>
                  </a:lnTo>
                  <a:lnTo>
                    <a:pt x="9407" y="25523"/>
                  </a:lnTo>
                  <a:lnTo>
                    <a:pt x="8960" y="25315"/>
                  </a:lnTo>
                  <a:lnTo>
                    <a:pt x="8528" y="25091"/>
                  </a:lnTo>
                  <a:lnTo>
                    <a:pt x="8096" y="24882"/>
                  </a:lnTo>
                  <a:lnTo>
                    <a:pt x="7678" y="24644"/>
                  </a:lnTo>
                  <a:lnTo>
                    <a:pt x="7261" y="24420"/>
                  </a:lnTo>
                  <a:lnTo>
                    <a:pt x="6858" y="24182"/>
                  </a:lnTo>
                  <a:lnTo>
                    <a:pt x="6470" y="23943"/>
                  </a:lnTo>
                  <a:lnTo>
                    <a:pt x="6083" y="23690"/>
                  </a:lnTo>
                  <a:lnTo>
                    <a:pt x="5710" y="23436"/>
                  </a:lnTo>
                  <a:lnTo>
                    <a:pt x="5352" y="23183"/>
                  </a:lnTo>
                  <a:lnTo>
                    <a:pt x="4995" y="22914"/>
                  </a:lnTo>
                  <a:lnTo>
                    <a:pt x="4652" y="22646"/>
                  </a:lnTo>
                  <a:lnTo>
                    <a:pt x="4324" y="22363"/>
                  </a:lnTo>
                  <a:lnTo>
                    <a:pt x="3996" y="22079"/>
                  </a:lnTo>
                  <a:lnTo>
                    <a:pt x="3683" y="21796"/>
                  </a:lnTo>
                  <a:lnTo>
                    <a:pt x="3384" y="21513"/>
                  </a:lnTo>
                  <a:lnTo>
                    <a:pt x="3101" y="21215"/>
                  </a:lnTo>
                  <a:lnTo>
                    <a:pt x="2818" y="20917"/>
                  </a:lnTo>
                  <a:lnTo>
                    <a:pt x="2564" y="20618"/>
                  </a:lnTo>
                  <a:lnTo>
                    <a:pt x="2311" y="20305"/>
                  </a:lnTo>
                  <a:lnTo>
                    <a:pt x="2073" y="19992"/>
                  </a:lnTo>
                  <a:lnTo>
                    <a:pt x="1834" y="19679"/>
                  </a:lnTo>
                  <a:lnTo>
                    <a:pt x="1625" y="19366"/>
                  </a:lnTo>
                  <a:lnTo>
                    <a:pt x="1417" y="19038"/>
                  </a:lnTo>
                  <a:lnTo>
                    <a:pt x="1223" y="18710"/>
                  </a:lnTo>
                  <a:lnTo>
                    <a:pt x="1044" y="18382"/>
                  </a:lnTo>
                  <a:lnTo>
                    <a:pt x="880" y="18039"/>
                  </a:lnTo>
                  <a:lnTo>
                    <a:pt x="731" y="17711"/>
                  </a:lnTo>
                  <a:lnTo>
                    <a:pt x="597" y="17368"/>
                  </a:lnTo>
                  <a:lnTo>
                    <a:pt x="477" y="17026"/>
                  </a:lnTo>
                  <a:lnTo>
                    <a:pt x="358" y="16668"/>
                  </a:lnTo>
                  <a:lnTo>
                    <a:pt x="269" y="16325"/>
                  </a:lnTo>
                  <a:lnTo>
                    <a:pt x="179" y="15967"/>
                  </a:lnTo>
                  <a:lnTo>
                    <a:pt x="119" y="15609"/>
                  </a:lnTo>
                  <a:lnTo>
                    <a:pt x="60" y="15251"/>
                  </a:lnTo>
                  <a:lnTo>
                    <a:pt x="30" y="14894"/>
                  </a:lnTo>
                  <a:lnTo>
                    <a:pt x="0" y="14536"/>
                  </a:lnTo>
                  <a:lnTo>
                    <a:pt x="0" y="14163"/>
                  </a:lnTo>
                  <a:lnTo>
                    <a:pt x="0" y="14163"/>
                  </a:lnTo>
                  <a:lnTo>
                    <a:pt x="0" y="13865"/>
                  </a:lnTo>
                  <a:lnTo>
                    <a:pt x="15" y="13567"/>
                  </a:lnTo>
                  <a:lnTo>
                    <a:pt x="45" y="13269"/>
                  </a:lnTo>
                  <a:lnTo>
                    <a:pt x="75" y="12956"/>
                  </a:lnTo>
                  <a:lnTo>
                    <a:pt x="75" y="12956"/>
                  </a:lnTo>
                  <a:lnTo>
                    <a:pt x="134" y="13239"/>
                  </a:lnTo>
                  <a:lnTo>
                    <a:pt x="194" y="13522"/>
                  </a:lnTo>
                  <a:lnTo>
                    <a:pt x="254" y="13805"/>
                  </a:lnTo>
                  <a:lnTo>
                    <a:pt x="343" y="14074"/>
                  </a:lnTo>
                  <a:lnTo>
                    <a:pt x="433" y="14342"/>
                  </a:lnTo>
                  <a:lnTo>
                    <a:pt x="537" y="14625"/>
                  </a:lnTo>
                  <a:lnTo>
                    <a:pt x="641" y="14894"/>
                  </a:lnTo>
                  <a:lnTo>
                    <a:pt x="761" y="15147"/>
                  </a:lnTo>
                  <a:lnTo>
                    <a:pt x="895" y="15415"/>
                  </a:lnTo>
                  <a:lnTo>
                    <a:pt x="1044" y="15684"/>
                  </a:lnTo>
                  <a:lnTo>
                    <a:pt x="1193" y="15937"/>
                  </a:lnTo>
                  <a:lnTo>
                    <a:pt x="1357" y="16191"/>
                  </a:lnTo>
                  <a:lnTo>
                    <a:pt x="1521" y="16444"/>
                  </a:lnTo>
                  <a:lnTo>
                    <a:pt x="1700" y="16698"/>
                  </a:lnTo>
                  <a:lnTo>
                    <a:pt x="1894" y="16936"/>
                  </a:lnTo>
                  <a:lnTo>
                    <a:pt x="2087" y="17190"/>
                  </a:lnTo>
                  <a:lnTo>
                    <a:pt x="2505" y="17667"/>
                  </a:lnTo>
                  <a:lnTo>
                    <a:pt x="2967" y="18129"/>
                  </a:lnTo>
                  <a:lnTo>
                    <a:pt x="3444" y="18576"/>
                  </a:lnTo>
                  <a:lnTo>
                    <a:pt x="3966" y="19008"/>
                  </a:lnTo>
                  <a:lnTo>
                    <a:pt x="4517" y="19426"/>
                  </a:lnTo>
                  <a:lnTo>
                    <a:pt x="5114" y="19828"/>
                  </a:lnTo>
                  <a:lnTo>
                    <a:pt x="5725" y="20231"/>
                  </a:lnTo>
                  <a:lnTo>
                    <a:pt x="6366" y="20589"/>
                  </a:lnTo>
                  <a:lnTo>
                    <a:pt x="7022" y="20946"/>
                  </a:lnTo>
                  <a:lnTo>
                    <a:pt x="7723" y="21289"/>
                  </a:lnTo>
                  <a:lnTo>
                    <a:pt x="8438" y="21602"/>
                  </a:lnTo>
                  <a:lnTo>
                    <a:pt x="9184" y="21901"/>
                  </a:lnTo>
                  <a:lnTo>
                    <a:pt x="9944" y="22169"/>
                  </a:lnTo>
                  <a:lnTo>
                    <a:pt x="10734" y="22437"/>
                  </a:lnTo>
                  <a:lnTo>
                    <a:pt x="11554" y="22661"/>
                  </a:lnTo>
                  <a:lnTo>
                    <a:pt x="12374" y="22870"/>
                  </a:lnTo>
                  <a:lnTo>
                    <a:pt x="13224" y="23063"/>
                  </a:lnTo>
                  <a:lnTo>
                    <a:pt x="14089" y="23227"/>
                  </a:lnTo>
                  <a:lnTo>
                    <a:pt x="14968" y="23377"/>
                  </a:lnTo>
                  <a:lnTo>
                    <a:pt x="15878" y="23496"/>
                  </a:lnTo>
                  <a:lnTo>
                    <a:pt x="16787" y="23585"/>
                  </a:lnTo>
                  <a:lnTo>
                    <a:pt x="17711" y="23660"/>
                  </a:lnTo>
                  <a:lnTo>
                    <a:pt x="18651" y="23690"/>
                  </a:lnTo>
                  <a:lnTo>
                    <a:pt x="19605" y="23704"/>
                  </a:lnTo>
                  <a:lnTo>
                    <a:pt x="19605" y="23704"/>
                  </a:lnTo>
                  <a:lnTo>
                    <a:pt x="20619" y="23690"/>
                  </a:lnTo>
                  <a:lnTo>
                    <a:pt x="21617" y="23645"/>
                  </a:lnTo>
                  <a:lnTo>
                    <a:pt x="22601" y="23570"/>
                  </a:lnTo>
                  <a:lnTo>
                    <a:pt x="23556" y="23466"/>
                  </a:lnTo>
                  <a:lnTo>
                    <a:pt x="24510" y="23332"/>
                  </a:lnTo>
                  <a:lnTo>
                    <a:pt x="25434" y="23183"/>
                  </a:lnTo>
                  <a:lnTo>
                    <a:pt x="26358" y="22989"/>
                  </a:lnTo>
                  <a:lnTo>
                    <a:pt x="27238" y="22780"/>
                  </a:lnTo>
                  <a:lnTo>
                    <a:pt x="28118" y="22542"/>
                  </a:lnTo>
                  <a:lnTo>
                    <a:pt x="28952" y="22273"/>
                  </a:lnTo>
                  <a:lnTo>
                    <a:pt x="29772" y="21990"/>
                  </a:lnTo>
                  <a:lnTo>
                    <a:pt x="30577" y="21677"/>
                  </a:lnTo>
                  <a:lnTo>
                    <a:pt x="31338" y="21349"/>
                  </a:lnTo>
                  <a:lnTo>
                    <a:pt x="32083" y="21006"/>
                  </a:lnTo>
                  <a:lnTo>
                    <a:pt x="32799" y="20633"/>
                  </a:lnTo>
                  <a:lnTo>
                    <a:pt x="33485" y="20231"/>
                  </a:lnTo>
                  <a:lnTo>
                    <a:pt x="34126" y="19828"/>
                  </a:lnTo>
                  <a:lnTo>
                    <a:pt x="34737" y="19396"/>
                  </a:lnTo>
                  <a:lnTo>
                    <a:pt x="35333" y="18949"/>
                  </a:lnTo>
                  <a:lnTo>
                    <a:pt x="35602" y="18710"/>
                  </a:lnTo>
                  <a:lnTo>
                    <a:pt x="35870" y="18487"/>
                  </a:lnTo>
                  <a:lnTo>
                    <a:pt x="36138" y="18248"/>
                  </a:lnTo>
                  <a:lnTo>
                    <a:pt x="36377" y="17995"/>
                  </a:lnTo>
                  <a:lnTo>
                    <a:pt x="36630" y="17756"/>
                  </a:lnTo>
                  <a:lnTo>
                    <a:pt x="36854" y="17503"/>
                  </a:lnTo>
                  <a:lnTo>
                    <a:pt x="37078" y="17249"/>
                  </a:lnTo>
                  <a:lnTo>
                    <a:pt x="37286" y="16996"/>
                  </a:lnTo>
                  <a:lnTo>
                    <a:pt x="37495" y="16727"/>
                  </a:lnTo>
                  <a:lnTo>
                    <a:pt x="37689" y="16474"/>
                  </a:lnTo>
                  <a:lnTo>
                    <a:pt x="37868" y="16206"/>
                  </a:lnTo>
                  <a:lnTo>
                    <a:pt x="38032" y="15937"/>
                  </a:lnTo>
                  <a:lnTo>
                    <a:pt x="38196" y="15654"/>
                  </a:lnTo>
                  <a:lnTo>
                    <a:pt x="38345" y="15386"/>
                  </a:lnTo>
                  <a:lnTo>
                    <a:pt x="38479" y="15102"/>
                  </a:lnTo>
                  <a:lnTo>
                    <a:pt x="38598" y="14819"/>
                  </a:lnTo>
                  <a:lnTo>
                    <a:pt x="38717" y="14536"/>
                  </a:lnTo>
                  <a:lnTo>
                    <a:pt x="38822" y="14238"/>
                  </a:lnTo>
                  <a:lnTo>
                    <a:pt x="38911" y="13954"/>
                  </a:lnTo>
                  <a:lnTo>
                    <a:pt x="39001" y="13656"/>
                  </a:lnTo>
                  <a:lnTo>
                    <a:pt x="39060" y="13358"/>
                  </a:lnTo>
                  <a:lnTo>
                    <a:pt x="39120" y="13075"/>
                  </a:lnTo>
                  <a:lnTo>
                    <a:pt x="39165" y="12762"/>
                  </a:lnTo>
                  <a:lnTo>
                    <a:pt x="39195" y="12464"/>
                  </a:lnTo>
                  <a:lnTo>
                    <a:pt x="39209" y="12165"/>
                  </a:lnTo>
                  <a:lnTo>
                    <a:pt x="39224" y="11852"/>
                  </a:lnTo>
                  <a:lnTo>
                    <a:pt x="39224" y="11852"/>
                  </a:lnTo>
                  <a:lnTo>
                    <a:pt x="39224" y="11569"/>
                  </a:lnTo>
                  <a:lnTo>
                    <a:pt x="39195" y="11286"/>
                  </a:lnTo>
                  <a:lnTo>
                    <a:pt x="39165" y="10988"/>
                  </a:lnTo>
                  <a:lnTo>
                    <a:pt x="39135" y="10704"/>
                  </a:lnTo>
                  <a:lnTo>
                    <a:pt x="39075" y="10436"/>
                  </a:lnTo>
                  <a:lnTo>
                    <a:pt x="39016" y="10153"/>
                  </a:lnTo>
                  <a:lnTo>
                    <a:pt x="38956" y="9869"/>
                  </a:lnTo>
                  <a:lnTo>
                    <a:pt x="38867" y="9601"/>
                  </a:lnTo>
                  <a:lnTo>
                    <a:pt x="38777" y="9318"/>
                  </a:lnTo>
                  <a:lnTo>
                    <a:pt x="38673" y="9050"/>
                  </a:lnTo>
                  <a:lnTo>
                    <a:pt x="38553" y="8781"/>
                  </a:lnTo>
                  <a:lnTo>
                    <a:pt x="38434" y="8528"/>
                  </a:lnTo>
                  <a:lnTo>
                    <a:pt x="38300" y="8259"/>
                  </a:lnTo>
                  <a:lnTo>
                    <a:pt x="38166" y="7991"/>
                  </a:lnTo>
                  <a:lnTo>
                    <a:pt x="38002" y="7738"/>
                  </a:lnTo>
                  <a:lnTo>
                    <a:pt x="37853" y="7484"/>
                  </a:lnTo>
                  <a:lnTo>
                    <a:pt x="37674" y="7231"/>
                  </a:lnTo>
                  <a:lnTo>
                    <a:pt x="37495" y="6977"/>
                  </a:lnTo>
                  <a:lnTo>
                    <a:pt x="37301" y="6739"/>
                  </a:lnTo>
                  <a:lnTo>
                    <a:pt x="37107" y="6500"/>
                  </a:lnTo>
                  <a:lnTo>
                    <a:pt x="36690" y="6023"/>
                  </a:lnTo>
                  <a:lnTo>
                    <a:pt x="36228" y="5561"/>
                  </a:lnTo>
                  <a:lnTo>
                    <a:pt x="35736" y="5099"/>
                  </a:lnTo>
                  <a:lnTo>
                    <a:pt x="35214" y="4666"/>
                  </a:lnTo>
                  <a:lnTo>
                    <a:pt x="34662" y="4249"/>
                  </a:lnTo>
                  <a:lnTo>
                    <a:pt x="34066" y="3847"/>
                  </a:lnTo>
                  <a:lnTo>
                    <a:pt x="33455" y="3459"/>
                  </a:lnTo>
                  <a:lnTo>
                    <a:pt x="32814" y="3086"/>
                  </a:lnTo>
                  <a:lnTo>
                    <a:pt x="32143" y="2743"/>
                  </a:lnTo>
                  <a:lnTo>
                    <a:pt x="31442" y="2400"/>
                  </a:lnTo>
                  <a:lnTo>
                    <a:pt x="30727" y="2087"/>
                  </a:lnTo>
                  <a:lnTo>
                    <a:pt x="29981" y="1789"/>
                  </a:lnTo>
                  <a:lnTo>
                    <a:pt x="29221" y="1521"/>
                  </a:lnTo>
                  <a:lnTo>
                    <a:pt x="28431" y="1267"/>
                  </a:lnTo>
                  <a:lnTo>
                    <a:pt x="27611" y="1029"/>
                  </a:lnTo>
                  <a:lnTo>
                    <a:pt x="26791" y="820"/>
                  </a:lnTo>
                  <a:lnTo>
                    <a:pt x="25941" y="626"/>
                  </a:lnTo>
                  <a:lnTo>
                    <a:pt x="25061" y="462"/>
                  </a:lnTo>
                  <a:lnTo>
                    <a:pt x="24182" y="328"/>
                  </a:lnTo>
                  <a:lnTo>
                    <a:pt x="23287" y="209"/>
                  </a:lnTo>
                  <a:lnTo>
                    <a:pt x="22363" y="119"/>
                  </a:lnTo>
                  <a:lnTo>
                    <a:pt x="21439" y="60"/>
                  </a:lnTo>
                  <a:lnTo>
                    <a:pt x="21439" y="60"/>
                  </a:lnTo>
                  <a:lnTo>
                    <a:pt x="22423" y="15"/>
                  </a:lnTo>
                  <a:lnTo>
                    <a:pt x="23436" y="0"/>
                  </a:lnTo>
                  <a:lnTo>
                    <a:pt x="23436" y="0"/>
                  </a:lnTo>
                  <a:lnTo>
                    <a:pt x="24033" y="0"/>
                  </a:lnTo>
                  <a:lnTo>
                    <a:pt x="24644" y="15"/>
                  </a:lnTo>
                  <a:lnTo>
                    <a:pt x="25240" y="45"/>
                  </a:lnTo>
                  <a:lnTo>
                    <a:pt x="25822" y="75"/>
                  </a:lnTo>
                  <a:lnTo>
                    <a:pt x="26418" y="119"/>
                  </a:lnTo>
                  <a:lnTo>
                    <a:pt x="26999" y="164"/>
                  </a:lnTo>
                  <a:lnTo>
                    <a:pt x="27581" y="224"/>
                  </a:lnTo>
                  <a:lnTo>
                    <a:pt x="28162" y="283"/>
                  </a:lnTo>
                  <a:lnTo>
                    <a:pt x="28729" y="373"/>
                  </a:lnTo>
                  <a:lnTo>
                    <a:pt x="29295" y="447"/>
                  </a:lnTo>
                  <a:lnTo>
                    <a:pt x="30399" y="641"/>
                  </a:lnTo>
                  <a:lnTo>
                    <a:pt x="31487" y="865"/>
                  </a:lnTo>
                  <a:lnTo>
                    <a:pt x="32560" y="1118"/>
                  </a:lnTo>
                  <a:lnTo>
                    <a:pt x="33589" y="1402"/>
                  </a:lnTo>
                  <a:lnTo>
                    <a:pt x="34096" y="1551"/>
                  </a:lnTo>
                  <a:lnTo>
                    <a:pt x="34603" y="1715"/>
                  </a:lnTo>
                  <a:lnTo>
                    <a:pt x="35095" y="1879"/>
                  </a:lnTo>
                  <a:lnTo>
                    <a:pt x="35587" y="2057"/>
                  </a:lnTo>
                  <a:lnTo>
                    <a:pt x="36064" y="2236"/>
                  </a:lnTo>
                  <a:lnTo>
                    <a:pt x="36541" y="2415"/>
                  </a:lnTo>
                  <a:lnTo>
                    <a:pt x="37003" y="2609"/>
                  </a:lnTo>
                  <a:lnTo>
                    <a:pt x="37450" y="2818"/>
                  </a:lnTo>
                  <a:lnTo>
                    <a:pt x="37897" y="3027"/>
                  </a:lnTo>
                  <a:lnTo>
                    <a:pt x="38345" y="3235"/>
                  </a:lnTo>
                  <a:lnTo>
                    <a:pt x="38762" y="3459"/>
                  </a:lnTo>
                  <a:lnTo>
                    <a:pt x="39195" y="3683"/>
                  </a:lnTo>
                  <a:lnTo>
                    <a:pt x="39597" y="3906"/>
                  </a:lnTo>
                  <a:lnTo>
                    <a:pt x="40000" y="4145"/>
                  </a:lnTo>
                  <a:lnTo>
                    <a:pt x="40402" y="4398"/>
                  </a:lnTo>
                  <a:lnTo>
                    <a:pt x="40775" y="4637"/>
                  </a:lnTo>
                  <a:lnTo>
                    <a:pt x="41148" y="4890"/>
                  </a:lnTo>
                  <a:lnTo>
                    <a:pt x="41520" y="5158"/>
                  </a:lnTo>
                  <a:lnTo>
                    <a:pt x="41863" y="5427"/>
                  </a:lnTo>
                  <a:lnTo>
                    <a:pt x="42206" y="5695"/>
                  </a:lnTo>
                  <a:lnTo>
                    <a:pt x="42549" y="5963"/>
                  </a:lnTo>
                  <a:lnTo>
                    <a:pt x="42862" y="6247"/>
                  </a:lnTo>
                  <a:lnTo>
                    <a:pt x="43175" y="6530"/>
                  </a:lnTo>
                  <a:lnTo>
                    <a:pt x="43473" y="6828"/>
                  </a:lnTo>
                  <a:lnTo>
                    <a:pt x="43756" y="7111"/>
                  </a:lnTo>
                  <a:lnTo>
                    <a:pt x="44040" y="7410"/>
                  </a:lnTo>
                  <a:lnTo>
                    <a:pt x="44308" y="7723"/>
                  </a:lnTo>
                  <a:lnTo>
                    <a:pt x="44562" y="8021"/>
                  </a:lnTo>
                  <a:lnTo>
                    <a:pt x="44800" y="8334"/>
                  </a:lnTo>
                  <a:lnTo>
                    <a:pt x="45024" y="8647"/>
                  </a:lnTo>
                  <a:lnTo>
                    <a:pt x="45247" y="8975"/>
                  </a:lnTo>
                  <a:lnTo>
                    <a:pt x="45441" y="9303"/>
                  </a:lnTo>
                  <a:lnTo>
                    <a:pt x="45635" y="9616"/>
                  </a:lnTo>
                  <a:lnTo>
                    <a:pt x="45814" y="9959"/>
                  </a:lnTo>
                  <a:lnTo>
                    <a:pt x="45978" y="10287"/>
                  </a:lnTo>
                  <a:lnTo>
                    <a:pt x="46127" y="10630"/>
                  </a:lnTo>
                  <a:lnTo>
                    <a:pt x="46276" y="10973"/>
                  </a:lnTo>
                  <a:lnTo>
                    <a:pt x="46395" y="11316"/>
                  </a:lnTo>
                  <a:lnTo>
                    <a:pt x="46500" y="11659"/>
                  </a:lnTo>
                  <a:lnTo>
                    <a:pt x="46604" y="12016"/>
                  </a:lnTo>
                  <a:lnTo>
                    <a:pt x="46679" y="12359"/>
                  </a:lnTo>
                  <a:lnTo>
                    <a:pt x="46753" y="12717"/>
                  </a:lnTo>
                  <a:lnTo>
                    <a:pt x="46798" y="13075"/>
                  </a:lnTo>
                  <a:lnTo>
                    <a:pt x="46843" y="13433"/>
                  </a:lnTo>
                  <a:lnTo>
                    <a:pt x="46857" y="13805"/>
                  </a:lnTo>
                  <a:lnTo>
                    <a:pt x="46872" y="1416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2"/>
            <p:cNvSpPr/>
            <p:nvPr/>
          </p:nvSpPr>
          <p:spPr>
            <a:xfrm>
              <a:off x="3334203" y="2230235"/>
              <a:ext cx="593823" cy="358651"/>
            </a:xfrm>
            <a:custGeom>
              <a:rect b="b" l="l" r="r" t="t"/>
              <a:pathLst>
                <a:path extrusionOk="0" h="23646" w="39151">
                  <a:moveTo>
                    <a:pt x="21365" y="1"/>
                  </a:moveTo>
                  <a:lnTo>
                    <a:pt x="20306" y="60"/>
                  </a:lnTo>
                  <a:lnTo>
                    <a:pt x="19262" y="165"/>
                  </a:lnTo>
                  <a:lnTo>
                    <a:pt x="18234" y="284"/>
                  </a:lnTo>
                  <a:lnTo>
                    <a:pt x="17220" y="433"/>
                  </a:lnTo>
                  <a:lnTo>
                    <a:pt x="16236" y="612"/>
                  </a:lnTo>
                  <a:lnTo>
                    <a:pt x="15252" y="806"/>
                  </a:lnTo>
                  <a:lnTo>
                    <a:pt x="14298" y="1044"/>
                  </a:lnTo>
                  <a:lnTo>
                    <a:pt x="13374" y="1283"/>
                  </a:lnTo>
                  <a:lnTo>
                    <a:pt x="12464" y="1566"/>
                  </a:lnTo>
                  <a:lnTo>
                    <a:pt x="11570" y="1864"/>
                  </a:lnTo>
                  <a:lnTo>
                    <a:pt x="10705" y="2177"/>
                  </a:lnTo>
                  <a:lnTo>
                    <a:pt x="9870" y="2520"/>
                  </a:lnTo>
                  <a:lnTo>
                    <a:pt x="9050" y="2893"/>
                  </a:lnTo>
                  <a:lnTo>
                    <a:pt x="8275" y="3266"/>
                  </a:lnTo>
                  <a:lnTo>
                    <a:pt x="7515" y="3668"/>
                  </a:lnTo>
                  <a:lnTo>
                    <a:pt x="6784" y="4086"/>
                  </a:lnTo>
                  <a:lnTo>
                    <a:pt x="6083" y="4533"/>
                  </a:lnTo>
                  <a:lnTo>
                    <a:pt x="5427" y="4995"/>
                  </a:lnTo>
                  <a:lnTo>
                    <a:pt x="4786" y="5472"/>
                  </a:lnTo>
                  <a:lnTo>
                    <a:pt x="4190" y="5949"/>
                  </a:lnTo>
                  <a:lnTo>
                    <a:pt x="3624" y="6456"/>
                  </a:lnTo>
                  <a:lnTo>
                    <a:pt x="3355" y="6724"/>
                  </a:lnTo>
                  <a:lnTo>
                    <a:pt x="3102" y="6993"/>
                  </a:lnTo>
                  <a:lnTo>
                    <a:pt x="2848" y="7246"/>
                  </a:lnTo>
                  <a:lnTo>
                    <a:pt x="2610" y="7530"/>
                  </a:lnTo>
                  <a:lnTo>
                    <a:pt x="2371" y="7798"/>
                  </a:lnTo>
                  <a:lnTo>
                    <a:pt x="2148" y="8066"/>
                  </a:lnTo>
                  <a:lnTo>
                    <a:pt x="1939" y="8349"/>
                  </a:lnTo>
                  <a:lnTo>
                    <a:pt x="1730" y="8633"/>
                  </a:lnTo>
                  <a:lnTo>
                    <a:pt x="1536" y="8931"/>
                  </a:lnTo>
                  <a:lnTo>
                    <a:pt x="1357" y="9214"/>
                  </a:lnTo>
                  <a:lnTo>
                    <a:pt x="1179" y="9512"/>
                  </a:lnTo>
                  <a:lnTo>
                    <a:pt x="1029" y="9796"/>
                  </a:lnTo>
                  <a:lnTo>
                    <a:pt x="865" y="10094"/>
                  </a:lnTo>
                  <a:lnTo>
                    <a:pt x="731" y="10407"/>
                  </a:lnTo>
                  <a:lnTo>
                    <a:pt x="597" y="10705"/>
                  </a:lnTo>
                  <a:lnTo>
                    <a:pt x="478" y="11018"/>
                  </a:lnTo>
                  <a:lnTo>
                    <a:pt x="373" y="11316"/>
                  </a:lnTo>
                  <a:lnTo>
                    <a:pt x="284" y="11629"/>
                  </a:lnTo>
                  <a:lnTo>
                    <a:pt x="195" y="11942"/>
                  </a:lnTo>
                  <a:lnTo>
                    <a:pt x="120" y="12270"/>
                  </a:lnTo>
                  <a:lnTo>
                    <a:pt x="60" y="12583"/>
                  </a:lnTo>
                  <a:lnTo>
                    <a:pt x="1" y="12897"/>
                  </a:lnTo>
                  <a:lnTo>
                    <a:pt x="60" y="13180"/>
                  </a:lnTo>
                  <a:lnTo>
                    <a:pt x="120" y="13463"/>
                  </a:lnTo>
                  <a:lnTo>
                    <a:pt x="180" y="13746"/>
                  </a:lnTo>
                  <a:lnTo>
                    <a:pt x="269" y="14015"/>
                  </a:lnTo>
                  <a:lnTo>
                    <a:pt x="359" y="14283"/>
                  </a:lnTo>
                  <a:lnTo>
                    <a:pt x="463" y="14566"/>
                  </a:lnTo>
                  <a:lnTo>
                    <a:pt x="567" y="14835"/>
                  </a:lnTo>
                  <a:lnTo>
                    <a:pt x="687" y="15088"/>
                  </a:lnTo>
                  <a:lnTo>
                    <a:pt x="821" y="15356"/>
                  </a:lnTo>
                  <a:lnTo>
                    <a:pt x="970" y="15625"/>
                  </a:lnTo>
                  <a:lnTo>
                    <a:pt x="1119" y="15878"/>
                  </a:lnTo>
                  <a:lnTo>
                    <a:pt x="1283" y="16132"/>
                  </a:lnTo>
                  <a:lnTo>
                    <a:pt x="1447" y="16385"/>
                  </a:lnTo>
                  <a:lnTo>
                    <a:pt x="1626" y="16639"/>
                  </a:lnTo>
                  <a:lnTo>
                    <a:pt x="1820" y="16877"/>
                  </a:lnTo>
                  <a:lnTo>
                    <a:pt x="2013" y="17131"/>
                  </a:lnTo>
                  <a:lnTo>
                    <a:pt x="2431" y="17608"/>
                  </a:lnTo>
                  <a:lnTo>
                    <a:pt x="2893" y="18070"/>
                  </a:lnTo>
                  <a:lnTo>
                    <a:pt x="3370" y="18517"/>
                  </a:lnTo>
                  <a:lnTo>
                    <a:pt x="3892" y="18949"/>
                  </a:lnTo>
                  <a:lnTo>
                    <a:pt x="4443" y="19367"/>
                  </a:lnTo>
                  <a:lnTo>
                    <a:pt x="5040" y="19769"/>
                  </a:lnTo>
                  <a:lnTo>
                    <a:pt x="5651" y="20172"/>
                  </a:lnTo>
                  <a:lnTo>
                    <a:pt x="6292" y="20530"/>
                  </a:lnTo>
                  <a:lnTo>
                    <a:pt x="6948" y="20887"/>
                  </a:lnTo>
                  <a:lnTo>
                    <a:pt x="7649" y="21230"/>
                  </a:lnTo>
                  <a:lnTo>
                    <a:pt x="8364" y="21543"/>
                  </a:lnTo>
                  <a:lnTo>
                    <a:pt x="9110" y="21842"/>
                  </a:lnTo>
                  <a:lnTo>
                    <a:pt x="9870" y="22110"/>
                  </a:lnTo>
                  <a:lnTo>
                    <a:pt x="10660" y="22378"/>
                  </a:lnTo>
                  <a:lnTo>
                    <a:pt x="11480" y="22602"/>
                  </a:lnTo>
                  <a:lnTo>
                    <a:pt x="12300" y="22811"/>
                  </a:lnTo>
                  <a:lnTo>
                    <a:pt x="13150" y="23004"/>
                  </a:lnTo>
                  <a:lnTo>
                    <a:pt x="14015" y="23168"/>
                  </a:lnTo>
                  <a:lnTo>
                    <a:pt x="14894" y="23318"/>
                  </a:lnTo>
                  <a:lnTo>
                    <a:pt x="15804" y="23437"/>
                  </a:lnTo>
                  <a:lnTo>
                    <a:pt x="16713" y="23526"/>
                  </a:lnTo>
                  <a:lnTo>
                    <a:pt x="17637" y="23601"/>
                  </a:lnTo>
                  <a:lnTo>
                    <a:pt x="18577" y="23631"/>
                  </a:lnTo>
                  <a:lnTo>
                    <a:pt x="19531" y="23645"/>
                  </a:lnTo>
                  <a:lnTo>
                    <a:pt x="20545" y="23631"/>
                  </a:lnTo>
                  <a:lnTo>
                    <a:pt x="21543" y="23586"/>
                  </a:lnTo>
                  <a:lnTo>
                    <a:pt x="22527" y="23511"/>
                  </a:lnTo>
                  <a:lnTo>
                    <a:pt x="23482" y="23407"/>
                  </a:lnTo>
                  <a:lnTo>
                    <a:pt x="24436" y="23273"/>
                  </a:lnTo>
                  <a:lnTo>
                    <a:pt x="25360" y="23124"/>
                  </a:lnTo>
                  <a:lnTo>
                    <a:pt x="26284" y="22930"/>
                  </a:lnTo>
                  <a:lnTo>
                    <a:pt x="27164" y="22721"/>
                  </a:lnTo>
                  <a:lnTo>
                    <a:pt x="28044" y="22483"/>
                  </a:lnTo>
                  <a:lnTo>
                    <a:pt x="28878" y="22214"/>
                  </a:lnTo>
                  <a:lnTo>
                    <a:pt x="29698" y="21931"/>
                  </a:lnTo>
                  <a:lnTo>
                    <a:pt x="30503" y="21618"/>
                  </a:lnTo>
                  <a:lnTo>
                    <a:pt x="31264" y="21290"/>
                  </a:lnTo>
                  <a:lnTo>
                    <a:pt x="32009" y="20947"/>
                  </a:lnTo>
                  <a:lnTo>
                    <a:pt x="32725" y="20574"/>
                  </a:lnTo>
                  <a:lnTo>
                    <a:pt x="33411" y="20172"/>
                  </a:lnTo>
                  <a:lnTo>
                    <a:pt x="34052" y="19769"/>
                  </a:lnTo>
                  <a:lnTo>
                    <a:pt x="34663" y="19337"/>
                  </a:lnTo>
                  <a:lnTo>
                    <a:pt x="35259" y="18890"/>
                  </a:lnTo>
                  <a:lnTo>
                    <a:pt x="35528" y="18651"/>
                  </a:lnTo>
                  <a:lnTo>
                    <a:pt x="35796" y="18428"/>
                  </a:lnTo>
                  <a:lnTo>
                    <a:pt x="36064" y="18189"/>
                  </a:lnTo>
                  <a:lnTo>
                    <a:pt x="36303" y="17936"/>
                  </a:lnTo>
                  <a:lnTo>
                    <a:pt x="36556" y="17697"/>
                  </a:lnTo>
                  <a:lnTo>
                    <a:pt x="36780" y="17444"/>
                  </a:lnTo>
                  <a:lnTo>
                    <a:pt x="37004" y="17190"/>
                  </a:lnTo>
                  <a:lnTo>
                    <a:pt x="37212" y="16937"/>
                  </a:lnTo>
                  <a:lnTo>
                    <a:pt x="37421" y="16668"/>
                  </a:lnTo>
                  <a:lnTo>
                    <a:pt x="37615" y="16415"/>
                  </a:lnTo>
                  <a:lnTo>
                    <a:pt x="37794" y="16147"/>
                  </a:lnTo>
                  <a:lnTo>
                    <a:pt x="37958" y="15878"/>
                  </a:lnTo>
                  <a:lnTo>
                    <a:pt x="38122" y="15595"/>
                  </a:lnTo>
                  <a:lnTo>
                    <a:pt x="38271" y="15327"/>
                  </a:lnTo>
                  <a:lnTo>
                    <a:pt x="38405" y="15043"/>
                  </a:lnTo>
                  <a:lnTo>
                    <a:pt x="38524" y="14760"/>
                  </a:lnTo>
                  <a:lnTo>
                    <a:pt x="38643" y="14477"/>
                  </a:lnTo>
                  <a:lnTo>
                    <a:pt x="38748" y="14179"/>
                  </a:lnTo>
                  <a:lnTo>
                    <a:pt x="38837" y="13895"/>
                  </a:lnTo>
                  <a:lnTo>
                    <a:pt x="38927" y="13597"/>
                  </a:lnTo>
                  <a:lnTo>
                    <a:pt x="38986" y="13299"/>
                  </a:lnTo>
                  <a:lnTo>
                    <a:pt x="39046" y="13016"/>
                  </a:lnTo>
                  <a:lnTo>
                    <a:pt x="39091" y="12703"/>
                  </a:lnTo>
                  <a:lnTo>
                    <a:pt x="39121" y="12405"/>
                  </a:lnTo>
                  <a:lnTo>
                    <a:pt x="39135" y="12106"/>
                  </a:lnTo>
                  <a:lnTo>
                    <a:pt x="39150" y="11793"/>
                  </a:lnTo>
                  <a:lnTo>
                    <a:pt x="39150" y="11510"/>
                  </a:lnTo>
                  <a:lnTo>
                    <a:pt x="39121" y="11227"/>
                  </a:lnTo>
                  <a:lnTo>
                    <a:pt x="39091" y="10929"/>
                  </a:lnTo>
                  <a:lnTo>
                    <a:pt x="39061" y="10645"/>
                  </a:lnTo>
                  <a:lnTo>
                    <a:pt x="39001" y="10377"/>
                  </a:lnTo>
                  <a:lnTo>
                    <a:pt x="38942" y="10094"/>
                  </a:lnTo>
                  <a:lnTo>
                    <a:pt x="38882" y="9810"/>
                  </a:lnTo>
                  <a:lnTo>
                    <a:pt x="38793" y="9542"/>
                  </a:lnTo>
                  <a:lnTo>
                    <a:pt x="38703" y="9259"/>
                  </a:lnTo>
                  <a:lnTo>
                    <a:pt x="38599" y="8991"/>
                  </a:lnTo>
                  <a:lnTo>
                    <a:pt x="38479" y="8722"/>
                  </a:lnTo>
                  <a:lnTo>
                    <a:pt x="38360" y="8469"/>
                  </a:lnTo>
                  <a:lnTo>
                    <a:pt x="38226" y="8200"/>
                  </a:lnTo>
                  <a:lnTo>
                    <a:pt x="38092" y="7932"/>
                  </a:lnTo>
                  <a:lnTo>
                    <a:pt x="37928" y="7679"/>
                  </a:lnTo>
                  <a:lnTo>
                    <a:pt x="37779" y="7425"/>
                  </a:lnTo>
                  <a:lnTo>
                    <a:pt x="37600" y="7172"/>
                  </a:lnTo>
                  <a:lnTo>
                    <a:pt x="37421" y="6918"/>
                  </a:lnTo>
                  <a:lnTo>
                    <a:pt x="37227" y="6680"/>
                  </a:lnTo>
                  <a:lnTo>
                    <a:pt x="37033" y="6441"/>
                  </a:lnTo>
                  <a:lnTo>
                    <a:pt x="36616" y="5964"/>
                  </a:lnTo>
                  <a:lnTo>
                    <a:pt x="36154" y="5502"/>
                  </a:lnTo>
                  <a:lnTo>
                    <a:pt x="35662" y="5040"/>
                  </a:lnTo>
                  <a:lnTo>
                    <a:pt x="35140" y="4607"/>
                  </a:lnTo>
                  <a:lnTo>
                    <a:pt x="34588" y="4190"/>
                  </a:lnTo>
                  <a:lnTo>
                    <a:pt x="33992" y="3788"/>
                  </a:lnTo>
                  <a:lnTo>
                    <a:pt x="33381" y="3400"/>
                  </a:lnTo>
                  <a:lnTo>
                    <a:pt x="32740" y="3027"/>
                  </a:lnTo>
                  <a:lnTo>
                    <a:pt x="32069" y="2684"/>
                  </a:lnTo>
                  <a:lnTo>
                    <a:pt x="31368" y="2341"/>
                  </a:lnTo>
                  <a:lnTo>
                    <a:pt x="30653" y="2028"/>
                  </a:lnTo>
                  <a:lnTo>
                    <a:pt x="29907" y="1730"/>
                  </a:lnTo>
                  <a:lnTo>
                    <a:pt x="29147" y="1462"/>
                  </a:lnTo>
                  <a:lnTo>
                    <a:pt x="28357" y="1208"/>
                  </a:lnTo>
                  <a:lnTo>
                    <a:pt x="27537" y="970"/>
                  </a:lnTo>
                  <a:lnTo>
                    <a:pt x="26717" y="761"/>
                  </a:lnTo>
                  <a:lnTo>
                    <a:pt x="25867" y="567"/>
                  </a:lnTo>
                  <a:lnTo>
                    <a:pt x="24987" y="403"/>
                  </a:lnTo>
                  <a:lnTo>
                    <a:pt x="24108" y="269"/>
                  </a:lnTo>
                  <a:lnTo>
                    <a:pt x="23213" y="150"/>
                  </a:lnTo>
                  <a:lnTo>
                    <a:pt x="22289" y="60"/>
                  </a:lnTo>
                  <a:lnTo>
                    <a:pt x="21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2"/>
            <p:cNvSpPr/>
            <p:nvPr/>
          </p:nvSpPr>
          <p:spPr>
            <a:xfrm>
              <a:off x="3334203" y="2230235"/>
              <a:ext cx="593823" cy="358651"/>
            </a:xfrm>
            <a:custGeom>
              <a:rect b="b" l="l" r="r" t="t"/>
              <a:pathLst>
                <a:path extrusionOk="0" fill="none" h="23646" w="39151">
                  <a:moveTo>
                    <a:pt x="39150" y="11793"/>
                  </a:moveTo>
                  <a:lnTo>
                    <a:pt x="39150" y="11793"/>
                  </a:lnTo>
                  <a:lnTo>
                    <a:pt x="39135" y="12106"/>
                  </a:lnTo>
                  <a:lnTo>
                    <a:pt x="39121" y="12405"/>
                  </a:lnTo>
                  <a:lnTo>
                    <a:pt x="39091" y="12703"/>
                  </a:lnTo>
                  <a:lnTo>
                    <a:pt x="39046" y="13016"/>
                  </a:lnTo>
                  <a:lnTo>
                    <a:pt x="38986" y="13299"/>
                  </a:lnTo>
                  <a:lnTo>
                    <a:pt x="38927" y="13597"/>
                  </a:lnTo>
                  <a:lnTo>
                    <a:pt x="38837" y="13895"/>
                  </a:lnTo>
                  <a:lnTo>
                    <a:pt x="38748" y="14179"/>
                  </a:lnTo>
                  <a:lnTo>
                    <a:pt x="38643" y="14477"/>
                  </a:lnTo>
                  <a:lnTo>
                    <a:pt x="38524" y="14760"/>
                  </a:lnTo>
                  <a:lnTo>
                    <a:pt x="38405" y="15043"/>
                  </a:lnTo>
                  <a:lnTo>
                    <a:pt x="38271" y="15327"/>
                  </a:lnTo>
                  <a:lnTo>
                    <a:pt x="38122" y="15595"/>
                  </a:lnTo>
                  <a:lnTo>
                    <a:pt x="37958" y="15878"/>
                  </a:lnTo>
                  <a:lnTo>
                    <a:pt x="37794" y="16147"/>
                  </a:lnTo>
                  <a:lnTo>
                    <a:pt x="37615" y="16415"/>
                  </a:lnTo>
                  <a:lnTo>
                    <a:pt x="37421" y="16668"/>
                  </a:lnTo>
                  <a:lnTo>
                    <a:pt x="37212" y="16937"/>
                  </a:lnTo>
                  <a:lnTo>
                    <a:pt x="37004" y="17190"/>
                  </a:lnTo>
                  <a:lnTo>
                    <a:pt x="36780" y="17444"/>
                  </a:lnTo>
                  <a:lnTo>
                    <a:pt x="36556" y="17697"/>
                  </a:lnTo>
                  <a:lnTo>
                    <a:pt x="36303" y="17936"/>
                  </a:lnTo>
                  <a:lnTo>
                    <a:pt x="36064" y="18189"/>
                  </a:lnTo>
                  <a:lnTo>
                    <a:pt x="35796" y="18428"/>
                  </a:lnTo>
                  <a:lnTo>
                    <a:pt x="35528" y="18651"/>
                  </a:lnTo>
                  <a:lnTo>
                    <a:pt x="35259" y="18890"/>
                  </a:lnTo>
                  <a:lnTo>
                    <a:pt x="34663" y="19337"/>
                  </a:lnTo>
                  <a:lnTo>
                    <a:pt x="34052" y="19769"/>
                  </a:lnTo>
                  <a:lnTo>
                    <a:pt x="33411" y="20172"/>
                  </a:lnTo>
                  <a:lnTo>
                    <a:pt x="32725" y="20574"/>
                  </a:lnTo>
                  <a:lnTo>
                    <a:pt x="32009" y="20947"/>
                  </a:lnTo>
                  <a:lnTo>
                    <a:pt x="31264" y="21290"/>
                  </a:lnTo>
                  <a:lnTo>
                    <a:pt x="30503" y="21618"/>
                  </a:lnTo>
                  <a:lnTo>
                    <a:pt x="29698" y="21931"/>
                  </a:lnTo>
                  <a:lnTo>
                    <a:pt x="28878" y="22214"/>
                  </a:lnTo>
                  <a:lnTo>
                    <a:pt x="28044" y="22483"/>
                  </a:lnTo>
                  <a:lnTo>
                    <a:pt x="27164" y="22721"/>
                  </a:lnTo>
                  <a:lnTo>
                    <a:pt x="26284" y="22930"/>
                  </a:lnTo>
                  <a:lnTo>
                    <a:pt x="25360" y="23124"/>
                  </a:lnTo>
                  <a:lnTo>
                    <a:pt x="24436" y="23273"/>
                  </a:lnTo>
                  <a:lnTo>
                    <a:pt x="23482" y="23407"/>
                  </a:lnTo>
                  <a:lnTo>
                    <a:pt x="22527" y="23511"/>
                  </a:lnTo>
                  <a:lnTo>
                    <a:pt x="21543" y="23586"/>
                  </a:lnTo>
                  <a:lnTo>
                    <a:pt x="20545" y="23631"/>
                  </a:lnTo>
                  <a:lnTo>
                    <a:pt x="19531" y="23645"/>
                  </a:lnTo>
                  <a:lnTo>
                    <a:pt x="19531" y="23645"/>
                  </a:lnTo>
                  <a:lnTo>
                    <a:pt x="18577" y="23631"/>
                  </a:lnTo>
                  <a:lnTo>
                    <a:pt x="17637" y="23601"/>
                  </a:lnTo>
                  <a:lnTo>
                    <a:pt x="16713" y="23526"/>
                  </a:lnTo>
                  <a:lnTo>
                    <a:pt x="15804" y="23437"/>
                  </a:lnTo>
                  <a:lnTo>
                    <a:pt x="14894" y="23318"/>
                  </a:lnTo>
                  <a:lnTo>
                    <a:pt x="14015" y="23168"/>
                  </a:lnTo>
                  <a:lnTo>
                    <a:pt x="13150" y="23004"/>
                  </a:lnTo>
                  <a:lnTo>
                    <a:pt x="12300" y="22811"/>
                  </a:lnTo>
                  <a:lnTo>
                    <a:pt x="11480" y="22602"/>
                  </a:lnTo>
                  <a:lnTo>
                    <a:pt x="10660" y="22378"/>
                  </a:lnTo>
                  <a:lnTo>
                    <a:pt x="9870" y="22110"/>
                  </a:lnTo>
                  <a:lnTo>
                    <a:pt x="9110" y="21842"/>
                  </a:lnTo>
                  <a:lnTo>
                    <a:pt x="8364" y="21543"/>
                  </a:lnTo>
                  <a:lnTo>
                    <a:pt x="7649" y="21230"/>
                  </a:lnTo>
                  <a:lnTo>
                    <a:pt x="6948" y="20887"/>
                  </a:lnTo>
                  <a:lnTo>
                    <a:pt x="6292" y="20530"/>
                  </a:lnTo>
                  <a:lnTo>
                    <a:pt x="5651" y="20172"/>
                  </a:lnTo>
                  <a:lnTo>
                    <a:pt x="5040" y="19769"/>
                  </a:lnTo>
                  <a:lnTo>
                    <a:pt x="4443" y="19367"/>
                  </a:lnTo>
                  <a:lnTo>
                    <a:pt x="3892" y="18949"/>
                  </a:lnTo>
                  <a:lnTo>
                    <a:pt x="3370" y="18517"/>
                  </a:lnTo>
                  <a:lnTo>
                    <a:pt x="2893" y="18070"/>
                  </a:lnTo>
                  <a:lnTo>
                    <a:pt x="2431" y="17608"/>
                  </a:lnTo>
                  <a:lnTo>
                    <a:pt x="2013" y="17131"/>
                  </a:lnTo>
                  <a:lnTo>
                    <a:pt x="1820" y="16877"/>
                  </a:lnTo>
                  <a:lnTo>
                    <a:pt x="1626" y="16639"/>
                  </a:lnTo>
                  <a:lnTo>
                    <a:pt x="1447" y="16385"/>
                  </a:lnTo>
                  <a:lnTo>
                    <a:pt x="1283" y="16132"/>
                  </a:lnTo>
                  <a:lnTo>
                    <a:pt x="1119" y="15878"/>
                  </a:lnTo>
                  <a:lnTo>
                    <a:pt x="970" y="15625"/>
                  </a:lnTo>
                  <a:lnTo>
                    <a:pt x="821" y="15356"/>
                  </a:lnTo>
                  <a:lnTo>
                    <a:pt x="687" y="15088"/>
                  </a:lnTo>
                  <a:lnTo>
                    <a:pt x="567" y="14835"/>
                  </a:lnTo>
                  <a:lnTo>
                    <a:pt x="463" y="14566"/>
                  </a:lnTo>
                  <a:lnTo>
                    <a:pt x="359" y="14283"/>
                  </a:lnTo>
                  <a:lnTo>
                    <a:pt x="269" y="14015"/>
                  </a:lnTo>
                  <a:lnTo>
                    <a:pt x="180" y="13746"/>
                  </a:lnTo>
                  <a:lnTo>
                    <a:pt x="120" y="13463"/>
                  </a:lnTo>
                  <a:lnTo>
                    <a:pt x="60" y="13180"/>
                  </a:lnTo>
                  <a:lnTo>
                    <a:pt x="1" y="12897"/>
                  </a:lnTo>
                  <a:lnTo>
                    <a:pt x="1" y="12897"/>
                  </a:lnTo>
                  <a:lnTo>
                    <a:pt x="60" y="12583"/>
                  </a:lnTo>
                  <a:lnTo>
                    <a:pt x="120" y="12270"/>
                  </a:lnTo>
                  <a:lnTo>
                    <a:pt x="195" y="11942"/>
                  </a:lnTo>
                  <a:lnTo>
                    <a:pt x="284" y="11629"/>
                  </a:lnTo>
                  <a:lnTo>
                    <a:pt x="373" y="11316"/>
                  </a:lnTo>
                  <a:lnTo>
                    <a:pt x="478" y="11018"/>
                  </a:lnTo>
                  <a:lnTo>
                    <a:pt x="597" y="10705"/>
                  </a:lnTo>
                  <a:lnTo>
                    <a:pt x="731" y="10407"/>
                  </a:lnTo>
                  <a:lnTo>
                    <a:pt x="865" y="10094"/>
                  </a:lnTo>
                  <a:lnTo>
                    <a:pt x="1029" y="9796"/>
                  </a:lnTo>
                  <a:lnTo>
                    <a:pt x="1179" y="9512"/>
                  </a:lnTo>
                  <a:lnTo>
                    <a:pt x="1357" y="9214"/>
                  </a:lnTo>
                  <a:lnTo>
                    <a:pt x="1536" y="8931"/>
                  </a:lnTo>
                  <a:lnTo>
                    <a:pt x="1730" y="8633"/>
                  </a:lnTo>
                  <a:lnTo>
                    <a:pt x="1939" y="8349"/>
                  </a:lnTo>
                  <a:lnTo>
                    <a:pt x="2148" y="8066"/>
                  </a:lnTo>
                  <a:lnTo>
                    <a:pt x="2371" y="7798"/>
                  </a:lnTo>
                  <a:lnTo>
                    <a:pt x="2610" y="7530"/>
                  </a:lnTo>
                  <a:lnTo>
                    <a:pt x="2848" y="7246"/>
                  </a:lnTo>
                  <a:lnTo>
                    <a:pt x="3102" y="6993"/>
                  </a:lnTo>
                  <a:lnTo>
                    <a:pt x="3355" y="6724"/>
                  </a:lnTo>
                  <a:lnTo>
                    <a:pt x="3624" y="6456"/>
                  </a:lnTo>
                  <a:lnTo>
                    <a:pt x="4190" y="5949"/>
                  </a:lnTo>
                  <a:lnTo>
                    <a:pt x="4786" y="5472"/>
                  </a:lnTo>
                  <a:lnTo>
                    <a:pt x="5427" y="4995"/>
                  </a:lnTo>
                  <a:lnTo>
                    <a:pt x="6083" y="4533"/>
                  </a:lnTo>
                  <a:lnTo>
                    <a:pt x="6784" y="4086"/>
                  </a:lnTo>
                  <a:lnTo>
                    <a:pt x="7515" y="3668"/>
                  </a:lnTo>
                  <a:lnTo>
                    <a:pt x="8275" y="3266"/>
                  </a:lnTo>
                  <a:lnTo>
                    <a:pt x="9050" y="2893"/>
                  </a:lnTo>
                  <a:lnTo>
                    <a:pt x="9870" y="2520"/>
                  </a:lnTo>
                  <a:lnTo>
                    <a:pt x="10705" y="2177"/>
                  </a:lnTo>
                  <a:lnTo>
                    <a:pt x="11570" y="1864"/>
                  </a:lnTo>
                  <a:lnTo>
                    <a:pt x="12464" y="1566"/>
                  </a:lnTo>
                  <a:lnTo>
                    <a:pt x="13374" y="1283"/>
                  </a:lnTo>
                  <a:lnTo>
                    <a:pt x="14298" y="1044"/>
                  </a:lnTo>
                  <a:lnTo>
                    <a:pt x="15252" y="806"/>
                  </a:lnTo>
                  <a:lnTo>
                    <a:pt x="16236" y="612"/>
                  </a:lnTo>
                  <a:lnTo>
                    <a:pt x="17220" y="433"/>
                  </a:lnTo>
                  <a:lnTo>
                    <a:pt x="18234" y="284"/>
                  </a:lnTo>
                  <a:lnTo>
                    <a:pt x="19262" y="165"/>
                  </a:lnTo>
                  <a:lnTo>
                    <a:pt x="20306" y="60"/>
                  </a:lnTo>
                  <a:lnTo>
                    <a:pt x="21365" y="1"/>
                  </a:lnTo>
                  <a:lnTo>
                    <a:pt x="21365" y="1"/>
                  </a:lnTo>
                  <a:lnTo>
                    <a:pt x="22289" y="60"/>
                  </a:lnTo>
                  <a:lnTo>
                    <a:pt x="23213" y="150"/>
                  </a:lnTo>
                  <a:lnTo>
                    <a:pt x="24108" y="269"/>
                  </a:lnTo>
                  <a:lnTo>
                    <a:pt x="24987" y="403"/>
                  </a:lnTo>
                  <a:lnTo>
                    <a:pt x="25867" y="567"/>
                  </a:lnTo>
                  <a:lnTo>
                    <a:pt x="26717" y="761"/>
                  </a:lnTo>
                  <a:lnTo>
                    <a:pt x="27537" y="970"/>
                  </a:lnTo>
                  <a:lnTo>
                    <a:pt x="28357" y="1208"/>
                  </a:lnTo>
                  <a:lnTo>
                    <a:pt x="29147" y="1462"/>
                  </a:lnTo>
                  <a:lnTo>
                    <a:pt x="29907" y="1730"/>
                  </a:lnTo>
                  <a:lnTo>
                    <a:pt x="30653" y="2028"/>
                  </a:lnTo>
                  <a:lnTo>
                    <a:pt x="31368" y="2341"/>
                  </a:lnTo>
                  <a:lnTo>
                    <a:pt x="32069" y="2684"/>
                  </a:lnTo>
                  <a:lnTo>
                    <a:pt x="32740" y="3027"/>
                  </a:lnTo>
                  <a:lnTo>
                    <a:pt x="33381" y="3400"/>
                  </a:lnTo>
                  <a:lnTo>
                    <a:pt x="33992" y="3788"/>
                  </a:lnTo>
                  <a:lnTo>
                    <a:pt x="34588" y="4190"/>
                  </a:lnTo>
                  <a:lnTo>
                    <a:pt x="35140" y="4607"/>
                  </a:lnTo>
                  <a:lnTo>
                    <a:pt x="35662" y="5040"/>
                  </a:lnTo>
                  <a:lnTo>
                    <a:pt x="36154" y="5502"/>
                  </a:lnTo>
                  <a:lnTo>
                    <a:pt x="36616" y="5964"/>
                  </a:lnTo>
                  <a:lnTo>
                    <a:pt x="37033" y="6441"/>
                  </a:lnTo>
                  <a:lnTo>
                    <a:pt x="37227" y="6680"/>
                  </a:lnTo>
                  <a:lnTo>
                    <a:pt x="37421" y="6918"/>
                  </a:lnTo>
                  <a:lnTo>
                    <a:pt x="37600" y="7172"/>
                  </a:lnTo>
                  <a:lnTo>
                    <a:pt x="37779" y="7425"/>
                  </a:lnTo>
                  <a:lnTo>
                    <a:pt x="37928" y="7679"/>
                  </a:lnTo>
                  <a:lnTo>
                    <a:pt x="38092" y="7932"/>
                  </a:lnTo>
                  <a:lnTo>
                    <a:pt x="38226" y="8200"/>
                  </a:lnTo>
                  <a:lnTo>
                    <a:pt x="38360" y="8469"/>
                  </a:lnTo>
                  <a:lnTo>
                    <a:pt x="38479" y="8722"/>
                  </a:lnTo>
                  <a:lnTo>
                    <a:pt x="38599" y="8991"/>
                  </a:lnTo>
                  <a:lnTo>
                    <a:pt x="38703" y="9259"/>
                  </a:lnTo>
                  <a:lnTo>
                    <a:pt x="38793" y="9542"/>
                  </a:lnTo>
                  <a:lnTo>
                    <a:pt x="38882" y="9810"/>
                  </a:lnTo>
                  <a:lnTo>
                    <a:pt x="38942" y="10094"/>
                  </a:lnTo>
                  <a:lnTo>
                    <a:pt x="39001" y="10377"/>
                  </a:lnTo>
                  <a:lnTo>
                    <a:pt x="39061" y="10645"/>
                  </a:lnTo>
                  <a:lnTo>
                    <a:pt x="39091" y="10929"/>
                  </a:lnTo>
                  <a:lnTo>
                    <a:pt x="39121" y="11227"/>
                  </a:lnTo>
                  <a:lnTo>
                    <a:pt x="39150" y="11510"/>
                  </a:lnTo>
                  <a:lnTo>
                    <a:pt x="39150" y="1179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2"/>
            <p:cNvSpPr/>
            <p:nvPr/>
          </p:nvSpPr>
          <p:spPr>
            <a:xfrm>
              <a:off x="3493174" y="2401416"/>
              <a:ext cx="138403" cy="83679"/>
            </a:xfrm>
            <a:custGeom>
              <a:rect b="b" l="l" r="r" t="t"/>
              <a:pathLst>
                <a:path extrusionOk="0" h="5517" w="9125">
                  <a:moveTo>
                    <a:pt x="4175" y="0"/>
                  </a:moveTo>
                  <a:lnTo>
                    <a:pt x="3772" y="30"/>
                  </a:lnTo>
                  <a:lnTo>
                    <a:pt x="3370" y="90"/>
                  </a:lnTo>
                  <a:lnTo>
                    <a:pt x="2997" y="164"/>
                  </a:lnTo>
                  <a:lnTo>
                    <a:pt x="2624" y="254"/>
                  </a:lnTo>
                  <a:lnTo>
                    <a:pt x="2266" y="373"/>
                  </a:lnTo>
                  <a:lnTo>
                    <a:pt x="1939" y="492"/>
                  </a:lnTo>
                  <a:lnTo>
                    <a:pt x="1625" y="641"/>
                  </a:lnTo>
                  <a:lnTo>
                    <a:pt x="1342" y="805"/>
                  </a:lnTo>
                  <a:lnTo>
                    <a:pt x="1074" y="984"/>
                  </a:lnTo>
                  <a:lnTo>
                    <a:pt x="835" y="1163"/>
                  </a:lnTo>
                  <a:lnTo>
                    <a:pt x="627" y="1372"/>
                  </a:lnTo>
                  <a:lnTo>
                    <a:pt x="433" y="1581"/>
                  </a:lnTo>
                  <a:lnTo>
                    <a:pt x="284" y="1804"/>
                  </a:lnTo>
                  <a:lnTo>
                    <a:pt x="164" y="2028"/>
                  </a:lnTo>
                  <a:lnTo>
                    <a:pt x="75" y="2267"/>
                  </a:lnTo>
                  <a:lnTo>
                    <a:pt x="45" y="2401"/>
                  </a:lnTo>
                  <a:lnTo>
                    <a:pt x="15" y="2520"/>
                  </a:lnTo>
                  <a:lnTo>
                    <a:pt x="0" y="2758"/>
                  </a:lnTo>
                  <a:lnTo>
                    <a:pt x="15" y="2893"/>
                  </a:lnTo>
                  <a:lnTo>
                    <a:pt x="30" y="3027"/>
                  </a:lnTo>
                  <a:lnTo>
                    <a:pt x="60" y="3176"/>
                  </a:lnTo>
                  <a:lnTo>
                    <a:pt x="105" y="3310"/>
                  </a:lnTo>
                  <a:lnTo>
                    <a:pt x="149" y="3444"/>
                  </a:lnTo>
                  <a:lnTo>
                    <a:pt x="209" y="3578"/>
                  </a:lnTo>
                  <a:lnTo>
                    <a:pt x="284" y="3698"/>
                  </a:lnTo>
                  <a:lnTo>
                    <a:pt x="358" y="3832"/>
                  </a:lnTo>
                  <a:lnTo>
                    <a:pt x="463" y="3951"/>
                  </a:lnTo>
                  <a:lnTo>
                    <a:pt x="552" y="4070"/>
                  </a:lnTo>
                  <a:lnTo>
                    <a:pt x="791" y="4294"/>
                  </a:lnTo>
                  <a:lnTo>
                    <a:pt x="1044" y="4503"/>
                  </a:lnTo>
                  <a:lnTo>
                    <a:pt x="1342" y="4697"/>
                  </a:lnTo>
                  <a:lnTo>
                    <a:pt x="1670" y="4875"/>
                  </a:lnTo>
                  <a:lnTo>
                    <a:pt x="2013" y="5039"/>
                  </a:lnTo>
                  <a:lnTo>
                    <a:pt x="2401" y="5174"/>
                  </a:lnTo>
                  <a:lnTo>
                    <a:pt x="2788" y="5293"/>
                  </a:lnTo>
                  <a:lnTo>
                    <a:pt x="3206" y="5382"/>
                  </a:lnTo>
                  <a:lnTo>
                    <a:pt x="3653" y="5457"/>
                  </a:lnTo>
                  <a:lnTo>
                    <a:pt x="4100" y="5502"/>
                  </a:lnTo>
                  <a:lnTo>
                    <a:pt x="4562" y="5517"/>
                  </a:lnTo>
                  <a:lnTo>
                    <a:pt x="5039" y="5502"/>
                  </a:lnTo>
                  <a:lnTo>
                    <a:pt x="5487" y="5457"/>
                  </a:lnTo>
                  <a:lnTo>
                    <a:pt x="5919" y="5382"/>
                  </a:lnTo>
                  <a:lnTo>
                    <a:pt x="6336" y="5293"/>
                  </a:lnTo>
                  <a:lnTo>
                    <a:pt x="6739" y="5174"/>
                  </a:lnTo>
                  <a:lnTo>
                    <a:pt x="7112" y="5039"/>
                  </a:lnTo>
                  <a:lnTo>
                    <a:pt x="7470" y="4875"/>
                  </a:lnTo>
                  <a:lnTo>
                    <a:pt x="7798" y="4697"/>
                  </a:lnTo>
                  <a:lnTo>
                    <a:pt x="8096" y="4503"/>
                  </a:lnTo>
                  <a:lnTo>
                    <a:pt x="8349" y="4294"/>
                  </a:lnTo>
                  <a:lnTo>
                    <a:pt x="8573" y="4070"/>
                  </a:lnTo>
                  <a:lnTo>
                    <a:pt x="8677" y="3951"/>
                  </a:lnTo>
                  <a:lnTo>
                    <a:pt x="8767" y="3832"/>
                  </a:lnTo>
                  <a:lnTo>
                    <a:pt x="8856" y="3698"/>
                  </a:lnTo>
                  <a:lnTo>
                    <a:pt x="8931" y="3578"/>
                  </a:lnTo>
                  <a:lnTo>
                    <a:pt x="8990" y="3444"/>
                  </a:lnTo>
                  <a:lnTo>
                    <a:pt x="9035" y="3310"/>
                  </a:lnTo>
                  <a:lnTo>
                    <a:pt x="9080" y="3176"/>
                  </a:lnTo>
                  <a:lnTo>
                    <a:pt x="9109" y="3027"/>
                  </a:lnTo>
                  <a:lnTo>
                    <a:pt x="9124" y="2893"/>
                  </a:lnTo>
                  <a:lnTo>
                    <a:pt x="9124" y="2758"/>
                  </a:lnTo>
                  <a:lnTo>
                    <a:pt x="9124" y="2609"/>
                  </a:lnTo>
                  <a:lnTo>
                    <a:pt x="9109" y="2475"/>
                  </a:lnTo>
                  <a:lnTo>
                    <a:pt x="9080" y="2326"/>
                  </a:lnTo>
                  <a:lnTo>
                    <a:pt x="9035" y="2192"/>
                  </a:lnTo>
                  <a:lnTo>
                    <a:pt x="8990" y="2058"/>
                  </a:lnTo>
                  <a:lnTo>
                    <a:pt x="8931" y="1939"/>
                  </a:lnTo>
                  <a:lnTo>
                    <a:pt x="8856" y="1804"/>
                  </a:lnTo>
                  <a:lnTo>
                    <a:pt x="8767" y="1685"/>
                  </a:lnTo>
                  <a:lnTo>
                    <a:pt x="8677" y="1551"/>
                  </a:lnTo>
                  <a:lnTo>
                    <a:pt x="8573" y="1432"/>
                  </a:lnTo>
                  <a:lnTo>
                    <a:pt x="8349" y="1208"/>
                  </a:lnTo>
                  <a:lnTo>
                    <a:pt x="8096" y="999"/>
                  </a:lnTo>
                  <a:lnTo>
                    <a:pt x="7798" y="805"/>
                  </a:lnTo>
                  <a:lnTo>
                    <a:pt x="7470" y="627"/>
                  </a:lnTo>
                  <a:lnTo>
                    <a:pt x="7112" y="463"/>
                  </a:lnTo>
                  <a:lnTo>
                    <a:pt x="6739" y="328"/>
                  </a:lnTo>
                  <a:lnTo>
                    <a:pt x="6336" y="209"/>
                  </a:lnTo>
                  <a:lnTo>
                    <a:pt x="5919" y="120"/>
                  </a:lnTo>
                  <a:lnTo>
                    <a:pt x="5487" y="45"/>
                  </a:lnTo>
                  <a:lnTo>
                    <a:pt x="5039" y="15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rgbClr val="F9CC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2"/>
            <p:cNvSpPr/>
            <p:nvPr/>
          </p:nvSpPr>
          <p:spPr>
            <a:xfrm>
              <a:off x="3493174" y="2401416"/>
              <a:ext cx="138403" cy="83679"/>
            </a:xfrm>
            <a:custGeom>
              <a:rect b="b" l="l" r="r" t="t"/>
              <a:pathLst>
                <a:path extrusionOk="0" fill="none" h="5517" w="9125">
                  <a:moveTo>
                    <a:pt x="4562" y="0"/>
                  </a:moveTo>
                  <a:lnTo>
                    <a:pt x="4562" y="0"/>
                  </a:lnTo>
                  <a:lnTo>
                    <a:pt x="4175" y="0"/>
                  </a:lnTo>
                  <a:lnTo>
                    <a:pt x="4175" y="0"/>
                  </a:lnTo>
                  <a:lnTo>
                    <a:pt x="3772" y="30"/>
                  </a:lnTo>
                  <a:lnTo>
                    <a:pt x="3370" y="90"/>
                  </a:lnTo>
                  <a:lnTo>
                    <a:pt x="2997" y="164"/>
                  </a:lnTo>
                  <a:lnTo>
                    <a:pt x="2624" y="254"/>
                  </a:lnTo>
                  <a:lnTo>
                    <a:pt x="2266" y="373"/>
                  </a:lnTo>
                  <a:lnTo>
                    <a:pt x="1939" y="492"/>
                  </a:lnTo>
                  <a:lnTo>
                    <a:pt x="1625" y="641"/>
                  </a:lnTo>
                  <a:lnTo>
                    <a:pt x="1342" y="805"/>
                  </a:lnTo>
                  <a:lnTo>
                    <a:pt x="1074" y="984"/>
                  </a:lnTo>
                  <a:lnTo>
                    <a:pt x="835" y="1163"/>
                  </a:lnTo>
                  <a:lnTo>
                    <a:pt x="627" y="1372"/>
                  </a:lnTo>
                  <a:lnTo>
                    <a:pt x="433" y="1581"/>
                  </a:lnTo>
                  <a:lnTo>
                    <a:pt x="284" y="1804"/>
                  </a:lnTo>
                  <a:lnTo>
                    <a:pt x="164" y="2028"/>
                  </a:lnTo>
                  <a:lnTo>
                    <a:pt x="75" y="2267"/>
                  </a:lnTo>
                  <a:lnTo>
                    <a:pt x="45" y="2401"/>
                  </a:lnTo>
                  <a:lnTo>
                    <a:pt x="15" y="2520"/>
                  </a:lnTo>
                  <a:lnTo>
                    <a:pt x="15" y="2520"/>
                  </a:lnTo>
                  <a:lnTo>
                    <a:pt x="0" y="2758"/>
                  </a:lnTo>
                  <a:lnTo>
                    <a:pt x="0" y="2758"/>
                  </a:lnTo>
                  <a:lnTo>
                    <a:pt x="15" y="2893"/>
                  </a:lnTo>
                  <a:lnTo>
                    <a:pt x="30" y="3027"/>
                  </a:lnTo>
                  <a:lnTo>
                    <a:pt x="60" y="3176"/>
                  </a:lnTo>
                  <a:lnTo>
                    <a:pt x="105" y="3310"/>
                  </a:lnTo>
                  <a:lnTo>
                    <a:pt x="149" y="3444"/>
                  </a:lnTo>
                  <a:lnTo>
                    <a:pt x="209" y="3578"/>
                  </a:lnTo>
                  <a:lnTo>
                    <a:pt x="284" y="3698"/>
                  </a:lnTo>
                  <a:lnTo>
                    <a:pt x="358" y="3832"/>
                  </a:lnTo>
                  <a:lnTo>
                    <a:pt x="463" y="3951"/>
                  </a:lnTo>
                  <a:lnTo>
                    <a:pt x="552" y="4070"/>
                  </a:lnTo>
                  <a:lnTo>
                    <a:pt x="791" y="4294"/>
                  </a:lnTo>
                  <a:lnTo>
                    <a:pt x="1044" y="4503"/>
                  </a:lnTo>
                  <a:lnTo>
                    <a:pt x="1342" y="4697"/>
                  </a:lnTo>
                  <a:lnTo>
                    <a:pt x="1670" y="4875"/>
                  </a:lnTo>
                  <a:lnTo>
                    <a:pt x="2013" y="5039"/>
                  </a:lnTo>
                  <a:lnTo>
                    <a:pt x="2401" y="5174"/>
                  </a:lnTo>
                  <a:lnTo>
                    <a:pt x="2788" y="5293"/>
                  </a:lnTo>
                  <a:lnTo>
                    <a:pt x="3206" y="5382"/>
                  </a:lnTo>
                  <a:lnTo>
                    <a:pt x="3653" y="5457"/>
                  </a:lnTo>
                  <a:lnTo>
                    <a:pt x="4100" y="5502"/>
                  </a:lnTo>
                  <a:lnTo>
                    <a:pt x="4562" y="5517"/>
                  </a:lnTo>
                  <a:lnTo>
                    <a:pt x="4562" y="5517"/>
                  </a:lnTo>
                  <a:lnTo>
                    <a:pt x="5039" y="5502"/>
                  </a:lnTo>
                  <a:lnTo>
                    <a:pt x="5487" y="5457"/>
                  </a:lnTo>
                  <a:lnTo>
                    <a:pt x="5919" y="5382"/>
                  </a:lnTo>
                  <a:lnTo>
                    <a:pt x="6336" y="5293"/>
                  </a:lnTo>
                  <a:lnTo>
                    <a:pt x="6739" y="5174"/>
                  </a:lnTo>
                  <a:lnTo>
                    <a:pt x="7112" y="5039"/>
                  </a:lnTo>
                  <a:lnTo>
                    <a:pt x="7470" y="4875"/>
                  </a:lnTo>
                  <a:lnTo>
                    <a:pt x="7798" y="4697"/>
                  </a:lnTo>
                  <a:lnTo>
                    <a:pt x="8096" y="4503"/>
                  </a:lnTo>
                  <a:lnTo>
                    <a:pt x="8349" y="4294"/>
                  </a:lnTo>
                  <a:lnTo>
                    <a:pt x="8573" y="4070"/>
                  </a:lnTo>
                  <a:lnTo>
                    <a:pt x="8677" y="3951"/>
                  </a:lnTo>
                  <a:lnTo>
                    <a:pt x="8767" y="3832"/>
                  </a:lnTo>
                  <a:lnTo>
                    <a:pt x="8856" y="3698"/>
                  </a:lnTo>
                  <a:lnTo>
                    <a:pt x="8931" y="3578"/>
                  </a:lnTo>
                  <a:lnTo>
                    <a:pt x="8990" y="3444"/>
                  </a:lnTo>
                  <a:lnTo>
                    <a:pt x="9035" y="3310"/>
                  </a:lnTo>
                  <a:lnTo>
                    <a:pt x="9080" y="3176"/>
                  </a:lnTo>
                  <a:lnTo>
                    <a:pt x="9109" y="3027"/>
                  </a:lnTo>
                  <a:lnTo>
                    <a:pt x="9124" y="2893"/>
                  </a:lnTo>
                  <a:lnTo>
                    <a:pt x="9124" y="2758"/>
                  </a:lnTo>
                  <a:lnTo>
                    <a:pt x="9124" y="2758"/>
                  </a:lnTo>
                  <a:lnTo>
                    <a:pt x="9124" y="2609"/>
                  </a:lnTo>
                  <a:lnTo>
                    <a:pt x="9109" y="2475"/>
                  </a:lnTo>
                  <a:lnTo>
                    <a:pt x="9080" y="2326"/>
                  </a:lnTo>
                  <a:lnTo>
                    <a:pt x="9035" y="2192"/>
                  </a:lnTo>
                  <a:lnTo>
                    <a:pt x="8990" y="2058"/>
                  </a:lnTo>
                  <a:lnTo>
                    <a:pt x="8931" y="1939"/>
                  </a:lnTo>
                  <a:lnTo>
                    <a:pt x="8856" y="1804"/>
                  </a:lnTo>
                  <a:lnTo>
                    <a:pt x="8767" y="1685"/>
                  </a:lnTo>
                  <a:lnTo>
                    <a:pt x="8677" y="1551"/>
                  </a:lnTo>
                  <a:lnTo>
                    <a:pt x="8573" y="1432"/>
                  </a:lnTo>
                  <a:lnTo>
                    <a:pt x="8349" y="1208"/>
                  </a:lnTo>
                  <a:lnTo>
                    <a:pt x="8096" y="999"/>
                  </a:lnTo>
                  <a:lnTo>
                    <a:pt x="7798" y="805"/>
                  </a:lnTo>
                  <a:lnTo>
                    <a:pt x="7470" y="627"/>
                  </a:lnTo>
                  <a:lnTo>
                    <a:pt x="7112" y="463"/>
                  </a:lnTo>
                  <a:lnTo>
                    <a:pt x="6739" y="328"/>
                  </a:lnTo>
                  <a:lnTo>
                    <a:pt x="6336" y="209"/>
                  </a:lnTo>
                  <a:lnTo>
                    <a:pt x="5919" y="120"/>
                  </a:lnTo>
                  <a:lnTo>
                    <a:pt x="5487" y="45"/>
                  </a:lnTo>
                  <a:lnTo>
                    <a:pt x="5039" y="15"/>
                  </a:lnTo>
                  <a:lnTo>
                    <a:pt x="456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2"/>
            <p:cNvSpPr/>
            <p:nvPr/>
          </p:nvSpPr>
          <p:spPr>
            <a:xfrm>
              <a:off x="3909688" y="2346691"/>
              <a:ext cx="18338" cy="23980"/>
            </a:xfrm>
            <a:custGeom>
              <a:rect b="b" l="l" r="r" t="t"/>
              <a:pathLst>
                <a:path extrusionOk="0" h="1581" w="1209">
                  <a:moveTo>
                    <a:pt x="1" y="1"/>
                  </a:moveTo>
                  <a:lnTo>
                    <a:pt x="224" y="388"/>
                  </a:lnTo>
                  <a:lnTo>
                    <a:pt x="418" y="776"/>
                  </a:lnTo>
                  <a:lnTo>
                    <a:pt x="597" y="1178"/>
                  </a:lnTo>
                  <a:lnTo>
                    <a:pt x="761" y="1581"/>
                  </a:lnTo>
                  <a:lnTo>
                    <a:pt x="851" y="1506"/>
                  </a:lnTo>
                  <a:lnTo>
                    <a:pt x="940" y="1432"/>
                  </a:lnTo>
                  <a:lnTo>
                    <a:pt x="1015" y="1357"/>
                  </a:lnTo>
                  <a:lnTo>
                    <a:pt x="1089" y="1283"/>
                  </a:lnTo>
                  <a:lnTo>
                    <a:pt x="1134" y="1193"/>
                  </a:lnTo>
                  <a:lnTo>
                    <a:pt x="1179" y="1104"/>
                  </a:lnTo>
                  <a:lnTo>
                    <a:pt x="1193" y="1014"/>
                  </a:lnTo>
                  <a:lnTo>
                    <a:pt x="1208" y="910"/>
                  </a:lnTo>
                  <a:lnTo>
                    <a:pt x="1208" y="835"/>
                  </a:lnTo>
                  <a:lnTo>
                    <a:pt x="1179" y="746"/>
                  </a:lnTo>
                  <a:lnTo>
                    <a:pt x="1149" y="671"/>
                  </a:lnTo>
                  <a:lnTo>
                    <a:pt x="1119" y="597"/>
                  </a:lnTo>
                  <a:lnTo>
                    <a:pt x="1059" y="522"/>
                  </a:lnTo>
                  <a:lnTo>
                    <a:pt x="1000" y="448"/>
                  </a:lnTo>
                  <a:lnTo>
                    <a:pt x="865" y="329"/>
                  </a:lnTo>
                  <a:lnTo>
                    <a:pt x="687" y="209"/>
                  </a:lnTo>
                  <a:lnTo>
                    <a:pt x="478" y="120"/>
                  </a:lnTo>
                  <a:lnTo>
                    <a:pt x="239" y="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4B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2"/>
            <p:cNvSpPr/>
            <p:nvPr/>
          </p:nvSpPr>
          <p:spPr>
            <a:xfrm>
              <a:off x="3909688" y="2346691"/>
              <a:ext cx="18338" cy="23980"/>
            </a:xfrm>
            <a:custGeom>
              <a:rect b="b" l="l" r="r" t="t"/>
              <a:pathLst>
                <a:path extrusionOk="0" fill="none" h="1581" w="1209">
                  <a:moveTo>
                    <a:pt x="1" y="1"/>
                  </a:moveTo>
                  <a:lnTo>
                    <a:pt x="1" y="1"/>
                  </a:lnTo>
                  <a:lnTo>
                    <a:pt x="224" y="388"/>
                  </a:lnTo>
                  <a:lnTo>
                    <a:pt x="418" y="776"/>
                  </a:lnTo>
                  <a:lnTo>
                    <a:pt x="597" y="1178"/>
                  </a:lnTo>
                  <a:lnTo>
                    <a:pt x="761" y="1581"/>
                  </a:lnTo>
                  <a:lnTo>
                    <a:pt x="761" y="1581"/>
                  </a:lnTo>
                  <a:lnTo>
                    <a:pt x="851" y="1506"/>
                  </a:lnTo>
                  <a:lnTo>
                    <a:pt x="940" y="1432"/>
                  </a:lnTo>
                  <a:lnTo>
                    <a:pt x="1015" y="1357"/>
                  </a:lnTo>
                  <a:lnTo>
                    <a:pt x="1089" y="1283"/>
                  </a:lnTo>
                  <a:lnTo>
                    <a:pt x="1134" y="1193"/>
                  </a:lnTo>
                  <a:lnTo>
                    <a:pt x="1179" y="1104"/>
                  </a:lnTo>
                  <a:lnTo>
                    <a:pt x="1193" y="1014"/>
                  </a:lnTo>
                  <a:lnTo>
                    <a:pt x="1208" y="910"/>
                  </a:lnTo>
                  <a:lnTo>
                    <a:pt x="1208" y="910"/>
                  </a:lnTo>
                  <a:lnTo>
                    <a:pt x="1208" y="835"/>
                  </a:lnTo>
                  <a:lnTo>
                    <a:pt x="1179" y="746"/>
                  </a:lnTo>
                  <a:lnTo>
                    <a:pt x="1149" y="671"/>
                  </a:lnTo>
                  <a:lnTo>
                    <a:pt x="1119" y="597"/>
                  </a:lnTo>
                  <a:lnTo>
                    <a:pt x="1059" y="522"/>
                  </a:lnTo>
                  <a:lnTo>
                    <a:pt x="1000" y="448"/>
                  </a:lnTo>
                  <a:lnTo>
                    <a:pt x="865" y="329"/>
                  </a:lnTo>
                  <a:lnTo>
                    <a:pt x="687" y="209"/>
                  </a:lnTo>
                  <a:lnTo>
                    <a:pt x="478" y="120"/>
                  </a:lnTo>
                  <a:lnTo>
                    <a:pt x="239" y="45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2"/>
            <p:cNvSpPr/>
            <p:nvPr/>
          </p:nvSpPr>
          <p:spPr>
            <a:xfrm>
              <a:off x="3881204" y="2346464"/>
              <a:ext cx="40042" cy="28287"/>
            </a:xfrm>
            <a:custGeom>
              <a:rect b="b" l="l" r="r" t="t"/>
              <a:pathLst>
                <a:path extrusionOk="0" h="1865" w="2640">
                  <a:moveTo>
                    <a:pt x="1417" y="1"/>
                  </a:moveTo>
                  <a:lnTo>
                    <a:pt x="1148" y="31"/>
                  </a:lnTo>
                  <a:lnTo>
                    <a:pt x="895" y="90"/>
                  </a:lnTo>
                  <a:lnTo>
                    <a:pt x="656" y="165"/>
                  </a:lnTo>
                  <a:lnTo>
                    <a:pt x="462" y="269"/>
                  </a:lnTo>
                  <a:lnTo>
                    <a:pt x="284" y="388"/>
                  </a:lnTo>
                  <a:lnTo>
                    <a:pt x="209" y="463"/>
                  </a:lnTo>
                  <a:lnTo>
                    <a:pt x="149" y="537"/>
                  </a:lnTo>
                  <a:lnTo>
                    <a:pt x="105" y="612"/>
                  </a:lnTo>
                  <a:lnTo>
                    <a:pt x="60" y="686"/>
                  </a:lnTo>
                  <a:lnTo>
                    <a:pt x="30" y="761"/>
                  </a:lnTo>
                  <a:lnTo>
                    <a:pt x="15" y="850"/>
                  </a:lnTo>
                  <a:lnTo>
                    <a:pt x="0" y="925"/>
                  </a:lnTo>
                  <a:lnTo>
                    <a:pt x="15" y="1029"/>
                  </a:lnTo>
                  <a:lnTo>
                    <a:pt x="30" y="1119"/>
                  </a:lnTo>
                  <a:lnTo>
                    <a:pt x="75" y="1208"/>
                  </a:lnTo>
                  <a:lnTo>
                    <a:pt x="120" y="1298"/>
                  </a:lnTo>
                  <a:lnTo>
                    <a:pt x="194" y="1372"/>
                  </a:lnTo>
                  <a:lnTo>
                    <a:pt x="269" y="1447"/>
                  </a:lnTo>
                  <a:lnTo>
                    <a:pt x="358" y="1521"/>
                  </a:lnTo>
                  <a:lnTo>
                    <a:pt x="462" y="1596"/>
                  </a:lnTo>
                  <a:lnTo>
                    <a:pt x="567" y="1656"/>
                  </a:lnTo>
                  <a:lnTo>
                    <a:pt x="686" y="1700"/>
                  </a:lnTo>
                  <a:lnTo>
                    <a:pt x="805" y="1745"/>
                  </a:lnTo>
                  <a:lnTo>
                    <a:pt x="940" y="1790"/>
                  </a:lnTo>
                  <a:lnTo>
                    <a:pt x="1089" y="1820"/>
                  </a:lnTo>
                  <a:lnTo>
                    <a:pt x="1238" y="1849"/>
                  </a:lnTo>
                  <a:lnTo>
                    <a:pt x="1387" y="1849"/>
                  </a:lnTo>
                  <a:lnTo>
                    <a:pt x="1551" y="1864"/>
                  </a:lnTo>
                  <a:lnTo>
                    <a:pt x="1700" y="1849"/>
                  </a:lnTo>
                  <a:lnTo>
                    <a:pt x="1849" y="1849"/>
                  </a:lnTo>
                  <a:lnTo>
                    <a:pt x="1998" y="1820"/>
                  </a:lnTo>
                  <a:lnTo>
                    <a:pt x="2147" y="1790"/>
                  </a:lnTo>
                  <a:lnTo>
                    <a:pt x="2281" y="1745"/>
                  </a:lnTo>
                  <a:lnTo>
                    <a:pt x="2401" y="1700"/>
                  </a:lnTo>
                  <a:lnTo>
                    <a:pt x="2520" y="1656"/>
                  </a:lnTo>
                  <a:lnTo>
                    <a:pt x="2639" y="1596"/>
                  </a:lnTo>
                  <a:lnTo>
                    <a:pt x="2475" y="1193"/>
                  </a:lnTo>
                  <a:lnTo>
                    <a:pt x="2296" y="791"/>
                  </a:lnTo>
                  <a:lnTo>
                    <a:pt x="2102" y="403"/>
                  </a:lnTo>
                  <a:lnTo>
                    <a:pt x="1879" y="16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rgbClr val="F9CC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2"/>
            <p:cNvSpPr/>
            <p:nvPr/>
          </p:nvSpPr>
          <p:spPr>
            <a:xfrm>
              <a:off x="3881204" y="2346464"/>
              <a:ext cx="40042" cy="28287"/>
            </a:xfrm>
            <a:custGeom>
              <a:rect b="b" l="l" r="r" t="t"/>
              <a:pathLst>
                <a:path extrusionOk="0" fill="none" h="1865" w="2640">
                  <a:moveTo>
                    <a:pt x="1551" y="1"/>
                  </a:moveTo>
                  <a:lnTo>
                    <a:pt x="1551" y="1"/>
                  </a:lnTo>
                  <a:lnTo>
                    <a:pt x="1417" y="1"/>
                  </a:lnTo>
                  <a:lnTo>
                    <a:pt x="1417" y="1"/>
                  </a:lnTo>
                  <a:lnTo>
                    <a:pt x="1148" y="31"/>
                  </a:lnTo>
                  <a:lnTo>
                    <a:pt x="895" y="90"/>
                  </a:lnTo>
                  <a:lnTo>
                    <a:pt x="656" y="165"/>
                  </a:lnTo>
                  <a:lnTo>
                    <a:pt x="462" y="269"/>
                  </a:lnTo>
                  <a:lnTo>
                    <a:pt x="284" y="388"/>
                  </a:lnTo>
                  <a:lnTo>
                    <a:pt x="209" y="463"/>
                  </a:lnTo>
                  <a:lnTo>
                    <a:pt x="149" y="537"/>
                  </a:lnTo>
                  <a:lnTo>
                    <a:pt x="105" y="612"/>
                  </a:lnTo>
                  <a:lnTo>
                    <a:pt x="60" y="686"/>
                  </a:lnTo>
                  <a:lnTo>
                    <a:pt x="30" y="761"/>
                  </a:lnTo>
                  <a:lnTo>
                    <a:pt x="15" y="850"/>
                  </a:lnTo>
                  <a:lnTo>
                    <a:pt x="15" y="850"/>
                  </a:lnTo>
                  <a:lnTo>
                    <a:pt x="0" y="925"/>
                  </a:lnTo>
                  <a:lnTo>
                    <a:pt x="0" y="925"/>
                  </a:lnTo>
                  <a:lnTo>
                    <a:pt x="15" y="1029"/>
                  </a:lnTo>
                  <a:lnTo>
                    <a:pt x="30" y="1119"/>
                  </a:lnTo>
                  <a:lnTo>
                    <a:pt x="75" y="1208"/>
                  </a:lnTo>
                  <a:lnTo>
                    <a:pt x="120" y="1298"/>
                  </a:lnTo>
                  <a:lnTo>
                    <a:pt x="194" y="1372"/>
                  </a:lnTo>
                  <a:lnTo>
                    <a:pt x="269" y="1447"/>
                  </a:lnTo>
                  <a:lnTo>
                    <a:pt x="358" y="1521"/>
                  </a:lnTo>
                  <a:lnTo>
                    <a:pt x="462" y="1596"/>
                  </a:lnTo>
                  <a:lnTo>
                    <a:pt x="567" y="1656"/>
                  </a:lnTo>
                  <a:lnTo>
                    <a:pt x="686" y="1700"/>
                  </a:lnTo>
                  <a:lnTo>
                    <a:pt x="805" y="1745"/>
                  </a:lnTo>
                  <a:lnTo>
                    <a:pt x="940" y="1790"/>
                  </a:lnTo>
                  <a:lnTo>
                    <a:pt x="1089" y="1820"/>
                  </a:lnTo>
                  <a:lnTo>
                    <a:pt x="1238" y="1849"/>
                  </a:lnTo>
                  <a:lnTo>
                    <a:pt x="1387" y="1849"/>
                  </a:lnTo>
                  <a:lnTo>
                    <a:pt x="1551" y="1864"/>
                  </a:lnTo>
                  <a:lnTo>
                    <a:pt x="1551" y="1864"/>
                  </a:lnTo>
                  <a:lnTo>
                    <a:pt x="1700" y="1849"/>
                  </a:lnTo>
                  <a:lnTo>
                    <a:pt x="1849" y="1849"/>
                  </a:lnTo>
                  <a:lnTo>
                    <a:pt x="1998" y="1820"/>
                  </a:lnTo>
                  <a:lnTo>
                    <a:pt x="2147" y="1790"/>
                  </a:lnTo>
                  <a:lnTo>
                    <a:pt x="2281" y="1745"/>
                  </a:lnTo>
                  <a:lnTo>
                    <a:pt x="2401" y="1700"/>
                  </a:lnTo>
                  <a:lnTo>
                    <a:pt x="2520" y="1656"/>
                  </a:lnTo>
                  <a:lnTo>
                    <a:pt x="2639" y="1596"/>
                  </a:lnTo>
                  <a:lnTo>
                    <a:pt x="2639" y="1596"/>
                  </a:lnTo>
                  <a:lnTo>
                    <a:pt x="2475" y="1193"/>
                  </a:lnTo>
                  <a:lnTo>
                    <a:pt x="2296" y="791"/>
                  </a:lnTo>
                  <a:lnTo>
                    <a:pt x="2102" y="403"/>
                  </a:lnTo>
                  <a:lnTo>
                    <a:pt x="1879" y="16"/>
                  </a:lnTo>
                  <a:lnTo>
                    <a:pt x="1879" y="16"/>
                  </a:lnTo>
                  <a:lnTo>
                    <a:pt x="1715" y="1"/>
                  </a:lnTo>
                  <a:lnTo>
                    <a:pt x="155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2"/>
            <p:cNvSpPr/>
            <p:nvPr/>
          </p:nvSpPr>
          <p:spPr>
            <a:xfrm>
              <a:off x="3692839" y="2263483"/>
              <a:ext cx="90459" cy="54740"/>
            </a:xfrm>
            <a:custGeom>
              <a:rect b="b" l="l" r="r" t="t"/>
              <a:pathLst>
                <a:path extrusionOk="0" h="3609" w="5964">
                  <a:moveTo>
                    <a:pt x="2982" y="0"/>
                  </a:moveTo>
                  <a:lnTo>
                    <a:pt x="2729" y="15"/>
                  </a:lnTo>
                  <a:lnTo>
                    <a:pt x="2460" y="30"/>
                  </a:lnTo>
                  <a:lnTo>
                    <a:pt x="2207" y="60"/>
                  </a:lnTo>
                  <a:lnTo>
                    <a:pt x="1954" y="120"/>
                  </a:lnTo>
                  <a:lnTo>
                    <a:pt x="1715" y="179"/>
                  </a:lnTo>
                  <a:lnTo>
                    <a:pt x="1476" y="254"/>
                  </a:lnTo>
                  <a:lnTo>
                    <a:pt x="1268" y="328"/>
                  </a:lnTo>
                  <a:lnTo>
                    <a:pt x="1059" y="433"/>
                  </a:lnTo>
                  <a:lnTo>
                    <a:pt x="865" y="537"/>
                  </a:lnTo>
                  <a:lnTo>
                    <a:pt x="701" y="641"/>
                  </a:lnTo>
                  <a:lnTo>
                    <a:pt x="537" y="776"/>
                  </a:lnTo>
                  <a:lnTo>
                    <a:pt x="403" y="895"/>
                  </a:lnTo>
                  <a:lnTo>
                    <a:pt x="284" y="1044"/>
                  </a:lnTo>
                  <a:lnTo>
                    <a:pt x="179" y="1178"/>
                  </a:lnTo>
                  <a:lnTo>
                    <a:pt x="105" y="1342"/>
                  </a:lnTo>
                  <a:lnTo>
                    <a:pt x="45" y="1491"/>
                  </a:lnTo>
                  <a:lnTo>
                    <a:pt x="15" y="1655"/>
                  </a:lnTo>
                  <a:lnTo>
                    <a:pt x="1" y="1804"/>
                  </a:lnTo>
                  <a:lnTo>
                    <a:pt x="15" y="1998"/>
                  </a:lnTo>
                  <a:lnTo>
                    <a:pt x="60" y="2177"/>
                  </a:lnTo>
                  <a:lnTo>
                    <a:pt x="135" y="2341"/>
                  </a:lnTo>
                  <a:lnTo>
                    <a:pt x="239" y="2505"/>
                  </a:lnTo>
                  <a:lnTo>
                    <a:pt x="358" y="2669"/>
                  </a:lnTo>
                  <a:lnTo>
                    <a:pt x="507" y="2818"/>
                  </a:lnTo>
                  <a:lnTo>
                    <a:pt x="686" y="2952"/>
                  </a:lnTo>
                  <a:lnTo>
                    <a:pt x="880" y="3086"/>
                  </a:lnTo>
                  <a:lnTo>
                    <a:pt x="1089" y="3191"/>
                  </a:lnTo>
                  <a:lnTo>
                    <a:pt x="1312" y="3295"/>
                  </a:lnTo>
                  <a:lnTo>
                    <a:pt x="1566" y="3385"/>
                  </a:lnTo>
                  <a:lnTo>
                    <a:pt x="1819" y="3474"/>
                  </a:lnTo>
                  <a:lnTo>
                    <a:pt x="2088" y="3534"/>
                  </a:lnTo>
                  <a:lnTo>
                    <a:pt x="2386" y="3578"/>
                  </a:lnTo>
                  <a:lnTo>
                    <a:pt x="2684" y="3593"/>
                  </a:lnTo>
                  <a:lnTo>
                    <a:pt x="2982" y="3608"/>
                  </a:lnTo>
                  <a:lnTo>
                    <a:pt x="3280" y="3593"/>
                  </a:lnTo>
                  <a:lnTo>
                    <a:pt x="3579" y="3578"/>
                  </a:lnTo>
                  <a:lnTo>
                    <a:pt x="3862" y="3534"/>
                  </a:lnTo>
                  <a:lnTo>
                    <a:pt x="4145" y="3474"/>
                  </a:lnTo>
                  <a:lnTo>
                    <a:pt x="4399" y="3385"/>
                  </a:lnTo>
                  <a:lnTo>
                    <a:pt x="4652" y="3295"/>
                  </a:lnTo>
                  <a:lnTo>
                    <a:pt x="4876" y="3191"/>
                  </a:lnTo>
                  <a:lnTo>
                    <a:pt x="5084" y="3086"/>
                  </a:lnTo>
                  <a:lnTo>
                    <a:pt x="5278" y="2952"/>
                  </a:lnTo>
                  <a:lnTo>
                    <a:pt x="5457" y="2818"/>
                  </a:lnTo>
                  <a:lnTo>
                    <a:pt x="5606" y="2669"/>
                  </a:lnTo>
                  <a:lnTo>
                    <a:pt x="5725" y="2505"/>
                  </a:lnTo>
                  <a:lnTo>
                    <a:pt x="5830" y="2341"/>
                  </a:lnTo>
                  <a:lnTo>
                    <a:pt x="5904" y="2177"/>
                  </a:lnTo>
                  <a:lnTo>
                    <a:pt x="5949" y="1998"/>
                  </a:lnTo>
                  <a:lnTo>
                    <a:pt x="5964" y="1804"/>
                  </a:lnTo>
                  <a:lnTo>
                    <a:pt x="5949" y="1625"/>
                  </a:lnTo>
                  <a:lnTo>
                    <a:pt x="5904" y="1446"/>
                  </a:lnTo>
                  <a:lnTo>
                    <a:pt x="5830" y="1268"/>
                  </a:lnTo>
                  <a:lnTo>
                    <a:pt x="5725" y="1104"/>
                  </a:lnTo>
                  <a:lnTo>
                    <a:pt x="5606" y="954"/>
                  </a:lnTo>
                  <a:lnTo>
                    <a:pt x="5457" y="805"/>
                  </a:lnTo>
                  <a:lnTo>
                    <a:pt x="5278" y="656"/>
                  </a:lnTo>
                  <a:lnTo>
                    <a:pt x="5084" y="537"/>
                  </a:lnTo>
                  <a:lnTo>
                    <a:pt x="4876" y="418"/>
                  </a:lnTo>
                  <a:lnTo>
                    <a:pt x="4652" y="313"/>
                  </a:lnTo>
                  <a:lnTo>
                    <a:pt x="4399" y="224"/>
                  </a:lnTo>
                  <a:lnTo>
                    <a:pt x="4145" y="149"/>
                  </a:lnTo>
                  <a:lnTo>
                    <a:pt x="3862" y="90"/>
                  </a:lnTo>
                  <a:lnTo>
                    <a:pt x="3579" y="45"/>
                  </a:lnTo>
                  <a:lnTo>
                    <a:pt x="3280" y="15"/>
                  </a:lnTo>
                  <a:lnTo>
                    <a:pt x="2982" y="0"/>
                  </a:lnTo>
                  <a:close/>
                </a:path>
              </a:pathLst>
            </a:custGeom>
            <a:solidFill>
              <a:srgbClr val="F9CC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2"/>
            <p:cNvSpPr/>
            <p:nvPr/>
          </p:nvSpPr>
          <p:spPr>
            <a:xfrm>
              <a:off x="3692839" y="2263483"/>
              <a:ext cx="90459" cy="54740"/>
            </a:xfrm>
            <a:custGeom>
              <a:rect b="b" l="l" r="r" t="t"/>
              <a:pathLst>
                <a:path extrusionOk="0" fill="none" h="3609" w="5964">
                  <a:moveTo>
                    <a:pt x="2982" y="0"/>
                  </a:moveTo>
                  <a:lnTo>
                    <a:pt x="2982" y="0"/>
                  </a:lnTo>
                  <a:lnTo>
                    <a:pt x="2729" y="15"/>
                  </a:lnTo>
                  <a:lnTo>
                    <a:pt x="2729" y="15"/>
                  </a:lnTo>
                  <a:lnTo>
                    <a:pt x="2460" y="30"/>
                  </a:lnTo>
                  <a:lnTo>
                    <a:pt x="2207" y="60"/>
                  </a:lnTo>
                  <a:lnTo>
                    <a:pt x="1954" y="120"/>
                  </a:lnTo>
                  <a:lnTo>
                    <a:pt x="1715" y="179"/>
                  </a:lnTo>
                  <a:lnTo>
                    <a:pt x="1476" y="254"/>
                  </a:lnTo>
                  <a:lnTo>
                    <a:pt x="1268" y="328"/>
                  </a:lnTo>
                  <a:lnTo>
                    <a:pt x="1059" y="433"/>
                  </a:lnTo>
                  <a:lnTo>
                    <a:pt x="865" y="537"/>
                  </a:lnTo>
                  <a:lnTo>
                    <a:pt x="701" y="641"/>
                  </a:lnTo>
                  <a:lnTo>
                    <a:pt x="537" y="776"/>
                  </a:lnTo>
                  <a:lnTo>
                    <a:pt x="403" y="895"/>
                  </a:lnTo>
                  <a:lnTo>
                    <a:pt x="284" y="1044"/>
                  </a:lnTo>
                  <a:lnTo>
                    <a:pt x="179" y="1178"/>
                  </a:lnTo>
                  <a:lnTo>
                    <a:pt x="105" y="1342"/>
                  </a:lnTo>
                  <a:lnTo>
                    <a:pt x="45" y="1491"/>
                  </a:lnTo>
                  <a:lnTo>
                    <a:pt x="15" y="1655"/>
                  </a:lnTo>
                  <a:lnTo>
                    <a:pt x="15" y="1655"/>
                  </a:lnTo>
                  <a:lnTo>
                    <a:pt x="1" y="1804"/>
                  </a:lnTo>
                  <a:lnTo>
                    <a:pt x="1" y="1804"/>
                  </a:lnTo>
                  <a:lnTo>
                    <a:pt x="15" y="1998"/>
                  </a:lnTo>
                  <a:lnTo>
                    <a:pt x="60" y="2177"/>
                  </a:lnTo>
                  <a:lnTo>
                    <a:pt x="135" y="2341"/>
                  </a:lnTo>
                  <a:lnTo>
                    <a:pt x="239" y="2505"/>
                  </a:lnTo>
                  <a:lnTo>
                    <a:pt x="358" y="2669"/>
                  </a:lnTo>
                  <a:lnTo>
                    <a:pt x="507" y="2818"/>
                  </a:lnTo>
                  <a:lnTo>
                    <a:pt x="686" y="2952"/>
                  </a:lnTo>
                  <a:lnTo>
                    <a:pt x="880" y="3086"/>
                  </a:lnTo>
                  <a:lnTo>
                    <a:pt x="1089" y="3191"/>
                  </a:lnTo>
                  <a:lnTo>
                    <a:pt x="1312" y="3295"/>
                  </a:lnTo>
                  <a:lnTo>
                    <a:pt x="1566" y="3385"/>
                  </a:lnTo>
                  <a:lnTo>
                    <a:pt x="1819" y="3474"/>
                  </a:lnTo>
                  <a:lnTo>
                    <a:pt x="2088" y="3534"/>
                  </a:lnTo>
                  <a:lnTo>
                    <a:pt x="2386" y="3578"/>
                  </a:lnTo>
                  <a:lnTo>
                    <a:pt x="2684" y="3593"/>
                  </a:lnTo>
                  <a:lnTo>
                    <a:pt x="2982" y="3608"/>
                  </a:lnTo>
                  <a:lnTo>
                    <a:pt x="2982" y="3608"/>
                  </a:lnTo>
                  <a:lnTo>
                    <a:pt x="3280" y="3593"/>
                  </a:lnTo>
                  <a:lnTo>
                    <a:pt x="3579" y="3578"/>
                  </a:lnTo>
                  <a:lnTo>
                    <a:pt x="3862" y="3534"/>
                  </a:lnTo>
                  <a:lnTo>
                    <a:pt x="4145" y="3474"/>
                  </a:lnTo>
                  <a:lnTo>
                    <a:pt x="4399" y="3385"/>
                  </a:lnTo>
                  <a:lnTo>
                    <a:pt x="4652" y="3295"/>
                  </a:lnTo>
                  <a:lnTo>
                    <a:pt x="4876" y="3191"/>
                  </a:lnTo>
                  <a:lnTo>
                    <a:pt x="5084" y="3086"/>
                  </a:lnTo>
                  <a:lnTo>
                    <a:pt x="5278" y="2952"/>
                  </a:lnTo>
                  <a:lnTo>
                    <a:pt x="5457" y="2818"/>
                  </a:lnTo>
                  <a:lnTo>
                    <a:pt x="5606" y="2669"/>
                  </a:lnTo>
                  <a:lnTo>
                    <a:pt x="5725" y="2505"/>
                  </a:lnTo>
                  <a:lnTo>
                    <a:pt x="5830" y="2341"/>
                  </a:lnTo>
                  <a:lnTo>
                    <a:pt x="5904" y="2177"/>
                  </a:lnTo>
                  <a:lnTo>
                    <a:pt x="5949" y="1998"/>
                  </a:lnTo>
                  <a:lnTo>
                    <a:pt x="5964" y="1804"/>
                  </a:lnTo>
                  <a:lnTo>
                    <a:pt x="5964" y="1804"/>
                  </a:lnTo>
                  <a:lnTo>
                    <a:pt x="5949" y="1625"/>
                  </a:lnTo>
                  <a:lnTo>
                    <a:pt x="5904" y="1446"/>
                  </a:lnTo>
                  <a:lnTo>
                    <a:pt x="5830" y="1268"/>
                  </a:lnTo>
                  <a:lnTo>
                    <a:pt x="5725" y="1104"/>
                  </a:lnTo>
                  <a:lnTo>
                    <a:pt x="5606" y="954"/>
                  </a:lnTo>
                  <a:lnTo>
                    <a:pt x="5457" y="805"/>
                  </a:lnTo>
                  <a:lnTo>
                    <a:pt x="5278" y="656"/>
                  </a:lnTo>
                  <a:lnTo>
                    <a:pt x="5084" y="537"/>
                  </a:lnTo>
                  <a:lnTo>
                    <a:pt x="4876" y="418"/>
                  </a:lnTo>
                  <a:lnTo>
                    <a:pt x="4652" y="313"/>
                  </a:lnTo>
                  <a:lnTo>
                    <a:pt x="4399" y="224"/>
                  </a:lnTo>
                  <a:lnTo>
                    <a:pt x="4145" y="149"/>
                  </a:lnTo>
                  <a:lnTo>
                    <a:pt x="3862" y="90"/>
                  </a:lnTo>
                  <a:lnTo>
                    <a:pt x="3579" y="45"/>
                  </a:lnTo>
                  <a:lnTo>
                    <a:pt x="3280" y="15"/>
                  </a:lnTo>
                  <a:lnTo>
                    <a:pt x="298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2"/>
            <p:cNvSpPr/>
            <p:nvPr/>
          </p:nvSpPr>
          <p:spPr>
            <a:xfrm>
              <a:off x="3487061" y="2503842"/>
              <a:ext cx="74184" cy="44790"/>
            </a:xfrm>
            <a:custGeom>
              <a:rect b="b" l="l" r="r" t="t"/>
              <a:pathLst>
                <a:path extrusionOk="0" h="2953" w="4891">
                  <a:moveTo>
                    <a:pt x="2237" y="1"/>
                  </a:moveTo>
                  <a:lnTo>
                    <a:pt x="2014" y="16"/>
                  </a:lnTo>
                  <a:lnTo>
                    <a:pt x="1805" y="46"/>
                  </a:lnTo>
                  <a:lnTo>
                    <a:pt x="1596" y="90"/>
                  </a:lnTo>
                  <a:lnTo>
                    <a:pt x="1402" y="135"/>
                  </a:lnTo>
                  <a:lnTo>
                    <a:pt x="1223" y="195"/>
                  </a:lnTo>
                  <a:lnTo>
                    <a:pt x="1044" y="269"/>
                  </a:lnTo>
                  <a:lnTo>
                    <a:pt x="866" y="344"/>
                  </a:lnTo>
                  <a:lnTo>
                    <a:pt x="716" y="433"/>
                  </a:lnTo>
                  <a:lnTo>
                    <a:pt x="582" y="523"/>
                  </a:lnTo>
                  <a:lnTo>
                    <a:pt x="448" y="627"/>
                  </a:lnTo>
                  <a:lnTo>
                    <a:pt x="329" y="731"/>
                  </a:lnTo>
                  <a:lnTo>
                    <a:pt x="239" y="851"/>
                  </a:lnTo>
                  <a:lnTo>
                    <a:pt x="150" y="970"/>
                  </a:lnTo>
                  <a:lnTo>
                    <a:pt x="90" y="1089"/>
                  </a:lnTo>
                  <a:lnTo>
                    <a:pt x="46" y="1223"/>
                  </a:lnTo>
                  <a:lnTo>
                    <a:pt x="16" y="1358"/>
                  </a:lnTo>
                  <a:lnTo>
                    <a:pt x="1" y="1477"/>
                  </a:lnTo>
                  <a:lnTo>
                    <a:pt x="16" y="1626"/>
                  </a:lnTo>
                  <a:lnTo>
                    <a:pt x="46" y="1775"/>
                  </a:lnTo>
                  <a:lnTo>
                    <a:pt x="105" y="1909"/>
                  </a:lnTo>
                  <a:lnTo>
                    <a:pt x="195" y="2058"/>
                  </a:lnTo>
                  <a:lnTo>
                    <a:pt x="299" y="2178"/>
                  </a:lnTo>
                  <a:lnTo>
                    <a:pt x="418" y="2297"/>
                  </a:lnTo>
                  <a:lnTo>
                    <a:pt x="567" y="2416"/>
                  </a:lnTo>
                  <a:lnTo>
                    <a:pt x="716" y="2520"/>
                  </a:lnTo>
                  <a:lnTo>
                    <a:pt x="895" y="2610"/>
                  </a:lnTo>
                  <a:lnTo>
                    <a:pt x="1074" y="2699"/>
                  </a:lnTo>
                  <a:lnTo>
                    <a:pt x="1283" y="2774"/>
                  </a:lnTo>
                  <a:lnTo>
                    <a:pt x="1492" y="2834"/>
                  </a:lnTo>
                  <a:lnTo>
                    <a:pt x="1715" y="2893"/>
                  </a:lnTo>
                  <a:lnTo>
                    <a:pt x="1954" y="2923"/>
                  </a:lnTo>
                  <a:lnTo>
                    <a:pt x="2192" y="2953"/>
                  </a:lnTo>
                  <a:lnTo>
                    <a:pt x="2699" y="2953"/>
                  </a:lnTo>
                  <a:lnTo>
                    <a:pt x="2938" y="2923"/>
                  </a:lnTo>
                  <a:lnTo>
                    <a:pt x="3176" y="2893"/>
                  </a:lnTo>
                  <a:lnTo>
                    <a:pt x="3400" y="2834"/>
                  </a:lnTo>
                  <a:lnTo>
                    <a:pt x="3609" y="2774"/>
                  </a:lnTo>
                  <a:lnTo>
                    <a:pt x="3817" y="2699"/>
                  </a:lnTo>
                  <a:lnTo>
                    <a:pt x="3996" y="2610"/>
                  </a:lnTo>
                  <a:lnTo>
                    <a:pt x="4175" y="2520"/>
                  </a:lnTo>
                  <a:lnTo>
                    <a:pt x="4339" y="2416"/>
                  </a:lnTo>
                  <a:lnTo>
                    <a:pt x="4473" y="2297"/>
                  </a:lnTo>
                  <a:lnTo>
                    <a:pt x="4593" y="2178"/>
                  </a:lnTo>
                  <a:lnTo>
                    <a:pt x="4697" y="2058"/>
                  </a:lnTo>
                  <a:lnTo>
                    <a:pt x="4786" y="1909"/>
                  </a:lnTo>
                  <a:lnTo>
                    <a:pt x="4846" y="1775"/>
                  </a:lnTo>
                  <a:lnTo>
                    <a:pt x="4876" y="1626"/>
                  </a:lnTo>
                  <a:lnTo>
                    <a:pt x="4891" y="1477"/>
                  </a:lnTo>
                  <a:lnTo>
                    <a:pt x="4876" y="1328"/>
                  </a:lnTo>
                  <a:lnTo>
                    <a:pt x="4846" y="1179"/>
                  </a:lnTo>
                  <a:lnTo>
                    <a:pt x="4786" y="1045"/>
                  </a:lnTo>
                  <a:lnTo>
                    <a:pt x="4697" y="895"/>
                  </a:lnTo>
                  <a:lnTo>
                    <a:pt x="4593" y="776"/>
                  </a:lnTo>
                  <a:lnTo>
                    <a:pt x="4473" y="657"/>
                  </a:lnTo>
                  <a:lnTo>
                    <a:pt x="4339" y="538"/>
                  </a:lnTo>
                  <a:lnTo>
                    <a:pt x="4175" y="433"/>
                  </a:lnTo>
                  <a:lnTo>
                    <a:pt x="3996" y="344"/>
                  </a:lnTo>
                  <a:lnTo>
                    <a:pt x="3817" y="254"/>
                  </a:lnTo>
                  <a:lnTo>
                    <a:pt x="3609" y="180"/>
                  </a:lnTo>
                  <a:lnTo>
                    <a:pt x="3400" y="120"/>
                  </a:lnTo>
                  <a:lnTo>
                    <a:pt x="3176" y="61"/>
                  </a:lnTo>
                  <a:lnTo>
                    <a:pt x="2938" y="31"/>
                  </a:lnTo>
                  <a:lnTo>
                    <a:pt x="2699" y="1"/>
                  </a:lnTo>
                  <a:close/>
                </a:path>
              </a:pathLst>
            </a:custGeom>
            <a:solidFill>
              <a:srgbClr val="F9CC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2"/>
            <p:cNvSpPr/>
            <p:nvPr/>
          </p:nvSpPr>
          <p:spPr>
            <a:xfrm>
              <a:off x="3487061" y="2503842"/>
              <a:ext cx="74184" cy="44790"/>
            </a:xfrm>
            <a:custGeom>
              <a:rect b="b" l="l" r="r" t="t"/>
              <a:pathLst>
                <a:path extrusionOk="0" fill="none" h="2953" w="4891">
                  <a:moveTo>
                    <a:pt x="2446" y="1"/>
                  </a:moveTo>
                  <a:lnTo>
                    <a:pt x="2446" y="1"/>
                  </a:lnTo>
                  <a:lnTo>
                    <a:pt x="2237" y="1"/>
                  </a:lnTo>
                  <a:lnTo>
                    <a:pt x="2237" y="1"/>
                  </a:lnTo>
                  <a:lnTo>
                    <a:pt x="2014" y="16"/>
                  </a:lnTo>
                  <a:lnTo>
                    <a:pt x="1805" y="46"/>
                  </a:lnTo>
                  <a:lnTo>
                    <a:pt x="1596" y="90"/>
                  </a:lnTo>
                  <a:lnTo>
                    <a:pt x="1402" y="135"/>
                  </a:lnTo>
                  <a:lnTo>
                    <a:pt x="1223" y="195"/>
                  </a:lnTo>
                  <a:lnTo>
                    <a:pt x="1044" y="269"/>
                  </a:lnTo>
                  <a:lnTo>
                    <a:pt x="866" y="344"/>
                  </a:lnTo>
                  <a:lnTo>
                    <a:pt x="716" y="433"/>
                  </a:lnTo>
                  <a:lnTo>
                    <a:pt x="582" y="523"/>
                  </a:lnTo>
                  <a:lnTo>
                    <a:pt x="448" y="627"/>
                  </a:lnTo>
                  <a:lnTo>
                    <a:pt x="329" y="731"/>
                  </a:lnTo>
                  <a:lnTo>
                    <a:pt x="239" y="851"/>
                  </a:lnTo>
                  <a:lnTo>
                    <a:pt x="150" y="970"/>
                  </a:lnTo>
                  <a:lnTo>
                    <a:pt x="90" y="1089"/>
                  </a:lnTo>
                  <a:lnTo>
                    <a:pt x="46" y="1223"/>
                  </a:lnTo>
                  <a:lnTo>
                    <a:pt x="16" y="1358"/>
                  </a:lnTo>
                  <a:lnTo>
                    <a:pt x="16" y="1358"/>
                  </a:lnTo>
                  <a:lnTo>
                    <a:pt x="1" y="1477"/>
                  </a:lnTo>
                  <a:lnTo>
                    <a:pt x="1" y="1477"/>
                  </a:lnTo>
                  <a:lnTo>
                    <a:pt x="16" y="1626"/>
                  </a:lnTo>
                  <a:lnTo>
                    <a:pt x="46" y="1775"/>
                  </a:lnTo>
                  <a:lnTo>
                    <a:pt x="105" y="1909"/>
                  </a:lnTo>
                  <a:lnTo>
                    <a:pt x="195" y="2058"/>
                  </a:lnTo>
                  <a:lnTo>
                    <a:pt x="299" y="2178"/>
                  </a:lnTo>
                  <a:lnTo>
                    <a:pt x="418" y="2297"/>
                  </a:lnTo>
                  <a:lnTo>
                    <a:pt x="567" y="2416"/>
                  </a:lnTo>
                  <a:lnTo>
                    <a:pt x="716" y="2520"/>
                  </a:lnTo>
                  <a:lnTo>
                    <a:pt x="895" y="2610"/>
                  </a:lnTo>
                  <a:lnTo>
                    <a:pt x="1074" y="2699"/>
                  </a:lnTo>
                  <a:lnTo>
                    <a:pt x="1283" y="2774"/>
                  </a:lnTo>
                  <a:lnTo>
                    <a:pt x="1492" y="2834"/>
                  </a:lnTo>
                  <a:lnTo>
                    <a:pt x="1715" y="2893"/>
                  </a:lnTo>
                  <a:lnTo>
                    <a:pt x="1954" y="2923"/>
                  </a:lnTo>
                  <a:lnTo>
                    <a:pt x="2192" y="2953"/>
                  </a:lnTo>
                  <a:lnTo>
                    <a:pt x="2446" y="2953"/>
                  </a:lnTo>
                  <a:lnTo>
                    <a:pt x="2446" y="2953"/>
                  </a:lnTo>
                  <a:lnTo>
                    <a:pt x="2699" y="2953"/>
                  </a:lnTo>
                  <a:lnTo>
                    <a:pt x="2938" y="2923"/>
                  </a:lnTo>
                  <a:lnTo>
                    <a:pt x="3176" y="2893"/>
                  </a:lnTo>
                  <a:lnTo>
                    <a:pt x="3400" y="2834"/>
                  </a:lnTo>
                  <a:lnTo>
                    <a:pt x="3609" y="2774"/>
                  </a:lnTo>
                  <a:lnTo>
                    <a:pt x="3817" y="2699"/>
                  </a:lnTo>
                  <a:lnTo>
                    <a:pt x="3996" y="2610"/>
                  </a:lnTo>
                  <a:lnTo>
                    <a:pt x="4175" y="2520"/>
                  </a:lnTo>
                  <a:lnTo>
                    <a:pt x="4339" y="2416"/>
                  </a:lnTo>
                  <a:lnTo>
                    <a:pt x="4473" y="2297"/>
                  </a:lnTo>
                  <a:lnTo>
                    <a:pt x="4593" y="2178"/>
                  </a:lnTo>
                  <a:lnTo>
                    <a:pt x="4697" y="2058"/>
                  </a:lnTo>
                  <a:lnTo>
                    <a:pt x="4786" y="1909"/>
                  </a:lnTo>
                  <a:lnTo>
                    <a:pt x="4846" y="1775"/>
                  </a:lnTo>
                  <a:lnTo>
                    <a:pt x="4876" y="1626"/>
                  </a:lnTo>
                  <a:lnTo>
                    <a:pt x="4891" y="1477"/>
                  </a:lnTo>
                  <a:lnTo>
                    <a:pt x="4891" y="1477"/>
                  </a:lnTo>
                  <a:lnTo>
                    <a:pt x="4876" y="1328"/>
                  </a:lnTo>
                  <a:lnTo>
                    <a:pt x="4846" y="1179"/>
                  </a:lnTo>
                  <a:lnTo>
                    <a:pt x="4786" y="1045"/>
                  </a:lnTo>
                  <a:lnTo>
                    <a:pt x="4697" y="895"/>
                  </a:lnTo>
                  <a:lnTo>
                    <a:pt x="4593" y="776"/>
                  </a:lnTo>
                  <a:lnTo>
                    <a:pt x="4473" y="657"/>
                  </a:lnTo>
                  <a:lnTo>
                    <a:pt x="4339" y="538"/>
                  </a:lnTo>
                  <a:lnTo>
                    <a:pt x="4175" y="433"/>
                  </a:lnTo>
                  <a:lnTo>
                    <a:pt x="3996" y="344"/>
                  </a:lnTo>
                  <a:lnTo>
                    <a:pt x="3817" y="254"/>
                  </a:lnTo>
                  <a:lnTo>
                    <a:pt x="3609" y="180"/>
                  </a:lnTo>
                  <a:lnTo>
                    <a:pt x="3400" y="120"/>
                  </a:lnTo>
                  <a:lnTo>
                    <a:pt x="3176" y="61"/>
                  </a:lnTo>
                  <a:lnTo>
                    <a:pt x="2938" y="31"/>
                  </a:lnTo>
                  <a:lnTo>
                    <a:pt x="2699" y="1"/>
                  </a:lnTo>
                  <a:lnTo>
                    <a:pt x="244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2"/>
            <p:cNvSpPr/>
            <p:nvPr/>
          </p:nvSpPr>
          <p:spPr>
            <a:xfrm>
              <a:off x="3572545" y="2318207"/>
              <a:ext cx="46822" cy="28272"/>
            </a:xfrm>
            <a:custGeom>
              <a:rect b="b" l="l" r="r" t="t"/>
              <a:pathLst>
                <a:path extrusionOk="0" h="1864" w="3087">
                  <a:moveTo>
                    <a:pt x="1417" y="0"/>
                  </a:moveTo>
                  <a:lnTo>
                    <a:pt x="1133" y="30"/>
                  </a:lnTo>
                  <a:lnTo>
                    <a:pt x="880" y="90"/>
                  </a:lnTo>
                  <a:lnTo>
                    <a:pt x="656" y="164"/>
                  </a:lnTo>
                  <a:lnTo>
                    <a:pt x="448" y="268"/>
                  </a:lnTo>
                  <a:lnTo>
                    <a:pt x="284" y="403"/>
                  </a:lnTo>
                  <a:lnTo>
                    <a:pt x="209" y="462"/>
                  </a:lnTo>
                  <a:lnTo>
                    <a:pt x="149" y="537"/>
                  </a:lnTo>
                  <a:lnTo>
                    <a:pt x="90" y="611"/>
                  </a:lnTo>
                  <a:lnTo>
                    <a:pt x="60" y="686"/>
                  </a:lnTo>
                  <a:lnTo>
                    <a:pt x="30" y="775"/>
                  </a:lnTo>
                  <a:lnTo>
                    <a:pt x="0" y="850"/>
                  </a:lnTo>
                  <a:lnTo>
                    <a:pt x="0" y="924"/>
                  </a:lnTo>
                  <a:lnTo>
                    <a:pt x="15" y="1029"/>
                  </a:lnTo>
                  <a:lnTo>
                    <a:pt x="30" y="1118"/>
                  </a:lnTo>
                  <a:lnTo>
                    <a:pt x="75" y="1208"/>
                  </a:lnTo>
                  <a:lnTo>
                    <a:pt x="120" y="1297"/>
                  </a:lnTo>
                  <a:lnTo>
                    <a:pt x="194" y="1372"/>
                  </a:lnTo>
                  <a:lnTo>
                    <a:pt x="269" y="1446"/>
                  </a:lnTo>
                  <a:lnTo>
                    <a:pt x="358" y="1521"/>
                  </a:lnTo>
                  <a:lnTo>
                    <a:pt x="448" y="1595"/>
                  </a:lnTo>
                  <a:lnTo>
                    <a:pt x="567" y="1655"/>
                  </a:lnTo>
                  <a:lnTo>
                    <a:pt x="686" y="1700"/>
                  </a:lnTo>
                  <a:lnTo>
                    <a:pt x="805" y="1744"/>
                  </a:lnTo>
                  <a:lnTo>
                    <a:pt x="939" y="1789"/>
                  </a:lnTo>
                  <a:lnTo>
                    <a:pt x="1089" y="1819"/>
                  </a:lnTo>
                  <a:lnTo>
                    <a:pt x="1238" y="1849"/>
                  </a:lnTo>
                  <a:lnTo>
                    <a:pt x="1387" y="1864"/>
                  </a:lnTo>
                  <a:lnTo>
                    <a:pt x="1700" y="1864"/>
                  </a:lnTo>
                  <a:lnTo>
                    <a:pt x="1849" y="1849"/>
                  </a:lnTo>
                  <a:lnTo>
                    <a:pt x="1998" y="1819"/>
                  </a:lnTo>
                  <a:lnTo>
                    <a:pt x="2147" y="1789"/>
                  </a:lnTo>
                  <a:lnTo>
                    <a:pt x="2281" y="1744"/>
                  </a:lnTo>
                  <a:lnTo>
                    <a:pt x="2401" y="1700"/>
                  </a:lnTo>
                  <a:lnTo>
                    <a:pt x="2520" y="1655"/>
                  </a:lnTo>
                  <a:lnTo>
                    <a:pt x="2624" y="1595"/>
                  </a:lnTo>
                  <a:lnTo>
                    <a:pt x="2729" y="1521"/>
                  </a:lnTo>
                  <a:lnTo>
                    <a:pt x="2818" y="1446"/>
                  </a:lnTo>
                  <a:lnTo>
                    <a:pt x="2893" y="1372"/>
                  </a:lnTo>
                  <a:lnTo>
                    <a:pt x="2967" y="1297"/>
                  </a:lnTo>
                  <a:lnTo>
                    <a:pt x="3012" y="1208"/>
                  </a:lnTo>
                  <a:lnTo>
                    <a:pt x="3056" y="1118"/>
                  </a:lnTo>
                  <a:lnTo>
                    <a:pt x="3071" y="1029"/>
                  </a:lnTo>
                  <a:lnTo>
                    <a:pt x="3086" y="924"/>
                  </a:lnTo>
                  <a:lnTo>
                    <a:pt x="3071" y="835"/>
                  </a:lnTo>
                  <a:lnTo>
                    <a:pt x="3056" y="746"/>
                  </a:lnTo>
                  <a:lnTo>
                    <a:pt x="3012" y="656"/>
                  </a:lnTo>
                  <a:lnTo>
                    <a:pt x="2967" y="567"/>
                  </a:lnTo>
                  <a:lnTo>
                    <a:pt x="2893" y="492"/>
                  </a:lnTo>
                  <a:lnTo>
                    <a:pt x="2818" y="418"/>
                  </a:lnTo>
                  <a:lnTo>
                    <a:pt x="2729" y="343"/>
                  </a:lnTo>
                  <a:lnTo>
                    <a:pt x="2624" y="268"/>
                  </a:lnTo>
                  <a:lnTo>
                    <a:pt x="2520" y="209"/>
                  </a:lnTo>
                  <a:lnTo>
                    <a:pt x="2401" y="164"/>
                  </a:lnTo>
                  <a:lnTo>
                    <a:pt x="2281" y="119"/>
                  </a:lnTo>
                  <a:lnTo>
                    <a:pt x="2147" y="75"/>
                  </a:lnTo>
                  <a:lnTo>
                    <a:pt x="1998" y="45"/>
                  </a:lnTo>
                  <a:lnTo>
                    <a:pt x="1849" y="15"/>
                  </a:lnTo>
                  <a:lnTo>
                    <a:pt x="1700" y="0"/>
                  </a:lnTo>
                  <a:close/>
                </a:path>
              </a:pathLst>
            </a:custGeom>
            <a:solidFill>
              <a:srgbClr val="F9CC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2"/>
            <p:cNvSpPr/>
            <p:nvPr/>
          </p:nvSpPr>
          <p:spPr>
            <a:xfrm>
              <a:off x="3572545" y="2318207"/>
              <a:ext cx="46822" cy="28272"/>
            </a:xfrm>
            <a:custGeom>
              <a:rect b="b" l="l" r="r" t="t"/>
              <a:pathLst>
                <a:path extrusionOk="0" fill="none" h="1864" w="3087">
                  <a:moveTo>
                    <a:pt x="1536" y="0"/>
                  </a:moveTo>
                  <a:lnTo>
                    <a:pt x="1536" y="0"/>
                  </a:lnTo>
                  <a:lnTo>
                    <a:pt x="1417" y="0"/>
                  </a:lnTo>
                  <a:lnTo>
                    <a:pt x="1417" y="0"/>
                  </a:lnTo>
                  <a:lnTo>
                    <a:pt x="1133" y="30"/>
                  </a:lnTo>
                  <a:lnTo>
                    <a:pt x="880" y="90"/>
                  </a:lnTo>
                  <a:lnTo>
                    <a:pt x="656" y="164"/>
                  </a:lnTo>
                  <a:lnTo>
                    <a:pt x="448" y="268"/>
                  </a:lnTo>
                  <a:lnTo>
                    <a:pt x="284" y="403"/>
                  </a:lnTo>
                  <a:lnTo>
                    <a:pt x="209" y="462"/>
                  </a:lnTo>
                  <a:lnTo>
                    <a:pt x="149" y="537"/>
                  </a:lnTo>
                  <a:lnTo>
                    <a:pt x="90" y="611"/>
                  </a:lnTo>
                  <a:lnTo>
                    <a:pt x="60" y="686"/>
                  </a:lnTo>
                  <a:lnTo>
                    <a:pt x="30" y="775"/>
                  </a:lnTo>
                  <a:lnTo>
                    <a:pt x="0" y="850"/>
                  </a:lnTo>
                  <a:lnTo>
                    <a:pt x="0" y="850"/>
                  </a:lnTo>
                  <a:lnTo>
                    <a:pt x="0" y="924"/>
                  </a:lnTo>
                  <a:lnTo>
                    <a:pt x="0" y="924"/>
                  </a:lnTo>
                  <a:lnTo>
                    <a:pt x="15" y="1029"/>
                  </a:lnTo>
                  <a:lnTo>
                    <a:pt x="30" y="1118"/>
                  </a:lnTo>
                  <a:lnTo>
                    <a:pt x="75" y="1208"/>
                  </a:lnTo>
                  <a:lnTo>
                    <a:pt x="120" y="1297"/>
                  </a:lnTo>
                  <a:lnTo>
                    <a:pt x="194" y="1372"/>
                  </a:lnTo>
                  <a:lnTo>
                    <a:pt x="269" y="1446"/>
                  </a:lnTo>
                  <a:lnTo>
                    <a:pt x="358" y="1521"/>
                  </a:lnTo>
                  <a:lnTo>
                    <a:pt x="448" y="1595"/>
                  </a:lnTo>
                  <a:lnTo>
                    <a:pt x="567" y="1655"/>
                  </a:lnTo>
                  <a:lnTo>
                    <a:pt x="686" y="1700"/>
                  </a:lnTo>
                  <a:lnTo>
                    <a:pt x="805" y="1744"/>
                  </a:lnTo>
                  <a:lnTo>
                    <a:pt x="939" y="1789"/>
                  </a:lnTo>
                  <a:lnTo>
                    <a:pt x="1089" y="1819"/>
                  </a:lnTo>
                  <a:lnTo>
                    <a:pt x="1238" y="1849"/>
                  </a:lnTo>
                  <a:lnTo>
                    <a:pt x="1387" y="1864"/>
                  </a:lnTo>
                  <a:lnTo>
                    <a:pt x="1536" y="1864"/>
                  </a:lnTo>
                  <a:lnTo>
                    <a:pt x="1536" y="1864"/>
                  </a:lnTo>
                  <a:lnTo>
                    <a:pt x="1700" y="1864"/>
                  </a:lnTo>
                  <a:lnTo>
                    <a:pt x="1849" y="1849"/>
                  </a:lnTo>
                  <a:lnTo>
                    <a:pt x="1998" y="1819"/>
                  </a:lnTo>
                  <a:lnTo>
                    <a:pt x="2147" y="1789"/>
                  </a:lnTo>
                  <a:lnTo>
                    <a:pt x="2281" y="1744"/>
                  </a:lnTo>
                  <a:lnTo>
                    <a:pt x="2401" y="1700"/>
                  </a:lnTo>
                  <a:lnTo>
                    <a:pt x="2520" y="1655"/>
                  </a:lnTo>
                  <a:lnTo>
                    <a:pt x="2624" y="1595"/>
                  </a:lnTo>
                  <a:lnTo>
                    <a:pt x="2729" y="1521"/>
                  </a:lnTo>
                  <a:lnTo>
                    <a:pt x="2818" y="1446"/>
                  </a:lnTo>
                  <a:lnTo>
                    <a:pt x="2893" y="1372"/>
                  </a:lnTo>
                  <a:lnTo>
                    <a:pt x="2967" y="1297"/>
                  </a:lnTo>
                  <a:lnTo>
                    <a:pt x="3012" y="1208"/>
                  </a:lnTo>
                  <a:lnTo>
                    <a:pt x="3056" y="1118"/>
                  </a:lnTo>
                  <a:lnTo>
                    <a:pt x="3071" y="1029"/>
                  </a:lnTo>
                  <a:lnTo>
                    <a:pt x="3086" y="924"/>
                  </a:lnTo>
                  <a:lnTo>
                    <a:pt x="3086" y="924"/>
                  </a:lnTo>
                  <a:lnTo>
                    <a:pt x="3071" y="835"/>
                  </a:lnTo>
                  <a:lnTo>
                    <a:pt x="3056" y="746"/>
                  </a:lnTo>
                  <a:lnTo>
                    <a:pt x="3012" y="656"/>
                  </a:lnTo>
                  <a:lnTo>
                    <a:pt x="2967" y="567"/>
                  </a:lnTo>
                  <a:lnTo>
                    <a:pt x="2893" y="492"/>
                  </a:lnTo>
                  <a:lnTo>
                    <a:pt x="2818" y="418"/>
                  </a:lnTo>
                  <a:lnTo>
                    <a:pt x="2729" y="343"/>
                  </a:lnTo>
                  <a:lnTo>
                    <a:pt x="2624" y="268"/>
                  </a:lnTo>
                  <a:lnTo>
                    <a:pt x="2520" y="209"/>
                  </a:lnTo>
                  <a:lnTo>
                    <a:pt x="2401" y="164"/>
                  </a:lnTo>
                  <a:lnTo>
                    <a:pt x="2281" y="119"/>
                  </a:lnTo>
                  <a:lnTo>
                    <a:pt x="2147" y="75"/>
                  </a:lnTo>
                  <a:lnTo>
                    <a:pt x="1998" y="45"/>
                  </a:lnTo>
                  <a:lnTo>
                    <a:pt x="1849" y="15"/>
                  </a:lnTo>
                  <a:lnTo>
                    <a:pt x="1700" y="0"/>
                  </a:lnTo>
                  <a:lnTo>
                    <a:pt x="153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3814042" y="2517189"/>
              <a:ext cx="92507" cy="56089"/>
            </a:xfrm>
            <a:custGeom>
              <a:rect b="b" l="l" r="r" t="t"/>
              <a:pathLst>
                <a:path extrusionOk="0" h="3698" w="6099">
                  <a:moveTo>
                    <a:pt x="3564" y="1"/>
                  </a:moveTo>
                  <a:lnTo>
                    <a:pt x="3176" y="314"/>
                  </a:lnTo>
                  <a:lnTo>
                    <a:pt x="2773" y="612"/>
                  </a:lnTo>
                  <a:lnTo>
                    <a:pt x="2341" y="895"/>
                  </a:lnTo>
                  <a:lnTo>
                    <a:pt x="1909" y="1178"/>
                  </a:lnTo>
                  <a:lnTo>
                    <a:pt x="1447" y="1447"/>
                  </a:lnTo>
                  <a:lnTo>
                    <a:pt x="984" y="1715"/>
                  </a:lnTo>
                  <a:lnTo>
                    <a:pt x="507" y="1968"/>
                  </a:lnTo>
                  <a:lnTo>
                    <a:pt x="0" y="2207"/>
                  </a:lnTo>
                  <a:lnTo>
                    <a:pt x="75" y="2356"/>
                  </a:lnTo>
                  <a:lnTo>
                    <a:pt x="150" y="2520"/>
                  </a:lnTo>
                  <a:lnTo>
                    <a:pt x="254" y="2654"/>
                  </a:lnTo>
                  <a:lnTo>
                    <a:pt x="388" y="2803"/>
                  </a:lnTo>
                  <a:lnTo>
                    <a:pt x="522" y="2923"/>
                  </a:lnTo>
                  <a:lnTo>
                    <a:pt x="686" y="3057"/>
                  </a:lnTo>
                  <a:lnTo>
                    <a:pt x="865" y="3161"/>
                  </a:lnTo>
                  <a:lnTo>
                    <a:pt x="1059" y="3265"/>
                  </a:lnTo>
                  <a:lnTo>
                    <a:pt x="1268" y="3370"/>
                  </a:lnTo>
                  <a:lnTo>
                    <a:pt x="1491" y="3444"/>
                  </a:lnTo>
                  <a:lnTo>
                    <a:pt x="1715" y="3519"/>
                  </a:lnTo>
                  <a:lnTo>
                    <a:pt x="1953" y="3579"/>
                  </a:lnTo>
                  <a:lnTo>
                    <a:pt x="2207" y="3638"/>
                  </a:lnTo>
                  <a:lnTo>
                    <a:pt x="2475" y="3668"/>
                  </a:lnTo>
                  <a:lnTo>
                    <a:pt x="2744" y="3683"/>
                  </a:lnTo>
                  <a:lnTo>
                    <a:pt x="3027" y="3698"/>
                  </a:lnTo>
                  <a:lnTo>
                    <a:pt x="3340" y="3683"/>
                  </a:lnTo>
                  <a:lnTo>
                    <a:pt x="3638" y="3653"/>
                  </a:lnTo>
                  <a:lnTo>
                    <a:pt x="3936" y="3608"/>
                  </a:lnTo>
                  <a:lnTo>
                    <a:pt x="4220" y="3549"/>
                  </a:lnTo>
                  <a:lnTo>
                    <a:pt x="4488" y="3474"/>
                  </a:lnTo>
                  <a:lnTo>
                    <a:pt x="4741" y="3385"/>
                  </a:lnTo>
                  <a:lnTo>
                    <a:pt x="4980" y="3265"/>
                  </a:lnTo>
                  <a:lnTo>
                    <a:pt x="5204" y="3146"/>
                  </a:lnTo>
                  <a:lnTo>
                    <a:pt x="5397" y="3012"/>
                  </a:lnTo>
                  <a:lnTo>
                    <a:pt x="5576" y="2878"/>
                  </a:lnTo>
                  <a:lnTo>
                    <a:pt x="5725" y="2729"/>
                  </a:lnTo>
                  <a:lnTo>
                    <a:pt x="5859" y="2565"/>
                  </a:lnTo>
                  <a:lnTo>
                    <a:pt x="5964" y="2386"/>
                  </a:lnTo>
                  <a:lnTo>
                    <a:pt x="6038" y="2207"/>
                  </a:lnTo>
                  <a:lnTo>
                    <a:pt x="6083" y="2028"/>
                  </a:lnTo>
                  <a:lnTo>
                    <a:pt x="6098" y="1834"/>
                  </a:lnTo>
                  <a:lnTo>
                    <a:pt x="6083" y="1670"/>
                  </a:lnTo>
                  <a:lnTo>
                    <a:pt x="6053" y="1506"/>
                  </a:lnTo>
                  <a:lnTo>
                    <a:pt x="5994" y="1342"/>
                  </a:lnTo>
                  <a:lnTo>
                    <a:pt x="5904" y="1193"/>
                  </a:lnTo>
                  <a:lnTo>
                    <a:pt x="5800" y="1044"/>
                  </a:lnTo>
                  <a:lnTo>
                    <a:pt x="5681" y="895"/>
                  </a:lnTo>
                  <a:lnTo>
                    <a:pt x="5532" y="761"/>
                  </a:lnTo>
                  <a:lnTo>
                    <a:pt x="5368" y="642"/>
                  </a:lnTo>
                  <a:lnTo>
                    <a:pt x="5189" y="522"/>
                  </a:lnTo>
                  <a:lnTo>
                    <a:pt x="4995" y="418"/>
                  </a:lnTo>
                  <a:lnTo>
                    <a:pt x="4786" y="314"/>
                  </a:lnTo>
                  <a:lnTo>
                    <a:pt x="4577" y="224"/>
                  </a:lnTo>
                  <a:lnTo>
                    <a:pt x="4339" y="150"/>
                  </a:lnTo>
                  <a:lnTo>
                    <a:pt x="4085" y="90"/>
                  </a:lnTo>
                  <a:lnTo>
                    <a:pt x="3832" y="45"/>
                  </a:lnTo>
                  <a:lnTo>
                    <a:pt x="3564" y="1"/>
                  </a:lnTo>
                  <a:close/>
                </a:path>
              </a:pathLst>
            </a:custGeom>
            <a:solidFill>
              <a:srgbClr val="F4BD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2"/>
            <p:cNvSpPr/>
            <p:nvPr/>
          </p:nvSpPr>
          <p:spPr>
            <a:xfrm>
              <a:off x="3814042" y="2517189"/>
              <a:ext cx="92507" cy="56089"/>
            </a:xfrm>
            <a:custGeom>
              <a:rect b="b" l="l" r="r" t="t"/>
              <a:pathLst>
                <a:path extrusionOk="0" fill="none" h="3698" w="6099">
                  <a:moveTo>
                    <a:pt x="3564" y="1"/>
                  </a:moveTo>
                  <a:lnTo>
                    <a:pt x="3564" y="1"/>
                  </a:lnTo>
                  <a:lnTo>
                    <a:pt x="3176" y="314"/>
                  </a:lnTo>
                  <a:lnTo>
                    <a:pt x="2773" y="612"/>
                  </a:lnTo>
                  <a:lnTo>
                    <a:pt x="2341" y="895"/>
                  </a:lnTo>
                  <a:lnTo>
                    <a:pt x="1909" y="1178"/>
                  </a:lnTo>
                  <a:lnTo>
                    <a:pt x="1447" y="1447"/>
                  </a:lnTo>
                  <a:lnTo>
                    <a:pt x="984" y="1715"/>
                  </a:lnTo>
                  <a:lnTo>
                    <a:pt x="507" y="1968"/>
                  </a:lnTo>
                  <a:lnTo>
                    <a:pt x="0" y="2207"/>
                  </a:lnTo>
                  <a:lnTo>
                    <a:pt x="0" y="2207"/>
                  </a:lnTo>
                  <a:lnTo>
                    <a:pt x="75" y="2356"/>
                  </a:lnTo>
                  <a:lnTo>
                    <a:pt x="150" y="2520"/>
                  </a:lnTo>
                  <a:lnTo>
                    <a:pt x="254" y="2654"/>
                  </a:lnTo>
                  <a:lnTo>
                    <a:pt x="388" y="2803"/>
                  </a:lnTo>
                  <a:lnTo>
                    <a:pt x="522" y="2923"/>
                  </a:lnTo>
                  <a:lnTo>
                    <a:pt x="686" y="3057"/>
                  </a:lnTo>
                  <a:lnTo>
                    <a:pt x="865" y="3161"/>
                  </a:lnTo>
                  <a:lnTo>
                    <a:pt x="1059" y="3265"/>
                  </a:lnTo>
                  <a:lnTo>
                    <a:pt x="1268" y="3370"/>
                  </a:lnTo>
                  <a:lnTo>
                    <a:pt x="1491" y="3444"/>
                  </a:lnTo>
                  <a:lnTo>
                    <a:pt x="1715" y="3519"/>
                  </a:lnTo>
                  <a:lnTo>
                    <a:pt x="1953" y="3579"/>
                  </a:lnTo>
                  <a:lnTo>
                    <a:pt x="2207" y="3638"/>
                  </a:lnTo>
                  <a:lnTo>
                    <a:pt x="2475" y="3668"/>
                  </a:lnTo>
                  <a:lnTo>
                    <a:pt x="2744" y="3683"/>
                  </a:lnTo>
                  <a:lnTo>
                    <a:pt x="3027" y="3698"/>
                  </a:lnTo>
                  <a:lnTo>
                    <a:pt x="3027" y="3698"/>
                  </a:lnTo>
                  <a:lnTo>
                    <a:pt x="3340" y="3683"/>
                  </a:lnTo>
                  <a:lnTo>
                    <a:pt x="3638" y="3653"/>
                  </a:lnTo>
                  <a:lnTo>
                    <a:pt x="3936" y="3608"/>
                  </a:lnTo>
                  <a:lnTo>
                    <a:pt x="4220" y="3549"/>
                  </a:lnTo>
                  <a:lnTo>
                    <a:pt x="4488" y="3474"/>
                  </a:lnTo>
                  <a:lnTo>
                    <a:pt x="4741" y="3385"/>
                  </a:lnTo>
                  <a:lnTo>
                    <a:pt x="4980" y="3265"/>
                  </a:lnTo>
                  <a:lnTo>
                    <a:pt x="5204" y="3146"/>
                  </a:lnTo>
                  <a:lnTo>
                    <a:pt x="5397" y="3012"/>
                  </a:lnTo>
                  <a:lnTo>
                    <a:pt x="5576" y="2878"/>
                  </a:lnTo>
                  <a:lnTo>
                    <a:pt x="5725" y="2729"/>
                  </a:lnTo>
                  <a:lnTo>
                    <a:pt x="5859" y="2565"/>
                  </a:lnTo>
                  <a:lnTo>
                    <a:pt x="5964" y="2386"/>
                  </a:lnTo>
                  <a:lnTo>
                    <a:pt x="6038" y="2207"/>
                  </a:lnTo>
                  <a:lnTo>
                    <a:pt x="6083" y="2028"/>
                  </a:lnTo>
                  <a:lnTo>
                    <a:pt x="6098" y="1834"/>
                  </a:lnTo>
                  <a:lnTo>
                    <a:pt x="6098" y="1834"/>
                  </a:lnTo>
                  <a:lnTo>
                    <a:pt x="6083" y="1670"/>
                  </a:lnTo>
                  <a:lnTo>
                    <a:pt x="6053" y="1506"/>
                  </a:lnTo>
                  <a:lnTo>
                    <a:pt x="5994" y="1342"/>
                  </a:lnTo>
                  <a:lnTo>
                    <a:pt x="5904" y="1193"/>
                  </a:lnTo>
                  <a:lnTo>
                    <a:pt x="5800" y="1044"/>
                  </a:lnTo>
                  <a:lnTo>
                    <a:pt x="5681" y="895"/>
                  </a:lnTo>
                  <a:lnTo>
                    <a:pt x="5532" y="761"/>
                  </a:lnTo>
                  <a:lnTo>
                    <a:pt x="5368" y="642"/>
                  </a:lnTo>
                  <a:lnTo>
                    <a:pt x="5189" y="522"/>
                  </a:lnTo>
                  <a:lnTo>
                    <a:pt x="4995" y="418"/>
                  </a:lnTo>
                  <a:lnTo>
                    <a:pt x="4786" y="314"/>
                  </a:lnTo>
                  <a:lnTo>
                    <a:pt x="4577" y="224"/>
                  </a:lnTo>
                  <a:lnTo>
                    <a:pt x="4339" y="150"/>
                  </a:lnTo>
                  <a:lnTo>
                    <a:pt x="4085" y="90"/>
                  </a:lnTo>
                  <a:lnTo>
                    <a:pt x="3832" y="45"/>
                  </a:lnTo>
                  <a:lnTo>
                    <a:pt x="3564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2"/>
            <p:cNvSpPr/>
            <p:nvPr/>
          </p:nvSpPr>
          <p:spPr>
            <a:xfrm>
              <a:off x="3813132" y="2516734"/>
              <a:ext cx="54967" cy="33930"/>
            </a:xfrm>
            <a:custGeom>
              <a:rect b="b" l="l" r="r" t="t"/>
              <a:pathLst>
                <a:path extrusionOk="0" h="2237" w="3624">
                  <a:moveTo>
                    <a:pt x="3087" y="1"/>
                  </a:moveTo>
                  <a:lnTo>
                    <a:pt x="2819" y="16"/>
                  </a:lnTo>
                  <a:lnTo>
                    <a:pt x="2550" y="31"/>
                  </a:lnTo>
                  <a:lnTo>
                    <a:pt x="2282" y="75"/>
                  </a:lnTo>
                  <a:lnTo>
                    <a:pt x="2013" y="120"/>
                  </a:lnTo>
                  <a:lnTo>
                    <a:pt x="1775" y="180"/>
                  </a:lnTo>
                  <a:lnTo>
                    <a:pt x="1536" y="254"/>
                  </a:lnTo>
                  <a:lnTo>
                    <a:pt x="1313" y="344"/>
                  </a:lnTo>
                  <a:lnTo>
                    <a:pt x="1104" y="448"/>
                  </a:lnTo>
                  <a:lnTo>
                    <a:pt x="910" y="552"/>
                  </a:lnTo>
                  <a:lnTo>
                    <a:pt x="731" y="672"/>
                  </a:lnTo>
                  <a:lnTo>
                    <a:pt x="567" y="791"/>
                  </a:lnTo>
                  <a:lnTo>
                    <a:pt x="418" y="925"/>
                  </a:lnTo>
                  <a:lnTo>
                    <a:pt x="299" y="1074"/>
                  </a:lnTo>
                  <a:lnTo>
                    <a:pt x="195" y="1223"/>
                  </a:lnTo>
                  <a:lnTo>
                    <a:pt x="105" y="1387"/>
                  </a:lnTo>
                  <a:lnTo>
                    <a:pt x="46" y="1536"/>
                  </a:lnTo>
                  <a:lnTo>
                    <a:pt x="16" y="1715"/>
                  </a:lnTo>
                  <a:lnTo>
                    <a:pt x="1" y="1864"/>
                  </a:lnTo>
                  <a:lnTo>
                    <a:pt x="16" y="2058"/>
                  </a:lnTo>
                  <a:lnTo>
                    <a:pt x="60" y="2237"/>
                  </a:lnTo>
                  <a:lnTo>
                    <a:pt x="567" y="1998"/>
                  </a:lnTo>
                  <a:lnTo>
                    <a:pt x="1044" y="1745"/>
                  </a:lnTo>
                  <a:lnTo>
                    <a:pt x="1507" y="1477"/>
                  </a:lnTo>
                  <a:lnTo>
                    <a:pt x="1969" y="1208"/>
                  </a:lnTo>
                  <a:lnTo>
                    <a:pt x="2401" y="925"/>
                  </a:lnTo>
                  <a:lnTo>
                    <a:pt x="2833" y="642"/>
                  </a:lnTo>
                  <a:lnTo>
                    <a:pt x="3236" y="344"/>
                  </a:lnTo>
                  <a:lnTo>
                    <a:pt x="3624" y="31"/>
                  </a:lnTo>
                  <a:lnTo>
                    <a:pt x="3355" y="16"/>
                  </a:lnTo>
                  <a:lnTo>
                    <a:pt x="3087" y="1"/>
                  </a:lnTo>
                  <a:close/>
                </a:path>
              </a:pathLst>
            </a:custGeom>
            <a:solidFill>
              <a:srgbClr val="F9CC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2"/>
            <p:cNvSpPr/>
            <p:nvPr/>
          </p:nvSpPr>
          <p:spPr>
            <a:xfrm>
              <a:off x="3813132" y="2516734"/>
              <a:ext cx="54967" cy="33930"/>
            </a:xfrm>
            <a:custGeom>
              <a:rect b="b" l="l" r="r" t="t"/>
              <a:pathLst>
                <a:path extrusionOk="0" fill="none" h="2237" w="3624">
                  <a:moveTo>
                    <a:pt x="3087" y="1"/>
                  </a:moveTo>
                  <a:lnTo>
                    <a:pt x="3087" y="1"/>
                  </a:lnTo>
                  <a:lnTo>
                    <a:pt x="2819" y="16"/>
                  </a:lnTo>
                  <a:lnTo>
                    <a:pt x="2819" y="16"/>
                  </a:lnTo>
                  <a:lnTo>
                    <a:pt x="2550" y="31"/>
                  </a:lnTo>
                  <a:lnTo>
                    <a:pt x="2282" y="75"/>
                  </a:lnTo>
                  <a:lnTo>
                    <a:pt x="2013" y="120"/>
                  </a:lnTo>
                  <a:lnTo>
                    <a:pt x="1775" y="180"/>
                  </a:lnTo>
                  <a:lnTo>
                    <a:pt x="1536" y="254"/>
                  </a:lnTo>
                  <a:lnTo>
                    <a:pt x="1313" y="344"/>
                  </a:lnTo>
                  <a:lnTo>
                    <a:pt x="1104" y="448"/>
                  </a:lnTo>
                  <a:lnTo>
                    <a:pt x="910" y="552"/>
                  </a:lnTo>
                  <a:lnTo>
                    <a:pt x="731" y="672"/>
                  </a:lnTo>
                  <a:lnTo>
                    <a:pt x="567" y="791"/>
                  </a:lnTo>
                  <a:lnTo>
                    <a:pt x="418" y="925"/>
                  </a:lnTo>
                  <a:lnTo>
                    <a:pt x="299" y="1074"/>
                  </a:lnTo>
                  <a:lnTo>
                    <a:pt x="195" y="1223"/>
                  </a:lnTo>
                  <a:lnTo>
                    <a:pt x="105" y="1387"/>
                  </a:lnTo>
                  <a:lnTo>
                    <a:pt x="46" y="1536"/>
                  </a:lnTo>
                  <a:lnTo>
                    <a:pt x="16" y="1715"/>
                  </a:lnTo>
                  <a:lnTo>
                    <a:pt x="16" y="1715"/>
                  </a:lnTo>
                  <a:lnTo>
                    <a:pt x="1" y="1864"/>
                  </a:lnTo>
                  <a:lnTo>
                    <a:pt x="1" y="1864"/>
                  </a:lnTo>
                  <a:lnTo>
                    <a:pt x="16" y="2058"/>
                  </a:lnTo>
                  <a:lnTo>
                    <a:pt x="60" y="2237"/>
                  </a:lnTo>
                  <a:lnTo>
                    <a:pt x="60" y="2237"/>
                  </a:lnTo>
                  <a:lnTo>
                    <a:pt x="567" y="1998"/>
                  </a:lnTo>
                  <a:lnTo>
                    <a:pt x="1044" y="1745"/>
                  </a:lnTo>
                  <a:lnTo>
                    <a:pt x="1507" y="1477"/>
                  </a:lnTo>
                  <a:lnTo>
                    <a:pt x="1969" y="1208"/>
                  </a:lnTo>
                  <a:lnTo>
                    <a:pt x="2401" y="925"/>
                  </a:lnTo>
                  <a:lnTo>
                    <a:pt x="2833" y="642"/>
                  </a:lnTo>
                  <a:lnTo>
                    <a:pt x="3236" y="344"/>
                  </a:lnTo>
                  <a:lnTo>
                    <a:pt x="3624" y="31"/>
                  </a:lnTo>
                  <a:lnTo>
                    <a:pt x="3624" y="31"/>
                  </a:lnTo>
                  <a:lnTo>
                    <a:pt x="3355" y="16"/>
                  </a:lnTo>
                  <a:lnTo>
                    <a:pt x="3087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3393220" y="2443248"/>
              <a:ext cx="70802" cy="42757"/>
            </a:xfrm>
            <a:custGeom>
              <a:rect b="b" l="l" r="r" t="t"/>
              <a:pathLst>
                <a:path extrusionOk="0" h="2819" w="4668">
                  <a:moveTo>
                    <a:pt x="2133" y="0"/>
                  </a:moveTo>
                  <a:lnTo>
                    <a:pt x="1924" y="15"/>
                  </a:lnTo>
                  <a:lnTo>
                    <a:pt x="1715" y="45"/>
                  </a:lnTo>
                  <a:lnTo>
                    <a:pt x="1522" y="75"/>
                  </a:lnTo>
                  <a:lnTo>
                    <a:pt x="1343" y="135"/>
                  </a:lnTo>
                  <a:lnTo>
                    <a:pt x="1164" y="179"/>
                  </a:lnTo>
                  <a:lnTo>
                    <a:pt x="985" y="254"/>
                  </a:lnTo>
                  <a:lnTo>
                    <a:pt x="821" y="328"/>
                  </a:lnTo>
                  <a:lnTo>
                    <a:pt x="672" y="403"/>
                  </a:lnTo>
                  <a:lnTo>
                    <a:pt x="538" y="492"/>
                  </a:lnTo>
                  <a:lnTo>
                    <a:pt x="418" y="597"/>
                  </a:lnTo>
                  <a:lnTo>
                    <a:pt x="314" y="701"/>
                  </a:lnTo>
                  <a:lnTo>
                    <a:pt x="210" y="806"/>
                  </a:lnTo>
                  <a:lnTo>
                    <a:pt x="135" y="925"/>
                  </a:lnTo>
                  <a:lnTo>
                    <a:pt x="75" y="1044"/>
                  </a:lnTo>
                  <a:lnTo>
                    <a:pt x="31" y="1163"/>
                  </a:lnTo>
                  <a:lnTo>
                    <a:pt x="1" y="1283"/>
                  </a:lnTo>
                  <a:lnTo>
                    <a:pt x="1" y="1402"/>
                  </a:lnTo>
                  <a:lnTo>
                    <a:pt x="1" y="1551"/>
                  </a:lnTo>
                  <a:lnTo>
                    <a:pt x="46" y="1685"/>
                  </a:lnTo>
                  <a:lnTo>
                    <a:pt x="105" y="1834"/>
                  </a:lnTo>
                  <a:lnTo>
                    <a:pt x="180" y="1953"/>
                  </a:lnTo>
                  <a:lnTo>
                    <a:pt x="269" y="2088"/>
                  </a:lnTo>
                  <a:lnTo>
                    <a:pt x="388" y="2192"/>
                  </a:lnTo>
                  <a:lnTo>
                    <a:pt x="523" y="2311"/>
                  </a:lnTo>
                  <a:lnTo>
                    <a:pt x="672" y="2401"/>
                  </a:lnTo>
                  <a:lnTo>
                    <a:pt x="851" y="2490"/>
                  </a:lnTo>
                  <a:lnTo>
                    <a:pt x="1030" y="2580"/>
                  </a:lnTo>
                  <a:lnTo>
                    <a:pt x="1223" y="2654"/>
                  </a:lnTo>
                  <a:lnTo>
                    <a:pt x="1417" y="2714"/>
                  </a:lnTo>
                  <a:lnTo>
                    <a:pt x="1641" y="2759"/>
                  </a:lnTo>
                  <a:lnTo>
                    <a:pt x="1864" y="2788"/>
                  </a:lnTo>
                  <a:lnTo>
                    <a:pt x="2088" y="2818"/>
                  </a:lnTo>
                  <a:lnTo>
                    <a:pt x="2565" y="2818"/>
                  </a:lnTo>
                  <a:lnTo>
                    <a:pt x="2804" y="2788"/>
                  </a:lnTo>
                  <a:lnTo>
                    <a:pt x="3027" y="2759"/>
                  </a:lnTo>
                  <a:lnTo>
                    <a:pt x="3236" y="2714"/>
                  </a:lnTo>
                  <a:lnTo>
                    <a:pt x="3445" y="2654"/>
                  </a:lnTo>
                  <a:lnTo>
                    <a:pt x="3639" y="2580"/>
                  </a:lnTo>
                  <a:lnTo>
                    <a:pt x="3817" y="2490"/>
                  </a:lnTo>
                  <a:lnTo>
                    <a:pt x="3981" y="2401"/>
                  </a:lnTo>
                  <a:lnTo>
                    <a:pt x="4131" y="2311"/>
                  </a:lnTo>
                  <a:lnTo>
                    <a:pt x="4265" y="2192"/>
                  </a:lnTo>
                  <a:lnTo>
                    <a:pt x="4384" y="2088"/>
                  </a:lnTo>
                  <a:lnTo>
                    <a:pt x="4488" y="1953"/>
                  </a:lnTo>
                  <a:lnTo>
                    <a:pt x="4563" y="1834"/>
                  </a:lnTo>
                  <a:lnTo>
                    <a:pt x="4622" y="1685"/>
                  </a:lnTo>
                  <a:lnTo>
                    <a:pt x="4652" y="1551"/>
                  </a:lnTo>
                  <a:lnTo>
                    <a:pt x="4667" y="1402"/>
                  </a:lnTo>
                  <a:lnTo>
                    <a:pt x="4652" y="1268"/>
                  </a:lnTo>
                  <a:lnTo>
                    <a:pt x="4622" y="1119"/>
                  </a:lnTo>
                  <a:lnTo>
                    <a:pt x="4563" y="984"/>
                  </a:lnTo>
                  <a:lnTo>
                    <a:pt x="4488" y="850"/>
                  </a:lnTo>
                  <a:lnTo>
                    <a:pt x="4384" y="731"/>
                  </a:lnTo>
                  <a:lnTo>
                    <a:pt x="4265" y="612"/>
                  </a:lnTo>
                  <a:lnTo>
                    <a:pt x="4131" y="507"/>
                  </a:lnTo>
                  <a:lnTo>
                    <a:pt x="3981" y="403"/>
                  </a:lnTo>
                  <a:lnTo>
                    <a:pt x="3817" y="314"/>
                  </a:lnTo>
                  <a:lnTo>
                    <a:pt x="3639" y="239"/>
                  </a:lnTo>
                  <a:lnTo>
                    <a:pt x="3445" y="164"/>
                  </a:lnTo>
                  <a:lnTo>
                    <a:pt x="3236" y="105"/>
                  </a:lnTo>
                  <a:lnTo>
                    <a:pt x="3027" y="60"/>
                  </a:lnTo>
                  <a:lnTo>
                    <a:pt x="2804" y="15"/>
                  </a:lnTo>
                  <a:lnTo>
                    <a:pt x="2565" y="0"/>
                  </a:lnTo>
                  <a:close/>
                </a:path>
              </a:pathLst>
            </a:custGeom>
            <a:solidFill>
              <a:srgbClr val="F9CC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2"/>
            <p:cNvSpPr/>
            <p:nvPr/>
          </p:nvSpPr>
          <p:spPr>
            <a:xfrm>
              <a:off x="3393220" y="2443248"/>
              <a:ext cx="70802" cy="42757"/>
            </a:xfrm>
            <a:custGeom>
              <a:rect b="b" l="l" r="r" t="t"/>
              <a:pathLst>
                <a:path extrusionOk="0" fill="none" h="2819" w="4668">
                  <a:moveTo>
                    <a:pt x="2327" y="0"/>
                  </a:moveTo>
                  <a:lnTo>
                    <a:pt x="2327" y="0"/>
                  </a:lnTo>
                  <a:lnTo>
                    <a:pt x="2133" y="0"/>
                  </a:lnTo>
                  <a:lnTo>
                    <a:pt x="2133" y="0"/>
                  </a:lnTo>
                  <a:lnTo>
                    <a:pt x="1924" y="15"/>
                  </a:lnTo>
                  <a:lnTo>
                    <a:pt x="1715" y="45"/>
                  </a:lnTo>
                  <a:lnTo>
                    <a:pt x="1522" y="75"/>
                  </a:lnTo>
                  <a:lnTo>
                    <a:pt x="1343" y="135"/>
                  </a:lnTo>
                  <a:lnTo>
                    <a:pt x="1164" y="179"/>
                  </a:lnTo>
                  <a:lnTo>
                    <a:pt x="985" y="254"/>
                  </a:lnTo>
                  <a:lnTo>
                    <a:pt x="821" y="328"/>
                  </a:lnTo>
                  <a:lnTo>
                    <a:pt x="672" y="403"/>
                  </a:lnTo>
                  <a:lnTo>
                    <a:pt x="538" y="492"/>
                  </a:lnTo>
                  <a:lnTo>
                    <a:pt x="418" y="597"/>
                  </a:lnTo>
                  <a:lnTo>
                    <a:pt x="314" y="701"/>
                  </a:lnTo>
                  <a:lnTo>
                    <a:pt x="210" y="806"/>
                  </a:lnTo>
                  <a:lnTo>
                    <a:pt x="135" y="925"/>
                  </a:lnTo>
                  <a:lnTo>
                    <a:pt x="75" y="1044"/>
                  </a:lnTo>
                  <a:lnTo>
                    <a:pt x="31" y="1163"/>
                  </a:lnTo>
                  <a:lnTo>
                    <a:pt x="1" y="1283"/>
                  </a:lnTo>
                  <a:lnTo>
                    <a:pt x="1" y="1283"/>
                  </a:lnTo>
                  <a:lnTo>
                    <a:pt x="1" y="1402"/>
                  </a:lnTo>
                  <a:lnTo>
                    <a:pt x="1" y="1402"/>
                  </a:lnTo>
                  <a:lnTo>
                    <a:pt x="1" y="1551"/>
                  </a:lnTo>
                  <a:lnTo>
                    <a:pt x="46" y="1685"/>
                  </a:lnTo>
                  <a:lnTo>
                    <a:pt x="105" y="1834"/>
                  </a:lnTo>
                  <a:lnTo>
                    <a:pt x="180" y="1953"/>
                  </a:lnTo>
                  <a:lnTo>
                    <a:pt x="269" y="2088"/>
                  </a:lnTo>
                  <a:lnTo>
                    <a:pt x="388" y="2192"/>
                  </a:lnTo>
                  <a:lnTo>
                    <a:pt x="523" y="2311"/>
                  </a:lnTo>
                  <a:lnTo>
                    <a:pt x="672" y="2401"/>
                  </a:lnTo>
                  <a:lnTo>
                    <a:pt x="851" y="2490"/>
                  </a:lnTo>
                  <a:lnTo>
                    <a:pt x="1030" y="2580"/>
                  </a:lnTo>
                  <a:lnTo>
                    <a:pt x="1223" y="2654"/>
                  </a:lnTo>
                  <a:lnTo>
                    <a:pt x="1417" y="2714"/>
                  </a:lnTo>
                  <a:lnTo>
                    <a:pt x="1641" y="2759"/>
                  </a:lnTo>
                  <a:lnTo>
                    <a:pt x="1864" y="2788"/>
                  </a:lnTo>
                  <a:lnTo>
                    <a:pt x="2088" y="2818"/>
                  </a:lnTo>
                  <a:lnTo>
                    <a:pt x="2327" y="2818"/>
                  </a:lnTo>
                  <a:lnTo>
                    <a:pt x="2327" y="2818"/>
                  </a:lnTo>
                  <a:lnTo>
                    <a:pt x="2565" y="2818"/>
                  </a:lnTo>
                  <a:lnTo>
                    <a:pt x="2804" y="2788"/>
                  </a:lnTo>
                  <a:lnTo>
                    <a:pt x="3027" y="2759"/>
                  </a:lnTo>
                  <a:lnTo>
                    <a:pt x="3236" y="2714"/>
                  </a:lnTo>
                  <a:lnTo>
                    <a:pt x="3445" y="2654"/>
                  </a:lnTo>
                  <a:lnTo>
                    <a:pt x="3639" y="2580"/>
                  </a:lnTo>
                  <a:lnTo>
                    <a:pt x="3817" y="2490"/>
                  </a:lnTo>
                  <a:lnTo>
                    <a:pt x="3981" y="2401"/>
                  </a:lnTo>
                  <a:lnTo>
                    <a:pt x="4131" y="2311"/>
                  </a:lnTo>
                  <a:lnTo>
                    <a:pt x="4265" y="2192"/>
                  </a:lnTo>
                  <a:lnTo>
                    <a:pt x="4384" y="2088"/>
                  </a:lnTo>
                  <a:lnTo>
                    <a:pt x="4488" y="1953"/>
                  </a:lnTo>
                  <a:lnTo>
                    <a:pt x="4563" y="1834"/>
                  </a:lnTo>
                  <a:lnTo>
                    <a:pt x="4622" y="1685"/>
                  </a:lnTo>
                  <a:lnTo>
                    <a:pt x="4652" y="1551"/>
                  </a:lnTo>
                  <a:lnTo>
                    <a:pt x="4667" y="1402"/>
                  </a:lnTo>
                  <a:lnTo>
                    <a:pt x="4667" y="1402"/>
                  </a:lnTo>
                  <a:lnTo>
                    <a:pt x="4652" y="1268"/>
                  </a:lnTo>
                  <a:lnTo>
                    <a:pt x="4622" y="1119"/>
                  </a:lnTo>
                  <a:lnTo>
                    <a:pt x="4563" y="984"/>
                  </a:lnTo>
                  <a:lnTo>
                    <a:pt x="4488" y="850"/>
                  </a:lnTo>
                  <a:lnTo>
                    <a:pt x="4384" y="731"/>
                  </a:lnTo>
                  <a:lnTo>
                    <a:pt x="4265" y="612"/>
                  </a:lnTo>
                  <a:lnTo>
                    <a:pt x="4131" y="507"/>
                  </a:lnTo>
                  <a:lnTo>
                    <a:pt x="3981" y="403"/>
                  </a:lnTo>
                  <a:lnTo>
                    <a:pt x="3817" y="314"/>
                  </a:lnTo>
                  <a:lnTo>
                    <a:pt x="3639" y="239"/>
                  </a:lnTo>
                  <a:lnTo>
                    <a:pt x="3445" y="164"/>
                  </a:lnTo>
                  <a:lnTo>
                    <a:pt x="3236" y="105"/>
                  </a:lnTo>
                  <a:lnTo>
                    <a:pt x="3027" y="60"/>
                  </a:lnTo>
                  <a:lnTo>
                    <a:pt x="2804" y="15"/>
                  </a:lnTo>
                  <a:lnTo>
                    <a:pt x="2565" y="0"/>
                  </a:lnTo>
                  <a:lnTo>
                    <a:pt x="232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3913996" y="2284505"/>
              <a:ext cx="180008" cy="180008"/>
            </a:xfrm>
            <a:custGeom>
              <a:rect b="b" l="l" r="r" t="t"/>
              <a:pathLst>
                <a:path extrusionOk="0" h="11868" w="11868">
                  <a:moveTo>
                    <a:pt x="5620" y="1"/>
                  </a:moveTo>
                  <a:lnTo>
                    <a:pt x="5322" y="31"/>
                  </a:lnTo>
                  <a:lnTo>
                    <a:pt x="5024" y="75"/>
                  </a:lnTo>
                  <a:lnTo>
                    <a:pt x="4726" y="120"/>
                  </a:lnTo>
                  <a:lnTo>
                    <a:pt x="4443" y="180"/>
                  </a:lnTo>
                  <a:lnTo>
                    <a:pt x="4159" y="269"/>
                  </a:lnTo>
                  <a:lnTo>
                    <a:pt x="3891" y="359"/>
                  </a:lnTo>
                  <a:lnTo>
                    <a:pt x="3623" y="463"/>
                  </a:lnTo>
                  <a:lnTo>
                    <a:pt x="3354" y="582"/>
                  </a:lnTo>
                  <a:lnTo>
                    <a:pt x="3101" y="716"/>
                  </a:lnTo>
                  <a:lnTo>
                    <a:pt x="2848" y="865"/>
                  </a:lnTo>
                  <a:lnTo>
                    <a:pt x="2609" y="1015"/>
                  </a:lnTo>
                  <a:lnTo>
                    <a:pt x="2370" y="1179"/>
                  </a:lnTo>
                  <a:lnTo>
                    <a:pt x="2147" y="1357"/>
                  </a:lnTo>
                  <a:lnTo>
                    <a:pt x="1938" y="1536"/>
                  </a:lnTo>
                  <a:lnTo>
                    <a:pt x="1729" y="1745"/>
                  </a:lnTo>
                  <a:lnTo>
                    <a:pt x="1536" y="1939"/>
                  </a:lnTo>
                  <a:lnTo>
                    <a:pt x="1342" y="2163"/>
                  </a:lnTo>
                  <a:lnTo>
                    <a:pt x="1178" y="2386"/>
                  </a:lnTo>
                  <a:lnTo>
                    <a:pt x="1014" y="2625"/>
                  </a:lnTo>
                  <a:lnTo>
                    <a:pt x="850" y="2863"/>
                  </a:lnTo>
                  <a:lnTo>
                    <a:pt x="716" y="3102"/>
                  </a:lnTo>
                  <a:lnTo>
                    <a:pt x="581" y="3370"/>
                  </a:lnTo>
                  <a:lnTo>
                    <a:pt x="462" y="3624"/>
                  </a:lnTo>
                  <a:lnTo>
                    <a:pt x="358" y="3892"/>
                  </a:lnTo>
                  <a:lnTo>
                    <a:pt x="253" y="4175"/>
                  </a:lnTo>
                  <a:lnTo>
                    <a:pt x="179" y="4458"/>
                  </a:lnTo>
                  <a:lnTo>
                    <a:pt x="119" y="4742"/>
                  </a:lnTo>
                  <a:lnTo>
                    <a:pt x="60" y="5040"/>
                  </a:lnTo>
                  <a:lnTo>
                    <a:pt x="30" y="5323"/>
                  </a:lnTo>
                  <a:lnTo>
                    <a:pt x="0" y="5636"/>
                  </a:lnTo>
                  <a:lnTo>
                    <a:pt x="0" y="5934"/>
                  </a:lnTo>
                  <a:lnTo>
                    <a:pt x="0" y="6218"/>
                  </a:lnTo>
                  <a:lnTo>
                    <a:pt x="15" y="6486"/>
                  </a:lnTo>
                  <a:lnTo>
                    <a:pt x="45" y="6754"/>
                  </a:lnTo>
                  <a:lnTo>
                    <a:pt x="89" y="7023"/>
                  </a:lnTo>
                  <a:lnTo>
                    <a:pt x="149" y="7291"/>
                  </a:lnTo>
                  <a:lnTo>
                    <a:pt x="209" y="7544"/>
                  </a:lnTo>
                  <a:lnTo>
                    <a:pt x="298" y="7798"/>
                  </a:lnTo>
                  <a:lnTo>
                    <a:pt x="388" y="8051"/>
                  </a:lnTo>
                  <a:lnTo>
                    <a:pt x="477" y="8290"/>
                  </a:lnTo>
                  <a:lnTo>
                    <a:pt x="581" y="8528"/>
                  </a:lnTo>
                  <a:lnTo>
                    <a:pt x="716" y="8767"/>
                  </a:lnTo>
                  <a:lnTo>
                    <a:pt x="835" y="8991"/>
                  </a:lnTo>
                  <a:lnTo>
                    <a:pt x="969" y="9214"/>
                  </a:lnTo>
                  <a:lnTo>
                    <a:pt x="1118" y="9423"/>
                  </a:lnTo>
                  <a:lnTo>
                    <a:pt x="1282" y="9632"/>
                  </a:lnTo>
                  <a:lnTo>
                    <a:pt x="1446" y="9825"/>
                  </a:lnTo>
                  <a:lnTo>
                    <a:pt x="1655" y="10064"/>
                  </a:lnTo>
                  <a:lnTo>
                    <a:pt x="1878" y="10273"/>
                  </a:lnTo>
                  <a:lnTo>
                    <a:pt x="2117" y="10481"/>
                  </a:lnTo>
                  <a:lnTo>
                    <a:pt x="2356" y="10675"/>
                  </a:lnTo>
                  <a:lnTo>
                    <a:pt x="2609" y="10854"/>
                  </a:lnTo>
                  <a:lnTo>
                    <a:pt x="2877" y="11033"/>
                  </a:lnTo>
                  <a:lnTo>
                    <a:pt x="3146" y="11182"/>
                  </a:lnTo>
                  <a:lnTo>
                    <a:pt x="3429" y="11316"/>
                  </a:lnTo>
                  <a:lnTo>
                    <a:pt x="3712" y="11450"/>
                  </a:lnTo>
                  <a:lnTo>
                    <a:pt x="4010" y="11555"/>
                  </a:lnTo>
                  <a:lnTo>
                    <a:pt x="4323" y="11644"/>
                  </a:lnTo>
                  <a:lnTo>
                    <a:pt x="4622" y="11734"/>
                  </a:lnTo>
                  <a:lnTo>
                    <a:pt x="4950" y="11793"/>
                  </a:lnTo>
                  <a:lnTo>
                    <a:pt x="5263" y="11838"/>
                  </a:lnTo>
                  <a:lnTo>
                    <a:pt x="5591" y="11868"/>
                  </a:lnTo>
                  <a:lnTo>
                    <a:pt x="6232" y="11868"/>
                  </a:lnTo>
                  <a:lnTo>
                    <a:pt x="6530" y="11838"/>
                  </a:lnTo>
                  <a:lnTo>
                    <a:pt x="6828" y="11808"/>
                  </a:lnTo>
                  <a:lnTo>
                    <a:pt x="7126" y="11749"/>
                  </a:lnTo>
                  <a:lnTo>
                    <a:pt x="7410" y="11689"/>
                  </a:lnTo>
                  <a:lnTo>
                    <a:pt x="7693" y="11600"/>
                  </a:lnTo>
                  <a:lnTo>
                    <a:pt x="7976" y="11510"/>
                  </a:lnTo>
                  <a:lnTo>
                    <a:pt x="8244" y="11406"/>
                  </a:lnTo>
                  <a:lnTo>
                    <a:pt x="8498" y="11286"/>
                  </a:lnTo>
                  <a:lnTo>
                    <a:pt x="8766" y="11152"/>
                  </a:lnTo>
                  <a:lnTo>
                    <a:pt x="9005" y="11018"/>
                  </a:lnTo>
                  <a:lnTo>
                    <a:pt x="9243" y="10854"/>
                  </a:lnTo>
                  <a:lnTo>
                    <a:pt x="9482" y="10690"/>
                  </a:lnTo>
                  <a:lnTo>
                    <a:pt x="9705" y="10511"/>
                  </a:lnTo>
                  <a:lnTo>
                    <a:pt x="9929" y="10332"/>
                  </a:lnTo>
                  <a:lnTo>
                    <a:pt x="10123" y="10138"/>
                  </a:lnTo>
                  <a:lnTo>
                    <a:pt x="10332" y="9930"/>
                  </a:lnTo>
                  <a:lnTo>
                    <a:pt x="10510" y="9706"/>
                  </a:lnTo>
                  <a:lnTo>
                    <a:pt x="10689" y="9483"/>
                  </a:lnTo>
                  <a:lnTo>
                    <a:pt x="10853" y="9259"/>
                  </a:lnTo>
                  <a:lnTo>
                    <a:pt x="11002" y="9020"/>
                  </a:lnTo>
                  <a:lnTo>
                    <a:pt x="11152" y="8767"/>
                  </a:lnTo>
                  <a:lnTo>
                    <a:pt x="11286" y="8513"/>
                  </a:lnTo>
                  <a:lnTo>
                    <a:pt x="11405" y="8245"/>
                  </a:lnTo>
                  <a:lnTo>
                    <a:pt x="11509" y="7977"/>
                  </a:lnTo>
                  <a:lnTo>
                    <a:pt x="11599" y="7708"/>
                  </a:lnTo>
                  <a:lnTo>
                    <a:pt x="11673" y="7425"/>
                  </a:lnTo>
                  <a:lnTo>
                    <a:pt x="11748" y="7127"/>
                  </a:lnTo>
                  <a:lnTo>
                    <a:pt x="11793" y="6844"/>
                  </a:lnTo>
                  <a:lnTo>
                    <a:pt x="11837" y="6546"/>
                  </a:lnTo>
                  <a:lnTo>
                    <a:pt x="11852" y="6247"/>
                  </a:lnTo>
                  <a:lnTo>
                    <a:pt x="11867" y="5934"/>
                  </a:lnTo>
                  <a:lnTo>
                    <a:pt x="11867" y="5666"/>
                  </a:lnTo>
                  <a:lnTo>
                    <a:pt x="11837" y="5383"/>
                  </a:lnTo>
                  <a:lnTo>
                    <a:pt x="11807" y="5114"/>
                  </a:lnTo>
                  <a:lnTo>
                    <a:pt x="11763" y="4846"/>
                  </a:lnTo>
                  <a:lnTo>
                    <a:pt x="11718" y="4593"/>
                  </a:lnTo>
                  <a:lnTo>
                    <a:pt x="11643" y="4324"/>
                  </a:lnTo>
                  <a:lnTo>
                    <a:pt x="11569" y="4071"/>
                  </a:lnTo>
                  <a:lnTo>
                    <a:pt x="11480" y="3832"/>
                  </a:lnTo>
                  <a:lnTo>
                    <a:pt x="11390" y="3579"/>
                  </a:lnTo>
                  <a:lnTo>
                    <a:pt x="11271" y="3340"/>
                  </a:lnTo>
                  <a:lnTo>
                    <a:pt x="11152" y="3117"/>
                  </a:lnTo>
                  <a:lnTo>
                    <a:pt x="11032" y="2893"/>
                  </a:lnTo>
                  <a:lnTo>
                    <a:pt x="10883" y="2669"/>
                  </a:lnTo>
                  <a:lnTo>
                    <a:pt x="10734" y="2461"/>
                  </a:lnTo>
                  <a:lnTo>
                    <a:pt x="10585" y="2252"/>
                  </a:lnTo>
                  <a:lnTo>
                    <a:pt x="10421" y="2058"/>
                  </a:lnTo>
                  <a:lnTo>
                    <a:pt x="10242" y="1864"/>
                  </a:lnTo>
                  <a:lnTo>
                    <a:pt x="10063" y="1671"/>
                  </a:lnTo>
                  <a:lnTo>
                    <a:pt x="9869" y="1507"/>
                  </a:lnTo>
                  <a:lnTo>
                    <a:pt x="9676" y="1328"/>
                  </a:lnTo>
                  <a:lnTo>
                    <a:pt x="9482" y="1179"/>
                  </a:lnTo>
                  <a:lnTo>
                    <a:pt x="9273" y="1029"/>
                  </a:lnTo>
                  <a:lnTo>
                    <a:pt x="9049" y="880"/>
                  </a:lnTo>
                  <a:lnTo>
                    <a:pt x="8826" y="746"/>
                  </a:lnTo>
                  <a:lnTo>
                    <a:pt x="8602" y="627"/>
                  </a:lnTo>
                  <a:lnTo>
                    <a:pt x="8364" y="523"/>
                  </a:lnTo>
                  <a:lnTo>
                    <a:pt x="8110" y="418"/>
                  </a:lnTo>
                  <a:lnTo>
                    <a:pt x="7872" y="329"/>
                  </a:lnTo>
                  <a:lnTo>
                    <a:pt x="7618" y="239"/>
                  </a:lnTo>
                  <a:lnTo>
                    <a:pt x="7365" y="180"/>
                  </a:lnTo>
                  <a:lnTo>
                    <a:pt x="7096" y="120"/>
                  </a:lnTo>
                  <a:lnTo>
                    <a:pt x="6843" y="60"/>
                  </a:lnTo>
                  <a:lnTo>
                    <a:pt x="6381" y="16"/>
                  </a:lnTo>
                  <a:lnTo>
                    <a:pt x="5934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2"/>
            <p:cNvSpPr/>
            <p:nvPr/>
          </p:nvSpPr>
          <p:spPr>
            <a:xfrm>
              <a:off x="3913996" y="2284505"/>
              <a:ext cx="125739" cy="150158"/>
            </a:xfrm>
            <a:custGeom>
              <a:rect b="b" l="l" r="r" t="t"/>
              <a:pathLst>
                <a:path extrusionOk="0" h="9900" w="8290">
                  <a:moveTo>
                    <a:pt x="5620" y="1"/>
                  </a:moveTo>
                  <a:lnTo>
                    <a:pt x="5322" y="31"/>
                  </a:lnTo>
                  <a:lnTo>
                    <a:pt x="5024" y="75"/>
                  </a:lnTo>
                  <a:lnTo>
                    <a:pt x="4726" y="120"/>
                  </a:lnTo>
                  <a:lnTo>
                    <a:pt x="4443" y="180"/>
                  </a:lnTo>
                  <a:lnTo>
                    <a:pt x="4159" y="269"/>
                  </a:lnTo>
                  <a:lnTo>
                    <a:pt x="3891" y="359"/>
                  </a:lnTo>
                  <a:lnTo>
                    <a:pt x="3623" y="463"/>
                  </a:lnTo>
                  <a:lnTo>
                    <a:pt x="3354" y="582"/>
                  </a:lnTo>
                  <a:lnTo>
                    <a:pt x="3101" y="716"/>
                  </a:lnTo>
                  <a:lnTo>
                    <a:pt x="2848" y="865"/>
                  </a:lnTo>
                  <a:lnTo>
                    <a:pt x="2609" y="1015"/>
                  </a:lnTo>
                  <a:lnTo>
                    <a:pt x="2370" y="1179"/>
                  </a:lnTo>
                  <a:lnTo>
                    <a:pt x="2147" y="1357"/>
                  </a:lnTo>
                  <a:lnTo>
                    <a:pt x="1938" y="1536"/>
                  </a:lnTo>
                  <a:lnTo>
                    <a:pt x="1729" y="1745"/>
                  </a:lnTo>
                  <a:lnTo>
                    <a:pt x="1536" y="1939"/>
                  </a:lnTo>
                  <a:lnTo>
                    <a:pt x="1342" y="2163"/>
                  </a:lnTo>
                  <a:lnTo>
                    <a:pt x="1178" y="2386"/>
                  </a:lnTo>
                  <a:lnTo>
                    <a:pt x="1014" y="2625"/>
                  </a:lnTo>
                  <a:lnTo>
                    <a:pt x="850" y="2863"/>
                  </a:lnTo>
                  <a:lnTo>
                    <a:pt x="716" y="3102"/>
                  </a:lnTo>
                  <a:lnTo>
                    <a:pt x="581" y="3370"/>
                  </a:lnTo>
                  <a:lnTo>
                    <a:pt x="462" y="3624"/>
                  </a:lnTo>
                  <a:lnTo>
                    <a:pt x="358" y="3892"/>
                  </a:lnTo>
                  <a:lnTo>
                    <a:pt x="253" y="4175"/>
                  </a:lnTo>
                  <a:lnTo>
                    <a:pt x="179" y="4458"/>
                  </a:lnTo>
                  <a:lnTo>
                    <a:pt x="119" y="4742"/>
                  </a:lnTo>
                  <a:lnTo>
                    <a:pt x="60" y="5040"/>
                  </a:lnTo>
                  <a:lnTo>
                    <a:pt x="30" y="5323"/>
                  </a:lnTo>
                  <a:lnTo>
                    <a:pt x="0" y="5636"/>
                  </a:lnTo>
                  <a:lnTo>
                    <a:pt x="0" y="5934"/>
                  </a:lnTo>
                  <a:lnTo>
                    <a:pt x="0" y="6218"/>
                  </a:lnTo>
                  <a:lnTo>
                    <a:pt x="15" y="6486"/>
                  </a:lnTo>
                  <a:lnTo>
                    <a:pt x="45" y="6754"/>
                  </a:lnTo>
                  <a:lnTo>
                    <a:pt x="89" y="7023"/>
                  </a:lnTo>
                  <a:lnTo>
                    <a:pt x="149" y="7291"/>
                  </a:lnTo>
                  <a:lnTo>
                    <a:pt x="209" y="7544"/>
                  </a:lnTo>
                  <a:lnTo>
                    <a:pt x="298" y="7798"/>
                  </a:lnTo>
                  <a:lnTo>
                    <a:pt x="388" y="8051"/>
                  </a:lnTo>
                  <a:lnTo>
                    <a:pt x="477" y="8290"/>
                  </a:lnTo>
                  <a:lnTo>
                    <a:pt x="581" y="8528"/>
                  </a:lnTo>
                  <a:lnTo>
                    <a:pt x="716" y="8767"/>
                  </a:lnTo>
                  <a:lnTo>
                    <a:pt x="835" y="8991"/>
                  </a:lnTo>
                  <a:lnTo>
                    <a:pt x="969" y="9214"/>
                  </a:lnTo>
                  <a:lnTo>
                    <a:pt x="1118" y="9423"/>
                  </a:lnTo>
                  <a:lnTo>
                    <a:pt x="1282" y="9632"/>
                  </a:lnTo>
                  <a:lnTo>
                    <a:pt x="1446" y="9825"/>
                  </a:lnTo>
                  <a:lnTo>
                    <a:pt x="1893" y="9885"/>
                  </a:lnTo>
                  <a:lnTo>
                    <a:pt x="2356" y="9900"/>
                  </a:lnTo>
                  <a:lnTo>
                    <a:pt x="2654" y="9885"/>
                  </a:lnTo>
                  <a:lnTo>
                    <a:pt x="2967" y="9870"/>
                  </a:lnTo>
                  <a:lnTo>
                    <a:pt x="3265" y="9825"/>
                  </a:lnTo>
                  <a:lnTo>
                    <a:pt x="3548" y="9781"/>
                  </a:lnTo>
                  <a:lnTo>
                    <a:pt x="3831" y="9706"/>
                  </a:lnTo>
                  <a:lnTo>
                    <a:pt x="4115" y="9632"/>
                  </a:lnTo>
                  <a:lnTo>
                    <a:pt x="4398" y="9542"/>
                  </a:lnTo>
                  <a:lnTo>
                    <a:pt x="4666" y="9423"/>
                  </a:lnTo>
                  <a:lnTo>
                    <a:pt x="4935" y="9304"/>
                  </a:lnTo>
                  <a:lnTo>
                    <a:pt x="5188" y="9184"/>
                  </a:lnTo>
                  <a:lnTo>
                    <a:pt x="5442" y="9035"/>
                  </a:lnTo>
                  <a:lnTo>
                    <a:pt x="5680" y="8886"/>
                  </a:lnTo>
                  <a:lnTo>
                    <a:pt x="5904" y="8722"/>
                  </a:lnTo>
                  <a:lnTo>
                    <a:pt x="6127" y="8543"/>
                  </a:lnTo>
                  <a:lnTo>
                    <a:pt x="6351" y="8349"/>
                  </a:lnTo>
                  <a:lnTo>
                    <a:pt x="6560" y="8156"/>
                  </a:lnTo>
                  <a:lnTo>
                    <a:pt x="6754" y="7947"/>
                  </a:lnTo>
                  <a:lnTo>
                    <a:pt x="6932" y="7738"/>
                  </a:lnTo>
                  <a:lnTo>
                    <a:pt x="7111" y="7515"/>
                  </a:lnTo>
                  <a:lnTo>
                    <a:pt x="7275" y="7276"/>
                  </a:lnTo>
                  <a:lnTo>
                    <a:pt x="7439" y="7038"/>
                  </a:lnTo>
                  <a:lnTo>
                    <a:pt x="7573" y="6784"/>
                  </a:lnTo>
                  <a:lnTo>
                    <a:pt x="7708" y="6531"/>
                  </a:lnTo>
                  <a:lnTo>
                    <a:pt x="7827" y="6277"/>
                  </a:lnTo>
                  <a:lnTo>
                    <a:pt x="7931" y="5994"/>
                  </a:lnTo>
                  <a:lnTo>
                    <a:pt x="8021" y="5726"/>
                  </a:lnTo>
                  <a:lnTo>
                    <a:pt x="8110" y="5442"/>
                  </a:lnTo>
                  <a:lnTo>
                    <a:pt x="8170" y="5159"/>
                  </a:lnTo>
                  <a:lnTo>
                    <a:pt x="8229" y="4861"/>
                  </a:lnTo>
                  <a:lnTo>
                    <a:pt x="8259" y="4563"/>
                  </a:lnTo>
                  <a:lnTo>
                    <a:pt x="8289" y="4265"/>
                  </a:lnTo>
                  <a:lnTo>
                    <a:pt x="8289" y="3952"/>
                  </a:lnTo>
                  <a:lnTo>
                    <a:pt x="8289" y="3683"/>
                  </a:lnTo>
                  <a:lnTo>
                    <a:pt x="8274" y="3400"/>
                  </a:lnTo>
                  <a:lnTo>
                    <a:pt x="8244" y="3132"/>
                  </a:lnTo>
                  <a:lnTo>
                    <a:pt x="8200" y="2863"/>
                  </a:lnTo>
                  <a:lnTo>
                    <a:pt x="8140" y="2610"/>
                  </a:lnTo>
                  <a:lnTo>
                    <a:pt x="8080" y="2341"/>
                  </a:lnTo>
                  <a:lnTo>
                    <a:pt x="7991" y="2088"/>
                  </a:lnTo>
                  <a:lnTo>
                    <a:pt x="7901" y="1849"/>
                  </a:lnTo>
                  <a:lnTo>
                    <a:pt x="7812" y="1596"/>
                  </a:lnTo>
                  <a:lnTo>
                    <a:pt x="7693" y="1357"/>
                  </a:lnTo>
                  <a:lnTo>
                    <a:pt x="7573" y="1134"/>
                  </a:lnTo>
                  <a:lnTo>
                    <a:pt x="7454" y="910"/>
                  </a:lnTo>
                  <a:lnTo>
                    <a:pt x="7305" y="687"/>
                  </a:lnTo>
                  <a:lnTo>
                    <a:pt x="7156" y="478"/>
                  </a:lnTo>
                  <a:lnTo>
                    <a:pt x="7007" y="269"/>
                  </a:lnTo>
                  <a:lnTo>
                    <a:pt x="6843" y="60"/>
                  </a:lnTo>
                  <a:lnTo>
                    <a:pt x="6381" y="16"/>
                  </a:lnTo>
                  <a:lnTo>
                    <a:pt x="59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2"/>
            <p:cNvSpPr/>
            <p:nvPr/>
          </p:nvSpPr>
          <p:spPr>
            <a:xfrm>
              <a:off x="3763610" y="2464497"/>
              <a:ext cx="180023" cy="180235"/>
            </a:xfrm>
            <a:custGeom>
              <a:rect b="b" l="l" r="r" t="t"/>
              <a:pathLst>
                <a:path extrusionOk="0" h="11883" w="11869">
                  <a:moveTo>
                    <a:pt x="5934" y="1"/>
                  </a:moveTo>
                  <a:lnTo>
                    <a:pt x="5636" y="16"/>
                  </a:lnTo>
                  <a:lnTo>
                    <a:pt x="5323" y="31"/>
                  </a:lnTo>
                  <a:lnTo>
                    <a:pt x="5040" y="75"/>
                  </a:lnTo>
                  <a:lnTo>
                    <a:pt x="4742" y="120"/>
                  </a:lnTo>
                  <a:lnTo>
                    <a:pt x="4459" y="195"/>
                  </a:lnTo>
                  <a:lnTo>
                    <a:pt x="4175" y="269"/>
                  </a:lnTo>
                  <a:lnTo>
                    <a:pt x="3892" y="374"/>
                  </a:lnTo>
                  <a:lnTo>
                    <a:pt x="3624" y="478"/>
                  </a:lnTo>
                  <a:lnTo>
                    <a:pt x="3370" y="597"/>
                  </a:lnTo>
                  <a:lnTo>
                    <a:pt x="3102" y="716"/>
                  </a:lnTo>
                  <a:lnTo>
                    <a:pt x="2863" y="866"/>
                  </a:lnTo>
                  <a:lnTo>
                    <a:pt x="2625" y="1015"/>
                  </a:lnTo>
                  <a:lnTo>
                    <a:pt x="2386" y="1194"/>
                  </a:lnTo>
                  <a:lnTo>
                    <a:pt x="2163" y="1358"/>
                  </a:lnTo>
                  <a:lnTo>
                    <a:pt x="1939" y="1551"/>
                  </a:lnTo>
                  <a:lnTo>
                    <a:pt x="1745" y="1745"/>
                  </a:lnTo>
                  <a:lnTo>
                    <a:pt x="1536" y="1954"/>
                  </a:lnTo>
                  <a:lnTo>
                    <a:pt x="1358" y="2163"/>
                  </a:lnTo>
                  <a:lnTo>
                    <a:pt x="1179" y="2386"/>
                  </a:lnTo>
                  <a:lnTo>
                    <a:pt x="1015" y="2625"/>
                  </a:lnTo>
                  <a:lnTo>
                    <a:pt x="866" y="2863"/>
                  </a:lnTo>
                  <a:lnTo>
                    <a:pt x="716" y="3117"/>
                  </a:lnTo>
                  <a:lnTo>
                    <a:pt x="582" y="3370"/>
                  </a:lnTo>
                  <a:lnTo>
                    <a:pt x="463" y="3639"/>
                  </a:lnTo>
                  <a:lnTo>
                    <a:pt x="359" y="3907"/>
                  </a:lnTo>
                  <a:lnTo>
                    <a:pt x="269" y="4175"/>
                  </a:lnTo>
                  <a:lnTo>
                    <a:pt x="195" y="4458"/>
                  </a:lnTo>
                  <a:lnTo>
                    <a:pt x="120" y="4742"/>
                  </a:lnTo>
                  <a:lnTo>
                    <a:pt x="75" y="5040"/>
                  </a:lnTo>
                  <a:lnTo>
                    <a:pt x="31" y="5338"/>
                  </a:lnTo>
                  <a:lnTo>
                    <a:pt x="16" y="5636"/>
                  </a:lnTo>
                  <a:lnTo>
                    <a:pt x="1" y="5949"/>
                  </a:lnTo>
                  <a:lnTo>
                    <a:pt x="1" y="6218"/>
                  </a:lnTo>
                  <a:lnTo>
                    <a:pt x="31" y="6501"/>
                  </a:lnTo>
                  <a:lnTo>
                    <a:pt x="61" y="6769"/>
                  </a:lnTo>
                  <a:lnTo>
                    <a:pt x="105" y="7038"/>
                  </a:lnTo>
                  <a:lnTo>
                    <a:pt x="150" y="7291"/>
                  </a:lnTo>
                  <a:lnTo>
                    <a:pt x="225" y="7559"/>
                  </a:lnTo>
                  <a:lnTo>
                    <a:pt x="299" y="7813"/>
                  </a:lnTo>
                  <a:lnTo>
                    <a:pt x="389" y="8051"/>
                  </a:lnTo>
                  <a:lnTo>
                    <a:pt x="493" y="8305"/>
                  </a:lnTo>
                  <a:lnTo>
                    <a:pt x="597" y="8543"/>
                  </a:lnTo>
                  <a:lnTo>
                    <a:pt x="716" y="8767"/>
                  </a:lnTo>
                  <a:lnTo>
                    <a:pt x="851" y="8991"/>
                  </a:lnTo>
                  <a:lnTo>
                    <a:pt x="985" y="9214"/>
                  </a:lnTo>
                  <a:lnTo>
                    <a:pt x="1134" y="9423"/>
                  </a:lnTo>
                  <a:lnTo>
                    <a:pt x="1283" y="9632"/>
                  </a:lnTo>
                  <a:lnTo>
                    <a:pt x="1462" y="9840"/>
                  </a:lnTo>
                  <a:lnTo>
                    <a:pt x="1671" y="10064"/>
                  </a:lnTo>
                  <a:lnTo>
                    <a:pt x="1894" y="10288"/>
                  </a:lnTo>
                  <a:lnTo>
                    <a:pt x="2118" y="10496"/>
                  </a:lnTo>
                  <a:lnTo>
                    <a:pt x="2371" y="10690"/>
                  </a:lnTo>
                  <a:lnTo>
                    <a:pt x="2610" y="10869"/>
                  </a:lnTo>
                  <a:lnTo>
                    <a:pt x="2878" y="11033"/>
                  </a:lnTo>
                  <a:lnTo>
                    <a:pt x="3147" y="11182"/>
                  </a:lnTo>
                  <a:lnTo>
                    <a:pt x="3430" y="11331"/>
                  </a:lnTo>
                  <a:lnTo>
                    <a:pt x="3728" y="11451"/>
                  </a:lnTo>
                  <a:lnTo>
                    <a:pt x="4026" y="11570"/>
                  </a:lnTo>
                  <a:lnTo>
                    <a:pt x="4324" y="11659"/>
                  </a:lnTo>
                  <a:lnTo>
                    <a:pt x="4637" y="11734"/>
                  </a:lnTo>
                  <a:lnTo>
                    <a:pt x="4950" y="11793"/>
                  </a:lnTo>
                  <a:lnTo>
                    <a:pt x="5278" y="11838"/>
                  </a:lnTo>
                  <a:lnTo>
                    <a:pt x="5606" y="11868"/>
                  </a:lnTo>
                  <a:lnTo>
                    <a:pt x="5934" y="11883"/>
                  </a:lnTo>
                  <a:lnTo>
                    <a:pt x="6248" y="11868"/>
                  </a:lnTo>
                  <a:lnTo>
                    <a:pt x="6546" y="11853"/>
                  </a:lnTo>
                  <a:lnTo>
                    <a:pt x="6844" y="11808"/>
                  </a:lnTo>
                  <a:lnTo>
                    <a:pt x="7127" y="11764"/>
                  </a:lnTo>
                  <a:lnTo>
                    <a:pt x="7425" y="11689"/>
                  </a:lnTo>
                  <a:lnTo>
                    <a:pt x="7709" y="11615"/>
                  </a:lnTo>
                  <a:lnTo>
                    <a:pt x="7977" y="11525"/>
                  </a:lnTo>
                  <a:lnTo>
                    <a:pt x="8245" y="11421"/>
                  </a:lnTo>
                  <a:lnTo>
                    <a:pt x="8514" y="11301"/>
                  </a:lnTo>
                  <a:lnTo>
                    <a:pt x="8767" y="11167"/>
                  </a:lnTo>
                  <a:lnTo>
                    <a:pt x="9020" y="11018"/>
                  </a:lnTo>
                  <a:lnTo>
                    <a:pt x="9259" y="10869"/>
                  </a:lnTo>
                  <a:lnTo>
                    <a:pt x="9498" y="10705"/>
                  </a:lnTo>
                  <a:lnTo>
                    <a:pt x="9721" y="10526"/>
                  </a:lnTo>
                  <a:lnTo>
                    <a:pt x="9930" y="10332"/>
                  </a:lnTo>
                  <a:lnTo>
                    <a:pt x="10139" y="10139"/>
                  </a:lnTo>
                  <a:lnTo>
                    <a:pt x="10332" y="9930"/>
                  </a:lnTo>
                  <a:lnTo>
                    <a:pt x="10526" y="9721"/>
                  </a:lnTo>
                  <a:lnTo>
                    <a:pt x="10690" y="9498"/>
                  </a:lnTo>
                  <a:lnTo>
                    <a:pt x="10854" y="9259"/>
                  </a:lnTo>
                  <a:lnTo>
                    <a:pt x="11018" y="9020"/>
                  </a:lnTo>
                  <a:lnTo>
                    <a:pt x="11152" y="8767"/>
                  </a:lnTo>
                  <a:lnTo>
                    <a:pt x="11287" y="8514"/>
                  </a:lnTo>
                  <a:lnTo>
                    <a:pt x="11406" y="8260"/>
                  </a:lnTo>
                  <a:lnTo>
                    <a:pt x="11510" y="7992"/>
                  </a:lnTo>
                  <a:lnTo>
                    <a:pt x="11615" y="7709"/>
                  </a:lnTo>
                  <a:lnTo>
                    <a:pt x="11689" y="7425"/>
                  </a:lnTo>
                  <a:lnTo>
                    <a:pt x="11749" y="7142"/>
                  </a:lnTo>
                  <a:lnTo>
                    <a:pt x="11808" y="6844"/>
                  </a:lnTo>
                  <a:lnTo>
                    <a:pt x="11838" y="6546"/>
                  </a:lnTo>
                  <a:lnTo>
                    <a:pt x="11868" y="6247"/>
                  </a:lnTo>
                  <a:lnTo>
                    <a:pt x="11868" y="5949"/>
                  </a:lnTo>
                  <a:lnTo>
                    <a:pt x="11868" y="5666"/>
                  </a:lnTo>
                  <a:lnTo>
                    <a:pt x="11853" y="5398"/>
                  </a:lnTo>
                  <a:lnTo>
                    <a:pt x="11823" y="5129"/>
                  </a:lnTo>
                  <a:lnTo>
                    <a:pt x="11779" y="4861"/>
                  </a:lnTo>
                  <a:lnTo>
                    <a:pt x="11719" y="4593"/>
                  </a:lnTo>
                  <a:lnTo>
                    <a:pt x="11659" y="4339"/>
                  </a:lnTo>
                  <a:lnTo>
                    <a:pt x="11570" y="4086"/>
                  </a:lnTo>
                  <a:lnTo>
                    <a:pt x="11495" y="3832"/>
                  </a:lnTo>
                  <a:lnTo>
                    <a:pt x="11391" y="3594"/>
                  </a:lnTo>
                  <a:lnTo>
                    <a:pt x="11287" y="3355"/>
                  </a:lnTo>
                  <a:lnTo>
                    <a:pt x="11167" y="3117"/>
                  </a:lnTo>
                  <a:lnTo>
                    <a:pt x="11033" y="2893"/>
                  </a:lnTo>
                  <a:lnTo>
                    <a:pt x="10899" y="2669"/>
                  </a:lnTo>
                  <a:lnTo>
                    <a:pt x="10750" y="2461"/>
                  </a:lnTo>
                  <a:lnTo>
                    <a:pt x="10586" y="2252"/>
                  </a:lnTo>
                  <a:lnTo>
                    <a:pt x="10422" y="2058"/>
                  </a:lnTo>
                  <a:lnTo>
                    <a:pt x="10258" y="1864"/>
                  </a:lnTo>
                  <a:lnTo>
                    <a:pt x="10079" y="1686"/>
                  </a:lnTo>
                  <a:lnTo>
                    <a:pt x="9885" y="1507"/>
                  </a:lnTo>
                  <a:lnTo>
                    <a:pt x="9691" y="1343"/>
                  </a:lnTo>
                  <a:lnTo>
                    <a:pt x="9483" y="1179"/>
                  </a:lnTo>
                  <a:lnTo>
                    <a:pt x="9274" y="1030"/>
                  </a:lnTo>
                  <a:lnTo>
                    <a:pt x="9050" y="895"/>
                  </a:lnTo>
                  <a:lnTo>
                    <a:pt x="8827" y="761"/>
                  </a:lnTo>
                  <a:lnTo>
                    <a:pt x="8603" y="642"/>
                  </a:lnTo>
                  <a:lnTo>
                    <a:pt x="8365" y="523"/>
                  </a:lnTo>
                  <a:lnTo>
                    <a:pt x="8126" y="418"/>
                  </a:lnTo>
                  <a:lnTo>
                    <a:pt x="7873" y="329"/>
                  </a:lnTo>
                  <a:lnTo>
                    <a:pt x="7634" y="254"/>
                  </a:lnTo>
                  <a:lnTo>
                    <a:pt x="7366" y="180"/>
                  </a:lnTo>
                  <a:lnTo>
                    <a:pt x="7112" y="120"/>
                  </a:lnTo>
                  <a:lnTo>
                    <a:pt x="6844" y="75"/>
                  </a:lnTo>
                  <a:lnTo>
                    <a:pt x="6397" y="31"/>
                  </a:lnTo>
                  <a:lnTo>
                    <a:pt x="5934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3763610" y="2464497"/>
              <a:ext cx="125966" cy="150173"/>
            </a:xfrm>
            <a:custGeom>
              <a:rect b="b" l="l" r="r" t="t"/>
              <a:pathLst>
                <a:path extrusionOk="0" h="9901" w="8305">
                  <a:moveTo>
                    <a:pt x="5934" y="1"/>
                  </a:moveTo>
                  <a:lnTo>
                    <a:pt x="5636" y="16"/>
                  </a:lnTo>
                  <a:lnTo>
                    <a:pt x="5323" y="31"/>
                  </a:lnTo>
                  <a:lnTo>
                    <a:pt x="5040" y="75"/>
                  </a:lnTo>
                  <a:lnTo>
                    <a:pt x="4742" y="120"/>
                  </a:lnTo>
                  <a:lnTo>
                    <a:pt x="4459" y="195"/>
                  </a:lnTo>
                  <a:lnTo>
                    <a:pt x="4175" y="269"/>
                  </a:lnTo>
                  <a:lnTo>
                    <a:pt x="3892" y="374"/>
                  </a:lnTo>
                  <a:lnTo>
                    <a:pt x="3624" y="478"/>
                  </a:lnTo>
                  <a:lnTo>
                    <a:pt x="3370" y="597"/>
                  </a:lnTo>
                  <a:lnTo>
                    <a:pt x="3102" y="716"/>
                  </a:lnTo>
                  <a:lnTo>
                    <a:pt x="2863" y="866"/>
                  </a:lnTo>
                  <a:lnTo>
                    <a:pt x="2625" y="1015"/>
                  </a:lnTo>
                  <a:lnTo>
                    <a:pt x="2386" y="1194"/>
                  </a:lnTo>
                  <a:lnTo>
                    <a:pt x="2163" y="1358"/>
                  </a:lnTo>
                  <a:lnTo>
                    <a:pt x="1939" y="1551"/>
                  </a:lnTo>
                  <a:lnTo>
                    <a:pt x="1745" y="1745"/>
                  </a:lnTo>
                  <a:lnTo>
                    <a:pt x="1536" y="1954"/>
                  </a:lnTo>
                  <a:lnTo>
                    <a:pt x="1358" y="2163"/>
                  </a:lnTo>
                  <a:lnTo>
                    <a:pt x="1179" y="2386"/>
                  </a:lnTo>
                  <a:lnTo>
                    <a:pt x="1015" y="2625"/>
                  </a:lnTo>
                  <a:lnTo>
                    <a:pt x="866" y="2863"/>
                  </a:lnTo>
                  <a:lnTo>
                    <a:pt x="716" y="3117"/>
                  </a:lnTo>
                  <a:lnTo>
                    <a:pt x="582" y="3370"/>
                  </a:lnTo>
                  <a:lnTo>
                    <a:pt x="463" y="3639"/>
                  </a:lnTo>
                  <a:lnTo>
                    <a:pt x="359" y="3907"/>
                  </a:lnTo>
                  <a:lnTo>
                    <a:pt x="269" y="4175"/>
                  </a:lnTo>
                  <a:lnTo>
                    <a:pt x="195" y="4458"/>
                  </a:lnTo>
                  <a:lnTo>
                    <a:pt x="120" y="4742"/>
                  </a:lnTo>
                  <a:lnTo>
                    <a:pt x="75" y="5040"/>
                  </a:lnTo>
                  <a:lnTo>
                    <a:pt x="31" y="5338"/>
                  </a:lnTo>
                  <a:lnTo>
                    <a:pt x="16" y="5636"/>
                  </a:lnTo>
                  <a:lnTo>
                    <a:pt x="1" y="5949"/>
                  </a:lnTo>
                  <a:lnTo>
                    <a:pt x="1" y="6218"/>
                  </a:lnTo>
                  <a:lnTo>
                    <a:pt x="31" y="6501"/>
                  </a:lnTo>
                  <a:lnTo>
                    <a:pt x="61" y="6769"/>
                  </a:lnTo>
                  <a:lnTo>
                    <a:pt x="105" y="7038"/>
                  </a:lnTo>
                  <a:lnTo>
                    <a:pt x="150" y="7291"/>
                  </a:lnTo>
                  <a:lnTo>
                    <a:pt x="225" y="7559"/>
                  </a:lnTo>
                  <a:lnTo>
                    <a:pt x="299" y="7813"/>
                  </a:lnTo>
                  <a:lnTo>
                    <a:pt x="389" y="8051"/>
                  </a:lnTo>
                  <a:lnTo>
                    <a:pt x="493" y="8305"/>
                  </a:lnTo>
                  <a:lnTo>
                    <a:pt x="597" y="8543"/>
                  </a:lnTo>
                  <a:lnTo>
                    <a:pt x="716" y="8767"/>
                  </a:lnTo>
                  <a:lnTo>
                    <a:pt x="851" y="8991"/>
                  </a:lnTo>
                  <a:lnTo>
                    <a:pt x="985" y="9214"/>
                  </a:lnTo>
                  <a:lnTo>
                    <a:pt x="1134" y="9423"/>
                  </a:lnTo>
                  <a:lnTo>
                    <a:pt x="1283" y="9632"/>
                  </a:lnTo>
                  <a:lnTo>
                    <a:pt x="1462" y="9840"/>
                  </a:lnTo>
                  <a:lnTo>
                    <a:pt x="1909" y="9885"/>
                  </a:lnTo>
                  <a:lnTo>
                    <a:pt x="2356" y="9900"/>
                  </a:lnTo>
                  <a:lnTo>
                    <a:pt x="2670" y="9900"/>
                  </a:lnTo>
                  <a:lnTo>
                    <a:pt x="2968" y="9870"/>
                  </a:lnTo>
                  <a:lnTo>
                    <a:pt x="3266" y="9840"/>
                  </a:lnTo>
                  <a:lnTo>
                    <a:pt x="3564" y="9781"/>
                  </a:lnTo>
                  <a:lnTo>
                    <a:pt x="3847" y="9721"/>
                  </a:lnTo>
                  <a:lnTo>
                    <a:pt x="4131" y="9632"/>
                  </a:lnTo>
                  <a:lnTo>
                    <a:pt x="4399" y="9542"/>
                  </a:lnTo>
                  <a:lnTo>
                    <a:pt x="4667" y="9438"/>
                  </a:lnTo>
                  <a:lnTo>
                    <a:pt x="4936" y="9319"/>
                  </a:lnTo>
                  <a:lnTo>
                    <a:pt x="5189" y="9184"/>
                  </a:lnTo>
                  <a:lnTo>
                    <a:pt x="5442" y="9050"/>
                  </a:lnTo>
                  <a:lnTo>
                    <a:pt x="5681" y="8886"/>
                  </a:lnTo>
                  <a:lnTo>
                    <a:pt x="5920" y="8722"/>
                  </a:lnTo>
                  <a:lnTo>
                    <a:pt x="6143" y="8543"/>
                  </a:lnTo>
                  <a:lnTo>
                    <a:pt x="6352" y="8364"/>
                  </a:lnTo>
                  <a:lnTo>
                    <a:pt x="6561" y="8171"/>
                  </a:lnTo>
                  <a:lnTo>
                    <a:pt x="6754" y="7962"/>
                  </a:lnTo>
                  <a:lnTo>
                    <a:pt x="6948" y="7738"/>
                  </a:lnTo>
                  <a:lnTo>
                    <a:pt x="7127" y="7515"/>
                  </a:lnTo>
                  <a:lnTo>
                    <a:pt x="7291" y="7291"/>
                  </a:lnTo>
                  <a:lnTo>
                    <a:pt x="7440" y="7038"/>
                  </a:lnTo>
                  <a:lnTo>
                    <a:pt x="7589" y="6799"/>
                  </a:lnTo>
                  <a:lnTo>
                    <a:pt x="7723" y="6546"/>
                  </a:lnTo>
                  <a:lnTo>
                    <a:pt x="7843" y="6277"/>
                  </a:lnTo>
                  <a:lnTo>
                    <a:pt x="7947" y="6009"/>
                  </a:lnTo>
                  <a:lnTo>
                    <a:pt x="8037" y="5726"/>
                  </a:lnTo>
                  <a:lnTo>
                    <a:pt x="8111" y="5442"/>
                  </a:lnTo>
                  <a:lnTo>
                    <a:pt x="8186" y="5159"/>
                  </a:lnTo>
                  <a:lnTo>
                    <a:pt x="8230" y="4876"/>
                  </a:lnTo>
                  <a:lnTo>
                    <a:pt x="8275" y="4578"/>
                  </a:lnTo>
                  <a:lnTo>
                    <a:pt x="8290" y="4265"/>
                  </a:lnTo>
                  <a:lnTo>
                    <a:pt x="8305" y="3967"/>
                  </a:lnTo>
                  <a:lnTo>
                    <a:pt x="8290" y="3683"/>
                  </a:lnTo>
                  <a:lnTo>
                    <a:pt x="8275" y="3415"/>
                  </a:lnTo>
                  <a:lnTo>
                    <a:pt x="8245" y="3147"/>
                  </a:lnTo>
                  <a:lnTo>
                    <a:pt x="8201" y="2878"/>
                  </a:lnTo>
                  <a:lnTo>
                    <a:pt x="8141" y="2610"/>
                  </a:lnTo>
                  <a:lnTo>
                    <a:pt x="8081" y="2356"/>
                  </a:lnTo>
                  <a:lnTo>
                    <a:pt x="8007" y="2103"/>
                  </a:lnTo>
                  <a:lnTo>
                    <a:pt x="7917" y="1850"/>
                  </a:lnTo>
                  <a:lnTo>
                    <a:pt x="7813" y="1611"/>
                  </a:lnTo>
                  <a:lnTo>
                    <a:pt x="7709" y="1372"/>
                  </a:lnTo>
                  <a:lnTo>
                    <a:pt x="7589" y="1134"/>
                  </a:lnTo>
                  <a:lnTo>
                    <a:pt x="7455" y="910"/>
                  </a:lnTo>
                  <a:lnTo>
                    <a:pt x="7321" y="687"/>
                  </a:lnTo>
                  <a:lnTo>
                    <a:pt x="7172" y="478"/>
                  </a:lnTo>
                  <a:lnTo>
                    <a:pt x="7008" y="269"/>
                  </a:lnTo>
                  <a:lnTo>
                    <a:pt x="6844" y="75"/>
                  </a:lnTo>
                  <a:lnTo>
                    <a:pt x="6397" y="31"/>
                  </a:lnTo>
                  <a:lnTo>
                    <a:pt x="59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3819700" y="2255110"/>
              <a:ext cx="154223" cy="154466"/>
            </a:xfrm>
            <a:custGeom>
              <a:rect b="b" l="l" r="r" t="t"/>
              <a:pathLst>
                <a:path extrusionOk="0" h="10184" w="10168">
                  <a:moveTo>
                    <a:pt x="4816" y="1"/>
                  </a:moveTo>
                  <a:lnTo>
                    <a:pt x="4562" y="31"/>
                  </a:lnTo>
                  <a:lnTo>
                    <a:pt x="4309" y="60"/>
                  </a:lnTo>
                  <a:lnTo>
                    <a:pt x="4055" y="105"/>
                  </a:lnTo>
                  <a:lnTo>
                    <a:pt x="3817" y="165"/>
                  </a:lnTo>
                  <a:lnTo>
                    <a:pt x="3563" y="224"/>
                  </a:lnTo>
                  <a:lnTo>
                    <a:pt x="3340" y="314"/>
                  </a:lnTo>
                  <a:lnTo>
                    <a:pt x="3101" y="403"/>
                  </a:lnTo>
                  <a:lnTo>
                    <a:pt x="2878" y="508"/>
                  </a:lnTo>
                  <a:lnTo>
                    <a:pt x="2654" y="612"/>
                  </a:lnTo>
                  <a:lnTo>
                    <a:pt x="2445" y="731"/>
                  </a:lnTo>
                  <a:lnTo>
                    <a:pt x="2236" y="865"/>
                  </a:lnTo>
                  <a:lnTo>
                    <a:pt x="2043" y="1014"/>
                  </a:lnTo>
                  <a:lnTo>
                    <a:pt x="1849" y="1164"/>
                  </a:lnTo>
                  <a:lnTo>
                    <a:pt x="1655" y="1328"/>
                  </a:lnTo>
                  <a:lnTo>
                    <a:pt x="1491" y="1492"/>
                  </a:lnTo>
                  <a:lnTo>
                    <a:pt x="1312" y="1670"/>
                  </a:lnTo>
                  <a:lnTo>
                    <a:pt x="1148" y="1849"/>
                  </a:lnTo>
                  <a:lnTo>
                    <a:pt x="999" y="2043"/>
                  </a:lnTo>
                  <a:lnTo>
                    <a:pt x="865" y="2252"/>
                  </a:lnTo>
                  <a:lnTo>
                    <a:pt x="731" y="2446"/>
                  </a:lnTo>
                  <a:lnTo>
                    <a:pt x="611" y="2669"/>
                  </a:lnTo>
                  <a:lnTo>
                    <a:pt x="492" y="2878"/>
                  </a:lnTo>
                  <a:lnTo>
                    <a:pt x="388" y="3117"/>
                  </a:lnTo>
                  <a:lnTo>
                    <a:pt x="298" y="3340"/>
                  </a:lnTo>
                  <a:lnTo>
                    <a:pt x="224" y="3579"/>
                  </a:lnTo>
                  <a:lnTo>
                    <a:pt x="149" y="3817"/>
                  </a:lnTo>
                  <a:lnTo>
                    <a:pt x="90" y="4071"/>
                  </a:lnTo>
                  <a:lnTo>
                    <a:pt x="45" y="4309"/>
                  </a:lnTo>
                  <a:lnTo>
                    <a:pt x="15" y="4578"/>
                  </a:lnTo>
                  <a:lnTo>
                    <a:pt x="0" y="4831"/>
                  </a:lnTo>
                  <a:lnTo>
                    <a:pt x="0" y="5084"/>
                  </a:lnTo>
                  <a:lnTo>
                    <a:pt x="0" y="5323"/>
                  </a:lnTo>
                  <a:lnTo>
                    <a:pt x="15" y="5562"/>
                  </a:lnTo>
                  <a:lnTo>
                    <a:pt x="45" y="5800"/>
                  </a:lnTo>
                  <a:lnTo>
                    <a:pt x="75" y="6024"/>
                  </a:lnTo>
                  <a:lnTo>
                    <a:pt x="119" y="6247"/>
                  </a:lnTo>
                  <a:lnTo>
                    <a:pt x="179" y="6471"/>
                  </a:lnTo>
                  <a:lnTo>
                    <a:pt x="254" y="6695"/>
                  </a:lnTo>
                  <a:lnTo>
                    <a:pt x="328" y="6903"/>
                  </a:lnTo>
                  <a:lnTo>
                    <a:pt x="403" y="7112"/>
                  </a:lnTo>
                  <a:lnTo>
                    <a:pt x="507" y="7321"/>
                  </a:lnTo>
                  <a:lnTo>
                    <a:pt x="611" y="7515"/>
                  </a:lnTo>
                  <a:lnTo>
                    <a:pt x="716" y="7708"/>
                  </a:lnTo>
                  <a:lnTo>
                    <a:pt x="835" y="7902"/>
                  </a:lnTo>
                  <a:lnTo>
                    <a:pt x="969" y="8081"/>
                  </a:lnTo>
                  <a:lnTo>
                    <a:pt x="1103" y="8260"/>
                  </a:lnTo>
                  <a:lnTo>
                    <a:pt x="1238" y="8424"/>
                  </a:lnTo>
                  <a:lnTo>
                    <a:pt x="1416" y="8633"/>
                  </a:lnTo>
                  <a:lnTo>
                    <a:pt x="1610" y="8812"/>
                  </a:lnTo>
                  <a:lnTo>
                    <a:pt x="1804" y="8990"/>
                  </a:lnTo>
                  <a:lnTo>
                    <a:pt x="2013" y="9154"/>
                  </a:lnTo>
                  <a:lnTo>
                    <a:pt x="2236" y="9318"/>
                  </a:lnTo>
                  <a:lnTo>
                    <a:pt x="2460" y="9453"/>
                  </a:lnTo>
                  <a:lnTo>
                    <a:pt x="2699" y="9587"/>
                  </a:lnTo>
                  <a:lnTo>
                    <a:pt x="2937" y="9706"/>
                  </a:lnTo>
                  <a:lnTo>
                    <a:pt x="3191" y="9810"/>
                  </a:lnTo>
                  <a:lnTo>
                    <a:pt x="3444" y="9915"/>
                  </a:lnTo>
                  <a:lnTo>
                    <a:pt x="3697" y="9989"/>
                  </a:lnTo>
                  <a:lnTo>
                    <a:pt x="3966" y="10064"/>
                  </a:lnTo>
                  <a:lnTo>
                    <a:pt x="4234" y="10109"/>
                  </a:lnTo>
                  <a:lnTo>
                    <a:pt x="4517" y="10153"/>
                  </a:lnTo>
                  <a:lnTo>
                    <a:pt x="4801" y="10168"/>
                  </a:lnTo>
                  <a:lnTo>
                    <a:pt x="5084" y="10183"/>
                  </a:lnTo>
                  <a:lnTo>
                    <a:pt x="5352" y="10183"/>
                  </a:lnTo>
                  <a:lnTo>
                    <a:pt x="5606" y="10153"/>
                  </a:lnTo>
                  <a:lnTo>
                    <a:pt x="5859" y="10123"/>
                  </a:lnTo>
                  <a:lnTo>
                    <a:pt x="6113" y="10079"/>
                  </a:lnTo>
                  <a:lnTo>
                    <a:pt x="6351" y="10019"/>
                  </a:lnTo>
                  <a:lnTo>
                    <a:pt x="6605" y="9960"/>
                  </a:lnTo>
                  <a:lnTo>
                    <a:pt x="6828" y="9870"/>
                  </a:lnTo>
                  <a:lnTo>
                    <a:pt x="7067" y="9781"/>
                  </a:lnTo>
                  <a:lnTo>
                    <a:pt x="7290" y="9676"/>
                  </a:lnTo>
                  <a:lnTo>
                    <a:pt x="7514" y="9572"/>
                  </a:lnTo>
                  <a:lnTo>
                    <a:pt x="7723" y="9453"/>
                  </a:lnTo>
                  <a:lnTo>
                    <a:pt x="7931" y="9318"/>
                  </a:lnTo>
                  <a:lnTo>
                    <a:pt x="8125" y="9169"/>
                  </a:lnTo>
                  <a:lnTo>
                    <a:pt x="8319" y="9020"/>
                  </a:lnTo>
                  <a:lnTo>
                    <a:pt x="8513" y="8856"/>
                  </a:lnTo>
                  <a:lnTo>
                    <a:pt x="8692" y="8692"/>
                  </a:lnTo>
                  <a:lnTo>
                    <a:pt x="8856" y="8513"/>
                  </a:lnTo>
                  <a:lnTo>
                    <a:pt x="9020" y="8334"/>
                  </a:lnTo>
                  <a:lnTo>
                    <a:pt x="9169" y="8141"/>
                  </a:lnTo>
                  <a:lnTo>
                    <a:pt x="9303" y="7932"/>
                  </a:lnTo>
                  <a:lnTo>
                    <a:pt x="9437" y="7738"/>
                  </a:lnTo>
                  <a:lnTo>
                    <a:pt x="9556" y="7515"/>
                  </a:lnTo>
                  <a:lnTo>
                    <a:pt x="9676" y="7306"/>
                  </a:lnTo>
                  <a:lnTo>
                    <a:pt x="9780" y="7067"/>
                  </a:lnTo>
                  <a:lnTo>
                    <a:pt x="9870" y="6844"/>
                  </a:lnTo>
                  <a:lnTo>
                    <a:pt x="9944" y="6605"/>
                  </a:lnTo>
                  <a:lnTo>
                    <a:pt x="10019" y="6367"/>
                  </a:lnTo>
                  <a:lnTo>
                    <a:pt x="10078" y="6113"/>
                  </a:lnTo>
                  <a:lnTo>
                    <a:pt x="10123" y="5860"/>
                  </a:lnTo>
                  <a:lnTo>
                    <a:pt x="10153" y="5606"/>
                  </a:lnTo>
                  <a:lnTo>
                    <a:pt x="10168" y="5353"/>
                  </a:lnTo>
                  <a:lnTo>
                    <a:pt x="10168" y="5084"/>
                  </a:lnTo>
                  <a:lnTo>
                    <a:pt x="10168" y="4861"/>
                  </a:lnTo>
                  <a:lnTo>
                    <a:pt x="10153" y="4622"/>
                  </a:lnTo>
                  <a:lnTo>
                    <a:pt x="10123" y="4384"/>
                  </a:lnTo>
                  <a:lnTo>
                    <a:pt x="10093" y="4160"/>
                  </a:lnTo>
                  <a:lnTo>
                    <a:pt x="10048" y="3937"/>
                  </a:lnTo>
                  <a:lnTo>
                    <a:pt x="9989" y="3713"/>
                  </a:lnTo>
                  <a:lnTo>
                    <a:pt x="9914" y="3489"/>
                  </a:lnTo>
                  <a:lnTo>
                    <a:pt x="9840" y="3281"/>
                  </a:lnTo>
                  <a:lnTo>
                    <a:pt x="9765" y="3072"/>
                  </a:lnTo>
                  <a:lnTo>
                    <a:pt x="9661" y="2878"/>
                  </a:lnTo>
                  <a:lnTo>
                    <a:pt x="9571" y="2669"/>
                  </a:lnTo>
                  <a:lnTo>
                    <a:pt x="9452" y="2475"/>
                  </a:lnTo>
                  <a:lnTo>
                    <a:pt x="9333" y="2297"/>
                  </a:lnTo>
                  <a:lnTo>
                    <a:pt x="9214" y="2103"/>
                  </a:lnTo>
                  <a:lnTo>
                    <a:pt x="9079" y="1924"/>
                  </a:lnTo>
                  <a:lnTo>
                    <a:pt x="8930" y="1760"/>
                  </a:lnTo>
                  <a:lnTo>
                    <a:pt x="8781" y="1596"/>
                  </a:lnTo>
                  <a:lnTo>
                    <a:pt x="8632" y="1432"/>
                  </a:lnTo>
                  <a:lnTo>
                    <a:pt x="8468" y="1283"/>
                  </a:lnTo>
                  <a:lnTo>
                    <a:pt x="8304" y="1149"/>
                  </a:lnTo>
                  <a:lnTo>
                    <a:pt x="8125" y="1014"/>
                  </a:lnTo>
                  <a:lnTo>
                    <a:pt x="7946" y="880"/>
                  </a:lnTo>
                  <a:lnTo>
                    <a:pt x="7753" y="761"/>
                  </a:lnTo>
                  <a:lnTo>
                    <a:pt x="7574" y="642"/>
                  </a:lnTo>
                  <a:lnTo>
                    <a:pt x="7365" y="537"/>
                  </a:lnTo>
                  <a:lnTo>
                    <a:pt x="7171" y="448"/>
                  </a:lnTo>
                  <a:lnTo>
                    <a:pt x="6962" y="358"/>
                  </a:lnTo>
                  <a:lnTo>
                    <a:pt x="6754" y="284"/>
                  </a:lnTo>
                  <a:lnTo>
                    <a:pt x="6530" y="209"/>
                  </a:lnTo>
                  <a:lnTo>
                    <a:pt x="6306" y="150"/>
                  </a:lnTo>
                  <a:lnTo>
                    <a:pt x="6083" y="105"/>
                  </a:lnTo>
                  <a:lnTo>
                    <a:pt x="5859" y="60"/>
                  </a:lnTo>
                  <a:lnTo>
                    <a:pt x="5472" y="16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2"/>
            <p:cNvSpPr/>
            <p:nvPr/>
          </p:nvSpPr>
          <p:spPr>
            <a:xfrm>
              <a:off x="3819700" y="2255110"/>
              <a:ext cx="107871" cy="128681"/>
            </a:xfrm>
            <a:custGeom>
              <a:rect b="b" l="l" r="r" t="t"/>
              <a:pathLst>
                <a:path extrusionOk="0" h="8484" w="7112">
                  <a:moveTo>
                    <a:pt x="4816" y="1"/>
                  </a:moveTo>
                  <a:lnTo>
                    <a:pt x="4562" y="31"/>
                  </a:lnTo>
                  <a:lnTo>
                    <a:pt x="4309" y="60"/>
                  </a:lnTo>
                  <a:lnTo>
                    <a:pt x="4055" y="105"/>
                  </a:lnTo>
                  <a:lnTo>
                    <a:pt x="3817" y="165"/>
                  </a:lnTo>
                  <a:lnTo>
                    <a:pt x="3563" y="224"/>
                  </a:lnTo>
                  <a:lnTo>
                    <a:pt x="3340" y="314"/>
                  </a:lnTo>
                  <a:lnTo>
                    <a:pt x="3101" y="403"/>
                  </a:lnTo>
                  <a:lnTo>
                    <a:pt x="2878" y="508"/>
                  </a:lnTo>
                  <a:lnTo>
                    <a:pt x="2654" y="612"/>
                  </a:lnTo>
                  <a:lnTo>
                    <a:pt x="2445" y="731"/>
                  </a:lnTo>
                  <a:lnTo>
                    <a:pt x="2236" y="865"/>
                  </a:lnTo>
                  <a:lnTo>
                    <a:pt x="2043" y="1014"/>
                  </a:lnTo>
                  <a:lnTo>
                    <a:pt x="1849" y="1164"/>
                  </a:lnTo>
                  <a:lnTo>
                    <a:pt x="1655" y="1328"/>
                  </a:lnTo>
                  <a:lnTo>
                    <a:pt x="1491" y="1492"/>
                  </a:lnTo>
                  <a:lnTo>
                    <a:pt x="1312" y="1670"/>
                  </a:lnTo>
                  <a:lnTo>
                    <a:pt x="1148" y="1849"/>
                  </a:lnTo>
                  <a:lnTo>
                    <a:pt x="999" y="2043"/>
                  </a:lnTo>
                  <a:lnTo>
                    <a:pt x="865" y="2252"/>
                  </a:lnTo>
                  <a:lnTo>
                    <a:pt x="731" y="2446"/>
                  </a:lnTo>
                  <a:lnTo>
                    <a:pt x="611" y="2669"/>
                  </a:lnTo>
                  <a:lnTo>
                    <a:pt x="492" y="2878"/>
                  </a:lnTo>
                  <a:lnTo>
                    <a:pt x="388" y="3117"/>
                  </a:lnTo>
                  <a:lnTo>
                    <a:pt x="298" y="3340"/>
                  </a:lnTo>
                  <a:lnTo>
                    <a:pt x="224" y="3579"/>
                  </a:lnTo>
                  <a:lnTo>
                    <a:pt x="149" y="3817"/>
                  </a:lnTo>
                  <a:lnTo>
                    <a:pt x="90" y="4071"/>
                  </a:lnTo>
                  <a:lnTo>
                    <a:pt x="45" y="4309"/>
                  </a:lnTo>
                  <a:lnTo>
                    <a:pt x="15" y="4578"/>
                  </a:lnTo>
                  <a:lnTo>
                    <a:pt x="0" y="4831"/>
                  </a:lnTo>
                  <a:lnTo>
                    <a:pt x="0" y="5084"/>
                  </a:lnTo>
                  <a:lnTo>
                    <a:pt x="0" y="5323"/>
                  </a:lnTo>
                  <a:lnTo>
                    <a:pt x="15" y="5562"/>
                  </a:lnTo>
                  <a:lnTo>
                    <a:pt x="45" y="5800"/>
                  </a:lnTo>
                  <a:lnTo>
                    <a:pt x="75" y="6024"/>
                  </a:lnTo>
                  <a:lnTo>
                    <a:pt x="119" y="6247"/>
                  </a:lnTo>
                  <a:lnTo>
                    <a:pt x="179" y="6471"/>
                  </a:lnTo>
                  <a:lnTo>
                    <a:pt x="254" y="6695"/>
                  </a:lnTo>
                  <a:lnTo>
                    <a:pt x="328" y="6903"/>
                  </a:lnTo>
                  <a:lnTo>
                    <a:pt x="403" y="7112"/>
                  </a:lnTo>
                  <a:lnTo>
                    <a:pt x="507" y="7321"/>
                  </a:lnTo>
                  <a:lnTo>
                    <a:pt x="611" y="7515"/>
                  </a:lnTo>
                  <a:lnTo>
                    <a:pt x="716" y="7708"/>
                  </a:lnTo>
                  <a:lnTo>
                    <a:pt x="835" y="7902"/>
                  </a:lnTo>
                  <a:lnTo>
                    <a:pt x="969" y="8081"/>
                  </a:lnTo>
                  <a:lnTo>
                    <a:pt x="1103" y="8260"/>
                  </a:lnTo>
                  <a:lnTo>
                    <a:pt x="1238" y="8424"/>
                  </a:lnTo>
                  <a:lnTo>
                    <a:pt x="1625" y="8469"/>
                  </a:lnTo>
                  <a:lnTo>
                    <a:pt x="2013" y="8484"/>
                  </a:lnTo>
                  <a:lnTo>
                    <a:pt x="2281" y="8484"/>
                  </a:lnTo>
                  <a:lnTo>
                    <a:pt x="2535" y="8454"/>
                  </a:lnTo>
                  <a:lnTo>
                    <a:pt x="2788" y="8424"/>
                  </a:lnTo>
                  <a:lnTo>
                    <a:pt x="3042" y="8379"/>
                  </a:lnTo>
                  <a:lnTo>
                    <a:pt x="3295" y="8320"/>
                  </a:lnTo>
                  <a:lnTo>
                    <a:pt x="3533" y="8260"/>
                  </a:lnTo>
                  <a:lnTo>
                    <a:pt x="3772" y="8170"/>
                  </a:lnTo>
                  <a:lnTo>
                    <a:pt x="3996" y="8081"/>
                  </a:lnTo>
                  <a:lnTo>
                    <a:pt x="4219" y="7992"/>
                  </a:lnTo>
                  <a:lnTo>
                    <a:pt x="4443" y="7872"/>
                  </a:lnTo>
                  <a:lnTo>
                    <a:pt x="4652" y="7753"/>
                  </a:lnTo>
                  <a:lnTo>
                    <a:pt x="4860" y="7619"/>
                  </a:lnTo>
                  <a:lnTo>
                    <a:pt x="5069" y="7470"/>
                  </a:lnTo>
                  <a:lnTo>
                    <a:pt x="5263" y="7321"/>
                  </a:lnTo>
                  <a:lnTo>
                    <a:pt x="5442" y="7172"/>
                  </a:lnTo>
                  <a:lnTo>
                    <a:pt x="5621" y="6993"/>
                  </a:lnTo>
                  <a:lnTo>
                    <a:pt x="5785" y="6814"/>
                  </a:lnTo>
                  <a:lnTo>
                    <a:pt x="5949" y="6635"/>
                  </a:lnTo>
                  <a:lnTo>
                    <a:pt x="6098" y="6441"/>
                  </a:lnTo>
                  <a:lnTo>
                    <a:pt x="6247" y="6247"/>
                  </a:lnTo>
                  <a:lnTo>
                    <a:pt x="6381" y="6039"/>
                  </a:lnTo>
                  <a:lnTo>
                    <a:pt x="6500" y="5830"/>
                  </a:lnTo>
                  <a:lnTo>
                    <a:pt x="6605" y="5606"/>
                  </a:lnTo>
                  <a:lnTo>
                    <a:pt x="6709" y="5383"/>
                  </a:lnTo>
                  <a:lnTo>
                    <a:pt x="6798" y="5144"/>
                  </a:lnTo>
                  <a:lnTo>
                    <a:pt x="6888" y="4906"/>
                  </a:lnTo>
                  <a:lnTo>
                    <a:pt x="6948" y="4667"/>
                  </a:lnTo>
                  <a:lnTo>
                    <a:pt x="7007" y="4428"/>
                  </a:lnTo>
                  <a:lnTo>
                    <a:pt x="7052" y="4175"/>
                  </a:lnTo>
                  <a:lnTo>
                    <a:pt x="7082" y="3922"/>
                  </a:lnTo>
                  <a:lnTo>
                    <a:pt x="7112" y="3653"/>
                  </a:lnTo>
                  <a:lnTo>
                    <a:pt x="7112" y="3400"/>
                  </a:lnTo>
                  <a:lnTo>
                    <a:pt x="7112" y="3161"/>
                  </a:lnTo>
                  <a:lnTo>
                    <a:pt x="7097" y="2923"/>
                  </a:lnTo>
                  <a:lnTo>
                    <a:pt x="7067" y="2684"/>
                  </a:lnTo>
                  <a:lnTo>
                    <a:pt x="7022" y="2461"/>
                  </a:lnTo>
                  <a:lnTo>
                    <a:pt x="6977" y="2237"/>
                  </a:lnTo>
                  <a:lnTo>
                    <a:pt x="6918" y="2013"/>
                  </a:lnTo>
                  <a:lnTo>
                    <a:pt x="6858" y="1790"/>
                  </a:lnTo>
                  <a:lnTo>
                    <a:pt x="6784" y="1581"/>
                  </a:lnTo>
                  <a:lnTo>
                    <a:pt x="6694" y="1372"/>
                  </a:lnTo>
                  <a:lnTo>
                    <a:pt x="6605" y="1164"/>
                  </a:lnTo>
                  <a:lnTo>
                    <a:pt x="6500" y="970"/>
                  </a:lnTo>
                  <a:lnTo>
                    <a:pt x="6381" y="776"/>
                  </a:lnTo>
                  <a:lnTo>
                    <a:pt x="6262" y="582"/>
                  </a:lnTo>
                  <a:lnTo>
                    <a:pt x="6142" y="403"/>
                  </a:lnTo>
                  <a:lnTo>
                    <a:pt x="6008" y="224"/>
                  </a:lnTo>
                  <a:lnTo>
                    <a:pt x="5859" y="60"/>
                  </a:lnTo>
                  <a:lnTo>
                    <a:pt x="5472" y="16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3703243" y="2357324"/>
              <a:ext cx="154451" cy="154451"/>
            </a:xfrm>
            <a:custGeom>
              <a:rect b="b" l="l" r="r" t="t"/>
              <a:pathLst>
                <a:path extrusionOk="0" h="10183" w="10183">
                  <a:moveTo>
                    <a:pt x="5099" y="0"/>
                  </a:moveTo>
                  <a:lnTo>
                    <a:pt x="4831" y="15"/>
                  </a:lnTo>
                  <a:lnTo>
                    <a:pt x="4577" y="30"/>
                  </a:lnTo>
                  <a:lnTo>
                    <a:pt x="4324" y="60"/>
                  </a:lnTo>
                  <a:lnTo>
                    <a:pt x="4070" y="105"/>
                  </a:lnTo>
                  <a:lnTo>
                    <a:pt x="3832" y="164"/>
                  </a:lnTo>
                  <a:lnTo>
                    <a:pt x="3578" y="239"/>
                  </a:lnTo>
                  <a:lnTo>
                    <a:pt x="3355" y="313"/>
                  </a:lnTo>
                  <a:lnTo>
                    <a:pt x="3116" y="403"/>
                  </a:lnTo>
                  <a:lnTo>
                    <a:pt x="2893" y="507"/>
                  </a:lnTo>
                  <a:lnTo>
                    <a:pt x="2669" y="612"/>
                  </a:lnTo>
                  <a:lnTo>
                    <a:pt x="2460" y="746"/>
                  </a:lnTo>
                  <a:lnTo>
                    <a:pt x="2252" y="880"/>
                  </a:lnTo>
                  <a:lnTo>
                    <a:pt x="2058" y="1014"/>
                  </a:lnTo>
                  <a:lnTo>
                    <a:pt x="1864" y="1163"/>
                  </a:lnTo>
                  <a:lnTo>
                    <a:pt x="1670" y="1327"/>
                  </a:lnTo>
                  <a:lnTo>
                    <a:pt x="1491" y="1491"/>
                  </a:lnTo>
                  <a:lnTo>
                    <a:pt x="1327" y="1670"/>
                  </a:lnTo>
                  <a:lnTo>
                    <a:pt x="1163" y="1864"/>
                  </a:lnTo>
                  <a:lnTo>
                    <a:pt x="1014" y="2043"/>
                  </a:lnTo>
                  <a:lnTo>
                    <a:pt x="880" y="2251"/>
                  </a:lnTo>
                  <a:lnTo>
                    <a:pt x="746" y="2460"/>
                  </a:lnTo>
                  <a:lnTo>
                    <a:pt x="626" y="2669"/>
                  </a:lnTo>
                  <a:lnTo>
                    <a:pt x="507" y="2893"/>
                  </a:lnTo>
                  <a:lnTo>
                    <a:pt x="403" y="3116"/>
                  </a:lnTo>
                  <a:lnTo>
                    <a:pt x="313" y="3340"/>
                  </a:lnTo>
                  <a:lnTo>
                    <a:pt x="239" y="3578"/>
                  </a:lnTo>
                  <a:lnTo>
                    <a:pt x="164" y="3817"/>
                  </a:lnTo>
                  <a:lnTo>
                    <a:pt x="105" y="4070"/>
                  </a:lnTo>
                  <a:lnTo>
                    <a:pt x="60" y="4324"/>
                  </a:lnTo>
                  <a:lnTo>
                    <a:pt x="30" y="4577"/>
                  </a:lnTo>
                  <a:lnTo>
                    <a:pt x="15" y="4831"/>
                  </a:lnTo>
                  <a:lnTo>
                    <a:pt x="0" y="5099"/>
                  </a:lnTo>
                  <a:lnTo>
                    <a:pt x="15" y="5337"/>
                  </a:lnTo>
                  <a:lnTo>
                    <a:pt x="30" y="5561"/>
                  </a:lnTo>
                  <a:lnTo>
                    <a:pt x="60" y="5800"/>
                  </a:lnTo>
                  <a:lnTo>
                    <a:pt x="90" y="6023"/>
                  </a:lnTo>
                  <a:lnTo>
                    <a:pt x="135" y="6247"/>
                  </a:lnTo>
                  <a:lnTo>
                    <a:pt x="194" y="6471"/>
                  </a:lnTo>
                  <a:lnTo>
                    <a:pt x="269" y="6694"/>
                  </a:lnTo>
                  <a:lnTo>
                    <a:pt x="343" y="6903"/>
                  </a:lnTo>
                  <a:lnTo>
                    <a:pt x="418" y="7112"/>
                  </a:lnTo>
                  <a:lnTo>
                    <a:pt x="522" y="7320"/>
                  </a:lnTo>
                  <a:lnTo>
                    <a:pt x="626" y="7514"/>
                  </a:lnTo>
                  <a:lnTo>
                    <a:pt x="731" y="7708"/>
                  </a:lnTo>
                  <a:lnTo>
                    <a:pt x="850" y="7902"/>
                  </a:lnTo>
                  <a:lnTo>
                    <a:pt x="984" y="8081"/>
                  </a:lnTo>
                  <a:lnTo>
                    <a:pt x="1118" y="8260"/>
                  </a:lnTo>
                  <a:lnTo>
                    <a:pt x="1253" y="8438"/>
                  </a:lnTo>
                  <a:lnTo>
                    <a:pt x="1432" y="8632"/>
                  </a:lnTo>
                  <a:lnTo>
                    <a:pt x="1625" y="8811"/>
                  </a:lnTo>
                  <a:lnTo>
                    <a:pt x="1819" y="8990"/>
                  </a:lnTo>
                  <a:lnTo>
                    <a:pt x="2028" y="9154"/>
                  </a:lnTo>
                  <a:lnTo>
                    <a:pt x="2252" y="9318"/>
                  </a:lnTo>
                  <a:lnTo>
                    <a:pt x="2475" y="9452"/>
                  </a:lnTo>
                  <a:lnTo>
                    <a:pt x="2714" y="9586"/>
                  </a:lnTo>
                  <a:lnTo>
                    <a:pt x="2952" y="9706"/>
                  </a:lnTo>
                  <a:lnTo>
                    <a:pt x="3206" y="9825"/>
                  </a:lnTo>
                  <a:lnTo>
                    <a:pt x="3459" y="9914"/>
                  </a:lnTo>
                  <a:lnTo>
                    <a:pt x="3713" y="9989"/>
                  </a:lnTo>
                  <a:lnTo>
                    <a:pt x="3981" y="10063"/>
                  </a:lnTo>
                  <a:lnTo>
                    <a:pt x="4249" y="10123"/>
                  </a:lnTo>
                  <a:lnTo>
                    <a:pt x="4533" y="10153"/>
                  </a:lnTo>
                  <a:lnTo>
                    <a:pt x="4816" y="10183"/>
                  </a:lnTo>
                  <a:lnTo>
                    <a:pt x="5367" y="10183"/>
                  </a:lnTo>
                  <a:lnTo>
                    <a:pt x="5621" y="10153"/>
                  </a:lnTo>
                  <a:lnTo>
                    <a:pt x="5874" y="10123"/>
                  </a:lnTo>
                  <a:lnTo>
                    <a:pt x="6128" y="10078"/>
                  </a:lnTo>
                  <a:lnTo>
                    <a:pt x="6366" y="10019"/>
                  </a:lnTo>
                  <a:lnTo>
                    <a:pt x="6620" y="9959"/>
                  </a:lnTo>
                  <a:lnTo>
                    <a:pt x="6843" y="9870"/>
                  </a:lnTo>
                  <a:lnTo>
                    <a:pt x="7082" y="9780"/>
                  </a:lnTo>
                  <a:lnTo>
                    <a:pt x="7305" y="9691"/>
                  </a:lnTo>
                  <a:lnTo>
                    <a:pt x="7529" y="9571"/>
                  </a:lnTo>
                  <a:lnTo>
                    <a:pt x="7738" y="9452"/>
                  </a:lnTo>
                  <a:lnTo>
                    <a:pt x="7947" y="9318"/>
                  </a:lnTo>
                  <a:lnTo>
                    <a:pt x="8140" y="9169"/>
                  </a:lnTo>
                  <a:lnTo>
                    <a:pt x="8334" y="9020"/>
                  </a:lnTo>
                  <a:lnTo>
                    <a:pt x="8528" y="8871"/>
                  </a:lnTo>
                  <a:lnTo>
                    <a:pt x="8692" y="8692"/>
                  </a:lnTo>
                  <a:lnTo>
                    <a:pt x="8871" y="8513"/>
                  </a:lnTo>
                  <a:lnTo>
                    <a:pt x="9035" y="8334"/>
                  </a:lnTo>
                  <a:lnTo>
                    <a:pt x="9184" y="8140"/>
                  </a:lnTo>
                  <a:lnTo>
                    <a:pt x="9318" y="7946"/>
                  </a:lnTo>
                  <a:lnTo>
                    <a:pt x="9452" y="7738"/>
                  </a:lnTo>
                  <a:lnTo>
                    <a:pt x="9572" y="7529"/>
                  </a:lnTo>
                  <a:lnTo>
                    <a:pt x="9691" y="7305"/>
                  </a:lnTo>
                  <a:lnTo>
                    <a:pt x="9795" y="7082"/>
                  </a:lnTo>
                  <a:lnTo>
                    <a:pt x="9885" y="6843"/>
                  </a:lnTo>
                  <a:lnTo>
                    <a:pt x="9959" y="6605"/>
                  </a:lnTo>
                  <a:lnTo>
                    <a:pt x="10034" y="6366"/>
                  </a:lnTo>
                  <a:lnTo>
                    <a:pt x="10093" y="6128"/>
                  </a:lnTo>
                  <a:lnTo>
                    <a:pt x="10138" y="5874"/>
                  </a:lnTo>
                  <a:lnTo>
                    <a:pt x="10168" y="5621"/>
                  </a:lnTo>
                  <a:lnTo>
                    <a:pt x="10183" y="5352"/>
                  </a:lnTo>
                  <a:lnTo>
                    <a:pt x="10183" y="5099"/>
                  </a:lnTo>
                  <a:lnTo>
                    <a:pt x="10183" y="4860"/>
                  </a:lnTo>
                  <a:lnTo>
                    <a:pt x="10168" y="4622"/>
                  </a:lnTo>
                  <a:lnTo>
                    <a:pt x="10138" y="4398"/>
                  </a:lnTo>
                  <a:lnTo>
                    <a:pt x="10108" y="4160"/>
                  </a:lnTo>
                  <a:lnTo>
                    <a:pt x="10064" y="3936"/>
                  </a:lnTo>
                  <a:lnTo>
                    <a:pt x="10004" y="3712"/>
                  </a:lnTo>
                  <a:lnTo>
                    <a:pt x="9929" y="3504"/>
                  </a:lnTo>
                  <a:lnTo>
                    <a:pt x="9855" y="3280"/>
                  </a:lnTo>
                  <a:lnTo>
                    <a:pt x="9780" y="3071"/>
                  </a:lnTo>
                  <a:lnTo>
                    <a:pt x="9676" y="2878"/>
                  </a:lnTo>
                  <a:lnTo>
                    <a:pt x="9586" y="2669"/>
                  </a:lnTo>
                  <a:lnTo>
                    <a:pt x="9467" y="2475"/>
                  </a:lnTo>
                  <a:lnTo>
                    <a:pt x="9348" y="2296"/>
                  </a:lnTo>
                  <a:lnTo>
                    <a:pt x="9229" y="2117"/>
                  </a:lnTo>
                  <a:lnTo>
                    <a:pt x="9094" y="1938"/>
                  </a:lnTo>
                  <a:lnTo>
                    <a:pt x="8945" y="1759"/>
                  </a:lnTo>
                  <a:lnTo>
                    <a:pt x="8796" y="1595"/>
                  </a:lnTo>
                  <a:lnTo>
                    <a:pt x="8647" y="1446"/>
                  </a:lnTo>
                  <a:lnTo>
                    <a:pt x="8483" y="1297"/>
                  </a:lnTo>
                  <a:lnTo>
                    <a:pt x="8319" y="1148"/>
                  </a:lnTo>
                  <a:lnTo>
                    <a:pt x="8140" y="1014"/>
                  </a:lnTo>
                  <a:lnTo>
                    <a:pt x="7961" y="880"/>
                  </a:lnTo>
                  <a:lnTo>
                    <a:pt x="7768" y="761"/>
                  </a:lnTo>
                  <a:lnTo>
                    <a:pt x="7574" y="641"/>
                  </a:lnTo>
                  <a:lnTo>
                    <a:pt x="7380" y="537"/>
                  </a:lnTo>
                  <a:lnTo>
                    <a:pt x="7186" y="448"/>
                  </a:lnTo>
                  <a:lnTo>
                    <a:pt x="6977" y="358"/>
                  </a:lnTo>
                  <a:lnTo>
                    <a:pt x="6769" y="284"/>
                  </a:lnTo>
                  <a:lnTo>
                    <a:pt x="6545" y="209"/>
                  </a:lnTo>
                  <a:lnTo>
                    <a:pt x="6322" y="149"/>
                  </a:lnTo>
                  <a:lnTo>
                    <a:pt x="6098" y="105"/>
                  </a:lnTo>
                  <a:lnTo>
                    <a:pt x="5874" y="60"/>
                  </a:lnTo>
                  <a:lnTo>
                    <a:pt x="5487" y="15"/>
                  </a:lnTo>
                  <a:lnTo>
                    <a:pt x="5099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3703243" y="2357324"/>
              <a:ext cx="108099" cy="128681"/>
            </a:xfrm>
            <a:custGeom>
              <a:rect b="b" l="l" r="r" t="t"/>
              <a:pathLst>
                <a:path extrusionOk="0" h="8484" w="7127">
                  <a:moveTo>
                    <a:pt x="5099" y="0"/>
                  </a:moveTo>
                  <a:lnTo>
                    <a:pt x="4831" y="15"/>
                  </a:lnTo>
                  <a:lnTo>
                    <a:pt x="4577" y="30"/>
                  </a:lnTo>
                  <a:lnTo>
                    <a:pt x="4324" y="60"/>
                  </a:lnTo>
                  <a:lnTo>
                    <a:pt x="4070" y="105"/>
                  </a:lnTo>
                  <a:lnTo>
                    <a:pt x="3832" y="164"/>
                  </a:lnTo>
                  <a:lnTo>
                    <a:pt x="3578" y="239"/>
                  </a:lnTo>
                  <a:lnTo>
                    <a:pt x="3355" y="313"/>
                  </a:lnTo>
                  <a:lnTo>
                    <a:pt x="3116" y="403"/>
                  </a:lnTo>
                  <a:lnTo>
                    <a:pt x="2893" y="507"/>
                  </a:lnTo>
                  <a:lnTo>
                    <a:pt x="2669" y="612"/>
                  </a:lnTo>
                  <a:lnTo>
                    <a:pt x="2460" y="746"/>
                  </a:lnTo>
                  <a:lnTo>
                    <a:pt x="2252" y="880"/>
                  </a:lnTo>
                  <a:lnTo>
                    <a:pt x="2058" y="1014"/>
                  </a:lnTo>
                  <a:lnTo>
                    <a:pt x="1864" y="1163"/>
                  </a:lnTo>
                  <a:lnTo>
                    <a:pt x="1670" y="1327"/>
                  </a:lnTo>
                  <a:lnTo>
                    <a:pt x="1491" y="1491"/>
                  </a:lnTo>
                  <a:lnTo>
                    <a:pt x="1327" y="1670"/>
                  </a:lnTo>
                  <a:lnTo>
                    <a:pt x="1163" y="1864"/>
                  </a:lnTo>
                  <a:lnTo>
                    <a:pt x="1014" y="2043"/>
                  </a:lnTo>
                  <a:lnTo>
                    <a:pt x="880" y="2251"/>
                  </a:lnTo>
                  <a:lnTo>
                    <a:pt x="746" y="2460"/>
                  </a:lnTo>
                  <a:lnTo>
                    <a:pt x="626" y="2669"/>
                  </a:lnTo>
                  <a:lnTo>
                    <a:pt x="507" y="2893"/>
                  </a:lnTo>
                  <a:lnTo>
                    <a:pt x="403" y="3116"/>
                  </a:lnTo>
                  <a:lnTo>
                    <a:pt x="313" y="3340"/>
                  </a:lnTo>
                  <a:lnTo>
                    <a:pt x="239" y="3578"/>
                  </a:lnTo>
                  <a:lnTo>
                    <a:pt x="164" y="3817"/>
                  </a:lnTo>
                  <a:lnTo>
                    <a:pt x="105" y="4070"/>
                  </a:lnTo>
                  <a:lnTo>
                    <a:pt x="60" y="4324"/>
                  </a:lnTo>
                  <a:lnTo>
                    <a:pt x="30" y="4577"/>
                  </a:lnTo>
                  <a:lnTo>
                    <a:pt x="15" y="4831"/>
                  </a:lnTo>
                  <a:lnTo>
                    <a:pt x="0" y="5099"/>
                  </a:lnTo>
                  <a:lnTo>
                    <a:pt x="15" y="5337"/>
                  </a:lnTo>
                  <a:lnTo>
                    <a:pt x="30" y="5561"/>
                  </a:lnTo>
                  <a:lnTo>
                    <a:pt x="60" y="5800"/>
                  </a:lnTo>
                  <a:lnTo>
                    <a:pt x="90" y="6023"/>
                  </a:lnTo>
                  <a:lnTo>
                    <a:pt x="135" y="6247"/>
                  </a:lnTo>
                  <a:lnTo>
                    <a:pt x="194" y="6471"/>
                  </a:lnTo>
                  <a:lnTo>
                    <a:pt x="269" y="6694"/>
                  </a:lnTo>
                  <a:lnTo>
                    <a:pt x="343" y="6903"/>
                  </a:lnTo>
                  <a:lnTo>
                    <a:pt x="418" y="7112"/>
                  </a:lnTo>
                  <a:lnTo>
                    <a:pt x="522" y="7320"/>
                  </a:lnTo>
                  <a:lnTo>
                    <a:pt x="626" y="7514"/>
                  </a:lnTo>
                  <a:lnTo>
                    <a:pt x="731" y="7708"/>
                  </a:lnTo>
                  <a:lnTo>
                    <a:pt x="850" y="7902"/>
                  </a:lnTo>
                  <a:lnTo>
                    <a:pt x="984" y="8081"/>
                  </a:lnTo>
                  <a:lnTo>
                    <a:pt x="1118" y="8260"/>
                  </a:lnTo>
                  <a:lnTo>
                    <a:pt x="1253" y="8438"/>
                  </a:lnTo>
                  <a:lnTo>
                    <a:pt x="1640" y="8468"/>
                  </a:lnTo>
                  <a:lnTo>
                    <a:pt x="2028" y="8483"/>
                  </a:lnTo>
                  <a:lnTo>
                    <a:pt x="2296" y="8483"/>
                  </a:lnTo>
                  <a:lnTo>
                    <a:pt x="2550" y="8468"/>
                  </a:lnTo>
                  <a:lnTo>
                    <a:pt x="2803" y="8438"/>
                  </a:lnTo>
                  <a:lnTo>
                    <a:pt x="3057" y="8394"/>
                  </a:lnTo>
                  <a:lnTo>
                    <a:pt x="3310" y="8334"/>
                  </a:lnTo>
                  <a:lnTo>
                    <a:pt x="3549" y="8260"/>
                  </a:lnTo>
                  <a:lnTo>
                    <a:pt x="3787" y="8185"/>
                  </a:lnTo>
                  <a:lnTo>
                    <a:pt x="4011" y="8096"/>
                  </a:lnTo>
                  <a:lnTo>
                    <a:pt x="4234" y="7991"/>
                  </a:lnTo>
                  <a:lnTo>
                    <a:pt x="4458" y="7872"/>
                  </a:lnTo>
                  <a:lnTo>
                    <a:pt x="4667" y="7753"/>
                  </a:lnTo>
                  <a:lnTo>
                    <a:pt x="4875" y="7618"/>
                  </a:lnTo>
                  <a:lnTo>
                    <a:pt x="5084" y="7484"/>
                  </a:lnTo>
                  <a:lnTo>
                    <a:pt x="5278" y="7320"/>
                  </a:lnTo>
                  <a:lnTo>
                    <a:pt x="5457" y="7171"/>
                  </a:lnTo>
                  <a:lnTo>
                    <a:pt x="5636" y="6992"/>
                  </a:lnTo>
                  <a:lnTo>
                    <a:pt x="5800" y="6828"/>
                  </a:lnTo>
                  <a:lnTo>
                    <a:pt x="5964" y="6635"/>
                  </a:lnTo>
                  <a:lnTo>
                    <a:pt x="6113" y="6441"/>
                  </a:lnTo>
                  <a:lnTo>
                    <a:pt x="6262" y="6247"/>
                  </a:lnTo>
                  <a:lnTo>
                    <a:pt x="6396" y="6038"/>
                  </a:lnTo>
                  <a:lnTo>
                    <a:pt x="6515" y="5829"/>
                  </a:lnTo>
                  <a:lnTo>
                    <a:pt x="6620" y="5606"/>
                  </a:lnTo>
                  <a:lnTo>
                    <a:pt x="6724" y="5382"/>
                  </a:lnTo>
                  <a:lnTo>
                    <a:pt x="6813" y="5144"/>
                  </a:lnTo>
                  <a:lnTo>
                    <a:pt x="6903" y="4920"/>
                  </a:lnTo>
                  <a:lnTo>
                    <a:pt x="6963" y="4667"/>
                  </a:lnTo>
                  <a:lnTo>
                    <a:pt x="7022" y="4428"/>
                  </a:lnTo>
                  <a:lnTo>
                    <a:pt x="7067" y="4175"/>
                  </a:lnTo>
                  <a:lnTo>
                    <a:pt x="7097" y="3921"/>
                  </a:lnTo>
                  <a:lnTo>
                    <a:pt x="7127" y="3668"/>
                  </a:lnTo>
                  <a:lnTo>
                    <a:pt x="7127" y="3399"/>
                  </a:lnTo>
                  <a:lnTo>
                    <a:pt x="7127" y="3161"/>
                  </a:lnTo>
                  <a:lnTo>
                    <a:pt x="7112" y="2922"/>
                  </a:lnTo>
                  <a:lnTo>
                    <a:pt x="7082" y="2699"/>
                  </a:lnTo>
                  <a:lnTo>
                    <a:pt x="7037" y="2460"/>
                  </a:lnTo>
                  <a:lnTo>
                    <a:pt x="6992" y="2237"/>
                  </a:lnTo>
                  <a:lnTo>
                    <a:pt x="6933" y="2013"/>
                  </a:lnTo>
                  <a:lnTo>
                    <a:pt x="6873" y="1804"/>
                  </a:lnTo>
                  <a:lnTo>
                    <a:pt x="6799" y="1581"/>
                  </a:lnTo>
                  <a:lnTo>
                    <a:pt x="6709" y="1372"/>
                  </a:lnTo>
                  <a:lnTo>
                    <a:pt x="6620" y="1178"/>
                  </a:lnTo>
                  <a:lnTo>
                    <a:pt x="6515" y="969"/>
                  </a:lnTo>
                  <a:lnTo>
                    <a:pt x="6396" y="776"/>
                  </a:lnTo>
                  <a:lnTo>
                    <a:pt x="6277" y="597"/>
                  </a:lnTo>
                  <a:lnTo>
                    <a:pt x="6158" y="403"/>
                  </a:lnTo>
                  <a:lnTo>
                    <a:pt x="6023" y="239"/>
                  </a:lnTo>
                  <a:lnTo>
                    <a:pt x="5874" y="60"/>
                  </a:lnTo>
                  <a:lnTo>
                    <a:pt x="5487" y="15"/>
                  </a:lnTo>
                  <a:lnTo>
                    <a:pt x="5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2"/>
            <p:cNvSpPr/>
            <p:nvPr/>
          </p:nvSpPr>
          <p:spPr>
            <a:xfrm>
              <a:off x="3536355" y="2275920"/>
              <a:ext cx="154466" cy="154451"/>
            </a:xfrm>
            <a:custGeom>
              <a:rect b="b" l="l" r="r" t="t"/>
              <a:pathLst>
                <a:path extrusionOk="0" h="10183" w="10184">
                  <a:moveTo>
                    <a:pt x="4831" y="0"/>
                  </a:moveTo>
                  <a:lnTo>
                    <a:pt x="4578" y="30"/>
                  </a:lnTo>
                  <a:lnTo>
                    <a:pt x="4324" y="60"/>
                  </a:lnTo>
                  <a:lnTo>
                    <a:pt x="4071" y="105"/>
                  </a:lnTo>
                  <a:lnTo>
                    <a:pt x="3817" y="164"/>
                  </a:lnTo>
                  <a:lnTo>
                    <a:pt x="3579" y="224"/>
                  </a:lnTo>
                  <a:lnTo>
                    <a:pt x="3340" y="313"/>
                  </a:lnTo>
                  <a:lnTo>
                    <a:pt x="3117" y="403"/>
                  </a:lnTo>
                  <a:lnTo>
                    <a:pt x="2893" y="507"/>
                  </a:lnTo>
                  <a:lnTo>
                    <a:pt x="2670" y="612"/>
                  </a:lnTo>
                  <a:lnTo>
                    <a:pt x="2461" y="731"/>
                  </a:lnTo>
                  <a:lnTo>
                    <a:pt x="2252" y="865"/>
                  </a:lnTo>
                  <a:lnTo>
                    <a:pt x="2058" y="1014"/>
                  </a:lnTo>
                  <a:lnTo>
                    <a:pt x="1864" y="1163"/>
                  </a:lnTo>
                  <a:lnTo>
                    <a:pt x="1671" y="1327"/>
                  </a:lnTo>
                  <a:lnTo>
                    <a:pt x="1492" y="1491"/>
                  </a:lnTo>
                  <a:lnTo>
                    <a:pt x="1328" y="1670"/>
                  </a:lnTo>
                  <a:lnTo>
                    <a:pt x="1164" y="1849"/>
                  </a:lnTo>
                  <a:lnTo>
                    <a:pt x="1015" y="2043"/>
                  </a:lnTo>
                  <a:lnTo>
                    <a:pt x="881" y="2251"/>
                  </a:lnTo>
                  <a:lnTo>
                    <a:pt x="746" y="2445"/>
                  </a:lnTo>
                  <a:lnTo>
                    <a:pt x="627" y="2669"/>
                  </a:lnTo>
                  <a:lnTo>
                    <a:pt x="508" y="2878"/>
                  </a:lnTo>
                  <a:lnTo>
                    <a:pt x="403" y="3116"/>
                  </a:lnTo>
                  <a:lnTo>
                    <a:pt x="314" y="3340"/>
                  </a:lnTo>
                  <a:lnTo>
                    <a:pt x="239" y="3578"/>
                  </a:lnTo>
                  <a:lnTo>
                    <a:pt x="165" y="3817"/>
                  </a:lnTo>
                  <a:lnTo>
                    <a:pt x="105" y="4070"/>
                  </a:lnTo>
                  <a:lnTo>
                    <a:pt x="61" y="4309"/>
                  </a:lnTo>
                  <a:lnTo>
                    <a:pt x="31" y="4562"/>
                  </a:lnTo>
                  <a:lnTo>
                    <a:pt x="16" y="4831"/>
                  </a:lnTo>
                  <a:lnTo>
                    <a:pt x="1" y="5084"/>
                  </a:lnTo>
                  <a:lnTo>
                    <a:pt x="16" y="5323"/>
                  </a:lnTo>
                  <a:lnTo>
                    <a:pt x="31" y="5561"/>
                  </a:lnTo>
                  <a:lnTo>
                    <a:pt x="61" y="5800"/>
                  </a:lnTo>
                  <a:lnTo>
                    <a:pt x="90" y="6023"/>
                  </a:lnTo>
                  <a:lnTo>
                    <a:pt x="135" y="6247"/>
                  </a:lnTo>
                  <a:lnTo>
                    <a:pt x="195" y="6471"/>
                  </a:lnTo>
                  <a:lnTo>
                    <a:pt x="269" y="6694"/>
                  </a:lnTo>
                  <a:lnTo>
                    <a:pt x="344" y="6903"/>
                  </a:lnTo>
                  <a:lnTo>
                    <a:pt x="418" y="7112"/>
                  </a:lnTo>
                  <a:lnTo>
                    <a:pt x="523" y="7320"/>
                  </a:lnTo>
                  <a:lnTo>
                    <a:pt x="627" y="7514"/>
                  </a:lnTo>
                  <a:lnTo>
                    <a:pt x="731" y="7708"/>
                  </a:lnTo>
                  <a:lnTo>
                    <a:pt x="851" y="7902"/>
                  </a:lnTo>
                  <a:lnTo>
                    <a:pt x="970" y="8081"/>
                  </a:lnTo>
                  <a:lnTo>
                    <a:pt x="1104" y="8260"/>
                  </a:lnTo>
                  <a:lnTo>
                    <a:pt x="1253" y="8424"/>
                  </a:lnTo>
                  <a:lnTo>
                    <a:pt x="1432" y="8617"/>
                  </a:lnTo>
                  <a:lnTo>
                    <a:pt x="1626" y="8811"/>
                  </a:lnTo>
                  <a:lnTo>
                    <a:pt x="1820" y="8990"/>
                  </a:lnTo>
                  <a:lnTo>
                    <a:pt x="2028" y="9154"/>
                  </a:lnTo>
                  <a:lnTo>
                    <a:pt x="2252" y="9303"/>
                  </a:lnTo>
                  <a:lnTo>
                    <a:pt x="2476" y="9452"/>
                  </a:lnTo>
                  <a:lnTo>
                    <a:pt x="2714" y="9586"/>
                  </a:lnTo>
                  <a:lnTo>
                    <a:pt x="2953" y="9706"/>
                  </a:lnTo>
                  <a:lnTo>
                    <a:pt x="3191" y="9810"/>
                  </a:lnTo>
                  <a:lnTo>
                    <a:pt x="3460" y="9914"/>
                  </a:lnTo>
                  <a:lnTo>
                    <a:pt x="3713" y="9989"/>
                  </a:lnTo>
                  <a:lnTo>
                    <a:pt x="3981" y="10063"/>
                  </a:lnTo>
                  <a:lnTo>
                    <a:pt x="4250" y="10108"/>
                  </a:lnTo>
                  <a:lnTo>
                    <a:pt x="4533" y="10153"/>
                  </a:lnTo>
                  <a:lnTo>
                    <a:pt x="4816" y="10168"/>
                  </a:lnTo>
                  <a:lnTo>
                    <a:pt x="5100" y="10183"/>
                  </a:lnTo>
                  <a:lnTo>
                    <a:pt x="5353" y="10168"/>
                  </a:lnTo>
                  <a:lnTo>
                    <a:pt x="5621" y="10153"/>
                  </a:lnTo>
                  <a:lnTo>
                    <a:pt x="5875" y="10123"/>
                  </a:lnTo>
                  <a:lnTo>
                    <a:pt x="6128" y="10078"/>
                  </a:lnTo>
                  <a:lnTo>
                    <a:pt x="6367" y="10019"/>
                  </a:lnTo>
                  <a:lnTo>
                    <a:pt x="6605" y="9959"/>
                  </a:lnTo>
                  <a:lnTo>
                    <a:pt x="6844" y="9870"/>
                  </a:lnTo>
                  <a:lnTo>
                    <a:pt x="7082" y="9780"/>
                  </a:lnTo>
                  <a:lnTo>
                    <a:pt x="7306" y="9676"/>
                  </a:lnTo>
                  <a:lnTo>
                    <a:pt x="7530" y="9571"/>
                  </a:lnTo>
                  <a:lnTo>
                    <a:pt x="7738" y="9437"/>
                  </a:lnTo>
                  <a:lnTo>
                    <a:pt x="7947" y="9318"/>
                  </a:lnTo>
                  <a:lnTo>
                    <a:pt x="8141" y="9169"/>
                  </a:lnTo>
                  <a:lnTo>
                    <a:pt x="8335" y="9020"/>
                  </a:lnTo>
                  <a:lnTo>
                    <a:pt x="8529" y="8856"/>
                  </a:lnTo>
                  <a:lnTo>
                    <a:pt x="8693" y="8692"/>
                  </a:lnTo>
                  <a:lnTo>
                    <a:pt x="8871" y="8513"/>
                  </a:lnTo>
                  <a:lnTo>
                    <a:pt x="9021" y="8334"/>
                  </a:lnTo>
                  <a:lnTo>
                    <a:pt x="9185" y="8140"/>
                  </a:lnTo>
                  <a:lnTo>
                    <a:pt x="9319" y="7932"/>
                  </a:lnTo>
                  <a:lnTo>
                    <a:pt x="9453" y="7723"/>
                  </a:lnTo>
                  <a:lnTo>
                    <a:pt x="9572" y="7514"/>
                  </a:lnTo>
                  <a:lnTo>
                    <a:pt x="9691" y="7290"/>
                  </a:lnTo>
                  <a:lnTo>
                    <a:pt x="9796" y="7067"/>
                  </a:lnTo>
                  <a:lnTo>
                    <a:pt x="9885" y="6843"/>
                  </a:lnTo>
                  <a:lnTo>
                    <a:pt x="9960" y="6605"/>
                  </a:lnTo>
                  <a:lnTo>
                    <a:pt x="10034" y="6366"/>
                  </a:lnTo>
                  <a:lnTo>
                    <a:pt x="10079" y="6113"/>
                  </a:lnTo>
                  <a:lnTo>
                    <a:pt x="10124" y="5859"/>
                  </a:lnTo>
                  <a:lnTo>
                    <a:pt x="10168" y="5606"/>
                  </a:lnTo>
                  <a:lnTo>
                    <a:pt x="10183" y="5352"/>
                  </a:lnTo>
                  <a:lnTo>
                    <a:pt x="10183" y="5084"/>
                  </a:lnTo>
                  <a:lnTo>
                    <a:pt x="10183" y="4845"/>
                  </a:lnTo>
                  <a:lnTo>
                    <a:pt x="10168" y="4622"/>
                  </a:lnTo>
                  <a:lnTo>
                    <a:pt x="10139" y="4383"/>
                  </a:lnTo>
                  <a:lnTo>
                    <a:pt x="10109" y="4160"/>
                  </a:lnTo>
                  <a:lnTo>
                    <a:pt x="10064" y="3936"/>
                  </a:lnTo>
                  <a:lnTo>
                    <a:pt x="10004" y="3712"/>
                  </a:lnTo>
                  <a:lnTo>
                    <a:pt x="9930" y="3489"/>
                  </a:lnTo>
                  <a:lnTo>
                    <a:pt x="9855" y="3280"/>
                  </a:lnTo>
                  <a:lnTo>
                    <a:pt x="9781" y="3071"/>
                  </a:lnTo>
                  <a:lnTo>
                    <a:pt x="9676" y="2863"/>
                  </a:lnTo>
                  <a:lnTo>
                    <a:pt x="9572" y="2669"/>
                  </a:lnTo>
                  <a:lnTo>
                    <a:pt x="9468" y="2475"/>
                  </a:lnTo>
                  <a:lnTo>
                    <a:pt x="9349" y="2296"/>
                  </a:lnTo>
                  <a:lnTo>
                    <a:pt x="9229" y="2102"/>
                  </a:lnTo>
                  <a:lnTo>
                    <a:pt x="9095" y="1923"/>
                  </a:lnTo>
                  <a:lnTo>
                    <a:pt x="8946" y="1759"/>
                  </a:lnTo>
                  <a:lnTo>
                    <a:pt x="8797" y="1595"/>
                  </a:lnTo>
                  <a:lnTo>
                    <a:pt x="8648" y="1431"/>
                  </a:lnTo>
                  <a:lnTo>
                    <a:pt x="8484" y="1282"/>
                  </a:lnTo>
                  <a:lnTo>
                    <a:pt x="8320" y="1148"/>
                  </a:lnTo>
                  <a:lnTo>
                    <a:pt x="8141" y="999"/>
                  </a:lnTo>
                  <a:lnTo>
                    <a:pt x="7962" y="880"/>
                  </a:lnTo>
                  <a:lnTo>
                    <a:pt x="7768" y="761"/>
                  </a:lnTo>
                  <a:lnTo>
                    <a:pt x="7574" y="641"/>
                  </a:lnTo>
                  <a:lnTo>
                    <a:pt x="7381" y="537"/>
                  </a:lnTo>
                  <a:lnTo>
                    <a:pt x="7187" y="448"/>
                  </a:lnTo>
                  <a:lnTo>
                    <a:pt x="6978" y="358"/>
                  </a:lnTo>
                  <a:lnTo>
                    <a:pt x="6769" y="269"/>
                  </a:lnTo>
                  <a:lnTo>
                    <a:pt x="6546" y="209"/>
                  </a:lnTo>
                  <a:lnTo>
                    <a:pt x="6322" y="149"/>
                  </a:lnTo>
                  <a:lnTo>
                    <a:pt x="6098" y="90"/>
                  </a:lnTo>
                  <a:lnTo>
                    <a:pt x="5875" y="60"/>
                  </a:lnTo>
                  <a:lnTo>
                    <a:pt x="5487" y="15"/>
                  </a:lnTo>
                  <a:lnTo>
                    <a:pt x="5100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3536355" y="2275920"/>
              <a:ext cx="108114" cy="128681"/>
            </a:xfrm>
            <a:custGeom>
              <a:rect b="b" l="l" r="r" t="t"/>
              <a:pathLst>
                <a:path extrusionOk="0" h="8484" w="7128">
                  <a:moveTo>
                    <a:pt x="4831" y="0"/>
                  </a:moveTo>
                  <a:lnTo>
                    <a:pt x="4578" y="30"/>
                  </a:lnTo>
                  <a:lnTo>
                    <a:pt x="4324" y="60"/>
                  </a:lnTo>
                  <a:lnTo>
                    <a:pt x="4071" y="105"/>
                  </a:lnTo>
                  <a:lnTo>
                    <a:pt x="3817" y="164"/>
                  </a:lnTo>
                  <a:lnTo>
                    <a:pt x="3579" y="224"/>
                  </a:lnTo>
                  <a:lnTo>
                    <a:pt x="3340" y="313"/>
                  </a:lnTo>
                  <a:lnTo>
                    <a:pt x="3117" y="403"/>
                  </a:lnTo>
                  <a:lnTo>
                    <a:pt x="2893" y="507"/>
                  </a:lnTo>
                  <a:lnTo>
                    <a:pt x="2670" y="612"/>
                  </a:lnTo>
                  <a:lnTo>
                    <a:pt x="2461" y="731"/>
                  </a:lnTo>
                  <a:lnTo>
                    <a:pt x="2252" y="865"/>
                  </a:lnTo>
                  <a:lnTo>
                    <a:pt x="2058" y="1014"/>
                  </a:lnTo>
                  <a:lnTo>
                    <a:pt x="1864" y="1163"/>
                  </a:lnTo>
                  <a:lnTo>
                    <a:pt x="1671" y="1327"/>
                  </a:lnTo>
                  <a:lnTo>
                    <a:pt x="1492" y="1491"/>
                  </a:lnTo>
                  <a:lnTo>
                    <a:pt x="1328" y="1670"/>
                  </a:lnTo>
                  <a:lnTo>
                    <a:pt x="1164" y="1849"/>
                  </a:lnTo>
                  <a:lnTo>
                    <a:pt x="1015" y="2043"/>
                  </a:lnTo>
                  <a:lnTo>
                    <a:pt x="881" y="2251"/>
                  </a:lnTo>
                  <a:lnTo>
                    <a:pt x="746" y="2445"/>
                  </a:lnTo>
                  <a:lnTo>
                    <a:pt x="627" y="2669"/>
                  </a:lnTo>
                  <a:lnTo>
                    <a:pt x="508" y="2878"/>
                  </a:lnTo>
                  <a:lnTo>
                    <a:pt x="403" y="3116"/>
                  </a:lnTo>
                  <a:lnTo>
                    <a:pt x="314" y="3340"/>
                  </a:lnTo>
                  <a:lnTo>
                    <a:pt x="239" y="3578"/>
                  </a:lnTo>
                  <a:lnTo>
                    <a:pt x="165" y="3817"/>
                  </a:lnTo>
                  <a:lnTo>
                    <a:pt x="105" y="4070"/>
                  </a:lnTo>
                  <a:lnTo>
                    <a:pt x="61" y="4309"/>
                  </a:lnTo>
                  <a:lnTo>
                    <a:pt x="31" y="4562"/>
                  </a:lnTo>
                  <a:lnTo>
                    <a:pt x="16" y="4831"/>
                  </a:lnTo>
                  <a:lnTo>
                    <a:pt x="1" y="5084"/>
                  </a:lnTo>
                  <a:lnTo>
                    <a:pt x="16" y="5323"/>
                  </a:lnTo>
                  <a:lnTo>
                    <a:pt x="31" y="5561"/>
                  </a:lnTo>
                  <a:lnTo>
                    <a:pt x="61" y="5800"/>
                  </a:lnTo>
                  <a:lnTo>
                    <a:pt x="90" y="6023"/>
                  </a:lnTo>
                  <a:lnTo>
                    <a:pt x="135" y="6247"/>
                  </a:lnTo>
                  <a:lnTo>
                    <a:pt x="195" y="6471"/>
                  </a:lnTo>
                  <a:lnTo>
                    <a:pt x="269" y="6694"/>
                  </a:lnTo>
                  <a:lnTo>
                    <a:pt x="344" y="6903"/>
                  </a:lnTo>
                  <a:lnTo>
                    <a:pt x="418" y="7112"/>
                  </a:lnTo>
                  <a:lnTo>
                    <a:pt x="523" y="7320"/>
                  </a:lnTo>
                  <a:lnTo>
                    <a:pt x="627" y="7514"/>
                  </a:lnTo>
                  <a:lnTo>
                    <a:pt x="731" y="7708"/>
                  </a:lnTo>
                  <a:lnTo>
                    <a:pt x="851" y="7902"/>
                  </a:lnTo>
                  <a:lnTo>
                    <a:pt x="970" y="8081"/>
                  </a:lnTo>
                  <a:lnTo>
                    <a:pt x="1104" y="8260"/>
                  </a:lnTo>
                  <a:lnTo>
                    <a:pt x="1253" y="8424"/>
                  </a:lnTo>
                  <a:lnTo>
                    <a:pt x="1641" y="8468"/>
                  </a:lnTo>
                  <a:lnTo>
                    <a:pt x="2028" y="8483"/>
                  </a:lnTo>
                  <a:lnTo>
                    <a:pt x="2297" y="8483"/>
                  </a:lnTo>
                  <a:lnTo>
                    <a:pt x="2550" y="8453"/>
                  </a:lnTo>
                  <a:lnTo>
                    <a:pt x="2804" y="8424"/>
                  </a:lnTo>
                  <a:lnTo>
                    <a:pt x="3057" y="8379"/>
                  </a:lnTo>
                  <a:lnTo>
                    <a:pt x="3311" y="8319"/>
                  </a:lnTo>
                  <a:lnTo>
                    <a:pt x="3549" y="8260"/>
                  </a:lnTo>
                  <a:lnTo>
                    <a:pt x="3788" y="8170"/>
                  </a:lnTo>
                  <a:lnTo>
                    <a:pt x="4011" y="8081"/>
                  </a:lnTo>
                  <a:lnTo>
                    <a:pt x="4235" y="7976"/>
                  </a:lnTo>
                  <a:lnTo>
                    <a:pt x="4459" y="7872"/>
                  </a:lnTo>
                  <a:lnTo>
                    <a:pt x="4667" y="7753"/>
                  </a:lnTo>
                  <a:lnTo>
                    <a:pt x="4876" y="7618"/>
                  </a:lnTo>
                  <a:lnTo>
                    <a:pt x="5085" y="7469"/>
                  </a:lnTo>
                  <a:lnTo>
                    <a:pt x="5279" y="7320"/>
                  </a:lnTo>
                  <a:lnTo>
                    <a:pt x="5457" y="7156"/>
                  </a:lnTo>
                  <a:lnTo>
                    <a:pt x="5636" y="6992"/>
                  </a:lnTo>
                  <a:lnTo>
                    <a:pt x="5800" y="6813"/>
                  </a:lnTo>
                  <a:lnTo>
                    <a:pt x="5964" y="6635"/>
                  </a:lnTo>
                  <a:lnTo>
                    <a:pt x="6113" y="6441"/>
                  </a:lnTo>
                  <a:lnTo>
                    <a:pt x="6262" y="6247"/>
                  </a:lnTo>
                  <a:lnTo>
                    <a:pt x="6382" y="6038"/>
                  </a:lnTo>
                  <a:lnTo>
                    <a:pt x="6516" y="5815"/>
                  </a:lnTo>
                  <a:lnTo>
                    <a:pt x="6620" y="5606"/>
                  </a:lnTo>
                  <a:lnTo>
                    <a:pt x="6725" y="5382"/>
                  </a:lnTo>
                  <a:lnTo>
                    <a:pt x="6814" y="5144"/>
                  </a:lnTo>
                  <a:lnTo>
                    <a:pt x="6904" y="4905"/>
                  </a:lnTo>
                  <a:lnTo>
                    <a:pt x="6963" y="4667"/>
                  </a:lnTo>
                  <a:lnTo>
                    <a:pt x="7023" y="4413"/>
                  </a:lnTo>
                  <a:lnTo>
                    <a:pt x="7068" y="4175"/>
                  </a:lnTo>
                  <a:lnTo>
                    <a:pt x="7097" y="3921"/>
                  </a:lnTo>
                  <a:lnTo>
                    <a:pt x="7112" y="3653"/>
                  </a:lnTo>
                  <a:lnTo>
                    <a:pt x="7127" y="3399"/>
                  </a:lnTo>
                  <a:lnTo>
                    <a:pt x="7127" y="3161"/>
                  </a:lnTo>
                  <a:lnTo>
                    <a:pt x="7097" y="2922"/>
                  </a:lnTo>
                  <a:lnTo>
                    <a:pt x="7082" y="2684"/>
                  </a:lnTo>
                  <a:lnTo>
                    <a:pt x="7038" y="2460"/>
                  </a:lnTo>
                  <a:lnTo>
                    <a:pt x="6993" y="2237"/>
                  </a:lnTo>
                  <a:lnTo>
                    <a:pt x="6933" y="2013"/>
                  </a:lnTo>
                  <a:lnTo>
                    <a:pt x="6874" y="1789"/>
                  </a:lnTo>
                  <a:lnTo>
                    <a:pt x="6799" y="1581"/>
                  </a:lnTo>
                  <a:lnTo>
                    <a:pt x="6710" y="1372"/>
                  </a:lnTo>
                  <a:lnTo>
                    <a:pt x="6605" y="1163"/>
                  </a:lnTo>
                  <a:lnTo>
                    <a:pt x="6516" y="969"/>
                  </a:lnTo>
                  <a:lnTo>
                    <a:pt x="6397" y="776"/>
                  </a:lnTo>
                  <a:lnTo>
                    <a:pt x="6277" y="582"/>
                  </a:lnTo>
                  <a:lnTo>
                    <a:pt x="6158" y="403"/>
                  </a:lnTo>
                  <a:lnTo>
                    <a:pt x="6024" y="224"/>
                  </a:lnTo>
                  <a:lnTo>
                    <a:pt x="5875" y="60"/>
                  </a:lnTo>
                  <a:lnTo>
                    <a:pt x="5487" y="15"/>
                  </a:lnTo>
                  <a:lnTo>
                    <a:pt x="51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2"/>
            <p:cNvSpPr/>
            <p:nvPr/>
          </p:nvSpPr>
          <p:spPr>
            <a:xfrm>
              <a:off x="3649202" y="2296942"/>
              <a:ext cx="154451" cy="154466"/>
            </a:xfrm>
            <a:custGeom>
              <a:rect b="b" l="l" r="r" t="t"/>
              <a:pathLst>
                <a:path extrusionOk="0" h="10184" w="10183">
                  <a:moveTo>
                    <a:pt x="4831" y="1"/>
                  </a:moveTo>
                  <a:lnTo>
                    <a:pt x="4577" y="31"/>
                  </a:lnTo>
                  <a:lnTo>
                    <a:pt x="4324" y="60"/>
                  </a:lnTo>
                  <a:lnTo>
                    <a:pt x="4070" y="105"/>
                  </a:lnTo>
                  <a:lnTo>
                    <a:pt x="3817" y="165"/>
                  </a:lnTo>
                  <a:lnTo>
                    <a:pt x="3578" y="224"/>
                  </a:lnTo>
                  <a:lnTo>
                    <a:pt x="3340" y="314"/>
                  </a:lnTo>
                  <a:lnTo>
                    <a:pt x="3116" y="403"/>
                  </a:lnTo>
                  <a:lnTo>
                    <a:pt x="2892" y="508"/>
                  </a:lnTo>
                  <a:lnTo>
                    <a:pt x="2669" y="612"/>
                  </a:lnTo>
                  <a:lnTo>
                    <a:pt x="2460" y="731"/>
                  </a:lnTo>
                  <a:lnTo>
                    <a:pt x="2251" y="865"/>
                  </a:lnTo>
                  <a:lnTo>
                    <a:pt x="2043" y="1015"/>
                  </a:lnTo>
                  <a:lnTo>
                    <a:pt x="1864" y="1164"/>
                  </a:lnTo>
                  <a:lnTo>
                    <a:pt x="1670" y="1328"/>
                  </a:lnTo>
                  <a:lnTo>
                    <a:pt x="1491" y="1492"/>
                  </a:lnTo>
                  <a:lnTo>
                    <a:pt x="1327" y="1670"/>
                  </a:lnTo>
                  <a:lnTo>
                    <a:pt x="1163" y="1849"/>
                  </a:lnTo>
                  <a:lnTo>
                    <a:pt x="1014" y="2043"/>
                  </a:lnTo>
                  <a:lnTo>
                    <a:pt x="880" y="2252"/>
                  </a:lnTo>
                  <a:lnTo>
                    <a:pt x="746" y="2461"/>
                  </a:lnTo>
                  <a:lnTo>
                    <a:pt x="626" y="2669"/>
                  </a:lnTo>
                  <a:lnTo>
                    <a:pt x="507" y="2893"/>
                  </a:lnTo>
                  <a:lnTo>
                    <a:pt x="403" y="3117"/>
                  </a:lnTo>
                  <a:lnTo>
                    <a:pt x="313" y="3340"/>
                  </a:lnTo>
                  <a:lnTo>
                    <a:pt x="239" y="3579"/>
                  </a:lnTo>
                  <a:lnTo>
                    <a:pt x="164" y="3817"/>
                  </a:lnTo>
                  <a:lnTo>
                    <a:pt x="105" y="4071"/>
                  </a:lnTo>
                  <a:lnTo>
                    <a:pt x="60" y="4324"/>
                  </a:lnTo>
                  <a:lnTo>
                    <a:pt x="30" y="4578"/>
                  </a:lnTo>
                  <a:lnTo>
                    <a:pt x="15" y="4831"/>
                  </a:lnTo>
                  <a:lnTo>
                    <a:pt x="0" y="5099"/>
                  </a:lnTo>
                  <a:lnTo>
                    <a:pt x="15" y="5323"/>
                  </a:lnTo>
                  <a:lnTo>
                    <a:pt x="30" y="5562"/>
                  </a:lnTo>
                  <a:lnTo>
                    <a:pt x="60" y="5800"/>
                  </a:lnTo>
                  <a:lnTo>
                    <a:pt x="90" y="6024"/>
                  </a:lnTo>
                  <a:lnTo>
                    <a:pt x="134" y="6247"/>
                  </a:lnTo>
                  <a:lnTo>
                    <a:pt x="194" y="6471"/>
                  </a:lnTo>
                  <a:lnTo>
                    <a:pt x="269" y="6695"/>
                  </a:lnTo>
                  <a:lnTo>
                    <a:pt x="343" y="6903"/>
                  </a:lnTo>
                  <a:lnTo>
                    <a:pt x="418" y="7112"/>
                  </a:lnTo>
                  <a:lnTo>
                    <a:pt x="522" y="7321"/>
                  </a:lnTo>
                  <a:lnTo>
                    <a:pt x="611" y="7515"/>
                  </a:lnTo>
                  <a:lnTo>
                    <a:pt x="731" y="7708"/>
                  </a:lnTo>
                  <a:lnTo>
                    <a:pt x="850" y="7902"/>
                  </a:lnTo>
                  <a:lnTo>
                    <a:pt x="969" y="8081"/>
                  </a:lnTo>
                  <a:lnTo>
                    <a:pt x="1103" y="8260"/>
                  </a:lnTo>
                  <a:lnTo>
                    <a:pt x="1253" y="8424"/>
                  </a:lnTo>
                  <a:lnTo>
                    <a:pt x="1431" y="8633"/>
                  </a:lnTo>
                  <a:lnTo>
                    <a:pt x="1625" y="8812"/>
                  </a:lnTo>
                  <a:lnTo>
                    <a:pt x="1819" y="8991"/>
                  </a:lnTo>
                  <a:lnTo>
                    <a:pt x="2028" y="9155"/>
                  </a:lnTo>
                  <a:lnTo>
                    <a:pt x="2251" y="9318"/>
                  </a:lnTo>
                  <a:lnTo>
                    <a:pt x="2475" y="9453"/>
                  </a:lnTo>
                  <a:lnTo>
                    <a:pt x="2714" y="9587"/>
                  </a:lnTo>
                  <a:lnTo>
                    <a:pt x="2952" y="9706"/>
                  </a:lnTo>
                  <a:lnTo>
                    <a:pt x="3191" y="9810"/>
                  </a:lnTo>
                  <a:lnTo>
                    <a:pt x="3459" y="9915"/>
                  </a:lnTo>
                  <a:lnTo>
                    <a:pt x="3712" y="9989"/>
                  </a:lnTo>
                  <a:lnTo>
                    <a:pt x="3981" y="10064"/>
                  </a:lnTo>
                  <a:lnTo>
                    <a:pt x="4249" y="10109"/>
                  </a:lnTo>
                  <a:lnTo>
                    <a:pt x="4532" y="10153"/>
                  </a:lnTo>
                  <a:lnTo>
                    <a:pt x="4816" y="10168"/>
                  </a:lnTo>
                  <a:lnTo>
                    <a:pt x="5099" y="10183"/>
                  </a:lnTo>
                  <a:lnTo>
                    <a:pt x="5352" y="10183"/>
                  </a:lnTo>
                  <a:lnTo>
                    <a:pt x="5621" y="10153"/>
                  </a:lnTo>
                  <a:lnTo>
                    <a:pt x="5874" y="10124"/>
                  </a:lnTo>
                  <a:lnTo>
                    <a:pt x="6128" y="10079"/>
                  </a:lnTo>
                  <a:lnTo>
                    <a:pt x="6366" y="10019"/>
                  </a:lnTo>
                  <a:lnTo>
                    <a:pt x="6605" y="9960"/>
                  </a:lnTo>
                  <a:lnTo>
                    <a:pt x="6843" y="9870"/>
                  </a:lnTo>
                  <a:lnTo>
                    <a:pt x="7082" y="9781"/>
                  </a:lnTo>
                  <a:lnTo>
                    <a:pt x="7305" y="9676"/>
                  </a:lnTo>
                  <a:lnTo>
                    <a:pt x="7529" y="9572"/>
                  </a:lnTo>
                  <a:lnTo>
                    <a:pt x="7738" y="9453"/>
                  </a:lnTo>
                  <a:lnTo>
                    <a:pt x="7946" y="9318"/>
                  </a:lnTo>
                  <a:lnTo>
                    <a:pt x="8140" y="9169"/>
                  </a:lnTo>
                  <a:lnTo>
                    <a:pt x="8334" y="9020"/>
                  </a:lnTo>
                  <a:lnTo>
                    <a:pt x="8513" y="8856"/>
                  </a:lnTo>
                  <a:lnTo>
                    <a:pt x="8692" y="8692"/>
                  </a:lnTo>
                  <a:lnTo>
                    <a:pt x="8871" y="8513"/>
                  </a:lnTo>
                  <a:lnTo>
                    <a:pt x="9020" y="8335"/>
                  </a:lnTo>
                  <a:lnTo>
                    <a:pt x="9184" y="8141"/>
                  </a:lnTo>
                  <a:lnTo>
                    <a:pt x="9318" y="7932"/>
                  </a:lnTo>
                  <a:lnTo>
                    <a:pt x="9452" y="7738"/>
                  </a:lnTo>
                  <a:lnTo>
                    <a:pt x="9571" y="7515"/>
                  </a:lnTo>
                  <a:lnTo>
                    <a:pt x="9691" y="7306"/>
                  </a:lnTo>
                  <a:lnTo>
                    <a:pt x="9795" y="7067"/>
                  </a:lnTo>
                  <a:lnTo>
                    <a:pt x="9885" y="6844"/>
                  </a:lnTo>
                  <a:lnTo>
                    <a:pt x="9959" y="6605"/>
                  </a:lnTo>
                  <a:lnTo>
                    <a:pt x="10034" y="6367"/>
                  </a:lnTo>
                  <a:lnTo>
                    <a:pt x="10078" y="6113"/>
                  </a:lnTo>
                  <a:lnTo>
                    <a:pt x="10123" y="5875"/>
                  </a:lnTo>
                  <a:lnTo>
                    <a:pt x="10168" y="5606"/>
                  </a:lnTo>
                  <a:lnTo>
                    <a:pt x="10183" y="5353"/>
                  </a:lnTo>
                  <a:lnTo>
                    <a:pt x="10183" y="5099"/>
                  </a:lnTo>
                  <a:lnTo>
                    <a:pt x="10183" y="4861"/>
                  </a:lnTo>
                  <a:lnTo>
                    <a:pt x="10168" y="4622"/>
                  </a:lnTo>
                  <a:lnTo>
                    <a:pt x="10138" y="4384"/>
                  </a:lnTo>
                  <a:lnTo>
                    <a:pt x="10108" y="4160"/>
                  </a:lnTo>
                  <a:lnTo>
                    <a:pt x="10049" y="3937"/>
                  </a:lnTo>
                  <a:lnTo>
                    <a:pt x="10004" y="3713"/>
                  </a:lnTo>
                  <a:lnTo>
                    <a:pt x="9929" y="3504"/>
                  </a:lnTo>
                  <a:lnTo>
                    <a:pt x="9855" y="3281"/>
                  </a:lnTo>
                  <a:lnTo>
                    <a:pt x="9780" y="3072"/>
                  </a:lnTo>
                  <a:lnTo>
                    <a:pt x="9676" y="2878"/>
                  </a:lnTo>
                  <a:lnTo>
                    <a:pt x="9571" y="2669"/>
                  </a:lnTo>
                  <a:lnTo>
                    <a:pt x="9467" y="2476"/>
                  </a:lnTo>
                  <a:lnTo>
                    <a:pt x="9348" y="2297"/>
                  </a:lnTo>
                  <a:lnTo>
                    <a:pt x="9229" y="2103"/>
                  </a:lnTo>
                  <a:lnTo>
                    <a:pt x="9094" y="1939"/>
                  </a:lnTo>
                  <a:lnTo>
                    <a:pt x="8945" y="1760"/>
                  </a:lnTo>
                  <a:lnTo>
                    <a:pt x="8796" y="1596"/>
                  </a:lnTo>
                  <a:lnTo>
                    <a:pt x="8647" y="1432"/>
                  </a:lnTo>
                  <a:lnTo>
                    <a:pt x="8483" y="1283"/>
                  </a:lnTo>
                  <a:lnTo>
                    <a:pt x="8319" y="1149"/>
                  </a:lnTo>
                  <a:lnTo>
                    <a:pt x="8140" y="1015"/>
                  </a:lnTo>
                  <a:lnTo>
                    <a:pt x="7961" y="880"/>
                  </a:lnTo>
                  <a:lnTo>
                    <a:pt x="7768" y="761"/>
                  </a:lnTo>
                  <a:lnTo>
                    <a:pt x="7574" y="642"/>
                  </a:lnTo>
                  <a:lnTo>
                    <a:pt x="7380" y="537"/>
                  </a:lnTo>
                  <a:lnTo>
                    <a:pt x="7186" y="448"/>
                  </a:lnTo>
                  <a:lnTo>
                    <a:pt x="6977" y="359"/>
                  </a:lnTo>
                  <a:lnTo>
                    <a:pt x="6754" y="284"/>
                  </a:lnTo>
                  <a:lnTo>
                    <a:pt x="6545" y="209"/>
                  </a:lnTo>
                  <a:lnTo>
                    <a:pt x="6321" y="150"/>
                  </a:lnTo>
                  <a:lnTo>
                    <a:pt x="6098" y="105"/>
                  </a:lnTo>
                  <a:lnTo>
                    <a:pt x="5874" y="60"/>
                  </a:lnTo>
                  <a:lnTo>
                    <a:pt x="5487" y="16"/>
                  </a:lnTo>
                  <a:lnTo>
                    <a:pt x="5099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2"/>
            <p:cNvSpPr/>
            <p:nvPr/>
          </p:nvSpPr>
          <p:spPr>
            <a:xfrm>
              <a:off x="3649202" y="2296942"/>
              <a:ext cx="108099" cy="128681"/>
            </a:xfrm>
            <a:custGeom>
              <a:rect b="b" l="l" r="r" t="t"/>
              <a:pathLst>
                <a:path extrusionOk="0" h="8484" w="7127">
                  <a:moveTo>
                    <a:pt x="4831" y="1"/>
                  </a:moveTo>
                  <a:lnTo>
                    <a:pt x="4577" y="31"/>
                  </a:lnTo>
                  <a:lnTo>
                    <a:pt x="4324" y="60"/>
                  </a:lnTo>
                  <a:lnTo>
                    <a:pt x="4070" y="105"/>
                  </a:lnTo>
                  <a:lnTo>
                    <a:pt x="3817" y="165"/>
                  </a:lnTo>
                  <a:lnTo>
                    <a:pt x="3578" y="224"/>
                  </a:lnTo>
                  <a:lnTo>
                    <a:pt x="3340" y="314"/>
                  </a:lnTo>
                  <a:lnTo>
                    <a:pt x="3116" y="403"/>
                  </a:lnTo>
                  <a:lnTo>
                    <a:pt x="2892" y="508"/>
                  </a:lnTo>
                  <a:lnTo>
                    <a:pt x="2669" y="612"/>
                  </a:lnTo>
                  <a:lnTo>
                    <a:pt x="2460" y="731"/>
                  </a:lnTo>
                  <a:lnTo>
                    <a:pt x="2251" y="865"/>
                  </a:lnTo>
                  <a:lnTo>
                    <a:pt x="2043" y="1015"/>
                  </a:lnTo>
                  <a:lnTo>
                    <a:pt x="1864" y="1164"/>
                  </a:lnTo>
                  <a:lnTo>
                    <a:pt x="1670" y="1328"/>
                  </a:lnTo>
                  <a:lnTo>
                    <a:pt x="1491" y="1492"/>
                  </a:lnTo>
                  <a:lnTo>
                    <a:pt x="1327" y="1670"/>
                  </a:lnTo>
                  <a:lnTo>
                    <a:pt x="1163" y="1849"/>
                  </a:lnTo>
                  <a:lnTo>
                    <a:pt x="1014" y="2043"/>
                  </a:lnTo>
                  <a:lnTo>
                    <a:pt x="880" y="2252"/>
                  </a:lnTo>
                  <a:lnTo>
                    <a:pt x="746" y="2461"/>
                  </a:lnTo>
                  <a:lnTo>
                    <a:pt x="626" y="2669"/>
                  </a:lnTo>
                  <a:lnTo>
                    <a:pt x="507" y="2893"/>
                  </a:lnTo>
                  <a:lnTo>
                    <a:pt x="403" y="3117"/>
                  </a:lnTo>
                  <a:lnTo>
                    <a:pt x="313" y="3340"/>
                  </a:lnTo>
                  <a:lnTo>
                    <a:pt x="239" y="3579"/>
                  </a:lnTo>
                  <a:lnTo>
                    <a:pt x="164" y="3817"/>
                  </a:lnTo>
                  <a:lnTo>
                    <a:pt x="105" y="4071"/>
                  </a:lnTo>
                  <a:lnTo>
                    <a:pt x="60" y="4324"/>
                  </a:lnTo>
                  <a:lnTo>
                    <a:pt x="30" y="4578"/>
                  </a:lnTo>
                  <a:lnTo>
                    <a:pt x="15" y="4831"/>
                  </a:lnTo>
                  <a:lnTo>
                    <a:pt x="0" y="5099"/>
                  </a:lnTo>
                  <a:lnTo>
                    <a:pt x="15" y="5323"/>
                  </a:lnTo>
                  <a:lnTo>
                    <a:pt x="30" y="5562"/>
                  </a:lnTo>
                  <a:lnTo>
                    <a:pt x="60" y="5800"/>
                  </a:lnTo>
                  <a:lnTo>
                    <a:pt x="90" y="6024"/>
                  </a:lnTo>
                  <a:lnTo>
                    <a:pt x="134" y="6247"/>
                  </a:lnTo>
                  <a:lnTo>
                    <a:pt x="194" y="6471"/>
                  </a:lnTo>
                  <a:lnTo>
                    <a:pt x="269" y="6695"/>
                  </a:lnTo>
                  <a:lnTo>
                    <a:pt x="343" y="6903"/>
                  </a:lnTo>
                  <a:lnTo>
                    <a:pt x="418" y="7112"/>
                  </a:lnTo>
                  <a:lnTo>
                    <a:pt x="522" y="7321"/>
                  </a:lnTo>
                  <a:lnTo>
                    <a:pt x="611" y="7515"/>
                  </a:lnTo>
                  <a:lnTo>
                    <a:pt x="731" y="7708"/>
                  </a:lnTo>
                  <a:lnTo>
                    <a:pt x="850" y="7902"/>
                  </a:lnTo>
                  <a:lnTo>
                    <a:pt x="969" y="8081"/>
                  </a:lnTo>
                  <a:lnTo>
                    <a:pt x="1103" y="8260"/>
                  </a:lnTo>
                  <a:lnTo>
                    <a:pt x="1253" y="8424"/>
                  </a:lnTo>
                  <a:lnTo>
                    <a:pt x="1640" y="8469"/>
                  </a:lnTo>
                  <a:lnTo>
                    <a:pt x="2028" y="8484"/>
                  </a:lnTo>
                  <a:lnTo>
                    <a:pt x="2296" y="8484"/>
                  </a:lnTo>
                  <a:lnTo>
                    <a:pt x="2550" y="8454"/>
                  </a:lnTo>
                  <a:lnTo>
                    <a:pt x="2803" y="8424"/>
                  </a:lnTo>
                  <a:lnTo>
                    <a:pt x="3056" y="8379"/>
                  </a:lnTo>
                  <a:lnTo>
                    <a:pt x="3310" y="8335"/>
                  </a:lnTo>
                  <a:lnTo>
                    <a:pt x="3548" y="8260"/>
                  </a:lnTo>
                  <a:lnTo>
                    <a:pt x="3787" y="8185"/>
                  </a:lnTo>
                  <a:lnTo>
                    <a:pt x="4011" y="8081"/>
                  </a:lnTo>
                  <a:lnTo>
                    <a:pt x="4234" y="7992"/>
                  </a:lnTo>
                  <a:lnTo>
                    <a:pt x="4458" y="7872"/>
                  </a:lnTo>
                  <a:lnTo>
                    <a:pt x="4667" y="7753"/>
                  </a:lnTo>
                  <a:lnTo>
                    <a:pt x="4875" y="7619"/>
                  </a:lnTo>
                  <a:lnTo>
                    <a:pt x="5084" y="7470"/>
                  </a:lnTo>
                  <a:lnTo>
                    <a:pt x="5278" y="7321"/>
                  </a:lnTo>
                  <a:lnTo>
                    <a:pt x="5457" y="7172"/>
                  </a:lnTo>
                  <a:lnTo>
                    <a:pt x="5636" y="6993"/>
                  </a:lnTo>
                  <a:lnTo>
                    <a:pt x="5800" y="6814"/>
                  </a:lnTo>
                  <a:lnTo>
                    <a:pt x="5964" y="6635"/>
                  </a:lnTo>
                  <a:lnTo>
                    <a:pt x="6113" y="6441"/>
                  </a:lnTo>
                  <a:lnTo>
                    <a:pt x="6262" y="6247"/>
                  </a:lnTo>
                  <a:lnTo>
                    <a:pt x="6381" y="6039"/>
                  </a:lnTo>
                  <a:lnTo>
                    <a:pt x="6515" y="5830"/>
                  </a:lnTo>
                  <a:lnTo>
                    <a:pt x="6620" y="5606"/>
                  </a:lnTo>
                  <a:lnTo>
                    <a:pt x="6724" y="5383"/>
                  </a:lnTo>
                  <a:lnTo>
                    <a:pt x="6813" y="5144"/>
                  </a:lnTo>
                  <a:lnTo>
                    <a:pt x="6903" y="4906"/>
                  </a:lnTo>
                  <a:lnTo>
                    <a:pt x="6962" y="4667"/>
                  </a:lnTo>
                  <a:lnTo>
                    <a:pt x="7022" y="4429"/>
                  </a:lnTo>
                  <a:lnTo>
                    <a:pt x="7067" y="4175"/>
                  </a:lnTo>
                  <a:lnTo>
                    <a:pt x="7097" y="3922"/>
                  </a:lnTo>
                  <a:lnTo>
                    <a:pt x="7112" y="3653"/>
                  </a:lnTo>
                  <a:lnTo>
                    <a:pt x="7126" y="3400"/>
                  </a:lnTo>
                  <a:lnTo>
                    <a:pt x="7126" y="3161"/>
                  </a:lnTo>
                  <a:lnTo>
                    <a:pt x="7097" y="2923"/>
                  </a:lnTo>
                  <a:lnTo>
                    <a:pt x="7082" y="2684"/>
                  </a:lnTo>
                  <a:lnTo>
                    <a:pt x="7037" y="2461"/>
                  </a:lnTo>
                  <a:lnTo>
                    <a:pt x="6992" y="2237"/>
                  </a:lnTo>
                  <a:lnTo>
                    <a:pt x="6933" y="2013"/>
                  </a:lnTo>
                  <a:lnTo>
                    <a:pt x="6873" y="1790"/>
                  </a:lnTo>
                  <a:lnTo>
                    <a:pt x="6798" y="1581"/>
                  </a:lnTo>
                  <a:lnTo>
                    <a:pt x="6709" y="1372"/>
                  </a:lnTo>
                  <a:lnTo>
                    <a:pt x="6605" y="1179"/>
                  </a:lnTo>
                  <a:lnTo>
                    <a:pt x="6515" y="970"/>
                  </a:lnTo>
                  <a:lnTo>
                    <a:pt x="6396" y="776"/>
                  </a:lnTo>
                  <a:lnTo>
                    <a:pt x="6277" y="597"/>
                  </a:lnTo>
                  <a:lnTo>
                    <a:pt x="6157" y="403"/>
                  </a:lnTo>
                  <a:lnTo>
                    <a:pt x="6023" y="224"/>
                  </a:lnTo>
                  <a:lnTo>
                    <a:pt x="5874" y="60"/>
                  </a:lnTo>
                  <a:lnTo>
                    <a:pt x="5487" y="16"/>
                  </a:lnTo>
                  <a:lnTo>
                    <a:pt x="50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2"/>
            <p:cNvSpPr/>
            <p:nvPr/>
          </p:nvSpPr>
          <p:spPr>
            <a:xfrm>
              <a:off x="3601030" y="2418828"/>
              <a:ext cx="128909" cy="128909"/>
            </a:xfrm>
            <a:custGeom>
              <a:rect b="b" l="l" r="r" t="t"/>
              <a:pathLst>
                <a:path extrusionOk="0" h="8499" w="8499">
                  <a:moveTo>
                    <a:pt x="4250" y="0"/>
                  </a:moveTo>
                  <a:lnTo>
                    <a:pt x="4026" y="15"/>
                  </a:lnTo>
                  <a:lnTo>
                    <a:pt x="3817" y="30"/>
                  </a:lnTo>
                  <a:lnTo>
                    <a:pt x="3609" y="60"/>
                  </a:lnTo>
                  <a:lnTo>
                    <a:pt x="3400" y="90"/>
                  </a:lnTo>
                  <a:lnTo>
                    <a:pt x="3191" y="135"/>
                  </a:lnTo>
                  <a:lnTo>
                    <a:pt x="2982" y="194"/>
                  </a:lnTo>
                  <a:lnTo>
                    <a:pt x="2789" y="269"/>
                  </a:lnTo>
                  <a:lnTo>
                    <a:pt x="2595" y="343"/>
                  </a:lnTo>
                  <a:lnTo>
                    <a:pt x="2416" y="418"/>
                  </a:lnTo>
                  <a:lnTo>
                    <a:pt x="2222" y="522"/>
                  </a:lnTo>
                  <a:lnTo>
                    <a:pt x="2043" y="627"/>
                  </a:lnTo>
                  <a:lnTo>
                    <a:pt x="1879" y="731"/>
                  </a:lnTo>
                  <a:lnTo>
                    <a:pt x="1715" y="850"/>
                  </a:lnTo>
                  <a:lnTo>
                    <a:pt x="1551" y="969"/>
                  </a:lnTo>
                  <a:lnTo>
                    <a:pt x="1402" y="1104"/>
                  </a:lnTo>
                  <a:lnTo>
                    <a:pt x="1253" y="1253"/>
                  </a:lnTo>
                  <a:lnTo>
                    <a:pt x="1104" y="1402"/>
                  </a:lnTo>
                  <a:lnTo>
                    <a:pt x="970" y="1551"/>
                  </a:lnTo>
                  <a:lnTo>
                    <a:pt x="851" y="1715"/>
                  </a:lnTo>
                  <a:lnTo>
                    <a:pt x="731" y="1879"/>
                  </a:lnTo>
                  <a:lnTo>
                    <a:pt x="627" y="2058"/>
                  </a:lnTo>
                  <a:lnTo>
                    <a:pt x="523" y="2222"/>
                  </a:lnTo>
                  <a:lnTo>
                    <a:pt x="418" y="2416"/>
                  </a:lnTo>
                  <a:lnTo>
                    <a:pt x="344" y="2594"/>
                  </a:lnTo>
                  <a:lnTo>
                    <a:pt x="269" y="2788"/>
                  </a:lnTo>
                  <a:lnTo>
                    <a:pt x="195" y="2997"/>
                  </a:lnTo>
                  <a:lnTo>
                    <a:pt x="135" y="3191"/>
                  </a:lnTo>
                  <a:lnTo>
                    <a:pt x="90" y="3399"/>
                  </a:lnTo>
                  <a:lnTo>
                    <a:pt x="60" y="3608"/>
                  </a:lnTo>
                  <a:lnTo>
                    <a:pt x="31" y="3817"/>
                  </a:lnTo>
                  <a:lnTo>
                    <a:pt x="16" y="4026"/>
                  </a:lnTo>
                  <a:lnTo>
                    <a:pt x="1" y="4249"/>
                  </a:lnTo>
                  <a:lnTo>
                    <a:pt x="16" y="4443"/>
                  </a:lnTo>
                  <a:lnTo>
                    <a:pt x="31" y="4652"/>
                  </a:lnTo>
                  <a:lnTo>
                    <a:pt x="75" y="5025"/>
                  </a:lnTo>
                  <a:lnTo>
                    <a:pt x="165" y="5397"/>
                  </a:lnTo>
                  <a:lnTo>
                    <a:pt x="284" y="5755"/>
                  </a:lnTo>
                  <a:lnTo>
                    <a:pt x="433" y="6113"/>
                  </a:lnTo>
                  <a:lnTo>
                    <a:pt x="612" y="6441"/>
                  </a:lnTo>
                  <a:lnTo>
                    <a:pt x="821" y="6739"/>
                  </a:lnTo>
                  <a:lnTo>
                    <a:pt x="1044" y="7037"/>
                  </a:lnTo>
                  <a:lnTo>
                    <a:pt x="1193" y="7201"/>
                  </a:lnTo>
                  <a:lnTo>
                    <a:pt x="1357" y="7350"/>
                  </a:lnTo>
                  <a:lnTo>
                    <a:pt x="1521" y="7499"/>
                  </a:lnTo>
                  <a:lnTo>
                    <a:pt x="1700" y="7633"/>
                  </a:lnTo>
                  <a:lnTo>
                    <a:pt x="1879" y="7768"/>
                  </a:lnTo>
                  <a:lnTo>
                    <a:pt x="2058" y="7887"/>
                  </a:lnTo>
                  <a:lnTo>
                    <a:pt x="2252" y="8006"/>
                  </a:lnTo>
                  <a:lnTo>
                    <a:pt x="2461" y="8096"/>
                  </a:lnTo>
                  <a:lnTo>
                    <a:pt x="2669" y="8185"/>
                  </a:lnTo>
                  <a:lnTo>
                    <a:pt x="2878" y="8275"/>
                  </a:lnTo>
                  <a:lnTo>
                    <a:pt x="3102" y="8334"/>
                  </a:lnTo>
                  <a:lnTo>
                    <a:pt x="3325" y="8394"/>
                  </a:lnTo>
                  <a:lnTo>
                    <a:pt x="3549" y="8439"/>
                  </a:lnTo>
                  <a:lnTo>
                    <a:pt x="3773" y="8468"/>
                  </a:lnTo>
                  <a:lnTo>
                    <a:pt x="4011" y="8483"/>
                  </a:lnTo>
                  <a:lnTo>
                    <a:pt x="4250" y="8498"/>
                  </a:lnTo>
                  <a:lnTo>
                    <a:pt x="4473" y="8483"/>
                  </a:lnTo>
                  <a:lnTo>
                    <a:pt x="4682" y="8468"/>
                  </a:lnTo>
                  <a:lnTo>
                    <a:pt x="4891" y="8453"/>
                  </a:lnTo>
                  <a:lnTo>
                    <a:pt x="5099" y="8409"/>
                  </a:lnTo>
                  <a:lnTo>
                    <a:pt x="5308" y="8364"/>
                  </a:lnTo>
                  <a:lnTo>
                    <a:pt x="5517" y="8304"/>
                  </a:lnTo>
                  <a:lnTo>
                    <a:pt x="5711" y="8245"/>
                  </a:lnTo>
                  <a:lnTo>
                    <a:pt x="5904" y="8155"/>
                  </a:lnTo>
                  <a:lnTo>
                    <a:pt x="6098" y="8081"/>
                  </a:lnTo>
                  <a:lnTo>
                    <a:pt x="6277" y="7976"/>
                  </a:lnTo>
                  <a:lnTo>
                    <a:pt x="6456" y="7887"/>
                  </a:lnTo>
                  <a:lnTo>
                    <a:pt x="6620" y="7768"/>
                  </a:lnTo>
                  <a:lnTo>
                    <a:pt x="6784" y="7648"/>
                  </a:lnTo>
                  <a:lnTo>
                    <a:pt x="6948" y="7529"/>
                  </a:lnTo>
                  <a:lnTo>
                    <a:pt x="7112" y="7395"/>
                  </a:lnTo>
                  <a:lnTo>
                    <a:pt x="7246" y="7246"/>
                  </a:lnTo>
                  <a:lnTo>
                    <a:pt x="7395" y="7112"/>
                  </a:lnTo>
                  <a:lnTo>
                    <a:pt x="7529" y="6948"/>
                  </a:lnTo>
                  <a:lnTo>
                    <a:pt x="7649" y="6799"/>
                  </a:lnTo>
                  <a:lnTo>
                    <a:pt x="7768" y="6620"/>
                  </a:lnTo>
                  <a:lnTo>
                    <a:pt x="7887" y="6456"/>
                  </a:lnTo>
                  <a:lnTo>
                    <a:pt x="7977" y="6277"/>
                  </a:lnTo>
                  <a:lnTo>
                    <a:pt x="8081" y="6098"/>
                  </a:lnTo>
                  <a:lnTo>
                    <a:pt x="8156" y="5904"/>
                  </a:lnTo>
                  <a:lnTo>
                    <a:pt x="8230" y="5710"/>
                  </a:lnTo>
                  <a:lnTo>
                    <a:pt x="8305" y="5516"/>
                  </a:lnTo>
                  <a:lnTo>
                    <a:pt x="8364" y="5308"/>
                  </a:lnTo>
                  <a:lnTo>
                    <a:pt x="8409" y="5114"/>
                  </a:lnTo>
                  <a:lnTo>
                    <a:pt x="8439" y="4905"/>
                  </a:lnTo>
                  <a:lnTo>
                    <a:pt x="8469" y="4682"/>
                  </a:lnTo>
                  <a:lnTo>
                    <a:pt x="8484" y="4473"/>
                  </a:lnTo>
                  <a:lnTo>
                    <a:pt x="8499" y="4249"/>
                  </a:lnTo>
                  <a:lnTo>
                    <a:pt x="8484" y="4055"/>
                  </a:lnTo>
                  <a:lnTo>
                    <a:pt x="8484" y="3862"/>
                  </a:lnTo>
                  <a:lnTo>
                    <a:pt x="8424" y="3474"/>
                  </a:lnTo>
                  <a:lnTo>
                    <a:pt x="8335" y="3101"/>
                  </a:lnTo>
                  <a:lnTo>
                    <a:pt x="8215" y="2744"/>
                  </a:lnTo>
                  <a:lnTo>
                    <a:pt x="8066" y="2401"/>
                  </a:lnTo>
                  <a:lnTo>
                    <a:pt x="7887" y="2073"/>
                  </a:lnTo>
                  <a:lnTo>
                    <a:pt x="7693" y="1760"/>
                  </a:lnTo>
                  <a:lnTo>
                    <a:pt x="7455" y="1476"/>
                  </a:lnTo>
                  <a:lnTo>
                    <a:pt x="7202" y="1208"/>
                  </a:lnTo>
                  <a:lnTo>
                    <a:pt x="6933" y="955"/>
                  </a:lnTo>
                  <a:lnTo>
                    <a:pt x="6635" y="746"/>
                  </a:lnTo>
                  <a:lnTo>
                    <a:pt x="6322" y="537"/>
                  </a:lnTo>
                  <a:lnTo>
                    <a:pt x="5994" y="373"/>
                  </a:lnTo>
                  <a:lnTo>
                    <a:pt x="5636" y="239"/>
                  </a:lnTo>
                  <a:lnTo>
                    <a:pt x="5278" y="135"/>
                  </a:lnTo>
                  <a:lnTo>
                    <a:pt x="4906" y="60"/>
                  </a:lnTo>
                  <a:lnTo>
                    <a:pt x="4578" y="15"/>
                  </a:lnTo>
                  <a:lnTo>
                    <a:pt x="4250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3601030" y="2418828"/>
              <a:ext cx="90019" cy="107416"/>
            </a:xfrm>
            <a:custGeom>
              <a:rect b="b" l="l" r="r" t="t"/>
              <a:pathLst>
                <a:path extrusionOk="0" h="7082" w="5935">
                  <a:moveTo>
                    <a:pt x="4250" y="0"/>
                  </a:moveTo>
                  <a:lnTo>
                    <a:pt x="4026" y="15"/>
                  </a:lnTo>
                  <a:lnTo>
                    <a:pt x="3817" y="30"/>
                  </a:lnTo>
                  <a:lnTo>
                    <a:pt x="3609" y="60"/>
                  </a:lnTo>
                  <a:lnTo>
                    <a:pt x="3400" y="90"/>
                  </a:lnTo>
                  <a:lnTo>
                    <a:pt x="3191" y="135"/>
                  </a:lnTo>
                  <a:lnTo>
                    <a:pt x="2982" y="194"/>
                  </a:lnTo>
                  <a:lnTo>
                    <a:pt x="2789" y="269"/>
                  </a:lnTo>
                  <a:lnTo>
                    <a:pt x="2595" y="343"/>
                  </a:lnTo>
                  <a:lnTo>
                    <a:pt x="2416" y="418"/>
                  </a:lnTo>
                  <a:lnTo>
                    <a:pt x="2222" y="522"/>
                  </a:lnTo>
                  <a:lnTo>
                    <a:pt x="2043" y="627"/>
                  </a:lnTo>
                  <a:lnTo>
                    <a:pt x="1879" y="731"/>
                  </a:lnTo>
                  <a:lnTo>
                    <a:pt x="1715" y="850"/>
                  </a:lnTo>
                  <a:lnTo>
                    <a:pt x="1551" y="969"/>
                  </a:lnTo>
                  <a:lnTo>
                    <a:pt x="1402" y="1104"/>
                  </a:lnTo>
                  <a:lnTo>
                    <a:pt x="1253" y="1253"/>
                  </a:lnTo>
                  <a:lnTo>
                    <a:pt x="1104" y="1402"/>
                  </a:lnTo>
                  <a:lnTo>
                    <a:pt x="970" y="1551"/>
                  </a:lnTo>
                  <a:lnTo>
                    <a:pt x="851" y="1715"/>
                  </a:lnTo>
                  <a:lnTo>
                    <a:pt x="731" y="1879"/>
                  </a:lnTo>
                  <a:lnTo>
                    <a:pt x="627" y="2058"/>
                  </a:lnTo>
                  <a:lnTo>
                    <a:pt x="523" y="2222"/>
                  </a:lnTo>
                  <a:lnTo>
                    <a:pt x="418" y="2416"/>
                  </a:lnTo>
                  <a:lnTo>
                    <a:pt x="344" y="2594"/>
                  </a:lnTo>
                  <a:lnTo>
                    <a:pt x="269" y="2788"/>
                  </a:lnTo>
                  <a:lnTo>
                    <a:pt x="195" y="2997"/>
                  </a:lnTo>
                  <a:lnTo>
                    <a:pt x="135" y="3191"/>
                  </a:lnTo>
                  <a:lnTo>
                    <a:pt x="90" y="3399"/>
                  </a:lnTo>
                  <a:lnTo>
                    <a:pt x="60" y="3608"/>
                  </a:lnTo>
                  <a:lnTo>
                    <a:pt x="31" y="3817"/>
                  </a:lnTo>
                  <a:lnTo>
                    <a:pt x="16" y="4026"/>
                  </a:lnTo>
                  <a:lnTo>
                    <a:pt x="1" y="4249"/>
                  </a:lnTo>
                  <a:lnTo>
                    <a:pt x="16" y="4443"/>
                  </a:lnTo>
                  <a:lnTo>
                    <a:pt x="31" y="4652"/>
                  </a:lnTo>
                  <a:lnTo>
                    <a:pt x="75" y="5025"/>
                  </a:lnTo>
                  <a:lnTo>
                    <a:pt x="165" y="5397"/>
                  </a:lnTo>
                  <a:lnTo>
                    <a:pt x="284" y="5755"/>
                  </a:lnTo>
                  <a:lnTo>
                    <a:pt x="433" y="6113"/>
                  </a:lnTo>
                  <a:lnTo>
                    <a:pt x="612" y="6441"/>
                  </a:lnTo>
                  <a:lnTo>
                    <a:pt x="821" y="6739"/>
                  </a:lnTo>
                  <a:lnTo>
                    <a:pt x="1044" y="7037"/>
                  </a:lnTo>
                  <a:lnTo>
                    <a:pt x="1372" y="7067"/>
                  </a:lnTo>
                  <a:lnTo>
                    <a:pt x="1700" y="7082"/>
                  </a:lnTo>
                  <a:lnTo>
                    <a:pt x="1909" y="7082"/>
                  </a:lnTo>
                  <a:lnTo>
                    <a:pt x="2133" y="7067"/>
                  </a:lnTo>
                  <a:lnTo>
                    <a:pt x="2341" y="7037"/>
                  </a:lnTo>
                  <a:lnTo>
                    <a:pt x="2550" y="6992"/>
                  </a:lnTo>
                  <a:lnTo>
                    <a:pt x="2759" y="6948"/>
                  </a:lnTo>
                  <a:lnTo>
                    <a:pt x="2953" y="6888"/>
                  </a:lnTo>
                  <a:lnTo>
                    <a:pt x="3146" y="6828"/>
                  </a:lnTo>
                  <a:lnTo>
                    <a:pt x="3340" y="6754"/>
                  </a:lnTo>
                  <a:lnTo>
                    <a:pt x="3534" y="6664"/>
                  </a:lnTo>
                  <a:lnTo>
                    <a:pt x="3713" y="6575"/>
                  </a:lnTo>
                  <a:lnTo>
                    <a:pt x="3892" y="6471"/>
                  </a:lnTo>
                  <a:lnTo>
                    <a:pt x="4071" y="6351"/>
                  </a:lnTo>
                  <a:lnTo>
                    <a:pt x="4235" y="6232"/>
                  </a:lnTo>
                  <a:lnTo>
                    <a:pt x="4399" y="6113"/>
                  </a:lnTo>
                  <a:lnTo>
                    <a:pt x="4548" y="5979"/>
                  </a:lnTo>
                  <a:lnTo>
                    <a:pt x="4697" y="5844"/>
                  </a:lnTo>
                  <a:lnTo>
                    <a:pt x="4831" y="5695"/>
                  </a:lnTo>
                  <a:lnTo>
                    <a:pt x="4965" y="5531"/>
                  </a:lnTo>
                  <a:lnTo>
                    <a:pt x="5099" y="5382"/>
                  </a:lnTo>
                  <a:lnTo>
                    <a:pt x="5219" y="5218"/>
                  </a:lnTo>
                  <a:lnTo>
                    <a:pt x="5323" y="5039"/>
                  </a:lnTo>
                  <a:lnTo>
                    <a:pt x="5427" y="4861"/>
                  </a:lnTo>
                  <a:lnTo>
                    <a:pt x="5517" y="4682"/>
                  </a:lnTo>
                  <a:lnTo>
                    <a:pt x="5606" y="4488"/>
                  </a:lnTo>
                  <a:lnTo>
                    <a:pt x="5681" y="4294"/>
                  </a:lnTo>
                  <a:lnTo>
                    <a:pt x="5755" y="4100"/>
                  </a:lnTo>
                  <a:lnTo>
                    <a:pt x="5800" y="3891"/>
                  </a:lnTo>
                  <a:lnTo>
                    <a:pt x="5860" y="3698"/>
                  </a:lnTo>
                  <a:lnTo>
                    <a:pt x="5890" y="3489"/>
                  </a:lnTo>
                  <a:lnTo>
                    <a:pt x="5919" y="3265"/>
                  </a:lnTo>
                  <a:lnTo>
                    <a:pt x="5934" y="3057"/>
                  </a:lnTo>
                  <a:lnTo>
                    <a:pt x="5934" y="2833"/>
                  </a:lnTo>
                  <a:lnTo>
                    <a:pt x="5934" y="2639"/>
                  </a:lnTo>
                  <a:lnTo>
                    <a:pt x="5919" y="2445"/>
                  </a:lnTo>
                  <a:lnTo>
                    <a:pt x="5904" y="2252"/>
                  </a:lnTo>
                  <a:lnTo>
                    <a:pt x="5875" y="2058"/>
                  </a:lnTo>
                  <a:lnTo>
                    <a:pt x="5785" y="1685"/>
                  </a:lnTo>
                  <a:lnTo>
                    <a:pt x="5666" y="1327"/>
                  </a:lnTo>
                  <a:lnTo>
                    <a:pt x="5517" y="984"/>
                  </a:lnTo>
                  <a:lnTo>
                    <a:pt x="5338" y="656"/>
                  </a:lnTo>
                  <a:lnTo>
                    <a:pt x="5129" y="343"/>
                  </a:lnTo>
                  <a:lnTo>
                    <a:pt x="4906" y="60"/>
                  </a:lnTo>
                  <a:lnTo>
                    <a:pt x="4578" y="15"/>
                  </a:lnTo>
                  <a:lnTo>
                    <a:pt x="42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2"/>
            <p:cNvSpPr/>
            <p:nvPr/>
          </p:nvSpPr>
          <p:spPr>
            <a:xfrm>
              <a:off x="3579553" y="2182761"/>
              <a:ext cx="144728" cy="144728"/>
            </a:xfrm>
            <a:custGeom>
              <a:rect b="b" l="l" r="r" t="t"/>
              <a:pathLst>
                <a:path extrusionOk="0" h="9542" w="9542">
                  <a:moveTo>
                    <a:pt x="4518" y="0"/>
                  </a:moveTo>
                  <a:lnTo>
                    <a:pt x="4279" y="30"/>
                  </a:lnTo>
                  <a:lnTo>
                    <a:pt x="4041" y="60"/>
                  </a:lnTo>
                  <a:lnTo>
                    <a:pt x="3802" y="89"/>
                  </a:lnTo>
                  <a:lnTo>
                    <a:pt x="3578" y="149"/>
                  </a:lnTo>
                  <a:lnTo>
                    <a:pt x="3340" y="209"/>
                  </a:lnTo>
                  <a:lnTo>
                    <a:pt x="3116" y="283"/>
                  </a:lnTo>
                  <a:lnTo>
                    <a:pt x="2908" y="373"/>
                  </a:lnTo>
                  <a:lnTo>
                    <a:pt x="2699" y="477"/>
                  </a:lnTo>
                  <a:lnTo>
                    <a:pt x="2490" y="581"/>
                  </a:lnTo>
                  <a:lnTo>
                    <a:pt x="2296" y="686"/>
                  </a:lnTo>
                  <a:lnTo>
                    <a:pt x="2103" y="820"/>
                  </a:lnTo>
                  <a:lnTo>
                    <a:pt x="1909" y="954"/>
                  </a:lnTo>
                  <a:lnTo>
                    <a:pt x="1730" y="1088"/>
                  </a:lnTo>
                  <a:lnTo>
                    <a:pt x="1551" y="1237"/>
                  </a:lnTo>
                  <a:lnTo>
                    <a:pt x="1387" y="1401"/>
                  </a:lnTo>
                  <a:lnTo>
                    <a:pt x="1238" y="1565"/>
                  </a:lnTo>
                  <a:lnTo>
                    <a:pt x="1089" y="1729"/>
                  </a:lnTo>
                  <a:lnTo>
                    <a:pt x="940" y="1923"/>
                  </a:lnTo>
                  <a:lnTo>
                    <a:pt x="805" y="2102"/>
                  </a:lnTo>
                  <a:lnTo>
                    <a:pt x="686" y="2296"/>
                  </a:lnTo>
                  <a:lnTo>
                    <a:pt x="567" y="2505"/>
                  </a:lnTo>
                  <a:lnTo>
                    <a:pt x="463" y="2698"/>
                  </a:lnTo>
                  <a:lnTo>
                    <a:pt x="373" y="2907"/>
                  </a:lnTo>
                  <a:lnTo>
                    <a:pt x="284" y="3131"/>
                  </a:lnTo>
                  <a:lnTo>
                    <a:pt x="209" y="3354"/>
                  </a:lnTo>
                  <a:lnTo>
                    <a:pt x="150" y="3578"/>
                  </a:lnTo>
                  <a:lnTo>
                    <a:pt x="90" y="3817"/>
                  </a:lnTo>
                  <a:lnTo>
                    <a:pt x="45" y="4040"/>
                  </a:lnTo>
                  <a:lnTo>
                    <a:pt x="15" y="4279"/>
                  </a:lnTo>
                  <a:lnTo>
                    <a:pt x="0" y="4532"/>
                  </a:lnTo>
                  <a:lnTo>
                    <a:pt x="0" y="4771"/>
                  </a:lnTo>
                  <a:lnTo>
                    <a:pt x="0" y="4994"/>
                  </a:lnTo>
                  <a:lnTo>
                    <a:pt x="15" y="5218"/>
                  </a:lnTo>
                  <a:lnTo>
                    <a:pt x="45" y="5427"/>
                  </a:lnTo>
                  <a:lnTo>
                    <a:pt x="75" y="5650"/>
                  </a:lnTo>
                  <a:lnTo>
                    <a:pt x="120" y="5859"/>
                  </a:lnTo>
                  <a:lnTo>
                    <a:pt x="164" y="6068"/>
                  </a:lnTo>
                  <a:lnTo>
                    <a:pt x="239" y="6262"/>
                  </a:lnTo>
                  <a:lnTo>
                    <a:pt x="299" y="6470"/>
                  </a:lnTo>
                  <a:lnTo>
                    <a:pt x="388" y="6664"/>
                  </a:lnTo>
                  <a:lnTo>
                    <a:pt x="477" y="6858"/>
                  </a:lnTo>
                  <a:lnTo>
                    <a:pt x="567" y="7037"/>
                  </a:lnTo>
                  <a:lnTo>
                    <a:pt x="671" y="7216"/>
                  </a:lnTo>
                  <a:lnTo>
                    <a:pt x="791" y="7395"/>
                  </a:lnTo>
                  <a:lnTo>
                    <a:pt x="895" y="7573"/>
                  </a:lnTo>
                  <a:lnTo>
                    <a:pt x="1029" y="7737"/>
                  </a:lnTo>
                  <a:lnTo>
                    <a:pt x="1163" y="7901"/>
                  </a:lnTo>
                  <a:lnTo>
                    <a:pt x="1327" y="8080"/>
                  </a:lnTo>
                  <a:lnTo>
                    <a:pt x="1506" y="8259"/>
                  </a:lnTo>
                  <a:lnTo>
                    <a:pt x="1700" y="8423"/>
                  </a:lnTo>
                  <a:lnTo>
                    <a:pt x="1894" y="8572"/>
                  </a:lnTo>
                  <a:lnTo>
                    <a:pt x="2103" y="8721"/>
                  </a:lnTo>
                  <a:lnTo>
                    <a:pt x="2311" y="8856"/>
                  </a:lnTo>
                  <a:lnTo>
                    <a:pt x="2520" y="8990"/>
                  </a:lnTo>
                  <a:lnTo>
                    <a:pt x="2758" y="9094"/>
                  </a:lnTo>
                  <a:lnTo>
                    <a:pt x="2982" y="9198"/>
                  </a:lnTo>
                  <a:lnTo>
                    <a:pt x="3221" y="9288"/>
                  </a:lnTo>
                  <a:lnTo>
                    <a:pt x="3474" y="9362"/>
                  </a:lnTo>
                  <a:lnTo>
                    <a:pt x="3713" y="9422"/>
                  </a:lnTo>
                  <a:lnTo>
                    <a:pt x="3966" y="9482"/>
                  </a:lnTo>
                  <a:lnTo>
                    <a:pt x="4234" y="9512"/>
                  </a:lnTo>
                  <a:lnTo>
                    <a:pt x="4503" y="9526"/>
                  </a:lnTo>
                  <a:lnTo>
                    <a:pt x="4771" y="9541"/>
                  </a:lnTo>
                  <a:lnTo>
                    <a:pt x="5010" y="9541"/>
                  </a:lnTo>
                  <a:lnTo>
                    <a:pt x="5248" y="9512"/>
                  </a:lnTo>
                  <a:lnTo>
                    <a:pt x="5487" y="9482"/>
                  </a:lnTo>
                  <a:lnTo>
                    <a:pt x="5725" y="9437"/>
                  </a:lnTo>
                  <a:lnTo>
                    <a:pt x="5964" y="9392"/>
                  </a:lnTo>
                  <a:lnTo>
                    <a:pt x="6187" y="9333"/>
                  </a:lnTo>
                  <a:lnTo>
                    <a:pt x="6411" y="9258"/>
                  </a:lnTo>
                  <a:lnTo>
                    <a:pt x="6620" y="9169"/>
                  </a:lnTo>
                  <a:lnTo>
                    <a:pt x="6828" y="9064"/>
                  </a:lnTo>
                  <a:lnTo>
                    <a:pt x="7037" y="8960"/>
                  </a:lnTo>
                  <a:lnTo>
                    <a:pt x="7231" y="8856"/>
                  </a:lnTo>
                  <a:lnTo>
                    <a:pt x="7425" y="8721"/>
                  </a:lnTo>
                  <a:lnTo>
                    <a:pt x="7619" y="8587"/>
                  </a:lnTo>
                  <a:lnTo>
                    <a:pt x="7798" y="8453"/>
                  </a:lnTo>
                  <a:lnTo>
                    <a:pt x="7976" y="8304"/>
                  </a:lnTo>
                  <a:lnTo>
                    <a:pt x="8140" y="8140"/>
                  </a:lnTo>
                  <a:lnTo>
                    <a:pt x="8290" y="7976"/>
                  </a:lnTo>
                  <a:lnTo>
                    <a:pt x="8439" y="7812"/>
                  </a:lnTo>
                  <a:lnTo>
                    <a:pt x="8588" y="7618"/>
                  </a:lnTo>
                  <a:lnTo>
                    <a:pt x="8722" y="7439"/>
                  </a:lnTo>
                  <a:lnTo>
                    <a:pt x="8841" y="7245"/>
                  </a:lnTo>
                  <a:lnTo>
                    <a:pt x="8960" y="7052"/>
                  </a:lnTo>
                  <a:lnTo>
                    <a:pt x="9065" y="6843"/>
                  </a:lnTo>
                  <a:lnTo>
                    <a:pt x="9154" y="6634"/>
                  </a:lnTo>
                  <a:lnTo>
                    <a:pt x="9244" y="6411"/>
                  </a:lnTo>
                  <a:lnTo>
                    <a:pt x="9318" y="6187"/>
                  </a:lnTo>
                  <a:lnTo>
                    <a:pt x="9378" y="5963"/>
                  </a:lnTo>
                  <a:lnTo>
                    <a:pt x="9437" y="5725"/>
                  </a:lnTo>
                  <a:lnTo>
                    <a:pt x="9482" y="5501"/>
                  </a:lnTo>
                  <a:lnTo>
                    <a:pt x="9512" y="5263"/>
                  </a:lnTo>
                  <a:lnTo>
                    <a:pt x="9527" y="5009"/>
                  </a:lnTo>
                  <a:lnTo>
                    <a:pt x="9542" y="4771"/>
                  </a:lnTo>
                  <a:lnTo>
                    <a:pt x="9527" y="4547"/>
                  </a:lnTo>
                  <a:lnTo>
                    <a:pt x="9512" y="4323"/>
                  </a:lnTo>
                  <a:lnTo>
                    <a:pt x="9482" y="4115"/>
                  </a:lnTo>
                  <a:lnTo>
                    <a:pt x="9452" y="3891"/>
                  </a:lnTo>
                  <a:lnTo>
                    <a:pt x="9408" y="3682"/>
                  </a:lnTo>
                  <a:lnTo>
                    <a:pt x="9363" y="3474"/>
                  </a:lnTo>
                  <a:lnTo>
                    <a:pt x="9288" y="3280"/>
                  </a:lnTo>
                  <a:lnTo>
                    <a:pt x="9229" y="3071"/>
                  </a:lnTo>
                  <a:lnTo>
                    <a:pt x="9139" y="2877"/>
                  </a:lnTo>
                  <a:lnTo>
                    <a:pt x="9065" y="2684"/>
                  </a:lnTo>
                  <a:lnTo>
                    <a:pt x="8960" y="2505"/>
                  </a:lnTo>
                  <a:lnTo>
                    <a:pt x="8856" y="2326"/>
                  </a:lnTo>
                  <a:lnTo>
                    <a:pt x="8752" y="2147"/>
                  </a:lnTo>
                  <a:lnTo>
                    <a:pt x="8632" y="1968"/>
                  </a:lnTo>
                  <a:lnTo>
                    <a:pt x="8498" y="1804"/>
                  </a:lnTo>
                  <a:lnTo>
                    <a:pt x="8379" y="1655"/>
                  </a:lnTo>
                  <a:lnTo>
                    <a:pt x="8230" y="1491"/>
                  </a:lnTo>
                  <a:lnTo>
                    <a:pt x="8081" y="1342"/>
                  </a:lnTo>
                  <a:lnTo>
                    <a:pt x="7932" y="1208"/>
                  </a:lnTo>
                  <a:lnTo>
                    <a:pt x="7783" y="1073"/>
                  </a:lnTo>
                  <a:lnTo>
                    <a:pt x="7619" y="939"/>
                  </a:lnTo>
                  <a:lnTo>
                    <a:pt x="7440" y="820"/>
                  </a:lnTo>
                  <a:lnTo>
                    <a:pt x="7276" y="716"/>
                  </a:lnTo>
                  <a:lnTo>
                    <a:pt x="7097" y="596"/>
                  </a:lnTo>
                  <a:lnTo>
                    <a:pt x="6903" y="507"/>
                  </a:lnTo>
                  <a:lnTo>
                    <a:pt x="6709" y="417"/>
                  </a:lnTo>
                  <a:lnTo>
                    <a:pt x="6515" y="328"/>
                  </a:lnTo>
                  <a:lnTo>
                    <a:pt x="6322" y="253"/>
                  </a:lnTo>
                  <a:lnTo>
                    <a:pt x="6128" y="194"/>
                  </a:lnTo>
                  <a:lnTo>
                    <a:pt x="5919" y="134"/>
                  </a:lnTo>
                  <a:lnTo>
                    <a:pt x="5710" y="89"/>
                  </a:lnTo>
                  <a:lnTo>
                    <a:pt x="5487" y="60"/>
                  </a:lnTo>
                  <a:lnTo>
                    <a:pt x="5129" y="15"/>
                  </a:lnTo>
                  <a:lnTo>
                    <a:pt x="4771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2"/>
            <p:cNvSpPr/>
            <p:nvPr/>
          </p:nvSpPr>
          <p:spPr>
            <a:xfrm>
              <a:off x="3579553" y="2182761"/>
              <a:ext cx="101091" cy="120536"/>
            </a:xfrm>
            <a:custGeom>
              <a:rect b="b" l="l" r="r" t="t"/>
              <a:pathLst>
                <a:path extrusionOk="0" h="7947" w="6665">
                  <a:moveTo>
                    <a:pt x="4518" y="0"/>
                  </a:moveTo>
                  <a:lnTo>
                    <a:pt x="4279" y="30"/>
                  </a:lnTo>
                  <a:lnTo>
                    <a:pt x="4041" y="60"/>
                  </a:lnTo>
                  <a:lnTo>
                    <a:pt x="3802" y="89"/>
                  </a:lnTo>
                  <a:lnTo>
                    <a:pt x="3578" y="149"/>
                  </a:lnTo>
                  <a:lnTo>
                    <a:pt x="3340" y="209"/>
                  </a:lnTo>
                  <a:lnTo>
                    <a:pt x="3116" y="283"/>
                  </a:lnTo>
                  <a:lnTo>
                    <a:pt x="2908" y="373"/>
                  </a:lnTo>
                  <a:lnTo>
                    <a:pt x="2699" y="477"/>
                  </a:lnTo>
                  <a:lnTo>
                    <a:pt x="2490" y="581"/>
                  </a:lnTo>
                  <a:lnTo>
                    <a:pt x="2296" y="686"/>
                  </a:lnTo>
                  <a:lnTo>
                    <a:pt x="2103" y="820"/>
                  </a:lnTo>
                  <a:lnTo>
                    <a:pt x="1909" y="954"/>
                  </a:lnTo>
                  <a:lnTo>
                    <a:pt x="1730" y="1088"/>
                  </a:lnTo>
                  <a:lnTo>
                    <a:pt x="1551" y="1237"/>
                  </a:lnTo>
                  <a:lnTo>
                    <a:pt x="1387" y="1401"/>
                  </a:lnTo>
                  <a:lnTo>
                    <a:pt x="1238" y="1565"/>
                  </a:lnTo>
                  <a:lnTo>
                    <a:pt x="1089" y="1729"/>
                  </a:lnTo>
                  <a:lnTo>
                    <a:pt x="940" y="1923"/>
                  </a:lnTo>
                  <a:lnTo>
                    <a:pt x="805" y="2102"/>
                  </a:lnTo>
                  <a:lnTo>
                    <a:pt x="686" y="2296"/>
                  </a:lnTo>
                  <a:lnTo>
                    <a:pt x="567" y="2505"/>
                  </a:lnTo>
                  <a:lnTo>
                    <a:pt x="463" y="2698"/>
                  </a:lnTo>
                  <a:lnTo>
                    <a:pt x="373" y="2907"/>
                  </a:lnTo>
                  <a:lnTo>
                    <a:pt x="284" y="3131"/>
                  </a:lnTo>
                  <a:lnTo>
                    <a:pt x="209" y="3354"/>
                  </a:lnTo>
                  <a:lnTo>
                    <a:pt x="150" y="3578"/>
                  </a:lnTo>
                  <a:lnTo>
                    <a:pt x="90" y="3817"/>
                  </a:lnTo>
                  <a:lnTo>
                    <a:pt x="45" y="4040"/>
                  </a:lnTo>
                  <a:lnTo>
                    <a:pt x="15" y="4279"/>
                  </a:lnTo>
                  <a:lnTo>
                    <a:pt x="0" y="4532"/>
                  </a:lnTo>
                  <a:lnTo>
                    <a:pt x="0" y="4771"/>
                  </a:lnTo>
                  <a:lnTo>
                    <a:pt x="0" y="4994"/>
                  </a:lnTo>
                  <a:lnTo>
                    <a:pt x="15" y="5218"/>
                  </a:lnTo>
                  <a:lnTo>
                    <a:pt x="45" y="5427"/>
                  </a:lnTo>
                  <a:lnTo>
                    <a:pt x="75" y="5650"/>
                  </a:lnTo>
                  <a:lnTo>
                    <a:pt x="120" y="5859"/>
                  </a:lnTo>
                  <a:lnTo>
                    <a:pt x="164" y="6068"/>
                  </a:lnTo>
                  <a:lnTo>
                    <a:pt x="239" y="6262"/>
                  </a:lnTo>
                  <a:lnTo>
                    <a:pt x="299" y="6470"/>
                  </a:lnTo>
                  <a:lnTo>
                    <a:pt x="388" y="6664"/>
                  </a:lnTo>
                  <a:lnTo>
                    <a:pt x="477" y="6858"/>
                  </a:lnTo>
                  <a:lnTo>
                    <a:pt x="567" y="7037"/>
                  </a:lnTo>
                  <a:lnTo>
                    <a:pt x="671" y="7216"/>
                  </a:lnTo>
                  <a:lnTo>
                    <a:pt x="791" y="7395"/>
                  </a:lnTo>
                  <a:lnTo>
                    <a:pt x="895" y="7573"/>
                  </a:lnTo>
                  <a:lnTo>
                    <a:pt x="1029" y="7737"/>
                  </a:lnTo>
                  <a:lnTo>
                    <a:pt x="1163" y="7901"/>
                  </a:lnTo>
                  <a:lnTo>
                    <a:pt x="1521" y="7931"/>
                  </a:lnTo>
                  <a:lnTo>
                    <a:pt x="1894" y="7946"/>
                  </a:lnTo>
                  <a:lnTo>
                    <a:pt x="2132" y="7946"/>
                  </a:lnTo>
                  <a:lnTo>
                    <a:pt x="2386" y="7931"/>
                  </a:lnTo>
                  <a:lnTo>
                    <a:pt x="2624" y="7901"/>
                  </a:lnTo>
                  <a:lnTo>
                    <a:pt x="2848" y="7857"/>
                  </a:lnTo>
                  <a:lnTo>
                    <a:pt x="3086" y="7797"/>
                  </a:lnTo>
                  <a:lnTo>
                    <a:pt x="3310" y="7737"/>
                  </a:lnTo>
                  <a:lnTo>
                    <a:pt x="3534" y="7663"/>
                  </a:lnTo>
                  <a:lnTo>
                    <a:pt x="3742" y="7573"/>
                  </a:lnTo>
                  <a:lnTo>
                    <a:pt x="3966" y="7484"/>
                  </a:lnTo>
                  <a:lnTo>
                    <a:pt x="4160" y="7380"/>
                  </a:lnTo>
                  <a:lnTo>
                    <a:pt x="4369" y="7260"/>
                  </a:lnTo>
                  <a:lnTo>
                    <a:pt x="4562" y="7141"/>
                  </a:lnTo>
                  <a:lnTo>
                    <a:pt x="4741" y="7007"/>
                  </a:lnTo>
                  <a:lnTo>
                    <a:pt x="4920" y="6858"/>
                  </a:lnTo>
                  <a:lnTo>
                    <a:pt x="5099" y="6709"/>
                  </a:lnTo>
                  <a:lnTo>
                    <a:pt x="5263" y="6560"/>
                  </a:lnTo>
                  <a:lnTo>
                    <a:pt x="5427" y="6396"/>
                  </a:lnTo>
                  <a:lnTo>
                    <a:pt x="5576" y="6217"/>
                  </a:lnTo>
                  <a:lnTo>
                    <a:pt x="5710" y="6038"/>
                  </a:lnTo>
                  <a:lnTo>
                    <a:pt x="5845" y="5844"/>
                  </a:lnTo>
                  <a:lnTo>
                    <a:pt x="5979" y="5650"/>
                  </a:lnTo>
                  <a:lnTo>
                    <a:pt x="6083" y="5456"/>
                  </a:lnTo>
                  <a:lnTo>
                    <a:pt x="6187" y="5248"/>
                  </a:lnTo>
                  <a:lnTo>
                    <a:pt x="6292" y="5039"/>
                  </a:lnTo>
                  <a:lnTo>
                    <a:pt x="6381" y="4815"/>
                  </a:lnTo>
                  <a:lnTo>
                    <a:pt x="6456" y="4607"/>
                  </a:lnTo>
                  <a:lnTo>
                    <a:pt x="6515" y="4368"/>
                  </a:lnTo>
                  <a:lnTo>
                    <a:pt x="6560" y="4145"/>
                  </a:lnTo>
                  <a:lnTo>
                    <a:pt x="6605" y="3906"/>
                  </a:lnTo>
                  <a:lnTo>
                    <a:pt x="6635" y="3667"/>
                  </a:lnTo>
                  <a:lnTo>
                    <a:pt x="6664" y="3429"/>
                  </a:lnTo>
                  <a:lnTo>
                    <a:pt x="6664" y="3175"/>
                  </a:lnTo>
                  <a:lnTo>
                    <a:pt x="6664" y="2952"/>
                  </a:lnTo>
                  <a:lnTo>
                    <a:pt x="6650" y="2743"/>
                  </a:lnTo>
                  <a:lnTo>
                    <a:pt x="6620" y="2520"/>
                  </a:lnTo>
                  <a:lnTo>
                    <a:pt x="6590" y="2311"/>
                  </a:lnTo>
                  <a:lnTo>
                    <a:pt x="6545" y="2087"/>
                  </a:lnTo>
                  <a:lnTo>
                    <a:pt x="6486" y="1893"/>
                  </a:lnTo>
                  <a:lnTo>
                    <a:pt x="6426" y="1685"/>
                  </a:lnTo>
                  <a:lnTo>
                    <a:pt x="6351" y="1476"/>
                  </a:lnTo>
                  <a:lnTo>
                    <a:pt x="6277" y="1282"/>
                  </a:lnTo>
                  <a:lnTo>
                    <a:pt x="6187" y="1103"/>
                  </a:lnTo>
                  <a:lnTo>
                    <a:pt x="6083" y="909"/>
                  </a:lnTo>
                  <a:lnTo>
                    <a:pt x="5979" y="731"/>
                  </a:lnTo>
                  <a:lnTo>
                    <a:pt x="5874" y="552"/>
                  </a:lnTo>
                  <a:lnTo>
                    <a:pt x="5755" y="373"/>
                  </a:lnTo>
                  <a:lnTo>
                    <a:pt x="5621" y="209"/>
                  </a:lnTo>
                  <a:lnTo>
                    <a:pt x="5487" y="60"/>
                  </a:lnTo>
                  <a:lnTo>
                    <a:pt x="5129" y="15"/>
                  </a:lnTo>
                  <a:lnTo>
                    <a:pt x="47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2"/>
            <p:cNvSpPr/>
            <p:nvPr/>
          </p:nvSpPr>
          <p:spPr>
            <a:xfrm>
              <a:off x="3498149" y="2218481"/>
              <a:ext cx="107189" cy="107204"/>
            </a:xfrm>
            <a:custGeom>
              <a:rect b="b" l="l" r="r" t="t"/>
              <a:pathLst>
                <a:path extrusionOk="0" h="7068" w="7067">
                  <a:moveTo>
                    <a:pt x="3355" y="1"/>
                  </a:moveTo>
                  <a:lnTo>
                    <a:pt x="3176" y="15"/>
                  </a:lnTo>
                  <a:lnTo>
                    <a:pt x="2997" y="45"/>
                  </a:lnTo>
                  <a:lnTo>
                    <a:pt x="2818" y="75"/>
                  </a:lnTo>
                  <a:lnTo>
                    <a:pt x="2475" y="165"/>
                  </a:lnTo>
                  <a:lnTo>
                    <a:pt x="2162" y="284"/>
                  </a:lnTo>
                  <a:lnTo>
                    <a:pt x="1849" y="433"/>
                  </a:lnTo>
                  <a:lnTo>
                    <a:pt x="1551" y="597"/>
                  </a:lnTo>
                  <a:lnTo>
                    <a:pt x="1283" y="806"/>
                  </a:lnTo>
                  <a:lnTo>
                    <a:pt x="1029" y="1029"/>
                  </a:lnTo>
                  <a:lnTo>
                    <a:pt x="805" y="1283"/>
                  </a:lnTo>
                  <a:lnTo>
                    <a:pt x="597" y="1551"/>
                  </a:lnTo>
                  <a:lnTo>
                    <a:pt x="433" y="1849"/>
                  </a:lnTo>
                  <a:lnTo>
                    <a:pt x="284" y="2162"/>
                  </a:lnTo>
                  <a:lnTo>
                    <a:pt x="164" y="2475"/>
                  </a:lnTo>
                  <a:lnTo>
                    <a:pt x="75" y="2818"/>
                  </a:lnTo>
                  <a:lnTo>
                    <a:pt x="45" y="2997"/>
                  </a:lnTo>
                  <a:lnTo>
                    <a:pt x="15" y="3176"/>
                  </a:lnTo>
                  <a:lnTo>
                    <a:pt x="0" y="3355"/>
                  </a:lnTo>
                  <a:lnTo>
                    <a:pt x="0" y="3534"/>
                  </a:lnTo>
                  <a:lnTo>
                    <a:pt x="15" y="3862"/>
                  </a:lnTo>
                  <a:lnTo>
                    <a:pt x="60" y="4175"/>
                  </a:lnTo>
                  <a:lnTo>
                    <a:pt x="135" y="4488"/>
                  </a:lnTo>
                  <a:lnTo>
                    <a:pt x="224" y="4786"/>
                  </a:lnTo>
                  <a:lnTo>
                    <a:pt x="358" y="5069"/>
                  </a:lnTo>
                  <a:lnTo>
                    <a:pt x="507" y="5353"/>
                  </a:lnTo>
                  <a:lnTo>
                    <a:pt x="671" y="5606"/>
                  </a:lnTo>
                  <a:lnTo>
                    <a:pt x="865" y="5845"/>
                  </a:lnTo>
                  <a:lnTo>
                    <a:pt x="984" y="5979"/>
                  </a:lnTo>
                  <a:lnTo>
                    <a:pt x="1119" y="6113"/>
                  </a:lnTo>
                  <a:lnTo>
                    <a:pt x="1268" y="6232"/>
                  </a:lnTo>
                  <a:lnTo>
                    <a:pt x="1402" y="6352"/>
                  </a:lnTo>
                  <a:lnTo>
                    <a:pt x="1551" y="6456"/>
                  </a:lnTo>
                  <a:lnTo>
                    <a:pt x="1715" y="6560"/>
                  </a:lnTo>
                  <a:lnTo>
                    <a:pt x="1879" y="6650"/>
                  </a:lnTo>
                  <a:lnTo>
                    <a:pt x="2043" y="6739"/>
                  </a:lnTo>
                  <a:lnTo>
                    <a:pt x="2207" y="6814"/>
                  </a:lnTo>
                  <a:lnTo>
                    <a:pt x="2386" y="6873"/>
                  </a:lnTo>
                  <a:lnTo>
                    <a:pt x="2565" y="6933"/>
                  </a:lnTo>
                  <a:lnTo>
                    <a:pt x="2758" y="6978"/>
                  </a:lnTo>
                  <a:lnTo>
                    <a:pt x="2952" y="7007"/>
                  </a:lnTo>
                  <a:lnTo>
                    <a:pt x="3131" y="7037"/>
                  </a:lnTo>
                  <a:lnTo>
                    <a:pt x="3340" y="7052"/>
                  </a:lnTo>
                  <a:lnTo>
                    <a:pt x="3534" y="7067"/>
                  </a:lnTo>
                  <a:lnTo>
                    <a:pt x="3713" y="7052"/>
                  </a:lnTo>
                  <a:lnTo>
                    <a:pt x="3891" y="7037"/>
                  </a:lnTo>
                  <a:lnTo>
                    <a:pt x="4070" y="7022"/>
                  </a:lnTo>
                  <a:lnTo>
                    <a:pt x="4249" y="6993"/>
                  </a:lnTo>
                  <a:lnTo>
                    <a:pt x="4577" y="6903"/>
                  </a:lnTo>
                  <a:lnTo>
                    <a:pt x="4905" y="6784"/>
                  </a:lnTo>
                  <a:lnTo>
                    <a:pt x="5218" y="6635"/>
                  </a:lnTo>
                  <a:lnTo>
                    <a:pt x="5502" y="6456"/>
                  </a:lnTo>
                  <a:lnTo>
                    <a:pt x="5785" y="6262"/>
                  </a:lnTo>
                  <a:lnTo>
                    <a:pt x="6023" y="6024"/>
                  </a:lnTo>
                  <a:lnTo>
                    <a:pt x="6262" y="5770"/>
                  </a:lnTo>
                  <a:lnTo>
                    <a:pt x="6456" y="5502"/>
                  </a:lnTo>
                  <a:lnTo>
                    <a:pt x="6635" y="5218"/>
                  </a:lnTo>
                  <a:lnTo>
                    <a:pt x="6784" y="4905"/>
                  </a:lnTo>
                  <a:lnTo>
                    <a:pt x="6903" y="4577"/>
                  </a:lnTo>
                  <a:lnTo>
                    <a:pt x="6992" y="4249"/>
                  </a:lnTo>
                  <a:lnTo>
                    <a:pt x="7022" y="4071"/>
                  </a:lnTo>
                  <a:lnTo>
                    <a:pt x="7037" y="3892"/>
                  </a:lnTo>
                  <a:lnTo>
                    <a:pt x="7052" y="3713"/>
                  </a:lnTo>
                  <a:lnTo>
                    <a:pt x="7067" y="3534"/>
                  </a:lnTo>
                  <a:lnTo>
                    <a:pt x="7052" y="3206"/>
                  </a:lnTo>
                  <a:lnTo>
                    <a:pt x="7007" y="2878"/>
                  </a:lnTo>
                  <a:lnTo>
                    <a:pt x="6933" y="2580"/>
                  </a:lnTo>
                  <a:lnTo>
                    <a:pt x="6828" y="2282"/>
                  </a:lnTo>
                  <a:lnTo>
                    <a:pt x="6709" y="1998"/>
                  </a:lnTo>
                  <a:lnTo>
                    <a:pt x="6560" y="1715"/>
                  </a:lnTo>
                  <a:lnTo>
                    <a:pt x="6396" y="1462"/>
                  </a:lnTo>
                  <a:lnTo>
                    <a:pt x="6202" y="1223"/>
                  </a:lnTo>
                  <a:lnTo>
                    <a:pt x="5994" y="999"/>
                  </a:lnTo>
                  <a:lnTo>
                    <a:pt x="5755" y="791"/>
                  </a:lnTo>
                  <a:lnTo>
                    <a:pt x="5517" y="612"/>
                  </a:lnTo>
                  <a:lnTo>
                    <a:pt x="5248" y="448"/>
                  </a:lnTo>
                  <a:lnTo>
                    <a:pt x="4980" y="314"/>
                  </a:lnTo>
                  <a:lnTo>
                    <a:pt x="4682" y="194"/>
                  </a:lnTo>
                  <a:lnTo>
                    <a:pt x="4383" y="105"/>
                  </a:lnTo>
                  <a:lnTo>
                    <a:pt x="4070" y="45"/>
                  </a:lnTo>
                  <a:lnTo>
                    <a:pt x="3802" y="15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2"/>
            <p:cNvSpPr/>
            <p:nvPr/>
          </p:nvSpPr>
          <p:spPr>
            <a:xfrm>
              <a:off x="3498149" y="2218481"/>
              <a:ext cx="74867" cy="89337"/>
            </a:xfrm>
            <a:custGeom>
              <a:rect b="b" l="l" r="r" t="t"/>
              <a:pathLst>
                <a:path extrusionOk="0" h="5890" w="4936">
                  <a:moveTo>
                    <a:pt x="3355" y="1"/>
                  </a:moveTo>
                  <a:lnTo>
                    <a:pt x="3176" y="15"/>
                  </a:lnTo>
                  <a:lnTo>
                    <a:pt x="2997" y="45"/>
                  </a:lnTo>
                  <a:lnTo>
                    <a:pt x="2818" y="75"/>
                  </a:lnTo>
                  <a:lnTo>
                    <a:pt x="2475" y="165"/>
                  </a:lnTo>
                  <a:lnTo>
                    <a:pt x="2162" y="284"/>
                  </a:lnTo>
                  <a:lnTo>
                    <a:pt x="1849" y="433"/>
                  </a:lnTo>
                  <a:lnTo>
                    <a:pt x="1551" y="597"/>
                  </a:lnTo>
                  <a:lnTo>
                    <a:pt x="1283" y="806"/>
                  </a:lnTo>
                  <a:lnTo>
                    <a:pt x="1029" y="1029"/>
                  </a:lnTo>
                  <a:lnTo>
                    <a:pt x="805" y="1283"/>
                  </a:lnTo>
                  <a:lnTo>
                    <a:pt x="597" y="1551"/>
                  </a:lnTo>
                  <a:lnTo>
                    <a:pt x="433" y="1849"/>
                  </a:lnTo>
                  <a:lnTo>
                    <a:pt x="284" y="2162"/>
                  </a:lnTo>
                  <a:lnTo>
                    <a:pt x="164" y="2475"/>
                  </a:lnTo>
                  <a:lnTo>
                    <a:pt x="75" y="2818"/>
                  </a:lnTo>
                  <a:lnTo>
                    <a:pt x="45" y="2997"/>
                  </a:lnTo>
                  <a:lnTo>
                    <a:pt x="15" y="3176"/>
                  </a:lnTo>
                  <a:lnTo>
                    <a:pt x="0" y="3355"/>
                  </a:lnTo>
                  <a:lnTo>
                    <a:pt x="0" y="3534"/>
                  </a:lnTo>
                  <a:lnTo>
                    <a:pt x="15" y="3862"/>
                  </a:lnTo>
                  <a:lnTo>
                    <a:pt x="60" y="4175"/>
                  </a:lnTo>
                  <a:lnTo>
                    <a:pt x="135" y="4488"/>
                  </a:lnTo>
                  <a:lnTo>
                    <a:pt x="224" y="4786"/>
                  </a:lnTo>
                  <a:lnTo>
                    <a:pt x="358" y="5069"/>
                  </a:lnTo>
                  <a:lnTo>
                    <a:pt x="507" y="5353"/>
                  </a:lnTo>
                  <a:lnTo>
                    <a:pt x="671" y="5606"/>
                  </a:lnTo>
                  <a:lnTo>
                    <a:pt x="865" y="5845"/>
                  </a:lnTo>
                  <a:lnTo>
                    <a:pt x="1133" y="5874"/>
                  </a:lnTo>
                  <a:lnTo>
                    <a:pt x="1402" y="5889"/>
                  </a:lnTo>
                  <a:lnTo>
                    <a:pt x="1581" y="5874"/>
                  </a:lnTo>
                  <a:lnTo>
                    <a:pt x="1760" y="5874"/>
                  </a:lnTo>
                  <a:lnTo>
                    <a:pt x="1938" y="5845"/>
                  </a:lnTo>
                  <a:lnTo>
                    <a:pt x="2117" y="5815"/>
                  </a:lnTo>
                  <a:lnTo>
                    <a:pt x="2460" y="5725"/>
                  </a:lnTo>
                  <a:lnTo>
                    <a:pt x="2773" y="5606"/>
                  </a:lnTo>
                  <a:lnTo>
                    <a:pt x="3086" y="5457"/>
                  </a:lnTo>
                  <a:lnTo>
                    <a:pt x="3385" y="5278"/>
                  </a:lnTo>
                  <a:lnTo>
                    <a:pt x="3653" y="5084"/>
                  </a:lnTo>
                  <a:lnTo>
                    <a:pt x="3906" y="4846"/>
                  </a:lnTo>
                  <a:lnTo>
                    <a:pt x="4130" y="4607"/>
                  </a:lnTo>
                  <a:lnTo>
                    <a:pt x="4339" y="4324"/>
                  </a:lnTo>
                  <a:lnTo>
                    <a:pt x="4518" y="4041"/>
                  </a:lnTo>
                  <a:lnTo>
                    <a:pt x="4667" y="3728"/>
                  </a:lnTo>
                  <a:lnTo>
                    <a:pt x="4786" y="3400"/>
                  </a:lnTo>
                  <a:lnTo>
                    <a:pt x="4861" y="3072"/>
                  </a:lnTo>
                  <a:lnTo>
                    <a:pt x="4890" y="2893"/>
                  </a:lnTo>
                  <a:lnTo>
                    <a:pt x="4920" y="2714"/>
                  </a:lnTo>
                  <a:lnTo>
                    <a:pt x="4935" y="2535"/>
                  </a:lnTo>
                  <a:lnTo>
                    <a:pt x="4935" y="2356"/>
                  </a:lnTo>
                  <a:lnTo>
                    <a:pt x="4920" y="2028"/>
                  </a:lnTo>
                  <a:lnTo>
                    <a:pt x="4875" y="1700"/>
                  </a:lnTo>
                  <a:lnTo>
                    <a:pt x="4801" y="1402"/>
                  </a:lnTo>
                  <a:lnTo>
                    <a:pt x="4711" y="1104"/>
                  </a:lnTo>
                  <a:lnTo>
                    <a:pt x="4577" y="806"/>
                  </a:lnTo>
                  <a:lnTo>
                    <a:pt x="4428" y="537"/>
                  </a:lnTo>
                  <a:lnTo>
                    <a:pt x="4264" y="284"/>
                  </a:lnTo>
                  <a:lnTo>
                    <a:pt x="4070" y="45"/>
                  </a:lnTo>
                  <a:lnTo>
                    <a:pt x="3802" y="15"/>
                  </a:lnTo>
                  <a:lnTo>
                    <a:pt x="35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2"/>
            <p:cNvSpPr/>
            <p:nvPr/>
          </p:nvSpPr>
          <p:spPr>
            <a:xfrm>
              <a:off x="3450887" y="2243355"/>
              <a:ext cx="76899" cy="76899"/>
            </a:xfrm>
            <a:custGeom>
              <a:rect b="b" l="l" r="r" t="t"/>
              <a:pathLst>
                <a:path extrusionOk="0" h="5070" w="5070">
                  <a:moveTo>
                    <a:pt x="2535" y="0"/>
                  </a:moveTo>
                  <a:lnTo>
                    <a:pt x="2267" y="15"/>
                  </a:lnTo>
                  <a:lnTo>
                    <a:pt x="2028" y="60"/>
                  </a:lnTo>
                  <a:lnTo>
                    <a:pt x="1775" y="120"/>
                  </a:lnTo>
                  <a:lnTo>
                    <a:pt x="1551" y="209"/>
                  </a:lnTo>
                  <a:lnTo>
                    <a:pt x="1327" y="314"/>
                  </a:lnTo>
                  <a:lnTo>
                    <a:pt x="1119" y="433"/>
                  </a:lnTo>
                  <a:lnTo>
                    <a:pt x="925" y="582"/>
                  </a:lnTo>
                  <a:lnTo>
                    <a:pt x="746" y="746"/>
                  </a:lnTo>
                  <a:lnTo>
                    <a:pt x="582" y="925"/>
                  </a:lnTo>
                  <a:lnTo>
                    <a:pt x="433" y="1119"/>
                  </a:lnTo>
                  <a:lnTo>
                    <a:pt x="299" y="1327"/>
                  </a:lnTo>
                  <a:lnTo>
                    <a:pt x="194" y="1551"/>
                  </a:lnTo>
                  <a:lnTo>
                    <a:pt x="120" y="1789"/>
                  </a:lnTo>
                  <a:lnTo>
                    <a:pt x="45" y="2028"/>
                  </a:lnTo>
                  <a:lnTo>
                    <a:pt x="15" y="2281"/>
                  </a:lnTo>
                  <a:lnTo>
                    <a:pt x="1" y="2535"/>
                  </a:lnTo>
                  <a:lnTo>
                    <a:pt x="15" y="2773"/>
                  </a:lnTo>
                  <a:lnTo>
                    <a:pt x="45" y="2997"/>
                  </a:lnTo>
                  <a:lnTo>
                    <a:pt x="90" y="3221"/>
                  </a:lnTo>
                  <a:lnTo>
                    <a:pt x="165" y="3444"/>
                  </a:lnTo>
                  <a:lnTo>
                    <a:pt x="254" y="3638"/>
                  </a:lnTo>
                  <a:lnTo>
                    <a:pt x="358" y="3832"/>
                  </a:lnTo>
                  <a:lnTo>
                    <a:pt x="478" y="4026"/>
                  </a:lnTo>
                  <a:lnTo>
                    <a:pt x="612" y="4190"/>
                  </a:lnTo>
                  <a:lnTo>
                    <a:pt x="627" y="4190"/>
                  </a:lnTo>
                  <a:lnTo>
                    <a:pt x="806" y="4384"/>
                  </a:lnTo>
                  <a:lnTo>
                    <a:pt x="999" y="4562"/>
                  </a:lnTo>
                  <a:lnTo>
                    <a:pt x="1223" y="4712"/>
                  </a:lnTo>
                  <a:lnTo>
                    <a:pt x="1462" y="4831"/>
                  </a:lnTo>
                  <a:lnTo>
                    <a:pt x="1715" y="4935"/>
                  </a:lnTo>
                  <a:lnTo>
                    <a:pt x="1968" y="5010"/>
                  </a:lnTo>
                  <a:lnTo>
                    <a:pt x="2252" y="5054"/>
                  </a:lnTo>
                  <a:lnTo>
                    <a:pt x="2535" y="5069"/>
                  </a:lnTo>
                  <a:lnTo>
                    <a:pt x="2788" y="5054"/>
                  </a:lnTo>
                  <a:lnTo>
                    <a:pt x="3042" y="5025"/>
                  </a:lnTo>
                  <a:lnTo>
                    <a:pt x="3280" y="4950"/>
                  </a:lnTo>
                  <a:lnTo>
                    <a:pt x="3519" y="4876"/>
                  </a:lnTo>
                  <a:lnTo>
                    <a:pt x="3743" y="4771"/>
                  </a:lnTo>
                  <a:lnTo>
                    <a:pt x="3951" y="4637"/>
                  </a:lnTo>
                  <a:lnTo>
                    <a:pt x="4145" y="4488"/>
                  </a:lnTo>
                  <a:lnTo>
                    <a:pt x="4324" y="4324"/>
                  </a:lnTo>
                  <a:lnTo>
                    <a:pt x="4488" y="4145"/>
                  </a:lnTo>
                  <a:lnTo>
                    <a:pt x="4637" y="3951"/>
                  </a:lnTo>
                  <a:lnTo>
                    <a:pt x="4756" y="3742"/>
                  </a:lnTo>
                  <a:lnTo>
                    <a:pt x="4861" y="3519"/>
                  </a:lnTo>
                  <a:lnTo>
                    <a:pt x="4950" y="3295"/>
                  </a:lnTo>
                  <a:lnTo>
                    <a:pt x="5010" y="3042"/>
                  </a:lnTo>
                  <a:lnTo>
                    <a:pt x="5054" y="2803"/>
                  </a:lnTo>
                  <a:lnTo>
                    <a:pt x="5069" y="2535"/>
                  </a:lnTo>
                  <a:lnTo>
                    <a:pt x="5054" y="2296"/>
                  </a:lnTo>
                  <a:lnTo>
                    <a:pt x="5025" y="2073"/>
                  </a:lnTo>
                  <a:lnTo>
                    <a:pt x="4965" y="1849"/>
                  </a:lnTo>
                  <a:lnTo>
                    <a:pt x="4905" y="1640"/>
                  </a:lnTo>
                  <a:lnTo>
                    <a:pt x="4816" y="1432"/>
                  </a:lnTo>
                  <a:lnTo>
                    <a:pt x="4712" y="1238"/>
                  </a:lnTo>
                  <a:lnTo>
                    <a:pt x="4577" y="1059"/>
                  </a:lnTo>
                  <a:lnTo>
                    <a:pt x="4443" y="880"/>
                  </a:lnTo>
                  <a:lnTo>
                    <a:pt x="4294" y="716"/>
                  </a:lnTo>
                  <a:lnTo>
                    <a:pt x="4130" y="567"/>
                  </a:lnTo>
                  <a:lnTo>
                    <a:pt x="3951" y="448"/>
                  </a:lnTo>
                  <a:lnTo>
                    <a:pt x="3772" y="328"/>
                  </a:lnTo>
                  <a:lnTo>
                    <a:pt x="3564" y="224"/>
                  </a:lnTo>
                  <a:lnTo>
                    <a:pt x="3355" y="135"/>
                  </a:lnTo>
                  <a:lnTo>
                    <a:pt x="3146" y="75"/>
                  </a:lnTo>
                  <a:lnTo>
                    <a:pt x="2923" y="30"/>
                  </a:lnTo>
                  <a:lnTo>
                    <a:pt x="2729" y="15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2"/>
            <p:cNvSpPr/>
            <p:nvPr/>
          </p:nvSpPr>
          <p:spPr>
            <a:xfrm>
              <a:off x="3450887" y="2243355"/>
              <a:ext cx="53602" cy="64007"/>
            </a:xfrm>
            <a:custGeom>
              <a:rect b="b" l="l" r="r" t="t"/>
              <a:pathLst>
                <a:path extrusionOk="0" h="4220" w="3534">
                  <a:moveTo>
                    <a:pt x="2535" y="0"/>
                  </a:moveTo>
                  <a:lnTo>
                    <a:pt x="2267" y="15"/>
                  </a:lnTo>
                  <a:lnTo>
                    <a:pt x="2028" y="60"/>
                  </a:lnTo>
                  <a:lnTo>
                    <a:pt x="1775" y="120"/>
                  </a:lnTo>
                  <a:lnTo>
                    <a:pt x="1551" y="209"/>
                  </a:lnTo>
                  <a:lnTo>
                    <a:pt x="1327" y="314"/>
                  </a:lnTo>
                  <a:lnTo>
                    <a:pt x="1119" y="433"/>
                  </a:lnTo>
                  <a:lnTo>
                    <a:pt x="925" y="582"/>
                  </a:lnTo>
                  <a:lnTo>
                    <a:pt x="746" y="746"/>
                  </a:lnTo>
                  <a:lnTo>
                    <a:pt x="582" y="925"/>
                  </a:lnTo>
                  <a:lnTo>
                    <a:pt x="433" y="1119"/>
                  </a:lnTo>
                  <a:lnTo>
                    <a:pt x="299" y="1327"/>
                  </a:lnTo>
                  <a:lnTo>
                    <a:pt x="194" y="1551"/>
                  </a:lnTo>
                  <a:lnTo>
                    <a:pt x="120" y="1789"/>
                  </a:lnTo>
                  <a:lnTo>
                    <a:pt x="45" y="2028"/>
                  </a:lnTo>
                  <a:lnTo>
                    <a:pt x="15" y="2281"/>
                  </a:lnTo>
                  <a:lnTo>
                    <a:pt x="1" y="2535"/>
                  </a:lnTo>
                  <a:lnTo>
                    <a:pt x="15" y="2773"/>
                  </a:lnTo>
                  <a:lnTo>
                    <a:pt x="45" y="2997"/>
                  </a:lnTo>
                  <a:lnTo>
                    <a:pt x="90" y="3221"/>
                  </a:lnTo>
                  <a:lnTo>
                    <a:pt x="165" y="3444"/>
                  </a:lnTo>
                  <a:lnTo>
                    <a:pt x="254" y="3638"/>
                  </a:lnTo>
                  <a:lnTo>
                    <a:pt x="358" y="3832"/>
                  </a:lnTo>
                  <a:lnTo>
                    <a:pt x="478" y="4026"/>
                  </a:lnTo>
                  <a:lnTo>
                    <a:pt x="612" y="4190"/>
                  </a:lnTo>
                  <a:lnTo>
                    <a:pt x="627" y="4190"/>
                  </a:lnTo>
                  <a:lnTo>
                    <a:pt x="806" y="4220"/>
                  </a:lnTo>
                  <a:lnTo>
                    <a:pt x="1268" y="4220"/>
                  </a:lnTo>
                  <a:lnTo>
                    <a:pt x="1521" y="4175"/>
                  </a:lnTo>
                  <a:lnTo>
                    <a:pt x="1760" y="4115"/>
                  </a:lnTo>
                  <a:lnTo>
                    <a:pt x="1998" y="4026"/>
                  </a:lnTo>
                  <a:lnTo>
                    <a:pt x="2207" y="3921"/>
                  </a:lnTo>
                  <a:lnTo>
                    <a:pt x="2416" y="3787"/>
                  </a:lnTo>
                  <a:lnTo>
                    <a:pt x="2624" y="3653"/>
                  </a:lnTo>
                  <a:lnTo>
                    <a:pt x="2803" y="3489"/>
                  </a:lnTo>
                  <a:lnTo>
                    <a:pt x="2967" y="3310"/>
                  </a:lnTo>
                  <a:lnTo>
                    <a:pt x="3101" y="3116"/>
                  </a:lnTo>
                  <a:lnTo>
                    <a:pt x="3236" y="2908"/>
                  </a:lnTo>
                  <a:lnTo>
                    <a:pt x="3340" y="2684"/>
                  </a:lnTo>
                  <a:lnTo>
                    <a:pt x="3429" y="2445"/>
                  </a:lnTo>
                  <a:lnTo>
                    <a:pt x="3489" y="2207"/>
                  </a:lnTo>
                  <a:lnTo>
                    <a:pt x="3534" y="1953"/>
                  </a:lnTo>
                  <a:lnTo>
                    <a:pt x="3534" y="1700"/>
                  </a:lnTo>
                  <a:lnTo>
                    <a:pt x="3534" y="1461"/>
                  </a:lnTo>
                  <a:lnTo>
                    <a:pt x="3504" y="1223"/>
                  </a:lnTo>
                  <a:lnTo>
                    <a:pt x="3444" y="999"/>
                  </a:lnTo>
                  <a:lnTo>
                    <a:pt x="3370" y="791"/>
                  </a:lnTo>
                  <a:lnTo>
                    <a:pt x="3280" y="582"/>
                  </a:lnTo>
                  <a:lnTo>
                    <a:pt x="3176" y="388"/>
                  </a:lnTo>
                  <a:lnTo>
                    <a:pt x="3057" y="209"/>
                  </a:lnTo>
                  <a:lnTo>
                    <a:pt x="2923" y="30"/>
                  </a:lnTo>
                  <a:lnTo>
                    <a:pt x="2729" y="15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2"/>
            <p:cNvSpPr/>
            <p:nvPr/>
          </p:nvSpPr>
          <p:spPr>
            <a:xfrm>
              <a:off x="3699618" y="2204693"/>
              <a:ext cx="76899" cy="76884"/>
            </a:xfrm>
            <a:custGeom>
              <a:rect b="b" l="l" r="r" t="t"/>
              <a:pathLst>
                <a:path extrusionOk="0" h="5069" w="5070">
                  <a:moveTo>
                    <a:pt x="2535" y="0"/>
                  </a:moveTo>
                  <a:lnTo>
                    <a:pt x="2282" y="15"/>
                  </a:lnTo>
                  <a:lnTo>
                    <a:pt x="2028" y="45"/>
                  </a:lnTo>
                  <a:lnTo>
                    <a:pt x="1775" y="104"/>
                  </a:lnTo>
                  <a:lnTo>
                    <a:pt x="1551" y="194"/>
                  </a:lnTo>
                  <a:lnTo>
                    <a:pt x="1328" y="298"/>
                  </a:lnTo>
                  <a:lnTo>
                    <a:pt x="1119" y="432"/>
                  </a:lnTo>
                  <a:lnTo>
                    <a:pt x="925" y="582"/>
                  </a:lnTo>
                  <a:lnTo>
                    <a:pt x="746" y="746"/>
                  </a:lnTo>
                  <a:lnTo>
                    <a:pt x="582" y="924"/>
                  </a:lnTo>
                  <a:lnTo>
                    <a:pt x="433" y="1118"/>
                  </a:lnTo>
                  <a:lnTo>
                    <a:pt x="314" y="1327"/>
                  </a:lnTo>
                  <a:lnTo>
                    <a:pt x="195" y="1551"/>
                  </a:lnTo>
                  <a:lnTo>
                    <a:pt x="120" y="1774"/>
                  </a:lnTo>
                  <a:lnTo>
                    <a:pt x="46" y="2013"/>
                  </a:lnTo>
                  <a:lnTo>
                    <a:pt x="16" y="2266"/>
                  </a:lnTo>
                  <a:lnTo>
                    <a:pt x="1" y="2535"/>
                  </a:lnTo>
                  <a:lnTo>
                    <a:pt x="16" y="2758"/>
                  </a:lnTo>
                  <a:lnTo>
                    <a:pt x="46" y="2997"/>
                  </a:lnTo>
                  <a:lnTo>
                    <a:pt x="90" y="3220"/>
                  </a:lnTo>
                  <a:lnTo>
                    <a:pt x="165" y="3429"/>
                  </a:lnTo>
                  <a:lnTo>
                    <a:pt x="254" y="3638"/>
                  </a:lnTo>
                  <a:lnTo>
                    <a:pt x="359" y="3832"/>
                  </a:lnTo>
                  <a:lnTo>
                    <a:pt x="478" y="4010"/>
                  </a:lnTo>
                  <a:lnTo>
                    <a:pt x="627" y="4189"/>
                  </a:lnTo>
                  <a:lnTo>
                    <a:pt x="806" y="4383"/>
                  </a:lnTo>
                  <a:lnTo>
                    <a:pt x="1015" y="4547"/>
                  </a:lnTo>
                  <a:lnTo>
                    <a:pt x="1223" y="4696"/>
                  </a:lnTo>
                  <a:lnTo>
                    <a:pt x="1462" y="4830"/>
                  </a:lnTo>
                  <a:lnTo>
                    <a:pt x="1715" y="4935"/>
                  </a:lnTo>
                  <a:lnTo>
                    <a:pt x="1984" y="4994"/>
                  </a:lnTo>
                  <a:lnTo>
                    <a:pt x="2252" y="5054"/>
                  </a:lnTo>
                  <a:lnTo>
                    <a:pt x="2535" y="5069"/>
                  </a:lnTo>
                  <a:lnTo>
                    <a:pt x="2789" y="5054"/>
                  </a:lnTo>
                  <a:lnTo>
                    <a:pt x="3042" y="5009"/>
                  </a:lnTo>
                  <a:lnTo>
                    <a:pt x="3281" y="4950"/>
                  </a:lnTo>
                  <a:lnTo>
                    <a:pt x="3519" y="4860"/>
                  </a:lnTo>
                  <a:lnTo>
                    <a:pt x="3743" y="4756"/>
                  </a:lnTo>
                  <a:lnTo>
                    <a:pt x="3952" y="4637"/>
                  </a:lnTo>
                  <a:lnTo>
                    <a:pt x="4145" y="4488"/>
                  </a:lnTo>
                  <a:lnTo>
                    <a:pt x="4324" y="4324"/>
                  </a:lnTo>
                  <a:lnTo>
                    <a:pt x="4488" y="4145"/>
                  </a:lnTo>
                  <a:lnTo>
                    <a:pt x="4637" y="3951"/>
                  </a:lnTo>
                  <a:lnTo>
                    <a:pt x="4757" y="3742"/>
                  </a:lnTo>
                  <a:lnTo>
                    <a:pt x="4876" y="3519"/>
                  </a:lnTo>
                  <a:lnTo>
                    <a:pt x="4950" y="3280"/>
                  </a:lnTo>
                  <a:lnTo>
                    <a:pt x="5010" y="3041"/>
                  </a:lnTo>
                  <a:lnTo>
                    <a:pt x="5055" y="2788"/>
                  </a:lnTo>
                  <a:lnTo>
                    <a:pt x="5070" y="2535"/>
                  </a:lnTo>
                  <a:lnTo>
                    <a:pt x="5055" y="2296"/>
                  </a:lnTo>
                  <a:lnTo>
                    <a:pt x="5025" y="2072"/>
                  </a:lnTo>
                  <a:lnTo>
                    <a:pt x="4980" y="1849"/>
                  </a:lnTo>
                  <a:lnTo>
                    <a:pt x="4906" y="1625"/>
                  </a:lnTo>
                  <a:lnTo>
                    <a:pt x="4816" y="1431"/>
                  </a:lnTo>
                  <a:lnTo>
                    <a:pt x="4712" y="1223"/>
                  </a:lnTo>
                  <a:lnTo>
                    <a:pt x="4593" y="1044"/>
                  </a:lnTo>
                  <a:lnTo>
                    <a:pt x="4444" y="880"/>
                  </a:lnTo>
                  <a:lnTo>
                    <a:pt x="4294" y="716"/>
                  </a:lnTo>
                  <a:lnTo>
                    <a:pt x="4130" y="567"/>
                  </a:lnTo>
                  <a:lnTo>
                    <a:pt x="3952" y="432"/>
                  </a:lnTo>
                  <a:lnTo>
                    <a:pt x="3773" y="313"/>
                  </a:lnTo>
                  <a:lnTo>
                    <a:pt x="3564" y="224"/>
                  </a:lnTo>
                  <a:lnTo>
                    <a:pt x="3370" y="134"/>
                  </a:lnTo>
                  <a:lnTo>
                    <a:pt x="3146" y="75"/>
                  </a:lnTo>
                  <a:lnTo>
                    <a:pt x="2923" y="30"/>
                  </a:lnTo>
                  <a:lnTo>
                    <a:pt x="2729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2"/>
            <p:cNvSpPr/>
            <p:nvPr/>
          </p:nvSpPr>
          <p:spPr>
            <a:xfrm>
              <a:off x="3699618" y="2204693"/>
              <a:ext cx="53845" cy="64007"/>
            </a:xfrm>
            <a:custGeom>
              <a:rect b="b" l="l" r="r" t="t"/>
              <a:pathLst>
                <a:path extrusionOk="0" h="4220" w="3550">
                  <a:moveTo>
                    <a:pt x="2535" y="0"/>
                  </a:moveTo>
                  <a:lnTo>
                    <a:pt x="2282" y="15"/>
                  </a:lnTo>
                  <a:lnTo>
                    <a:pt x="2028" y="45"/>
                  </a:lnTo>
                  <a:lnTo>
                    <a:pt x="1775" y="104"/>
                  </a:lnTo>
                  <a:lnTo>
                    <a:pt x="1551" y="194"/>
                  </a:lnTo>
                  <a:lnTo>
                    <a:pt x="1328" y="298"/>
                  </a:lnTo>
                  <a:lnTo>
                    <a:pt x="1119" y="432"/>
                  </a:lnTo>
                  <a:lnTo>
                    <a:pt x="925" y="582"/>
                  </a:lnTo>
                  <a:lnTo>
                    <a:pt x="746" y="746"/>
                  </a:lnTo>
                  <a:lnTo>
                    <a:pt x="582" y="924"/>
                  </a:lnTo>
                  <a:lnTo>
                    <a:pt x="433" y="1118"/>
                  </a:lnTo>
                  <a:lnTo>
                    <a:pt x="314" y="1327"/>
                  </a:lnTo>
                  <a:lnTo>
                    <a:pt x="195" y="1551"/>
                  </a:lnTo>
                  <a:lnTo>
                    <a:pt x="120" y="1774"/>
                  </a:lnTo>
                  <a:lnTo>
                    <a:pt x="46" y="2013"/>
                  </a:lnTo>
                  <a:lnTo>
                    <a:pt x="16" y="2266"/>
                  </a:lnTo>
                  <a:lnTo>
                    <a:pt x="1" y="2535"/>
                  </a:lnTo>
                  <a:lnTo>
                    <a:pt x="16" y="2758"/>
                  </a:lnTo>
                  <a:lnTo>
                    <a:pt x="46" y="2997"/>
                  </a:lnTo>
                  <a:lnTo>
                    <a:pt x="90" y="3220"/>
                  </a:lnTo>
                  <a:lnTo>
                    <a:pt x="165" y="3429"/>
                  </a:lnTo>
                  <a:lnTo>
                    <a:pt x="254" y="3638"/>
                  </a:lnTo>
                  <a:lnTo>
                    <a:pt x="359" y="3832"/>
                  </a:lnTo>
                  <a:lnTo>
                    <a:pt x="478" y="4010"/>
                  </a:lnTo>
                  <a:lnTo>
                    <a:pt x="627" y="4189"/>
                  </a:lnTo>
                  <a:lnTo>
                    <a:pt x="821" y="4204"/>
                  </a:lnTo>
                  <a:lnTo>
                    <a:pt x="1015" y="4219"/>
                  </a:lnTo>
                  <a:lnTo>
                    <a:pt x="1268" y="4204"/>
                  </a:lnTo>
                  <a:lnTo>
                    <a:pt x="1521" y="4174"/>
                  </a:lnTo>
                  <a:lnTo>
                    <a:pt x="1760" y="4100"/>
                  </a:lnTo>
                  <a:lnTo>
                    <a:pt x="1999" y="4025"/>
                  </a:lnTo>
                  <a:lnTo>
                    <a:pt x="2222" y="3906"/>
                  </a:lnTo>
                  <a:lnTo>
                    <a:pt x="2431" y="3787"/>
                  </a:lnTo>
                  <a:lnTo>
                    <a:pt x="2625" y="3638"/>
                  </a:lnTo>
                  <a:lnTo>
                    <a:pt x="2804" y="3474"/>
                  </a:lnTo>
                  <a:lnTo>
                    <a:pt x="2968" y="3295"/>
                  </a:lnTo>
                  <a:lnTo>
                    <a:pt x="3117" y="3101"/>
                  </a:lnTo>
                  <a:lnTo>
                    <a:pt x="3236" y="2892"/>
                  </a:lnTo>
                  <a:lnTo>
                    <a:pt x="3340" y="2669"/>
                  </a:lnTo>
                  <a:lnTo>
                    <a:pt x="3430" y="2445"/>
                  </a:lnTo>
                  <a:lnTo>
                    <a:pt x="3489" y="2192"/>
                  </a:lnTo>
                  <a:lnTo>
                    <a:pt x="3534" y="1938"/>
                  </a:lnTo>
                  <a:lnTo>
                    <a:pt x="3549" y="1685"/>
                  </a:lnTo>
                  <a:lnTo>
                    <a:pt x="3534" y="1446"/>
                  </a:lnTo>
                  <a:lnTo>
                    <a:pt x="3504" y="1223"/>
                  </a:lnTo>
                  <a:lnTo>
                    <a:pt x="3445" y="999"/>
                  </a:lnTo>
                  <a:lnTo>
                    <a:pt x="3385" y="790"/>
                  </a:lnTo>
                  <a:lnTo>
                    <a:pt x="3296" y="582"/>
                  </a:lnTo>
                  <a:lnTo>
                    <a:pt x="3176" y="388"/>
                  </a:lnTo>
                  <a:lnTo>
                    <a:pt x="3057" y="194"/>
                  </a:lnTo>
                  <a:lnTo>
                    <a:pt x="2923" y="30"/>
                  </a:lnTo>
                  <a:lnTo>
                    <a:pt x="27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2"/>
            <p:cNvSpPr/>
            <p:nvPr/>
          </p:nvSpPr>
          <p:spPr>
            <a:xfrm>
              <a:off x="3750960" y="2206953"/>
              <a:ext cx="76657" cy="76899"/>
            </a:xfrm>
            <a:custGeom>
              <a:rect b="b" l="l" r="r" t="t"/>
              <a:pathLst>
                <a:path extrusionOk="0" h="5070" w="5054">
                  <a:moveTo>
                    <a:pt x="2520" y="0"/>
                  </a:moveTo>
                  <a:lnTo>
                    <a:pt x="2266" y="15"/>
                  </a:lnTo>
                  <a:lnTo>
                    <a:pt x="2013" y="45"/>
                  </a:lnTo>
                  <a:lnTo>
                    <a:pt x="1774" y="119"/>
                  </a:lnTo>
                  <a:lnTo>
                    <a:pt x="1536" y="194"/>
                  </a:lnTo>
                  <a:lnTo>
                    <a:pt x="1312" y="298"/>
                  </a:lnTo>
                  <a:lnTo>
                    <a:pt x="1103" y="433"/>
                  </a:lnTo>
                  <a:lnTo>
                    <a:pt x="909" y="582"/>
                  </a:lnTo>
                  <a:lnTo>
                    <a:pt x="731" y="746"/>
                  </a:lnTo>
                  <a:lnTo>
                    <a:pt x="567" y="925"/>
                  </a:lnTo>
                  <a:lnTo>
                    <a:pt x="432" y="1118"/>
                  </a:lnTo>
                  <a:lnTo>
                    <a:pt x="298" y="1327"/>
                  </a:lnTo>
                  <a:lnTo>
                    <a:pt x="194" y="1551"/>
                  </a:lnTo>
                  <a:lnTo>
                    <a:pt x="104" y="1774"/>
                  </a:lnTo>
                  <a:lnTo>
                    <a:pt x="45" y="2028"/>
                  </a:lnTo>
                  <a:lnTo>
                    <a:pt x="0" y="2266"/>
                  </a:lnTo>
                  <a:lnTo>
                    <a:pt x="0" y="2535"/>
                  </a:lnTo>
                  <a:lnTo>
                    <a:pt x="0" y="2773"/>
                  </a:lnTo>
                  <a:lnTo>
                    <a:pt x="30" y="2997"/>
                  </a:lnTo>
                  <a:lnTo>
                    <a:pt x="89" y="3220"/>
                  </a:lnTo>
                  <a:lnTo>
                    <a:pt x="164" y="3429"/>
                  </a:lnTo>
                  <a:lnTo>
                    <a:pt x="253" y="3638"/>
                  </a:lnTo>
                  <a:lnTo>
                    <a:pt x="358" y="3832"/>
                  </a:lnTo>
                  <a:lnTo>
                    <a:pt x="477" y="4025"/>
                  </a:lnTo>
                  <a:lnTo>
                    <a:pt x="611" y="4189"/>
                  </a:lnTo>
                  <a:lnTo>
                    <a:pt x="805" y="4383"/>
                  </a:lnTo>
                  <a:lnTo>
                    <a:pt x="999" y="4547"/>
                  </a:lnTo>
                  <a:lnTo>
                    <a:pt x="1223" y="4696"/>
                  </a:lnTo>
                  <a:lnTo>
                    <a:pt x="1461" y="4831"/>
                  </a:lnTo>
                  <a:lnTo>
                    <a:pt x="1714" y="4935"/>
                  </a:lnTo>
                  <a:lnTo>
                    <a:pt x="1968" y="5009"/>
                  </a:lnTo>
                  <a:lnTo>
                    <a:pt x="2251" y="5054"/>
                  </a:lnTo>
                  <a:lnTo>
                    <a:pt x="2520" y="5069"/>
                  </a:lnTo>
                  <a:lnTo>
                    <a:pt x="2788" y="5054"/>
                  </a:lnTo>
                  <a:lnTo>
                    <a:pt x="3041" y="5009"/>
                  </a:lnTo>
                  <a:lnTo>
                    <a:pt x="3280" y="4950"/>
                  </a:lnTo>
                  <a:lnTo>
                    <a:pt x="3518" y="4860"/>
                  </a:lnTo>
                  <a:lnTo>
                    <a:pt x="3727" y="4756"/>
                  </a:lnTo>
                  <a:lnTo>
                    <a:pt x="3936" y="4637"/>
                  </a:lnTo>
                  <a:lnTo>
                    <a:pt x="4145" y="4488"/>
                  </a:lnTo>
                  <a:lnTo>
                    <a:pt x="4323" y="4324"/>
                  </a:lnTo>
                  <a:lnTo>
                    <a:pt x="4487" y="4145"/>
                  </a:lnTo>
                  <a:lnTo>
                    <a:pt x="4622" y="3951"/>
                  </a:lnTo>
                  <a:lnTo>
                    <a:pt x="4756" y="3742"/>
                  </a:lnTo>
                  <a:lnTo>
                    <a:pt x="4860" y="3519"/>
                  </a:lnTo>
                  <a:lnTo>
                    <a:pt x="4950" y="3280"/>
                  </a:lnTo>
                  <a:lnTo>
                    <a:pt x="5009" y="3042"/>
                  </a:lnTo>
                  <a:lnTo>
                    <a:pt x="5039" y="2788"/>
                  </a:lnTo>
                  <a:lnTo>
                    <a:pt x="5054" y="2535"/>
                  </a:lnTo>
                  <a:lnTo>
                    <a:pt x="5054" y="2296"/>
                  </a:lnTo>
                  <a:lnTo>
                    <a:pt x="5024" y="2072"/>
                  </a:lnTo>
                  <a:lnTo>
                    <a:pt x="4965" y="1849"/>
                  </a:lnTo>
                  <a:lnTo>
                    <a:pt x="4890" y="1625"/>
                  </a:lnTo>
                  <a:lnTo>
                    <a:pt x="4801" y="1431"/>
                  </a:lnTo>
                  <a:lnTo>
                    <a:pt x="4696" y="1238"/>
                  </a:lnTo>
                  <a:lnTo>
                    <a:pt x="4577" y="1044"/>
                  </a:lnTo>
                  <a:lnTo>
                    <a:pt x="4443" y="880"/>
                  </a:lnTo>
                  <a:lnTo>
                    <a:pt x="4294" y="716"/>
                  </a:lnTo>
                  <a:lnTo>
                    <a:pt x="4130" y="567"/>
                  </a:lnTo>
                  <a:lnTo>
                    <a:pt x="3951" y="433"/>
                  </a:lnTo>
                  <a:lnTo>
                    <a:pt x="3757" y="313"/>
                  </a:lnTo>
                  <a:lnTo>
                    <a:pt x="3563" y="224"/>
                  </a:lnTo>
                  <a:lnTo>
                    <a:pt x="3354" y="134"/>
                  </a:lnTo>
                  <a:lnTo>
                    <a:pt x="3131" y="75"/>
                  </a:lnTo>
                  <a:lnTo>
                    <a:pt x="2907" y="30"/>
                  </a:lnTo>
                  <a:lnTo>
                    <a:pt x="2728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2"/>
            <p:cNvSpPr/>
            <p:nvPr/>
          </p:nvSpPr>
          <p:spPr>
            <a:xfrm>
              <a:off x="3750960" y="2206953"/>
              <a:ext cx="53602" cy="64007"/>
            </a:xfrm>
            <a:custGeom>
              <a:rect b="b" l="l" r="r" t="t"/>
              <a:pathLst>
                <a:path extrusionOk="0" h="4220" w="3534">
                  <a:moveTo>
                    <a:pt x="2520" y="0"/>
                  </a:moveTo>
                  <a:lnTo>
                    <a:pt x="2266" y="15"/>
                  </a:lnTo>
                  <a:lnTo>
                    <a:pt x="2013" y="45"/>
                  </a:lnTo>
                  <a:lnTo>
                    <a:pt x="1774" y="119"/>
                  </a:lnTo>
                  <a:lnTo>
                    <a:pt x="1536" y="194"/>
                  </a:lnTo>
                  <a:lnTo>
                    <a:pt x="1312" y="298"/>
                  </a:lnTo>
                  <a:lnTo>
                    <a:pt x="1103" y="433"/>
                  </a:lnTo>
                  <a:lnTo>
                    <a:pt x="909" y="582"/>
                  </a:lnTo>
                  <a:lnTo>
                    <a:pt x="731" y="746"/>
                  </a:lnTo>
                  <a:lnTo>
                    <a:pt x="567" y="925"/>
                  </a:lnTo>
                  <a:lnTo>
                    <a:pt x="432" y="1118"/>
                  </a:lnTo>
                  <a:lnTo>
                    <a:pt x="298" y="1327"/>
                  </a:lnTo>
                  <a:lnTo>
                    <a:pt x="194" y="1551"/>
                  </a:lnTo>
                  <a:lnTo>
                    <a:pt x="104" y="1774"/>
                  </a:lnTo>
                  <a:lnTo>
                    <a:pt x="45" y="2028"/>
                  </a:lnTo>
                  <a:lnTo>
                    <a:pt x="0" y="2266"/>
                  </a:lnTo>
                  <a:lnTo>
                    <a:pt x="0" y="2535"/>
                  </a:lnTo>
                  <a:lnTo>
                    <a:pt x="0" y="2773"/>
                  </a:lnTo>
                  <a:lnTo>
                    <a:pt x="30" y="2997"/>
                  </a:lnTo>
                  <a:lnTo>
                    <a:pt x="89" y="3220"/>
                  </a:lnTo>
                  <a:lnTo>
                    <a:pt x="164" y="3429"/>
                  </a:lnTo>
                  <a:lnTo>
                    <a:pt x="253" y="3638"/>
                  </a:lnTo>
                  <a:lnTo>
                    <a:pt x="358" y="3832"/>
                  </a:lnTo>
                  <a:lnTo>
                    <a:pt x="477" y="4025"/>
                  </a:lnTo>
                  <a:lnTo>
                    <a:pt x="611" y="4189"/>
                  </a:lnTo>
                  <a:lnTo>
                    <a:pt x="805" y="4219"/>
                  </a:lnTo>
                  <a:lnTo>
                    <a:pt x="999" y="4219"/>
                  </a:lnTo>
                  <a:lnTo>
                    <a:pt x="1252" y="4204"/>
                  </a:lnTo>
                  <a:lnTo>
                    <a:pt x="1506" y="4175"/>
                  </a:lnTo>
                  <a:lnTo>
                    <a:pt x="1759" y="4100"/>
                  </a:lnTo>
                  <a:lnTo>
                    <a:pt x="1983" y="4025"/>
                  </a:lnTo>
                  <a:lnTo>
                    <a:pt x="2206" y="3921"/>
                  </a:lnTo>
                  <a:lnTo>
                    <a:pt x="2415" y="3787"/>
                  </a:lnTo>
                  <a:lnTo>
                    <a:pt x="2609" y="3638"/>
                  </a:lnTo>
                  <a:lnTo>
                    <a:pt x="2788" y="3474"/>
                  </a:lnTo>
                  <a:lnTo>
                    <a:pt x="2952" y="3295"/>
                  </a:lnTo>
                  <a:lnTo>
                    <a:pt x="3101" y="3101"/>
                  </a:lnTo>
                  <a:lnTo>
                    <a:pt x="3235" y="2892"/>
                  </a:lnTo>
                  <a:lnTo>
                    <a:pt x="3340" y="2669"/>
                  </a:lnTo>
                  <a:lnTo>
                    <a:pt x="3414" y="2445"/>
                  </a:lnTo>
                  <a:lnTo>
                    <a:pt x="3489" y="2192"/>
                  </a:lnTo>
                  <a:lnTo>
                    <a:pt x="3518" y="1953"/>
                  </a:lnTo>
                  <a:lnTo>
                    <a:pt x="3533" y="1685"/>
                  </a:lnTo>
                  <a:lnTo>
                    <a:pt x="3518" y="1446"/>
                  </a:lnTo>
                  <a:lnTo>
                    <a:pt x="3489" y="1223"/>
                  </a:lnTo>
                  <a:lnTo>
                    <a:pt x="3444" y="999"/>
                  </a:lnTo>
                  <a:lnTo>
                    <a:pt x="3369" y="790"/>
                  </a:lnTo>
                  <a:lnTo>
                    <a:pt x="3280" y="582"/>
                  </a:lnTo>
                  <a:lnTo>
                    <a:pt x="3176" y="388"/>
                  </a:lnTo>
                  <a:lnTo>
                    <a:pt x="3056" y="194"/>
                  </a:lnTo>
                  <a:lnTo>
                    <a:pt x="2907" y="30"/>
                  </a:lnTo>
                  <a:lnTo>
                    <a:pt x="27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2"/>
            <p:cNvSpPr/>
            <p:nvPr/>
          </p:nvSpPr>
          <p:spPr>
            <a:xfrm>
              <a:off x="3808840" y="2229340"/>
              <a:ext cx="62429" cy="62414"/>
            </a:xfrm>
            <a:custGeom>
              <a:rect b="b" l="l" r="r" t="t"/>
              <a:pathLst>
                <a:path extrusionOk="0" h="4115" w="4116">
                  <a:moveTo>
                    <a:pt x="2058" y="0"/>
                  </a:moveTo>
                  <a:lnTo>
                    <a:pt x="1849" y="15"/>
                  </a:lnTo>
                  <a:lnTo>
                    <a:pt x="1641" y="45"/>
                  </a:lnTo>
                  <a:lnTo>
                    <a:pt x="1447" y="90"/>
                  </a:lnTo>
                  <a:lnTo>
                    <a:pt x="1268" y="164"/>
                  </a:lnTo>
                  <a:lnTo>
                    <a:pt x="1089" y="254"/>
                  </a:lnTo>
                  <a:lnTo>
                    <a:pt x="910" y="358"/>
                  </a:lnTo>
                  <a:lnTo>
                    <a:pt x="761" y="477"/>
                  </a:lnTo>
                  <a:lnTo>
                    <a:pt x="612" y="611"/>
                  </a:lnTo>
                  <a:lnTo>
                    <a:pt x="478" y="746"/>
                  </a:lnTo>
                  <a:lnTo>
                    <a:pt x="358" y="910"/>
                  </a:lnTo>
                  <a:lnTo>
                    <a:pt x="254" y="1074"/>
                  </a:lnTo>
                  <a:lnTo>
                    <a:pt x="165" y="1252"/>
                  </a:lnTo>
                  <a:lnTo>
                    <a:pt x="105" y="1446"/>
                  </a:lnTo>
                  <a:lnTo>
                    <a:pt x="45" y="1640"/>
                  </a:lnTo>
                  <a:lnTo>
                    <a:pt x="15" y="1849"/>
                  </a:lnTo>
                  <a:lnTo>
                    <a:pt x="1" y="2057"/>
                  </a:lnTo>
                  <a:lnTo>
                    <a:pt x="15" y="2251"/>
                  </a:lnTo>
                  <a:lnTo>
                    <a:pt x="45" y="2430"/>
                  </a:lnTo>
                  <a:lnTo>
                    <a:pt x="90" y="2609"/>
                  </a:lnTo>
                  <a:lnTo>
                    <a:pt x="135" y="2788"/>
                  </a:lnTo>
                  <a:lnTo>
                    <a:pt x="209" y="2952"/>
                  </a:lnTo>
                  <a:lnTo>
                    <a:pt x="299" y="3116"/>
                  </a:lnTo>
                  <a:lnTo>
                    <a:pt x="403" y="3265"/>
                  </a:lnTo>
                  <a:lnTo>
                    <a:pt x="507" y="3399"/>
                  </a:lnTo>
                  <a:lnTo>
                    <a:pt x="657" y="3563"/>
                  </a:lnTo>
                  <a:lnTo>
                    <a:pt x="821" y="3697"/>
                  </a:lnTo>
                  <a:lnTo>
                    <a:pt x="999" y="3817"/>
                  </a:lnTo>
                  <a:lnTo>
                    <a:pt x="1193" y="3921"/>
                  </a:lnTo>
                  <a:lnTo>
                    <a:pt x="1402" y="3996"/>
                  </a:lnTo>
                  <a:lnTo>
                    <a:pt x="1611" y="4055"/>
                  </a:lnTo>
                  <a:lnTo>
                    <a:pt x="1834" y="4100"/>
                  </a:lnTo>
                  <a:lnTo>
                    <a:pt x="2058" y="4115"/>
                  </a:lnTo>
                  <a:lnTo>
                    <a:pt x="2267" y="4100"/>
                  </a:lnTo>
                  <a:lnTo>
                    <a:pt x="2475" y="4070"/>
                  </a:lnTo>
                  <a:lnTo>
                    <a:pt x="2669" y="4025"/>
                  </a:lnTo>
                  <a:lnTo>
                    <a:pt x="2863" y="3951"/>
                  </a:lnTo>
                  <a:lnTo>
                    <a:pt x="3042" y="3861"/>
                  </a:lnTo>
                  <a:lnTo>
                    <a:pt x="3206" y="3757"/>
                  </a:lnTo>
                  <a:lnTo>
                    <a:pt x="3370" y="3638"/>
                  </a:lnTo>
                  <a:lnTo>
                    <a:pt x="3519" y="3504"/>
                  </a:lnTo>
                  <a:lnTo>
                    <a:pt x="3653" y="3369"/>
                  </a:lnTo>
                  <a:lnTo>
                    <a:pt x="3758" y="3205"/>
                  </a:lnTo>
                  <a:lnTo>
                    <a:pt x="3862" y="3041"/>
                  </a:lnTo>
                  <a:lnTo>
                    <a:pt x="3951" y="2863"/>
                  </a:lnTo>
                  <a:lnTo>
                    <a:pt x="4026" y="2669"/>
                  </a:lnTo>
                  <a:lnTo>
                    <a:pt x="4071" y="2475"/>
                  </a:lnTo>
                  <a:lnTo>
                    <a:pt x="4100" y="2266"/>
                  </a:lnTo>
                  <a:lnTo>
                    <a:pt x="4115" y="2057"/>
                  </a:lnTo>
                  <a:lnTo>
                    <a:pt x="4100" y="1864"/>
                  </a:lnTo>
                  <a:lnTo>
                    <a:pt x="4085" y="1685"/>
                  </a:lnTo>
                  <a:lnTo>
                    <a:pt x="4041" y="1506"/>
                  </a:lnTo>
                  <a:lnTo>
                    <a:pt x="3981" y="1327"/>
                  </a:lnTo>
                  <a:lnTo>
                    <a:pt x="3907" y="1163"/>
                  </a:lnTo>
                  <a:lnTo>
                    <a:pt x="3832" y="999"/>
                  </a:lnTo>
                  <a:lnTo>
                    <a:pt x="3728" y="850"/>
                  </a:lnTo>
                  <a:lnTo>
                    <a:pt x="3608" y="716"/>
                  </a:lnTo>
                  <a:lnTo>
                    <a:pt x="3489" y="582"/>
                  </a:lnTo>
                  <a:lnTo>
                    <a:pt x="3355" y="462"/>
                  </a:lnTo>
                  <a:lnTo>
                    <a:pt x="3221" y="358"/>
                  </a:lnTo>
                  <a:lnTo>
                    <a:pt x="3057" y="268"/>
                  </a:lnTo>
                  <a:lnTo>
                    <a:pt x="2908" y="179"/>
                  </a:lnTo>
                  <a:lnTo>
                    <a:pt x="2729" y="119"/>
                  </a:lnTo>
                  <a:lnTo>
                    <a:pt x="2565" y="60"/>
                  </a:lnTo>
                  <a:lnTo>
                    <a:pt x="2371" y="30"/>
                  </a:lnTo>
                  <a:lnTo>
                    <a:pt x="2222" y="15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2"/>
            <p:cNvSpPr/>
            <p:nvPr/>
          </p:nvSpPr>
          <p:spPr>
            <a:xfrm>
              <a:off x="3808840" y="2229340"/>
              <a:ext cx="43652" cy="52025"/>
            </a:xfrm>
            <a:custGeom>
              <a:rect b="b" l="l" r="r" t="t"/>
              <a:pathLst>
                <a:path extrusionOk="0" h="3430" w="2878">
                  <a:moveTo>
                    <a:pt x="2058" y="0"/>
                  </a:moveTo>
                  <a:lnTo>
                    <a:pt x="1849" y="15"/>
                  </a:lnTo>
                  <a:lnTo>
                    <a:pt x="1641" y="45"/>
                  </a:lnTo>
                  <a:lnTo>
                    <a:pt x="1447" y="90"/>
                  </a:lnTo>
                  <a:lnTo>
                    <a:pt x="1268" y="164"/>
                  </a:lnTo>
                  <a:lnTo>
                    <a:pt x="1089" y="254"/>
                  </a:lnTo>
                  <a:lnTo>
                    <a:pt x="910" y="358"/>
                  </a:lnTo>
                  <a:lnTo>
                    <a:pt x="761" y="477"/>
                  </a:lnTo>
                  <a:lnTo>
                    <a:pt x="612" y="611"/>
                  </a:lnTo>
                  <a:lnTo>
                    <a:pt x="478" y="746"/>
                  </a:lnTo>
                  <a:lnTo>
                    <a:pt x="358" y="910"/>
                  </a:lnTo>
                  <a:lnTo>
                    <a:pt x="254" y="1074"/>
                  </a:lnTo>
                  <a:lnTo>
                    <a:pt x="165" y="1252"/>
                  </a:lnTo>
                  <a:lnTo>
                    <a:pt x="105" y="1446"/>
                  </a:lnTo>
                  <a:lnTo>
                    <a:pt x="45" y="1640"/>
                  </a:lnTo>
                  <a:lnTo>
                    <a:pt x="15" y="1849"/>
                  </a:lnTo>
                  <a:lnTo>
                    <a:pt x="1" y="2057"/>
                  </a:lnTo>
                  <a:lnTo>
                    <a:pt x="15" y="2251"/>
                  </a:lnTo>
                  <a:lnTo>
                    <a:pt x="45" y="2430"/>
                  </a:lnTo>
                  <a:lnTo>
                    <a:pt x="90" y="2609"/>
                  </a:lnTo>
                  <a:lnTo>
                    <a:pt x="135" y="2788"/>
                  </a:lnTo>
                  <a:lnTo>
                    <a:pt x="209" y="2952"/>
                  </a:lnTo>
                  <a:lnTo>
                    <a:pt x="299" y="3116"/>
                  </a:lnTo>
                  <a:lnTo>
                    <a:pt x="403" y="3265"/>
                  </a:lnTo>
                  <a:lnTo>
                    <a:pt x="507" y="3399"/>
                  </a:lnTo>
                  <a:lnTo>
                    <a:pt x="671" y="3414"/>
                  </a:lnTo>
                  <a:lnTo>
                    <a:pt x="821" y="3429"/>
                  </a:lnTo>
                  <a:lnTo>
                    <a:pt x="1029" y="3414"/>
                  </a:lnTo>
                  <a:lnTo>
                    <a:pt x="1238" y="3384"/>
                  </a:lnTo>
                  <a:lnTo>
                    <a:pt x="1432" y="3340"/>
                  </a:lnTo>
                  <a:lnTo>
                    <a:pt x="1626" y="3265"/>
                  </a:lnTo>
                  <a:lnTo>
                    <a:pt x="1805" y="3176"/>
                  </a:lnTo>
                  <a:lnTo>
                    <a:pt x="1968" y="3071"/>
                  </a:lnTo>
                  <a:lnTo>
                    <a:pt x="2132" y="2952"/>
                  </a:lnTo>
                  <a:lnTo>
                    <a:pt x="2282" y="2818"/>
                  </a:lnTo>
                  <a:lnTo>
                    <a:pt x="2416" y="2684"/>
                  </a:lnTo>
                  <a:lnTo>
                    <a:pt x="2535" y="2520"/>
                  </a:lnTo>
                  <a:lnTo>
                    <a:pt x="2624" y="2356"/>
                  </a:lnTo>
                  <a:lnTo>
                    <a:pt x="2714" y="2177"/>
                  </a:lnTo>
                  <a:lnTo>
                    <a:pt x="2788" y="1983"/>
                  </a:lnTo>
                  <a:lnTo>
                    <a:pt x="2833" y="1789"/>
                  </a:lnTo>
                  <a:lnTo>
                    <a:pt x="2863" y="1580"/>
                  </a:lnTo>
                  <a:lnTo>
                    <a:pt x="2878" y="1372"/>
                  </a:lnTo>
                  <a:lnTo>
                    <a:pt x="2878" y="1178"/>
                  </a:lnTo>
                  <a:lnTo>
                    <a:pt x="2848" y="999"/>
                  </a:lnTo>
                  <a:lnTo>
                    <a:pt x="2803" y="820"/>
                  </a:lnTo>
                  <a:lnTo>
                    <a:pt x="2744" y="641"/>
                  </a:lnTo>
                  <a:lnTo>
                    <a:pt x="2669" y="477"/>
                  </a:lnTo>
                  <a:lnTo>
                    <a:pt x="2580" y="313"/>
                  </a:lnTo>
                  <a:lnTo>
                    <a:pt x="2490" y="164"/>
                  </a:lnTo>
                  <a:lnTo>
                    <a:pt x="2371" y="30"/>
                  </a:lnTo>
                  <a:lnTo>
                    <a:pt x="2222" y="15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2"/>
            <p:cNvSpPr/>
            <p:nvPr/>
          </p:nvSpPr>
          <p:spPr>
            <a:xfrm>
              <a:off x="3537721" y="2512442"/>
              <a:ext cx="182723" cy="182950"/>
            </a:xfrm>
            <a:custGeom>
              <a:rect b="b" l="l" r="r" t="t"/>
              <a:pathLst>
                <a:path extrusionOk="0" h="12062" w="12047">
                  <a:moveTo>
                    <a:pt x="6023" y="0"/>
                  </a:moveTo>
                  <a:lnTo>
                    <a:pt x="5710" y="15"/>
                  </a:lnTo>
                  <a:lnTo>
                    <a:pt x="5412" y="30"/>
                  </a:lnTo>
                  <a:lnTo>
                    <a:pt x="5099" y="75"/>
                  </a:lnTo>
                  <a:lnTo>
                    <a:pt x="4816" y="135"/>
                  </a:lnTo>
                  <a:lnTo>
                    <a:pt x="4518" y="194"/>
                  </a:lnTo>
                  <a:lnTo>
                    <a:pt x="4234" y="284"/>
                  </a:lnTo>
                  <a:lnTo>
                    <a:pt x="3951" y="373"/>
                  </a:lnTo>
                  <a:lnTo>
                    <a:pt x="3683" y="478"/>
                  </a:lnTo>
                  <a:lnTo>
                    <a:pt x="3414" y="597"/>
                  </a:lnTo>
                  <a:lnTo>
                    <a:pt x="3146" y="731"/>
                  </a:lnTo>
                  <a:lnTo>
                    <a:pt x="2893" y="880"/>
                  </a:lnTo>
                  <a:lnTo>
                    <a:pt x="2654" y="1029"/>
                  </a:lnTo>
                  <a:lnTo>
                    <a:pt x="2416" y="1208"/>
                  </a:lnTo>
                  <a:lnTo>
                    <a:pt x="2192" y="1387"/>
                  </a:lnTo>
                  <a:lnTo>
                    <a:pt x="1968" y="1566"/>
                  </a:lnTo>
                  <a:lnTo>
                    <a:pt x="1760" y="1775"/>
                  </a:lnTo>
                  <a:lnTo>
                    <a:pt x="1566" y="1983"/>
                  </a:lnTo>
                  <a:lnTo>
                    <a:pt x="1372" y="2207"/>
                  </a:lnTo>
                  <a:lnTo>
                    <a:pt x="1193" y="2431"/>
                  </a:lnTo>
                  <a:lnTo>
                    <a:pt x="1029" y="2669"/>
                  </a:lnTo>
                  <a:lnTo>
                    <a:pt x="865" y="2908"/>
                  </a:lnTo>
                  <a:lnTo>
                    <a:pt x="731" y="3161"/>
                  </a:lnTo>
                  <a:lnTo>
                    <a:pt x="597" y="3414"/>
                  </a:lnTo>
                  <a:lnTo>
                    <a:pt x="477" y="3683"/>
                  </a:lnTo>
                  <a:lnTo>
                    <a:pt x="358" y="3966"/>
                  </a:lnTo>
                  <a:lnTo>
                    <a:pt x="269" y="4234"/>
                  </a:lnTo>
                  <a:lnTo>
                    <a:pt x="179" y="4533"/>
                  </a:lnTo>
                  <a:lnTo>
                    <a:pt x="120" y="4816"/>
                  </a:lnTo>
                  <a:lnTo>
                    <a:pt x="60" y="5114"/>
                  </a:lnTo>
                  <a:lnTo>
                    <a:pt x="30" y="5412"/>
                  </a:lnTo>
                  <a:lnTo>
                    <a:pt x="0" y="5725"/>
                  </a:lnTo>
                  <a:lnTo>
                    <a:pt x="0" y="6038"/>
                  </a:lnTo>
                  <a:lnTo>
                    <a:pt x="0" y="6307"/>
                  </a:lnTo>
                  <a:lnTo>
                    <a:pt x="15" y="6590"/>
                  </a:lnTo>
                  <a:lnTo>
                    <a:pt x="60" y="6873"/>
                  </a:lnTo>
                  <a:lnTo>
                    <a:pt x="105" y="7142"/>
                  </a:lnTo>
                  <a:lnTo>
                    <a:pt x="149" y="7410"/>
                  </a:lnTo>
                  <a:lnTo>
                    <a:pt x="224" y="7663"/>
                  </a:lnTo>
                  <a:lnTo>
                    <a:pt x="299" y="7917"/>
                  </a:lnTo>
                  <a:lnTo>
                    <a:pt x="388" y="8170"/>
                  </a:lnTo>
                  <a:lnTo>
                    <a:pt x="492" y="8424"/>
                  </a:lnTo>
                  <a:lnTo>
                    <a:pt x="597" y="8662"/>
                  </a:lnTo>
                  <a:lnTo>
                    <a:pt x="716" y="8901"/>
                  </a:lnTo>
                  <a:lnTo>
                    <a:pt x="850" y="9124"/>
                  </a:lnTo>
                  <a:lnTo>
                    <a:pt x="999" y="9348"/>
                  </a:lnTo>
                  <a:lnTo>
                    <a:pt x="1148" y="9572"/>
                  </a:lnTo>
                  <a:lnTo>
                    <a:pt x="1297" y="9780"/>
                  </a:lnTo>
                  <a:lnTo>
                    <a:pt x="1476" y="9989"/>
                  </a:lnTo>
                  <a:lnTo>
                    <a:pt x="1685" y="10213"/>
                  </a:lnTo>
                  <a:lnTo>
                    <a:pt x="1909" y="10436"/>
                  </a:lnTo>
                  <a:lnTo>
                    <a:pt x="2147" y="10645"/>
                  </a:lnTo>
                  <a:lnTo>
                    <a:pt x="2401" y="10839"/>
                  </a:lnTo>
                  <a:lnTo>
                    <a:pt x="2654" y="11033"/>
                  </a:lnTo>
                  <a:lnTo>
                    <a:pt x="2922" y="11197"/>
                  </a:lnTo>
                  <a:lnTo>
                    <a:pt x="3191" y="11361"/>
                  </a:lnTo>
                  <a:lnTo>
                    <a:pt x="3474" y="11495"/>
                  </a:lnTo>
                  <a:lnTo>
                    <a:pt x="3772" y="11629"/>
                  </a:lnTo>
                  <a:lnTo>
                    <a:pt x="4070" y="11733"/>
                  </a:lnTo>
                  <a:lnTo>
                    <a:pt x="4383" y="11838"/>
                  </a:lnTo>
                  <a:lnTo>
                    <a:pt x="4697" y="11912"/>
                  </a:lnTo>
                  <a:lnTo>
                    <a:pt x="5025" y="11972"/>
                  </a:lnTo>
                  <a:lnTo>
                    <a:pt x="5352" y="12017"/>
                  </a:lnTo>
                  <a:lnTo>
                    <a:pt x="5680" y="12046"/>
                  </a:lnTo>
                  <a:lnTo>
                    <a:pt x="6023" y="12061"/>
                  </a:lnTo>
                  <a:lnTo>
                    <a:pt x="6336" y="12046"/>
                  </a:lnTo>
                  <a:lnTo>
                    <a:pt x="6635" y="12032"/>
                  </a:lnTo>
                  <a:lnTo>
                    <a:pt x="6948" y="11987"/>
                  </a:lnTo>
                  <a:lnTo>
                    <a:pt x="7231" y="11942"/>
                  </a:lnTo>
                  <a:lnTo>
                    <a:pt x="7529" y="11868"/>
                  </a:lnTo>
                  <a:lnTo>
                    <a:pt x="7812" y="11793"/>
                  </a:lnTo>
                  <a:lnTo>
                    <a:pt x="8096" y="11689"/>
                  </a:lnTo>
                  <a:lnTo>
                    <a:pt x="8364" y="11584"/>
                  </a:lnTo>
                  <a:lnTo>
                    <a:pt x="8632" y="11465"/>
                  </a:lnTo>
                  <a:lnTo>
                    <a:pt x="8901" y="11331"/>
                  </a:lnTo>
                  <a:lnTo>
                    <a:pt x="9154" y="11182"/>
                  </a:lnTo>
                  <a:lnTo>
                    <a:pt x="9393" y="11033"/>
                  </a:lnTo>
                  <a:lnTo>
                    <a:pt x="9631" y="10869"/>
                  </a:lnTo>
                  <a:lnTo>
                    <a:pt x="9855" y="10690"/>
                  </a:lnTo>
                  <a:lnTo>
                    <a:pt x="10078" y="10496"/>
                  </a:lnTo>
                  <a:lnTo>
                    <a:pt x="10287" y="10287"/>
                  </a:lnTo>
                  <a:lnTo>
                    <a:pt x="10481" y="10079"/>
                  </a:lnTo>
                  <a:lnTo>
                    <a:pt x="10675" y="9870"/>
                  </a:lnTo>
                  <a:lnTo>
                    <a:pt x="10854" y="9631"/>
                  </a:lnTo>
                  <a:lnTo>
                    <a:pt x="11018" y="9408"/>
                  </a:lnTo>
                  <a:lnTo>
                    <a:pt x="11182" y="9154"/>
                  </a:lnTo>
                  <a:lnTo>
                    <a:pt x="11316" y="8901"/>
                  </a:lnTo>
                  <a:lnTo>
                    <a:pt x="11450" y="8647"/>
                  </a:lnTo>
                  <a:lnTo>
                    <a:pt x="11569" y="8379"/>
                  </a:lnTo>
                  <a:lnTo>
                    <a:pt x="11689" y="8111"/>
                  </a:lnTo>
                  <a:lnTo>
                    <a:pt x="11778" y="7827"/>
                  </a:lnTo>
                  <a:lnTo>
                    <a:pt x="11867" y="7544"/>
                  </a:lnTo>
                  <a:lnTo>
                    <a:pt x="11927" y="7246"/>
                  </a:lnTo>
                  <a:lnTo>
                    <a:pt x="11987" y="6948"/>
                  </a:lnTo>
                  <a:lnTo>
                    <a:pt x="12017" y="6650"/>
                  </a:lnTo>
                  <a:lnTo>
                    <a:pt x="12046" y="6337"/>
                  </a:lnTo>
                  <a:lnTo>
                    <a:pt x="12046" y="6038"/>
                  </a:lnTo>
                  <a:lnTo>
                    <a:pt x="12046" y="5755"/>
                  </a:lnTo>
                  <a:lnTo>
                    <a:pt x="12031" y="5472"/>
                  </a:lnTo>
                  <a:lnTo>
                    <a:pt x="11987" y="5203"/>
                  </a:lnTo>
                  <a:lnTo>
                    <a:pt x="11942" y="4935"/>
                  </a:lnTo>
                  <a:lnTo>
                    <a:pt x="11897" y="4667"/>
                  </a:lnTo>
                  <a:lnTo>
                    <a:pt x="11823" y="4398"/>
                  </a:lnTo>
                  <a:lnTo>
                    <a:pt x="11748" y="4145"/>
                  </a:lnTo>
                  <a:lnTo>
                    <a:pt x="11659" y="3892"/>
                  </a:lnTo>
                  <a:lnTo>
                    <a:pt x="11554" y="3653"/>
                  </a:lnTo>
                  <a:lnTo>
                    <a:pt x="11450" y="3400"/>
                  </a:lnTo>
                  <a:lnTo>
                    <a:pt x="11331" y="3176"/>
                  </a:lnTo>
                  <a:lnTo>
                    <a:pt x="11197" y="2937"/>
                  </a:lnTo>
                  <a:lnTo>
                    <a:pt x="11062" y="2714"/>
                  </a:lnTo>
                  <a:lnTo>
                    <a:pt x="10913" y="2505"/>
                  </a:lnTo>
                  <a:lnTo>
                    <a:pt x="10749" y="2296"/>
                  </a:lnTo>
                  <a:lnTo>
                    <a:pt x="10585" y="2088"/>
                  </a:lnTo>
                  <a:lnTo>
                    <a:pt x="10406" y="1894"/>
                  </a:lnTo>
                  <a:lnTo>
                    <a:pt x="10228" y="1715"/>
                  </a:lnTo>
                  <a:lnTo>
                    <a:pt x="10034" y="1536"/>
                  </a:lnTo>
                  <a:lnTo>
                    <a:pt x="9825" y="1357"/>
                  </a:lnTo>
                  <a:lnTo>
                    <a:pt x="9616" y="1193"/>
                  </a:lnTo>
                  <a:lnTo>
                    <a:pt x="9408" y="1044"/>
                  </a:lnTo>
                  <a:lnTo>
                    <a:pt x="9184" y="895"/>
                  </a:lnTo>
                  <a:lnTo>
                    <a:pt x="8960" y="776"/>
                  </a:lnTo>
                  <a:lnTo>
                    <a:pt x="8722" y="642"/>
                  </a:lnTo>
                  <a:lnTo>
                    <a:pt x="8483" y="537"/>
                  </a:lnTo>
                  <a:lnTo>
                    <a:pt x="8245" y="433"/>
                  </a:lnTo>
                  <a:lnTo>
                    <a:pt x="7991" y="328"/>
                  </a:lnTo>
                  <a:lnTo>
                    <a:pt x="7738" y="254"/>
                  </a:lnTo>
                  <a:lnTo>
                    <a:pt x="7484" y="179"/>
                  </a:lnTo>
                  <a:lnTo>
                    <a:pt x="7216" y="120"/>
                  </a:lnTo>
                  <a:lnTo>
                    <a:pt x="6948" y="75"/>
                  </a:lnTo>
                  <a:lnTo>
                    <a:pt x="6486" y="30"/>
                  </a:lnTo>
                  <a:lnTo>
                    <a:pt x="6023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2"/>
            <p:cNvSpPr/>
            <p:nvPr/>
          </p:nvSpPr>
          <p:spPr>
            <a:xfrm>
              <a:off x="3537721" y="2512442"/>
              <a:ext cx="127771" cy="152418"/>
            </a:xfrm>
            <a:custGeom>
              <a:rect b="b" l="l" r="r" t="t"/>
              <a:pathLst>
                <a:path extrusionOk="0" h="10049" w="8424">
                  <a:moveTo>
                    <a:pt x="6023" y="0"/>
                  </a:moveTo>
                  <a:lnTo>
                    <a:pt x="5710" y="15"/>
                  </a:lnTo>
                  <a:lnTo>
                    <a:pt x="5412" y="30"/>
                  </a:lnTo>
                  <a:lnTo>
                    <a:pt x="5099" y="75"/>
                  </a:lnTo>
                  <a:lnTo>
                    <a:pt x="4816" y="135"/>
                  </a:lnTo>
                  <a:lnTo>
                    <a:pt x="4518" y="194"/>
                  </a:lnTo>
                  <a:lnTo>
                    <a:pt x="4234" y="284"/>
                  </a:lnTo>
                  <a:lnTo>
                    <a:pt x="3951" y="373"/>
                  </a:lnTo>
                  <a:lnTo>
                    <a:pt x="3683" y="478"/>
                  </a:lnTo>
                  <a:lnTo>
                    <a:pt x="3414" y="597"/>
                  </a:lnTo>
                  <a:lnTo>
                    <a:pt x="3146" y="731"/>
                  </a:lnTo>
                  <a:lnTo>
                    <a:pt x="2893" y="880"/>
                  </a:lnTo>
                  <a:lnTo>
                    <a:pt x="2654" y="1029"/>
                  </a:lnTo>
                  <a:lnTo>
                    <a:pt x="2416" y="1208"/>
                  </a:lnTo>
                  <a:lnTo>
                    <a:pt x="2192" y="1387"/>
                  </a:lnTo>
                  <a:lnTo>
                    <a:pt x="1968" y="1566"/>
                  </a:lnTo>
                  <a:lnTo>
                    <a:pt x="1760" y="1775"/>
                  </a:lnTo>
                  <a:lnTo>
                    <a:pt x="1566" y="1983"/>
                  </a:lnTo>
                  <a:lnTo>
                    <a:pt x="1372" y="2207"/>
                  </a:lnTo>
                  <a:lnTo>
                    <a:pt x="1193" y="2431"/>
                  </a:lnTo>
                  <a:lnTo>
                    <a:pt x="1029" y="2669"/>
                  </a:lnTo>
                  <a:lnTo>
                    <a:pt x="865" y="2908"/>
                  </a:lnTo>
                  <a:lnTo>
                    <a:pt x="731" y="3161"/>
                  </a:lnTo>
                  <a:lnTo>
                    <a:pt x="597" y="3414"/>
                  </a:lnTo>
                  <a:lnTo>
                    <a:pt x="477" y="3683"/>
                  </a:lnTo>
                  <a:lnTo>
                    <a:pt x="358" y="3966"/>
                  </a:lnTo>
                  <a:lnTo>
                    <a:pt x="269" y="4234"/>
                  </a:lnTo>
                  <a:lnTo>
                    <a:pt x="179" y="4533"/>
                  </a:lnTo>
                  <a:lnTo>
                    <a:pt x="120" y="4816"/>
                  </a:lnTo>
                  <a:lnTo>
                    <a:pt x="60" y="5114"/>
                  </a:lnTo>
                  <a:lnTo>
                    <a:pt x="30" y="5412"/>
                  </a:lnTo>
                  <a:lnTo>
                    <a:pt x="0" y="5725"/>
                  </a:lnTo>
                  <a:lnTo>
                    <a:pt x="0" y="6038"/>
                  </a:lnTo>
                  <a:lnTo>
                    <a:pt x="0" y="6307"/>
                  </a:lnTo>
                  <a:lnTo>
                    <a:pt x="15" y="6590"/>
                  </a:lnTo>
                  <a:lnTo>
                    <a:pt x="60" y="6873"/>
                  </a:lnTo>
                  <a:lnTo>
                    <a:pt x="105" y="7142"/>
                  </a:lnTo>
                  <a:lnTo>
                    <a:pt x="149" y="7410"/>
                  </a:lnTo>
                  <a:lnTo>
                    <a:pt x="224" y="7663"/>
                  </a:lnTo>
                  <a:lnTo>
                    <a:pt x="299" y="7917"/>
                  </a:lnTo>
                  <a:lnTo>
                    <a:pt x="388" y="8170"/>
                  </a:lnTo>
                  <a:lnTo>
                    <a:pt x="492" y="8424"/>
                  </a:lnTo>
                  <a:lnTo>
                    <a:pt x="597" y="8662"/>
                  </a:lnTo>
                  <a:lnTo>
                    <a:pt x="716" y="8901"/>
                  </a:lnTo>
                  <a:lnTo>
                    <a:pt x="850" y="9124"/>
                  </a:lnTo>
                  <a:lnTo>
                    <a:pt x="999" y="9348"/>
                  </a:lnTo>
                  <a:lnTo>
                    <a:pt x="1148" y="9572"/>
                  </a:lnTo>
                  <a:lnTo>
                    <a:pt x="1297" y="9780"/>
                  </a:lnTo>
                  <a:lnTo>
                    <a:pt x="1476" y="9989"/>
                  </a:lnTo>
                  <a:lnTo>
                    <a:pt x="1924" y="10034"/>
                  </a:lnTo>
                  <a:lnTo>
                    <a:pt x="2162" y="10049"/>
                  </a:lnTo>
                  <a:lnTo>
                    <a:pt x="2699" y="10049"/>
                  </a:lnTo>
                  <a:lnTo>
                    <a:pt x="3012" y="10019"/>
                  </a:lnTo>
                  <a:lnTo>
                    <a:pt x="3310" y="9989"/>
                  </a:lnTo>
                  <a:lnTo>
                    <a:pt x="3608" y="9929"/>
                  </a:lnTo>
                  <a:lnTo>
                    <a:pt x="3906" y="9855"/>
                  </a:lnTo>
                  <a:lnTo>
                    <a:pt x="4190" y="9780"/>
                  </a:lnTo>
                  <a:lnTo>
                    <a:pt x="4473" y="9691"/>
                  </a:lnTo>
                  <a:lnTo>
                    <a:pt x="4741" y="9572"/>
                  </a:lnTo>
                  <a:lnTo>
                    <a:pt x="5010" y="9452"/>
                  </a:lnTo>
                  <a:lnTo>
                    <a:pt x="5263" y="9318"/>
                  </a:lnTo>
                  <a:lnTo>
                    <a:pt x="5516" y="9184"/>
                  </a:lnTo>
                  <a:lnTo>
                    <a:pt x="5770" y="9020"/>
                  </a:lnTo>
                  <a:lnTo>
                    <a:pt x="6008" y="8856"/>
                  </a:lnTo>
                  <a:lnTo>
                    <a:pt x="6232" y="8677"/>
                  </a:lnTo>
                  <a:lnTo>
                    <a:pt x="6441" y="8483"/>
                  </a:lnTo>
                  <a:lnTo>
                    <a:pt x="6664" y="8290"/>
                  </a:lnTo>
                  <a:lnTo>
                    <a:pt x="6858" y="8081"/>
                  </a:lnTo>
                  <a:lnTo>
                    <a:pt x="7052" y="7857"/>
                  </a:lnTo>
                  <a:lnTo>
                    <a:pt x="7231" y="7634"/>
                  </a:lnTo>
                  <a:lnTo>
                    <a:pt x="7395" y="7395"/>
                  </a:lnTo>
                  <a:lnTo>
                    <a:pt x="7544" y="7156"/>
                  </a:lnTo>
                  <a:lnTo>
                    <a:pt x="7693" y="6903"/>
                  </a:lnTo>
                  <a:lnTo>
                    <a:pt x="7827" y="6635"/>
                  </a:lnTo>
                  <a:lnTo>
                    <a:pt x="7947" y="6366"/>
                  </a:lnTo>
                  <a:lnTo>
                    <a:pt x="8051" y="6098"/>
                  </a:lnTo>
                  <a:lnTo>
                    <a:pt x="8155" y="5815"/>
                  </a:lnTo>
                  <a:lnTo>
                    <a:pt x="8230" y="5531"/>
                  </a:lnTo>
                  <a:lnTo>
                    <a:pt x="8304" y="5233"/>
                  </a:lnTo>
                  <a:lnTo>
                    <a:pt x="8349" y="4950"/>
                  </a:lnTo>
                  <a:lnTo>
                    <a:pt x="8394" y="4637"/>
                  </a:lnTo>
                  <a:lnTo>
                    <a:pt x="8424" y="4339"/>
                  </a:lnTo>
                  <a:lnTo>
                    <a:pt x="8424" y="4026"/>
                  </a:lnTo>
                  <a:lnTo>
                    <a:pt x="8424" y="3742"/>
                  </a:lnTo>
                  <a:lnTo>
                    <a:pt x="8394" y="3459"/>
                  </a:lnTo>
                  <a:lnTo>
                    <a:pt x="8364" y="3191"/>
                  </a:lnTo>
                  <a:lnTo>
                    <a:pt x="8319" y="2923"/>
                  </a:lnTo>
                  <a:lnTo>
                    <a:pt x="8260" y="2654"/>
                  </a:lnTo>
                  <a:lnTo>
                    <a:pt x="8200" y="2386"/>
                  </a:lnTo>
                  <a:lnTo>
                    <a:pt x="8125" y="2132"/>
                  </a:lnTo>
                  <a:lnTo>
                    <a:pt x="8036" y="1879"/>
                  </a:lnTo>
                  <a:lnTo>
                    <a:pt x="7932" y="1625"/>
                  </a:lnTo>
                  <a:lnTo>
                    <a:pt x="7812" y="1387"/>
                  </a:lnTo>
                  <a:lnTo>
                    <a:pt x="7693" y="1148"/>
                  </a:lnTo>
                  <a:lnTo>
                    <a:pt x="7559" y="925"/>
                  </a:lnTo>
                  <a:lnTo>
                    <a:pt x="7425" y="701"/>
                  </a:lnTo>
                  <a:lnTo>
                    <a:pt x="7276" y="492"/>
                  </a:lnTo>
                  <a:lnTo>
                    <a:pt x="7112" y="284"/>
                  </a:lnTo>
                  <a:lnTo>
                    <a:pt x="6948" y="75"/>
                  </a:lnTo>
                  <a:lnTo>
                    <a:pt x="6486" y="30"/>
                  </a:lnTo>
                  <a:lnTo>
                    <a:pt x="60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2"/>
            <p:cNvSpPr/>
            <p:nvPr/>
          </p:nvSpPr>
          <p:spPr>
            <a:xfrm>
              <a:off x="3651917" y="2483275"/>
              <a:ext cx="196510" cy="196510"/>
            </a:xfrm>
            <a:custGeom>
              <a:rect b="b" l="l" r="r" t="t"/>
              <a:pathLst>
                <a:path extrusionOk="0" h="12956" w="12956">
                  <a:moveTo>
                    <a:pt x="6142" y="0"/>
                  </a:moveTo>
                  <a:lnTo>
                    <a:pt x="5814" y="30"/>
                  </a:lnTo>
                  <a:lnTo>
                    <a:pt x="5486" y="75"/>
                  </a:lnTo>
                  <a:lnTo>
                    <a:pt x="5173" y="134"/>
                  </a:lnTo>
                  <a:lnTo>
                    <a:pt x="4860" y="194"/>
                  </a:lnTo>
                  <a:lnTo>
                    <a:pt x="4547" y="284"/>
                  </a:lnTo>
                  <a:lnTo>
                    <a:pt x="4249" y="388"/>
                  </a:lnTo>
                  <a:lnTo>
                    <a:pt x="3951" y="507"/>
                  </a:lnTo>
                  <a:lnTo>
                    <a:pt x="3668" y="641"/>
                  </a:lnTo>
                  <a:lnTo>
                    <a:pt x="3384" y="776"/>
                  </a:lnTo>
                  <a:lnTo>
                    <a:pt x="3116" y="940"/>
                  </a:lnTo>
                  <a:lnTo>
                    <a:pt x="2848" y="1103"/>
                  </a:lnTo>
                  <a:lnTo>
                    <a:pt x="2594" y="1282"/>
                  </a:lnTo>
                  <a:lnTo>
                    <a:pt x="2356" y="1476"/>
                  </a:lnTo>
                  <a:lnTo>
                    <a:pt x="2117" y="1685"/>
                  </a:lnTo>
                  <a:lnTo>
                    <a:pt x="1893" y="1894"/>
                  </a:lnTo>
                  <a:lnTo>
                    <a:pt x="1670" y="2117"/>
                  </a:lnTo>
                  <a:lnTo>
                    <a:pt x="1476" y="2356"/>
                  </a:lnTo>
                  <a:lnTo>
                    <a:pt x="1282" y="2594"/>
                  </a:lnTo>
                  <a:lnTo>
                    <a:pt x="1103" y="2863"/>
                  </a:lnTo>
                  <a:lnTo>
                    <a:pt x="924" y="3116"/>
                  </a:lnTo>
                  <a:lnTo>
                    <a:pt x="775" y="3384"/>
                  </a:lnTo>
                  <a:lnTo>
                    <a:pt x="626" y="3668"/>
                  </a:lnTo>
                  <a:lnTo>
                    <a:pt x="507" y="3951"/>
                  </a:lnTo>
                  <a:lnTo>
                    <a:pt x="388" y="4249"/>
                  </a:lnTo>
                  <a:lnTo>
                    <a:pt x="283" y="4547"/>
                  </a:lnTo>
                  <a:lnTo>
                    <a:pt x="194" y="4860"/>
                  </a:lnTo>
                  <a:lnTo>
                    <a:pt x="119" y="5173"/>
                  </a:lnTo>
                  <a:lnTo>
                    <a:pt x="75" y="5487"/>
                  </a:lnTo>
                  <a:lnTo>
                    <a:pt x="30" y="5815"/>
                  </a:lnTo>
                  <a:lnTo>
                    <a:pt x="0" y="6143"/>
                  </a:lnTo>
                  <a:lnTo>
                    <a:pt x="0" y="6485"/>
                  </a:lnTo>
                  <a:lnTo>
                    <a:pt x="0" y="6784"/>
                  </a:lnTo>
                  <a:lnTo>
                    <a:pt x="15" y="7082"/>
                  </a:lnTo>
                  <a:lnTo>
                    <a:pt x="60" y="7380"/>
                  </a:lnTo>
                  <a:lnTo>
                    <a:pt x="104" y="7663"/>
                  </a:lnTo>
                  <a:lnTo>
                    <a:pt x="164" y="7946"/>
                  </a:lnTo>
                  <a:lnTo>
                    <a:pt x="239" y="8230"/>
                  </a:lnTo>
                  <a:lnTo>
                    <a:pt x="313" y="8513"/>
                  </a:lnTo>
                  <a:lnTo>
                    <a:pt x="418" y="8781"/>
                  </a:lnTo>
                  <a:lnTo>
                    <a:pt x="522" y="9050"/>
                  </a:lnTo>
                  <a:lnTo>
                    <a:pt x="641" y="9303"/>
                  </a:lnTo>
                  <a:lnTo>
                    <a:pt x="775" y="9557"/>
                  </a:lnTo>
                  <a:lnTo>
                    <a:pt x="910" y="9810"/>
                  </a:lnTo>
                  <a:lnTo>
                    <a:pt x="1074" y="10049"/>
                  </a:lnTo>
                  <a:lnTo>
                    <a:pt x="1223" y="10287"/>
                  </a:lnTo>
                  <a:lnTo>
                    <a:pt x="1402" y="10511"/>
                  </a:lnTo>
                  <a:lnTo>
                    <a:pt x="1580" y="10719"/>
                  </a:lnTo>
                  <a:lnTo>
                    <a:pt x="1819" y="10973"/>
                  </a:lnTo>
                  <a:lnTo>
                    <a:pt x="2057" y="11211"/>
                  </a:lnTo>
                  <a:lnTo>
                    <a:pt x="2311" y="11435"/>
                  </a:lnTo>
                  <a:lnTo>
                    <a:pt x="2579" y="11659"/>
                  </a:lnTo>
                  <a:lnTo>
                    <a:pt x="2848" y="11852"/>
                  </a:lnTo>
                  <a:lnTo>
                    <a:pt x="3131" y="12031"/>
                  </a:lnTo>
                  <a:lnTo>
                    <a:pt x="3429" y="12210"/>
                  </a:lnTo>
                  <a:lnTo>
                    <a:pt x="3742" y="12359"/>
                  </a:lnTo>
                  <a:lnTo>
                    <a:pt x="4055" y="12494"/>
                  </a:lnTo>
                  <a:lnTo>
                    <a:pt x="4383" y="12613"/>
                  </a:lnTo>
                  <a:lnTo>
                    <a:pt x="4711" y="12717"/>
                  </a:lnTo>
                  <a:lnTo>
                    <a:pt x="5054" y="12807"/>
                  </a:lnTo>
                  <a:lnTo>
                    <a:pt x="5397" y="12866"/>
                  </a:lnTo>
                  <a:lnTo>
                    <a:pt x="5755" y="12926"/>
                  </a:lnTo>
                  <a:lnTo>
                    <a:pt x="6113" y="12956"/>
                  </a:lnTo>
                  <a:lnTo>
                    <a:pt x="6813" y="12956"/>
                  </a:lnTo>
                  <a:lnTo>
                    <a:pt x="7141" y="12926"/>
                  </a:lnTo>
                  <a:lnTo>
                    <a:pt x="7454" y="12881"/>
                  </a:lnTo>
                  <a:lnTo>
                    <a:pt x="7782" y="12822"/>
                  </a:lnTo>
                  <a:lnTo>
                    <a:pt x="8095" y="12762"/>
                  </a:lnTo>
                  <a:lnTo>
                    <a:pt x="8408" y="12672"/>
                  </a:lnTo>
                  <a:lnTo>
                    <a:pt x="8707" y="12568"/>
                  </a:lnTo>
                  <a:lnTo>
                    <a:pt x="9005" y="12449"/>
                  </a:lnTo>
                  <a:lnTo>
                    <a:pt x="9288" y="12315"/>
                  </a:lnTo>
                  <a:lnTo>
                    <a:pt x="9571" y="12180"/>
                  </a:lnTo>
                  <a:lnTo>
                    <a:pt x="9840" y="12016"/>
                  </a:lnTo>
                  <a:lnTo>
                    <a:pt x="10093" y="11852"/>
                  </a:lnTo>
                  <a:lnTo>
                    <a:pt x="10347" y="11674"/>
                  </a:lnTo>
                  <a:lnTo>
                    <a:pt x="10600" y="11480"/>
                  </a:lnTo>
                  <a:lnTo>
                    <a:pt x="10839" y="11271"/>
                  </a:lnTo>
                  <a:lnTo>
                    <a:pt x="11062" y="11062"/>
                  </a:lnTo>
                  <a:lnTo>
                    <a:pt x="11271" y="10839"/>
                  </a:lnTo>
                  <a:lnTo>
                    <a:pt x="11480" y="10600"/>
                  </a:lnTo>
                  <a:lnTo>
                    <a:pt x="11673" y="10362"/>
                  </a:lnTo>
                  <a:lnTo>
                    <a:pt x="11852" y="10108"/>
                  </a:lnTo>
                  <a:lnTo>
                    <a:pt x="12016" y="9840"/>
                  </a:lnTo>
                  <a:lnTo>
                    <a:pt x="12180" y="9571"/>
                  </a:lnTo>
                  <a:lnTo>
                    <a:pt x="12314" y="9288"/>
                  </a:lnTo>
                  <a:lnTo>
                    <a:pt x="12449" y="9005"/>
                  </a:lnTo>
                  <a:lnTo>
                    <a:pt x="12568" y="8707"/>
                  </a:lnTo>
                  <a:lnTo>
                    <a:pt x="12657" y="8409"/>
                  </a:lnTo>
                  <a:lnTo>
                    <a:pt x="12747" y="8096"/>
                  </a:lnTo>
                  <a:lnTo>
                    <a:pt x="12821" y="7782"/>
                  </a:lnTo>
                  <a:lnTo>
                    <a:pt x="12881" y="7469"/>
                  </a:lnTo>
                  <a:lnTo>
                    <a:pt x="12926" y="7141"/>
                  </a:lnTo>
                  <a:lnTo>
                    <a:pt x="12941" y="6813"/>
                  </a:lnTo>
                  <a:lnTo>
                    <a:pt x="12956" y="6485"/>
                  </a:lnTo>
                  <a:lnTo>
                    <a:pt x="12956" y="6172"/>
                  </a:lnTo>
                  <a:lnTo>
                    <a:pt x="12926" y="5874"/>
                  </a:lnTo>
                  <a:lnTo>
                    <a:pt x="12896" y="5576"/>
                  </a:lnTo>
                  <a:lnTo>
                    <a:pt x="12851" y="5293"/>
                  </a:lnTo>
                  <a:lnTo>
                    <a:pt x="12792" y="5009"/>
                  </a:lnTo>
                  <a:lnTo>
                    <a:pt x="12717" y="4726"/>
                  </a:lnTo>
                  <a:lnTo>
                    <a:pt x="12628" y="4443"/>
                  </a:lnTo>
                  <a:lnTo>
                    <a:pt x="12538" y="4175"/>
                  </a:lnTo>
                  <a:lnTo>
                    <a:pt x="12434" y="3906"/>
                  </a:lnTo>
                  <a:lnTo>
                    <a:pt x="12314" y="3653"/>
                  </a:lnTo>
                  <a:lnTo>
                    <a:pt x="12180" y="3399"/>
                  </a:lnTo>
                  <a:lnTo>
                    <a:pt x="12031" y="3146"/>
                  </a:lnTo>
                  <a:lnTo>
                    <a:pt x="11882" y="2907"/>
                  </a:lnTo>
                  <a:lnTo>
                    <a:pt x="11733" y="2684"/>
                  </a:lnTo>
                  <a:lnTo>
                    <a:pt x="11554" y="2460"/>
                  </a:lnTo>
                  <a:lnTo>
                    <a:pt x="11375" y="2237"/>
                  </a:lnTo>
                  <a:lnTo>
                    <a:pt x="11181" y="2028"/>
                  </a:lnTo>
                  <a:lnTo>
                    <a:pt x="10988" y="1834"/>
                  </a:lnTo>
                  <a:lnTo>
                    <a:pt x="10779" y="1640"/>
                  </a:lnTo>
                  <a:lnTo>
                    <a:pt x="10570" y="1446"/>
                  </a:lnTo>
                  <a:lnTo>
                    <a:pt x="10347" y="1282"/>
                  </a:lnTo>
                  <a:lnTo>
                    <a:pt x="10123" y="1118"/>
                  </a:lnTo>
                  <a:lnTo>
                    <a:pt x="9884" y="954"/>
                  </a:lnTo>
                  <a:lnTo>
                    <a:pt x="9631" y="820"/>
                  </a:lnTo>
                  <a:lnTo>
                    <a:pt x="9378" y="686"/>
                  </a:lnTo>
                  <a:lnTo>
                    <a:pt x="9124" y="567"/>
                  </a:lnTo>
                  <a:lnTo>
                    <a:pt x="8856" y="448"/>
                  </a:lnTo>
                  <a:lnTo>
                    <a:pt x="8587" y="343"/>
                  </a:lnTo>
                  <a:lnTo>
                    <a:pt x="8319" y="269"/>
                  </a:lnTo>
                  <a:lnTo>
                    <a:pt x="8036" y="179"/>
                  </a:lnTo>
                  <a:lnTo>
                    <a:pt x="7753" y="120"/>
                  </a:lnTo>
                  <a:lnTo>
                    <a:pt x="7469" y="75"/>
                  </a:lnTo>
                  <a:lnTo>
                    <a:pt x="7216" y="45"/>
                  </a:lnTo>
                  <a:lnTo>
                    <a:pt x="6977" y="15"/>
                  </a:lnTo>
                  <a:lnTo>
                    <a:pt x="6724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2"/>
            <p:cNvSpPr/>
            <p:nvPr/>
          </p:nvSpPr>
          <p:spPr>
            <a:xfrm>
              <a:off x="3651917" y="2483275"/>
              <a:ext cx="137266" cy="163718"/>
            </a:xfrm>
            <a:custGeom>
              <a:rect b="b" l="l" r="r" t="t"/>
              <a:pathLst>
                <a:path extrusionOk="0" h="10794" w="9050">
                  <a:moveTo>
                    <a:pt x="6142" y="0"/>
                  </a:moveTo>
                  <a:lnTo>
                    <a:pt x="5814" y="30"/>
                  </a:lnTo>
                  <a:lnTo>
                    <a:pt x="5486" y="75"/>
                  </a:lnTo>
                  <a:lnTo>
                    <a:pt x="5173" y="134"/>
                  </a:lnTo>
                  <a:lnTo>
                    <a:pt x="4860" y="194"/>
                  </a:lnTo>
                  <a:lnTo>
                    <a:pt x="4547" y="284"/>
                  </a:lnTo>
                  <a:lnTo>
                    <a:pt x="4249" y="388"/>
                  </a:lnTo>
                  <a:lnTo>
                    <a:pt x="3951" y="507"/>
                  </a:lnTo>
                  <a:lnTo>
                    <a:pt x="3668" y="641"/>
                  </a:lnTo>
                  <a:lnTo>
                    <a:pt x="3384" y="776"/>
                  </a:lnTo>
                  <a:lnTo>
                    <a:pt x="3116" y="940"/>
                  </a:lnTo>
                  <a:lnTo>
                    <a:pt x="2848" y="1103"/>
                  </a:lnTo>
                  <a:lnTo>
                    <a:pt x="2594" y="1282"/>
                  </a:lnTo>
                  <a:lnTo>
                    <a:pt x="2356" y="1476"/>
                  </a:lnTo>
                  <a:lnTo>
                    <a:pt x="2117" y="1685"/>
                  </a:lnTo>
                  <a:lnTo>
                    <a:pt x="1893" y="1894"/>
                  </a:lnTo>
                  <a:lnTo>
                    <a:pt x="1670" y="2117"/>
                  </a:lnTo>
                  <a:lnTo>
                    <a:pt x="1476" y="2356"/>
                  </a:lnTo>
                  <a:lnTo>
                    <a:pt x="1282" y="2594"/>
                  </a:lnTo>
                  <a:lnTo>
                    <a:pt x="1103" y="2863"/>
                  </a:lnTo>
                  <a:lnTo>
                    <a:pt x="924" y="3116"/>
                  </a:lnTo>
                  <a:lnTo>
                    <a:pt x="775" y="3384"/>
                  </a:lnTo>
                  <a:lnTo>
                    <a:pt x="626" y="3668"/>
                  </a:lnTo>
                  <a:lnTo>
                    <a:pt x="507" y="3951"/>
                  </a:lnTo>
                  <a:lnTo>
                    <a:pt x="388" y="4249"/>
                  </a:lnTo>
                  <a:lnTo>
                    <a:pt x="283" y="4547"/>
                  </a:lnTo>
                  <a:lnTo>
                    <a:pt x="194" y="4860"/>
                  </a:lnTo>
                  <a:lnTo>
                    <a:pt x="119" y="5173"/>
                  </a:lnTo>
                  <a:lnTo>
                    <a:pt x="75" y="5487"/>
                  </a:lnTo>
                  <a:lnTo>
                    <a:pt x="30" y="5815"/>
                  </a:lnTo>
                  <a:lnTo>
                    <a:pt x="0" y="6143"/>
                  </a:lnTo>
                  <a:lnTo>
                    <a:pt x="0" y="6485"/>
                  </a:lnTo>
                  <a:lnTo>
                    <a:pt x="0" y="6784"/>
                  </a:lnTo>
                  <a:lnTo>
                    <a:pt x="15" y="7082"/>
                  </a:lnTo>
                  <a:lnTo>
                    <a:pt x="60" y="7380"/>
                  </a:lnTo>
                  <a:lnTo>
                    <a:pt x="104" y="7663"/>
                  </a:lnTo>
                  <a:lnTo>
                    <a:pt x="164" y="7946"/>
                  </a:lnTo>
                  <a:lnTo>
                    <a:pt x="239" y="8230"/>
                  </a:lnTo>
                  <a:lnTo>
                    <a:pt x="313" y="8513"/>
                  </a:lnTo>
                  <a:lnTo>
                    <a:pt x="418" y="8781"/>
                  </a:lnTo>
                  <a:lnTo>
                    <a:pt x="522" y="9050"/>
                  </a:lnTo>
                  <a:lnTo>
                    <a:pt x="641" y="9303"/>
                  </a:lnTo>
                  <a:lnTo>
                    <a:pt x="775" y="9557"/>
                  </a:lnTo>
                  <a:lnTo>
                    <a:pt x="910" y="9810"/>
                  </a:lnTo>
                  <a:lnTo>
                    <a:pt x="1074" y="10049"/>
                  </a:lnTo>
                  <a:lnTo>
                    <a:pt x="1223" y="10287"/>
                  </a:lnTo>
                  <a:lnTo>
                    <a:pt x="1402" y="10511"/>
                  </a:lnTo>
                  <a:lnTo>
                    <a:pt x="1580" y="10719"/>
                  </a:lnTo>
                  <a:lnTo>
                    <a:pt x="2072" y="10779"/>
                  </a:lnTo>
                  <a:lnTo>
                    <a:pt x="2326" y="10794"/>
                  </a:lnTo>
                  <a:lnTo>
                    <a:pt x="2907" y="10794"/>
                  </a:lnTo>
                  <a:lnTo>
                    <a:pt x="3235" y="10764"/>
                  </a:lnTo>
                  <a:lnTo>
                    <a:pt x="3563" y="10719"/>
                  </a:lnTo>
                  <a:lnTo>
                    <a:pt x="3876" y="10675"/>
                  </a:lnTo>
                  <a:lnTo>
                    <a:pt x="4189" y="10600"/>
                  </a:lnTo>
                  <a:lnTo>
                    <a:pt x="4502" y="10511"/>
                  </a:lnTo>
                  <a:lnTo>
                    <a:pt x="4801" y="10406"/>
                  </a:lnTo>
                  <a:lnTo>
                    <a:pt x="5099" y="10287"/>
                  </a:lnTo>
                  <a:lnTo>
                    <a:pt x="5382" y="10168"/>
                  </a:lnTo>
                  <a:lnTo>
                    <a:pt x="5665" y="10019"/>
                  </a:lnTo>
                  <a:lnTo>
                    <a:pt x="5934" y="9870"/>
                  </a:lnTo>
                  <a:lnTo>
                    <a:pt x="6202" y="9691"/>
                  </a:lnTo>
                  <a:lnTo>
                    <a:pt x="6455" y="9512"/>
                  </a:lnTo>
                  <a:lnTo>
                    <a:pt x="6694" y="9318"/>
                  </a:lnTo>
                  <a:lnTo>
                    <a:pt x="6933" y="9124"/>
                  </a:lnTo>
                  <a:lnTo>
                    <a:pt x="7156" y="8901"/>
                  </a:lnTo>
                  <a:lnTo>
                    <a:pt x="7365" y="8677"/>
                  </a:lnTo>
                  <a:lnTo>
                    <a:pt x="7574" y="8438"/>
                  </a:lnTo>
                  <a:lnTo>
                    <a:pt x="7767" y="8200"/>
                  </a:lnTo>
                  <a:lnTo>
                    <a:pt x="7946" y="7946"/>
                  </a:lnTo>
                  <a:lnTo>
                    <a:pt x="8110" y="7678"/>
                  </a:lnTo>
                  <a:lnTo>
                    <a:pt x="8274" y="7410"/>
                  </a:lnTo>
                  <a:lnTo>
                    <a:pt x="8423" y="7126"/>
                  </a:lnTo>
                  <a:lnTo>
                    <a:pt x="8543" y="6843"/>
                  </a:lnTo>
                  <a:lnTo>
                    <a:pt x="8662" y="6545"/>
                  </a:lnTo>
                  <a:lnTo>
                    <a:pt x="8766" y="6247"/>
                  </a:lnTo>
                  <a:lnTo>
                    <a:pt x="8856" y="5934"/>
                  </a:lnTo>
                  <a:lnTo>
                    <a:pt x="8930" y="5621"/>
                  </a:lnTo>
                  <a:lnTo>
                    <a:pt x="8975" y="5308"/>
                  </a:lnTo>
                  <a:lnTo>
                    <a:pt x="9020" y="4980"/>
                  </a:lnTo>
                  <a:lnTo>
                    <a:pt x="9050" y="4652"/>
                  </a:lnTo>
                  <a:lnTo>
                    <a:pt x="9050" y="4324"/>
                  </a:lnTo>
                  <a:lnTo>
                    <a:pt x="9050" y="4011"/>
                  </a:lnTo>
                  <a:lnTo>
                    <a:pt x="9035" y="3712"/>
                  </a:lnTo>
                  <a:lnTo>
                    <a:pt x="8990" y="3414"/>
                  </a:lnTo>
                  <a:lnTo>
                    <a:pt x="8945" y="3131"/>
                  </a:lnTo>
                  <a:lnTo>
                    <a:pt x="8886" y="2848"/>
                  </a:lnTo>
                  <a:lnTo>
                    <a:pt x="8811" y="2565"/>
                  </a:lnTo>
                  <a:lnTo>
                    <a:pt x="8722" y="2281"/>
                  </a:lnTo>
                  <a:lnTo>
                    <a:pt x="8632" y="2013"/>
                  </a:lnTo>
                  <a:lnTo>
                    <a:pt x="8528" y="1745"/>
                  </a:lnTo>
                  <a:lnTo>
                    <a:pt x="8408" y="1491"/>
                  </a:lnTo>
                  <a:lnTo>
                    <a:pt x="8274" y="1238"/>
                  </a:lnTo>
                  <a:lnTo>
                    <a:pt x="8125" y="984"/>
                  </a:lnTo>
                  <a:lnTo>
                    <a:pt x="7976" y="746"/>
                  </a:lnTo>
                  <a:lnTo>
                    <a:pt x="7812" y="507"/>
                  </a:lnTo>
                  <a:lnTo>
                    <a:pt x="7648" y="284"/>
                  </a:lnTo>
                  <a:lnTo>
                    <a:pt x="7469" y="75"/>
                  </a:lnTo>
                  <a:lnTo>
                    <a:pt x="7216" y="45"/>
                  </a:lnTo>
                  <a:lnTo>
                    <a:pt x="6977" y="15"/>
                  </a:lnTo>
                  <a:lnTo>
                    <a:pt x="67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2"/>
            <p:cNvSpPr/>
            <p:nvPr/>
          </p:nvSpPr>
          <p:spPr>
            <a:xfrm>
              <a:off x="3809067" y="2353031"/>
              <a:ext cx="250779" cy="251007"/>
            </a:xfrm>
            <a:custGeom>
              <a:rect b="b" l="l" r="r" t="t"/>
              <a:pathLst>
                <a:path extrusionOk="0" h="16549" w="16534">
                  <a:moveTo>
                    <a:pt x="8275" y="0"/>
                  </a:moveTo>
                  <a:lnTo>
                    <a:pt x="7842" y="15"/>
                  </a:lnTo>
                  <a:lnTo>
                    <a:pt x="7425" y="45"/>
                  </a:lnTo>
                  <a:lnTo>
                    <a:pt x="7007" y="104"/>
                  </a:lnTo>
                  <a:lnTo>
                    <a:pt x="6605" y="179"/>
                  </a:lnTo>
                  <a:lnTo>
                    <a:pt x="6202" y="268"/>
                  </a:lnTo>
                  <a:lnTo>
                    <a:pt x="5815" y="373"/>
                  </a:lnTo>
                  <a:lnTo>
                    <a:pt x="5427" y="507"/>
                  </a:lnTo>
                  <a:lnTo>
                    <a:pt x="5054" y="656"/>
                  </a:lnTo>
                  <a:lnTo>
                    <a:pt x="4682" y="820"/>
                  </a:lnTo>
                  <a:lnTo>
                    <a:pt x="4324" y="999"/>
                  </a:lnTo>
                  <a:lnTo>
                    <a:pt x="3981" y="1208"/>
                  </a:lnTo>
                  <a:lnTo>
                    <a:pt x="3653" y="1416"/>
                  </a:lnTo>
                  <a:lnTo>
                    <a:pt x="3325" y="1655"/>
                  </a:lnTo>
                  <a:lnTo>
                    <a:pt x="3012" y="1893"/>
                  </a:lnTo>
                  <a:lnTo>
                    <a:pt x="2714" y="2162"/>
                  </a:lnTo>
                  <a:lnTo>
                    <a:pt x="2431" y="2430"/>
                  </a:lnTo>
                  <a:lnTo>
                    <a:pt x="2147" y="2713"/>
                  </a:lnTo>
                  <a:lnTo>
                    <a:pt x="1894" y="3012"/>
                  </a:lnTo>
                  <a:lnTo>
                    <a:pt x="1640" y="3325"/>
                  </a:lnTo>
                  <a:lnTo>
                    <a:pt x="1417" y="3653"/>
                  </a:lnTo>
                  <a:lnTo>
                    <a:pt x="1193" y="3995"/>
                  </a:lnTo>
                  <a:lnTo>
                    <a:pt x="999" y="4338"/>
                  </a:lnTo>
                  <a:lnTo>
                    <a:pt x="820" y="4696"/>
                  </a:lnTo>
                  <a:lnTo>
                    <a:pt x="656" y="5054"/>
                  </a:lnTo>
                  <a:lnTo>
                    <a:pt x="507" y="5427"/>
                  </a:lnTo>
                  <a:lnTo>
                    <a:pt x="373" y="5814"/>
                  </a:lnTo>
                  <a:lnTo>
                    <a:pt x="269" y="6202"/>
                  </a:lnTo>
                  <a:lnTo>
                    <a:pt x="164" y="6604"/>
                  </a:lnTo>
                  <a:lnTo>
                    <a:pt x="105" y="7022"/>
                  </a:lnTo>
                  <a:lnTo>
                    <a:pt x="45" y="7424"/>
                  </a:lnTo>
                  <a:lnTo>
                    <a:pt x="15" y="7842"/>
                  </a:lnTo>
                  <a:lnTo>
                    <a:pt x="0" y="8274"/>
                  </a:lnTo>
                  <a:lnTo>
                    <a:pt x="15" y="8662"/>
                  </a:lnTo>
                  <a:lnTo>
                    <a:pt x="45" y="9035"/>
                  </a:lnTo>
                  <a:lnTo>
                    <a:pt x="90" y="9422"/>
                  </a:lnTo>
                  <a:lnTo>
                    <a:pt x="150" y="9795"/>
                  </a:lnTo>
                  <a:lnTo>
                    <a:pt x="224" y="10153"/>
                  </a:lnTo>
                  <a:lnTo>
                    <a:pt x="314" y="10510"/>
                  </a:lnTo>
                  <a:lnTo>
                    <a:pt x="418" y="10868"/>
                  </a:lnTo>
                  <a:lnTo>
                    <a:pt x="537" y="11211"/>
                  </a:lnTo>
                  <a:lnTo>
                    <a:pt x="686" y="11554"/>
                  </a:lnTo>
                  <a:lnTo>
                    <a:pt x="835" y="11882"/>
                  </a:lnTo>
                  <a:lnTo>
                    <a:pt x="999" y="12210"/>
                  </a:lnTo>
                  <a:lnTo>
                    <a:pt x="1178" y="12523"/>
                  </a:lnTo>
                  <a:lnTo>
                    <a:pt x="1372" y="12836"/>
                  </a:lnTo>
                  <a:lnTo>
                    <a:pt x="1581" y="13134"/>
                  </a:lnTo>
                  <a:lnTo>
                    <a:pt x="1804" y="13418"/>
                  </a:lnTo>
                  <a:lnTo>
                    <a:pt x="2028" y="13701"/>
                  </a:lnTo>
                  <a:lnTo>
                    <a:pt x="2326" y="14014"/>
                  </a:lnTo>
                  <a:lnTo>
                    <a:pt x="2639" y="14312"/>
                  </a:lnTo>
                  <a:lnTo>
                    <a:pt x="2952" y="14610"/>
                  </a:lnTo>
                  <a:lnTo>
                    <a:pt x="3295" y="14879"/>
                  </a:lnTo>
                  <a:lnTo>
                    <a:pt x="3653" y="15132"/>
                  </a:lnTo>
                  <a:lnTo>
                    <a:pt x="4011" y="15356"/>
                  </a:lnTo>
                  <a:lnTo>
                    <a:pt x="4398" y="15579"/>
                  </a:lnTo>
                  <a:lnTo>
                    <a:pt x="4786" y="15773"/>
                  </a:lnTo>
                  <a:lnTo>
                    <a:pt x="5189" y="15952"/>
                  </a:lnTo>
                  <a:lnTo>
                    <a:pt x="5606" y="16101"/>
                  </a:lnTo>
                  <a:lnTo>
                    <a:pt x="6023" y="16235"/>
                  </a:lnTo>
                  <a:lnTo>
                    <a:pt x="6456" y="16340"/>
                  </a:lnTo>
                  <a:lnTo>
                    <a:pt x="6903" y="16429"/>
                  </a:lnTo>
                  <a:lnTo>
                    <a:pt x="7350" y="16489"/>
                  </a:lnTo>
                  <a:lnTo>
                    <a:pt x="7813" y="16533"/>
                  </a:lnTo>
                  <a:lnTo>
                    <a:pt x="8275" y="16548"/>
                  </a:lnTo>
                  <a:lnTo>
                    <a:pt x="8692" y="16533"/>
                  </a:lnTo>
                  <a:lnTo>
                    <a:pt x="9124" y="16504"/>
                  </a:lnTo>
                  <a:lnTo>
                    <a:pt x="9527" y="16444"/>
                  </a:lnTo>
                  <a:lnTo>
                    <a:pt x="9944" y="16369"/>
                  </a:lnTo>
                  <a:lnTo>
                    <a:pt x="10332" y="16280"/>
                  </a:lnTo>
                  <a:lnTo>
                    <a:pt x="10735" y="16176"/>
                  </a:lnTo>
                  <a:lnTo>
                    <a:pt x="11122" y="16041"/>
                  </a:lnTo>
                  <a:lnTo>
                    <a:pt x="11495" y="15892"/>
                  </a:lnTo>
                  <a:lnTo>
                    <a:pt x="11853" y="15728"/>
                  </a:lnTo>
                  <a:lnTo>
                    <a:pt x="12211" y="15549"/>
                  </a:lnTo>
                  <a:lnTo>
                    <a:pt x="12553" y="15341"/>
                  </a:lnTo>
                  <a:lnTo>
                    <a:pt x="12896" y="15132"/>
                  </a:lnTo>
                  <a:lnTo>
                    <a:pt x="13224" y="14894"/>
                  </a:lnTo>
                  <a:lnTo>
                    <a:pt x="13537" y="14655"/>
                  </a:lnTo>
                  <a:lnTo>
                    <a:pt x="13836" y="14402"/>
                  </a:lnTo>
                  <a:lnTo>
                    <a:pt x="14119" y="14118"/>
                  </a:lnTo>
                  <a:lnTo>
                    <a:pt x="14387" y="13835"/>
                  </a:lnTo>
                  <a:lnTo>
                    <a:pt x="14655" y="13537"/>
                  </a:lnTo>
                  <a:lnTo>
                    <a:pt x="14894" y="13224"/>
                  </a:lnTo>
                  <a:lnTo>
                    <a:pt x="15133" y="12896"/>
                  </a:lnTo>
                  <a:lnTo>
                    <a:pt x="15341" y="12568"/>
                  </a:lnTo>
                  <a:lnTo>
                    <a:pt x="15550" y="12210"/>
                  </a:lnTo>
                  <a:lnTo>
                    <a:pt x="15729" y="11852"/>
                  </a:lnTo>
                  <a:lnTo>
                    <a:pt x="15893" y="11494"/>
                  </a:lnTo>
                  <a:lnTo>
                    <a:pt x="16042" y="11122"/>
                  </a:lnTo>
                  <a:lnTo>
                    <a:pt x="16176" y="10734"/>
                  </a:lnTo>
                  <a:lnTo>
                    <a:pt x="16281" y="10346"/>
                  </a:lnTo>
                  <a:lnTo>
                    <a:pt x="16370" y="9944"/>
                  </a:lnTo>
                  <a:lnTo>
                    <a:pt x="16444" y="9527"/>
                  </a:lnTo>
                  <a:lnTo>
                    <a:pt x="16504" y="9124"/>
                  </a:lnTo>
                  <a:lnTo>
                    <a:pt x="16534" y="8707"/>
                  </a:lnTo>
                  <a:lnTo>
                    <a:pt x="16534" y="8274"/>
                  </a:lnTo>
                  <a:lnTo>
                    <a:pt x="16534" y="7887"/>
                  </a:lnTo>
                  <a:lnTo>
                    <a:pt x="16504" y="7514"/>
                  </a:lnTo>
                  <a:lnTo>
                    <a:pt x="16459" y="7126"/>
                  </a:lnTo>
                  <a:lnTo>
                    <a:pt x="16400" y="6754"/>
                  </a:lnTo>
                  <a:lnTo>
                    <a:pt x="16325" y="6396"/>
                  </a:lnTo>
                  <a:lnTo>
                    <a:pt x="16236" y="6038"/>
                  </a:lnTo>
                  <a:lnTo>
                    <a:pt x="16131" y="5680"/>
                  </a:lnTo>
                  <a:lnTo>
                    <a:pt x="15997" y="5337"/>
                  </a:lnTo>
                  <a:lnTo>
                    <a:pt x="15863" y="4994"/>
                  </a:lnTo>
                  <a:lnTo>
                    <a:pt x="15714" y="4666"/>
                  </a:lnTo>
                  <a:lnTo>
                    <a:pt x="15550" y="4338"/>
                  </a:lnTo>
                  <a:lnTo>
                    <a:pt x="15371" y="4025"/>
                  </a:lnTo>
                  <a:lnTo>
                    <a:pt x="15177" y="3727"/>
                  </a:lnTo>
                  <a:lnTo>
                    <a:pt x="14969" y="3429"/>
                  </a:lnTo>
                  <a:lnTo>
                    <a:pt x="14760" y="3146"/>
                  </a:lnTo>
                  <a:lnTo>
                    <a:pt x="14521" y="2862"/>
                  </a:lnTo>
                  <a:lnTo>
                    <a:pt x="14283" y="2594"/>
                  </a:lnTo>
                  <a:lnTo>
                    <a:pt x="14029" y="2341"/>
                  </a:lnTo>
                  <a:lnTo>
                    <a:pt x="13776" y="2102"/>
                  </a:lnTo>
                  <a:lnTo>
                    <a:pt x="13493" y="1864"/>
                  </a:lnTo>
                  <a:lnTo>
                    <a:pt x="13209" y="1640"/>
                  </a:lnTo>
                  <a:lnTo>
                    <a:pt x="12911" y="1431"/>
                  </a:lnTo>
                  <a:lnTo>
                    <a:pt x="12613" y="1237"/>
                  </a:lnTo>
                  <a:lnTo>
                    <a:pt x="12300" y="1059"/>
                  </a:lnTo>
                  <a:lnTo>
                    <a:pt x="11987" y="880"/>
                  </a:lnTo>
                  <a:lnTo>
                    <a:pt x="11659" y="731"/>
                  </a:lnTo>
                  <a:lnTo>
                    <a:pt x="11316" y="581"/>
                  </a:lnTo>
                  <a:lnTo>
                    <a:pt x="10973" y="462"/>
                  </a:lnTo>
                  <a:lnTo>
                    <a:pt x="10630" y="343"/>
                  </a:lnTo>
                  <a:lnTo>
                    <a:pt x="10272" y="253"/>
                  </a:lnTo>
                  <a:lnTo>
                    <a:pt x="9900" y="164"/>
                  </a:lnTo>
                  <a:lnTo>
                    <a:pt x="9542" y="104"/>
                  </a:lnTo>
                  <a:lnTo>
                    <a:pt x="9229" y="60"/>
                  </a:lnTo>
                  <a:lnTo>
                    <a:pt x="8916" y="30"/>
                  </a:lnTo>
                  <a:lnTo>
                    <a:pt x="8588" y="15"/>
                  </a:lnTo>
                  <a:lnTo>
                    <a:pt x="8275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2"/>
            <p:cNvSpPr/>
            <p:nvPr/>
          </p:nvSpPr>
          <p:spPr>
            <a:xfrm>
              <a:off x="3809067" y="2353031"/>
              <a:ext cx="175488" cy="209175"/>
            </a:xfrm>
            <a:custGeom>
              <a:rect b="b" l="l" r="r" t="t"/>
              <a:pathLst>
                <a:path extrusionOk="0" h="13791" w="11570">
                  <a:moveTo>
                    <a:pt x="8275" y="0"/>
                  </a:moveTo>
                  <a:lnTo>
                    <a:pt x="7842" y="15"/>
                  </a:lnTo>
                  <a:lnTo>
                    <a:pt x="7425" y="45"/>
                  </a:lnTo>
                  <a:lnTo>
                    <a:pt x="7007" y="104"/>
                  </a:lnTo>
                  <a:lnTo>
                    <a:pt x="6605" y="179"/>
                  </a:lnTo>
                  <a:lnTo>
                    <a:pt x="6202" y="268"/>
                  </a:lnTo>
                  <a:lnTo>
                    <a:pt x="5815" y="373"/>
                  </a:lnTo>
                  <a:lnTo>
                    <a:pt x="5427" y="507"/>
                  </a:lnTo>
                  <a:lnTo>
                    <a:pt x="5054" y="656"/>
                  </a:lnTo>
                  <a:lnTo>
                    <a:pt x="4682" y="820"/>
                  </a:lnTo>
                  <a:lnTo>
                    <a:pt x="4324" y="999"/>
                  </a:lnTo>
                  <a:lnTo>
                    <a:pt x="3981" y="1208"/>
                  </a:lnTo>
                  <a:lnTo>
                    <a:pt x="3653" y="1416"/>
                  </a:lnTo>
                  <a:lnTo>
                    <a:pt x="3325" y="1655"/>
                  </a:lnTo>
                  <a:lnTo>
                    <a:pt x="3012" y="1893"/>
                  </a:lnTo>
                  <a:lnTo>
                    <a:pt x="2714" y="2162"/>
                  </a:lnTo>
                  <a:lnTo>
                    <a:pt x="2431" y="2430"/>
                  </a:lnTo>
                  <a:lnTo>
                    <a:pt x="2147" y="2713"/>
                  </a:lnTo>
                  <a:lnTo>
                    <a:pt x="1894" y="3012"/>
                  </a:lnTo>
                  <a:lnTo>
                    <a:pt x="1640" y="3325"/>
                  </a:lnTo>
                  <a:lnTo>
                    <a:pt x="1417" y="3653"/>
                  </a:lnTo>
                  <a:lnTo>
                    <a:pt x="1193" y="3995"/>
                  </a:lnTo>
                  <a:lnTo>
                    <a:pt x="999" y="4338"/>
                  </a:lnTo>
                  <a:lnTo>
                    <a:pt x="820" y="4696"/>
                  </a:lnTo>
                  <a:lnTo>
                    <a:pt x="656" y="5054"/>
                  </a:lnTo>
                  <a:lnTo>
                    <a:pt x="507" y="5427"/>
                  </a:lnTo>
                  <a:lnTo>
                    <a:pt x="373" y="5814"/>
                  </a:lnTo>
                  <a:lnTo>
                    <a:pt x="269" y="6202"/>
                  </a:lnTo>
                  <a:lnTo>
                    <a:pt x="164" y="6604"/>
                  </a:lnTo>
                  <a:lnTo>
                    <a:pt x="105" y="7022"/>
                  </a:lnTo>
                  <a:lnTo>
                    <a:pt x="45" y="7424"/>
                  </a:lnTo>
                  <a:lnTo>
                    <a:pt x="15" y="7842"/>
                  </a:lnTo>
                  <a:lnTo>
                    <a:pt x="0" y="8274"/>
                  </a:lnTo>
                  <a:lnTo>
                    <a:pt x="15" y="8662"/>
                  </a:lnTo>
                  <a:lnTo>
                    <a:pt x="45" y="9035"/>
                  </a:lnTo>
                  <a:lnTo>
                    <a:pt x="90" y="9422"/>
                  </a:lnTo>
                  <a:lnTo>
                    <a:pt x="150" y="9795"/>
                  </a:lnTo>
                  <a:lnTo>
                    <a:pt x="224" y="10153"/>
                  </a:lnTo>
                  <a:lnTo>
                    <a:pt x="314" y="10510"/>
                  </a:lnTo>
                  <a:lnTo>
                    <a:pt x="418" y="10868"/>
                  </a:lnTo>
                  <a:lnTo>
                    <a:pt x="537" y="11211"/>
                  </a:lnTo>
                  <a:lnTo>
                    <a:pt x="686" y="11554"/>
                  </a:lnTo>
                  <a:lnTo>
                    <a:pt x="835" y="11882"/>
                  </a:lnTo>
                  <a:lnTo>
                    <a:pt x="999" y="12210"/>
                  </a:lnTo>
                  <a:lnTo>
                    <a:pt x="1178" y="12523"/>
                  </a:lnTo>
                  <a:lnTo>
                    <a:pt x="1372" y="12836"/>
                  </a:lnTo>
                  <a:lnTo>
                    <a:pt x="1581" y="13134"/>
                  </a:lnTo>
                  <a:lnTo>
                    <a:pt x="1804" y="13418"/>
                  </a:lnTo>
                  <a:lnTo>
                    <a:pt x="2028" y="13701"/>
                  </a:lnTo>
                  <a:lnTo>
                    <a:pt x="2341" y="13731"/>
                  </a:lnTo>
                  <a:lnTo>
                    <a:pt x="2654" y="13760"/>
                  </a:lnTo>
                  <a:lnTo>
                    <a:pt x="2967" y="13775"/>
                  </a:lnTo>
                  <a:lnTo>
                    <a:pt x="3295" y="13790"/>
                  </a:lnTo>
                  <a:lnTo>
                    <a:pt x="3713" y="13775"/>
                  </a:lnTo>
                  <a:lnTo>
                    <a:pt x="4145" y="13746"/>
                  </a:lnTo>
                  <a:lnTo>
                    <a:pt x="4548" y="13686"/>
                  </a:lnTo>
                  <a:lnTo>
                    <a:pt x="4965" y="13626"/>
                  </a:lnTo>
                  <a:lnTo>
                    <a:pt x="5353" y="13522"/>
                  </a:lnTo>
                  <a:lnTo>
                    <a:pt x="5755" y="13418"/>
                  </a:lnTo>
                  <a:lnTo>
                    <a:pt x="6143" y="13283"/>
                  </a:lnTo>
                  <a:lnTo>
                    <a:pt x="6515" y="13134"/>
                  </a:lnTo>
                  <a:lnTo>
                    <a:pt x="6873" y="12970"/>
                  </a:lnTo>
                  <a:lnTo>
                    <a:pt x="7231" y="12791"/>
                  </a:lnTo>
                  <a:lnTo>
                    <a:pt x="7589" y="12598"/>
                  </a:lnTo>
                  <a:lnTo>
                    <a:pt x="7917" y="12374"/>
                  </a:lnTo>
                  <a:lnTo>
                    <a:pt x="8245" y="12150"/>
                  </a:lnTo>
                  <a:lnTo>
                    <a:pt x="8558" y="11897"/>
                  </a:lnTo>
                  <a:lnTo>
                    <a:pt x="8856" y="11643"/>
                  </a:lnTo>
                  <a:lnTo>
                    <a:pt x="9139" y="11360"/>
                  </a:lnTo>
                  <a:lnTo>
                    <a:pt x="9423" y="11077"/>
                  </a:lnTo>
                  <a:lnTo>
                    <a:pt x="9676" y="10779"/>
                  </a:lnTo>
                  <a:lnTo>
                    <a:pt x="9915" y="10466"/>
                  </a:lnTo>
                  <a:lnTo>
                    <a:pt x="10153" y="10138"/>
                  </a:lnTo>
                  <a:lnTo>
                    <a:pt x="10362" y="9810"/>
                  </a:lnTo>
                  <a:lnTo>
                    <a:pt x="10571" y="9467"/>
                  </a:lnTo>
                  <a:lnTo>
                    <a:pt x="10749" y="9109"/>
                  </a:lnTo>
                  <a:lnTo>
                    <a:pt x="10913" y="8736"/>
                  </a:lnTo>
                  <a:lnTo>
                    <a:pt x="11063" y="8364"/>
                  </a:lnTo>
                  <a:lnTo>
                    <a:pt x="11197" y="7976"/>
                  </a:lnTo>
                  <a:lnTo>
                    <a:pt x="11301" y="7588"/>
                  </a:lnTo>
                  <a:lnTo>
                    <a:pt x="11391" y="7186"/>
                  </a:lnTo>
                  <a:lnTo>
                    <a:pt x="11465" y="6783"/>
                  </a:lnTo>
                  <a:lnTo>
                    <a:pt x="11525" y="6366"/>
                  </a:lnTo>
                  <a:lnTo>
                    <a:pt x="11555" y="5948"/>
                  </a:lnTo>
                  <a:lnTo>
                    <a:pt x="11569" y="5516"/>
                  </a:lnTo>
                  <a:lnTo>
                    <a:pt x="11555" y="5129"/>
                  </a:lnTo>
                  <a:lnTo>
                    <a:pt x="11525" y="4756"/>
                  </a:lnTo>
                  <a:lnTo>
                    <a:pt x="11480" y="4368"/>
                  </a:lnTo>
                  <a:lnTo>
                    <a:pt x="11420" y="3995"/>
                  </a:lnTo>
                  <a:lnTo>
                    <a:pt x="11346" y="3638"/>
                  </a:lnTo>
                  <a:lnTo>
                    <a:pt x="11256" y="3280"/>
                  </a:lnTo>
                  <a:lnTo>
                    <a:pt x="11152" y="2922"/>
                  </a:lnTo>
                  <a:lnTo>
                    <a:pt x="11018" y="2579"/>
                  </a:lnTo>
                  <a:lnTo>
                    <a:pt x="10884" y="2236"/>
                  </a:lnTo>
                  <a:lnTo>
                    <a:pt x="10735" y="1908"/>
                  </a:lnTo>
                  <a:lnTo>
                    <a:pt x="10571" y="1580"/>
                  </a:lnTo>
                  <a:lnTo>
                    <a:pt x="10392" y="1267"/>
                  </a:lnTo>
                  <a:lnTo>
                    <a:pt x="10198" y="969"/>
                  </a:lnTo>
                  <a:lnTo>
                    <a:pt x="9989" y="671"/>
                  </a:lnTo>
                  <a:lnTo>
                    <a:pt x="9766" y="373"/>
                  </a:lnTo>
                  <a:lnTo>
                    <a:pt x="9542" y="104"/>
                  </a:lnTo>
                  <a:lnTo>
                    <a:pt x="9229" y="60"/>
                  </a:lnTo>
                  <a:lnTo>
                    <a:pt x="8916" y="30"/>
                  </a:lnTo>
                  <a:lnTo>
                    <a:pt x="8588" y="15"/>
                  </a:lnTo>
                  <a:lnTo>
                    <a:pt x="82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2"/>
            <p:cNvSpPr/>
            <p:nvPr/>
          </p:nvSpPr>
          <p:spPr>
            <a:xfrm>
              <a:off x="3924158" y="2485535"/>
              <a:ext cx="159441" cy="159426"/>
            </a:xfrm>
            <a:custGeom>
              <a:rect b="b" l="l" r="r" t="t"/>
              <a:pathLst>
                <a:path extrusionOk="0" h="10511" w="10512">
                  <a:moveTo>
                    <a:pt x="4995" y="0"/>
                  </a:moveTo>
                  <a:lnTo>
                    <a:pt x="4727" y="15"/>
                  </a:lnTo>
                  <a:lnTo>
                    <a:pt x="4459" y="60"/>
                  </a:lnTo>
                  <a:lnTo>
                    <a:pt x="4205" y="105"/>
                  </a:lnTo>
                  <a:lnTo>
                    <a:pt x="3952" y="164"/>
                  </a:lnTo>
                  <a:lnTo>
                    <a:pt x="3698" y="224"/>
                  </a:lnTo>
                  <a:lnTo>
                    <a:pt x="3460" y="313"/>
                  </a:lnTo>
                  <a:lnTo>
                    <a:pt x="3206" y="403"/>
                  </a:lnTo>
                  <a:lnTo>
                    <a:pt x="2983" y="507"/>
                  </a:lnTo>
                  <a:lnTo>
                    <a:pt x="2759" y="627"/>
                  </a:lnTo>
                  <a:lnTo>
                    <a:pt x="2535" y="761"/>
                  </a:lnTo>
                  <a:lnTo>
                    <a:pt x="2327" y="895"/>
                  </a:lnTo>
                  <a:lnTo>
                    <a:pt x="2118" y="1044"/>
                  </a:lnTo>
                  <a:lnTo>
                    <a:pt x="1909" y="1193"/>
                  </a:lnTo>
                  <a:lnTo>
                    <a:pt x="1730" y="1357"/>
                  </a:lnTo>
                  <a:lnTo>
                    <a:pt x="1536" y="1536"/>
                  </a:lnTo>
                  <a:lnTo>
                    <a:pt x="1372" y="1715"/>
                  </a:lnTo>
                  <a:lnTo>
                    <a:pt x="1208" y="1909"/>
                  </a:lnTo>
                  <a:lnTo>
                    <a:pt x="1044" y="2102"/>
                  </a:lnTo>
                  <a:lnTo>
                    <a:pt x="895" y="2311"/>
                  </a:lnTo>
                  <a:lnTo>
                    <a:pt x="761" y="2520"/>
                  </a:lnTo>
                  <a:lnTo>
                    <a:pt x="642" y="2744"/>
                  </a:lnTo>
                  <a:lnTo>
                    <a:pt x="523" y="2967"/>
                  </a:lnTo>
                  <a:lnTo>
                    <a:pt x="418" y="3206"/>
                  </a:lnTo>
                  <a:lnTo>
                    <a:pt x="329" y="3444"/>
                  </a:lnTo>
                  <a:lnTo>
                    <a:pt x="239" y="3683"/>
                  </a:lnTo>
                  <a:lnTo>
                    <a:pt x="165" y="3936"/>
                  </a:lnTo>
                  <a:lnTo>
                    <a:pt x="105" y="4190"/>
                  </a:lnTo>
                  <a:lnTo>
                    <a:pt x="61" y="4443"/>
                  </a:lnTo>
                  <a:lnTo>
                    <a:pt x="31" y="4711"/>
                  </a:lnTo>
                  <a:lnTo>
                    <a:pt x="16" y="4980"/>
                  </a:lnTo>
                  <a:lnTo>
                    <a:pt x="1" y="5248"/>
                  </a:lnTo>
                  <a:lnTo>
                    <a:pt x="16" y="5502"/>
                  </a:lnTo>
                  <a:lnTo>
                    <a:pt x="31" y="5740"/>
                  </a:lnTo>
                  <a:lnTo>
                    <a:pt x="61" y="5979"/>
                  </a:lnTo>
                  <a:lnTo>
                    <a:pt x="90" y="6217"/>
                  </a:lnTo>
                  <a:lnTo>
                    <a:pt x="135" y="6441"/>
                  </a:lnTo>
                  <a:lnTo>
                    <a:pt x="195" y="6679"/>
                  </a:lnTo>
                  <a:lnTo>
                    <a:pt x="269" y="6903"/>
                  </a:lnTo>
                  <a:lnTo>
                    <a:pt x="344" y="7127"/>
                  </a:lnTo>
                  <a:lnTo>
                    <a:pt x="433" y="7335"/>
                  </a:lnTo>
                  <a:lnTo>
                    <a:pt x="538" y="7544"/>
                  </a:lnTo>
                  <a:lnTo>
                    <a:pt x="642" y="7753"/>
                  </a:lnTo>
                  <a:lnTo>
                    <a:pt x="746" y="7947"/>
                  </a:lnTo>
                  <a:lnTo>
                    <a:pt x="880" y="8140"/>
                  </a:lnTo>
                  <a:lnTo>
                    <a:pt x="1000" y="8334"/>
                  </a:lnTo>
                  <a:lnTo>
                    <a:pt x="1149" y="8513"/>
                  </a:lnTo>
                  <a:lnTo>
                    <a:pt x="1298" y="8692"/>
                  </a:lnTo>
                  <a:lnTo>
                    <a:pt x="1477" y="8901"/>
                  </a:lnTo>
                  <a:lnTo>
                    <a:pt x="1671" y="9094"/>
                  </a:lnTo>
                  <a:lnTo>
                    <a:pt x="1879" y="9273"/>
                  </a:lnTo>
                  <a:lnTo>
                    <a:pt x="2103" y="9452"/>
                  </a:lnTo>
                  <a:lnTo>
                    <a:pt x="2327" y="9601"/>
                  </a:lnTo>
                  <a:lnTo>
                    <a:pt x="2550" y="9750"/>
                  </a:lnTo>
                  <a:lnTo>
                    <a:pt x="2789" y="9900"/>
                  </a:lnTo>
                  <a:lnTo>
                    <a:pt x="3042" y="10019"/>
                  </a:lnTo>
                  <a:lnTo>
                    <a:pt x="3296" y="10123"/>
                  </a:lnTo>
                  <a:lnTo>
                    <a:pt x="3564" y="10228"/>
                  </a:lnTo>
                  <a:lnTo>
                    <a:pt x="3832" y="10317"/>
                  </a:lnTo>
                  <a:lnTo>
                    <a:pt x="4101" y="10377"/>
                  </a:lnTo>
                  <a:lnTo>
                    <a:pt x="4384" y="10436"/>
                  </a:lnTo>
                  <a:lnTo>
                    <a:pt x="4667" y="10481"/>
                  </a:lnTo>
                  <a:lnTo>
                    <a:pt x="4965" y="10496"/>
                  </a:lnTo>
                  <a:lnTo>
                    <a:pt x="5264" y="10511"/>
                  </a:lnTo>
                  <a:lnTo>
                    <a:pt x="5532" y="10496"/>
                  </a:lnTo>
                  <a:lnTo>
                    <a:pt x="5800" y="10481"/>
                  </a:lnTo>
                  <a:lnTo>
                    <a:pt x="6054" y="10451"/>
                  </a:lnTo>
                  <a:lnTo>
                    <a:pt x="6322" y="10406"/>
                  </a:lnTo>
                  <a:lnTo>
                    <a:pt x="6576" y="10347"/>
                  </a:lnTo>
                  <a:lnTo>
                    <a:pt x="6829" y="10272"/>
                  </a:lnTo>
                  <a:lnTo>
                    <a:pt x="7067" y="10183"/>
                  </a:lnTo>
                  <a:lnTo>
                    <a:pt x="7306" y="10093"/>
                  </a:lnTo>
                  <a:lnTo>
                    <a:pt x="7545" y="9989"/>
                  </a:lnTo>
                  <a:lnTo>
                    <a:pt x="7768" y="9870"/>
                  </a:lnTo>
                  <a:lnTo>
                    <a:pt x="7992" y="9750"/>
                  </a:lnTo>
                  <a:lnTo>
                    <a:pt x="8201" y="9601"/>
                  </a:lnTo>
                  <a:lnTo>
                    <a:pt x="8409" y="9467"/>
                  </a:lnTo>
                  <a:lnTo>
                    <a:pt x="8603" y="9303"/>
                  </a:lnTo>
                  <a:lnTo>
                    <a:pt x="8797" y="9139"/>
                  </a:lnTo>
                  <a:lnTo>
                    <a:pt x="8976" y="8960"/>
                  </a:lnTo>
                  <a:lnTo>
                    <a:pt x="9155" y="8781"/>
                  </a:lnTo>
                  <a:lnTo>
                    <a:pt x="9319" y="8588"/>
                  </a:lnTo>
                  <a:lnTo>
                    <a:pt x="9468" y="8394"/>
                  </a:lnTo>
                  <a:lnTo>
                    <a:pt x="9617" y="8185"/>
                  </a:lnTo>
                  <a:lnTo>
                    <a:pt x="9751" y="7976"/>
                  </a:lnTo>
                  <a:lnTo>
                    <a:pt x="9885" y="7753"/>
                  </a:lnTo>
                  <a:lnTo>
                    <a:pt x="10004" y="7529"/>
                  </a:lnTo>
                  <a:lnTo>
                    <a:pt x="10109" y="7291"/>
                  </a:lnTo>
                  <a:lnTo>
                    <a:pt x="10198" y="7052"/>
                  </a:lnTo>
                  <a:lnTo>
                    <a:pt x="10273" y="6813"/>
                  </a:lnTo>
                  <a:lnTo>
                    <a:pt x="10347" y="6560"/>
                  </a:lnTo>
                  <a:lnTo>
                    <a:pt x="10407" y="6307"/>
                  </a:lnTo>
                  <a:lnTo>
                    <a:pt x="10452" y="6053"/>
                  </a:lnTo>
                  <a:lnTo>
                    <a:pt x="10496" y="5785"/>
                  </a:lnTo>
                  <a:lnTo>
                    <a:pt x="10511" y="5516"/>
                  </a:lnTo>
                  <a:lnTo>
                    <a:pt x="10511" y="5248"/>
                  </a:lnTo>
                  <a:lnTo>
                    <a:pt x="10511" y="5010"/>
                  </a:lnTo>
                  <a:lnTo>
                    <a:pt x="10496" y="4756"/>
                  </a:lnTo>
                  <a:lnTo>
                    <a:pt x="10467" y="4518"/>
                  </a:lnTo>
                  <a:lnTo>
                    <a:pt x="10422" y="4294"/>
                  </a:lnTo>
                  <a:lnTo>
                    <a:pt x="10377" y="4055"/>
                  </a:lnTo>
                  <a:lnTo>
                    <a:pt x="10318" y="3832"/>
                  </a:lnTo>
                  <a:lnTo>
                    <a:pt x="10258" y="3608"/>
                  </a:lnTo>
                  <a:lnTo>
                    <a:pt x="10168" y="3385"/>
                  </a:lnTo>
                  <a:lnTo>
                    <a:pt x="10094" y="3161"/>
                  </a:lnTo>
                  <a:lnTo>
                    <a:pt x="9990" y="2952"/>
                  </a:lnTo>
                  <a:lnTo>
                    <a:pt x="9885" y="2758"/>
                  </a:lnTo>
                  <a:lnTo>
                    <a:pt x="9766" y="2550"/>
                  </a:lnTo>
                  <a:lnTo>
                    <a:pt x="9647" y="2356"/>
                  </a:lnTo>
                  <a:lnTo>
                    <a:pt x="9512" y="2162"/>
                  </a:lnTo>
                  <a:lnTo>
                    <a:pt x="9378" y="1983"/>
                  </a:lnTo>
                  <a:lnTo>
                    <a:pt x="9229" y="1804"/>
                  </a:lnTo>
                  <a:lnTo>
                    <a:pt x="9080" y="1640"/>
                  </a:lnTo>
                  <a:lnTo>
                    <a:pt x="8916" y="1476"/>
                  </a:lnTo>
                  <a:lnTo>
                    <a:pt x="8752" y="1327"/>
                  </a:lnTo>
                  <a:lnTo>
                    <a:pt x="8573" y="1178"/>
                  </a:lnTo>
                  <a:lnTo>
                    <a:pt x="8394" y="1029"/>
                  </a:lnTo>
                  <a:lnTo>
                    <a:pt x="8215" y="895"/>
                  </a:lnTo>
                  <a:lnTo>
                    <a:pt x="8022" y="776"/>
                  </a:lnTo>
                  <a:lnTo>
                    <a:pt x="7828" y="656"/>
                  </a:lnTo>
                  <a:lnTo>
                    <a:pt x="7619" y="552"/>
                  </a:lnTo>
                  <a:lnTo>
                    <a:pt x="7410" y="448"/>
                  </a:lnTo>
                  <a:lnTo>
                    <a:pt x="7202" y="358"/>
                  </a:lnTo>
                  <a:lnTo>
                    <a:pt x="6978" y="284"/>
                  </a:lnTo>
                  <a:lnTo>
                    <a:pt x="6754" y="209"/>
                  </a:lnTo>
                  <a:lnTo>
                    <a:pt x="6531" y="149"/>
                  </a:lnTo>
                  <a:lnTo>
                    <a:pt x="6292" y="90"/>
                  </a:lnTo>
                  <a:lnTo>
                    <a:pt x="6069" y="60"/>
                  </a:lnTo>
                  <a:lnTo>
                    <a:pt x="5666" y="15"/>
                  </a:lnTo>
                  <a:lnTo>
                    <a:pt x="5264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2"/>
            <p:cNvSpPr/>
            <p:nvPr/>
          </p:nvSpPr>
          <p:spPr>
            <a:xfrm>
              <a:off x="3924158" y="2485535"/>
              <a:ext cx="111496" cy="132746"/>
            </a:xfrm>
            <a:custGeom>
              <a:rect b="b" l="l" r="r" t="t"/>
              <a:pathLst>
                <a:path extrusionOk="0" h="8752" w="7351">
                  <a:moveTo>
                    <a:pt x="4995" y="0"/>
                  </a:moveTo>
                  <a:lnTo>
                    <a:pt x="4727" y="15"/>
                  </a:lnTo>
                  <a:lnTo>
                    <a:pt x="4459" y="60"/>
                  </a:lnTo>
                  <a:lnTo>
                    <a:pt x="4205" y="105"/>
                  </a:lnTo>
                  <a:lnTo>
                    <a:pt x="3952" y="164"/>
                  </a:lnTo>
                  <a:lnTo>
                    <a:pt x="3698" y="224"/>
                  </a:lnTo>
                  <a:lnTo>
                    <a:pt x="3460" y="313"/>
                  </a:lnTo>
                  <a:lnTo>
                    <a:pt x="3206" y="403"/>
                  </a:lnTo>
                  <a:lnTo>
                    <a:pt x="2983" y="507"/>
                  </a:lnTo>
                  <a:lnTo>
                    <a:pt x="2759" y="627"/>
                  </a:lnTo>
                  <a:lnTo>
                    <a:pt x="2535" y="761"/>
                  </a:lnTo>
                  <a:lnTo>
                    <a:pt x="2327" y="895"/>
                  </a:lnTo>
                  <a:lnTo>
                    <a:pt x="2118" y="1044"/>
                  </a:lnTo>
                  <a:lnTo>
                    <a:pt x="1909" y="1193"/>
                  </a:lnTo>
                  <a:lnTo>
                    <a:pt x="1730" y="1357"/>
                  </a:lnTo>
                  <a:lnTo>
                    <a:pt x="1536" y="1536"/>
                  </a:lnTo>
                  <a:lnTo>
                    <a:pt x="1372" y="1715"/>
                  </a:lnTo>
                  <a:lnTo>
                    <a:pt x="1208" y="1909"/>
                  </a:lnTo>
                  <a:lnTo>
                    <a:pt x="1044" y="2102"/>
                  </a:lnTo>
                  <a:lnTo>
                    <a:pt x="895" y="2311"/>
                  </a:lnTo>
                  <a:lnTo>
                    <a:pt x="761" y="2520"/>
                  </a:lnTo>
                  <a:lnTo>
                    <a:pt x="642" y="2744"/>
                  </a:lnTo>
                  <a:lnTo>
                    <a:pt x="523" y="2967"/>
                  </a:lnTo>
                  <a:lnTo>
                    <a:pt x="418" y="3206"/>
                  </a:lnTo>
                  <a:lnTo>
                    <a:pt x="329" y="3444"/>
                  </a:lnTo>
                  <a:lnTo>
                    <a:pt x="239" y="3683"/>
                  </a:lnTo>
                  <a:lnTo>
                    <a:pt x="165" y="3936"/>
                  </a:lnTo>
                  <a:lnTo>
                    <a:pt x="105" y="4190"/>
                  </a:lnTo>
                  <a:lnTo>
                    <a:pt x="61" y="4443"/>
                  </a:lnTo>
                  <a:lnTo>
                    <a:pt x="31" y="4711"/>
                  </a:lnTo>
                  <a:lnTo>
                    <a:pt x="16" y="4980"/>
                  </a:lnTo>
                  <a:lnTo>
                    <a:pt x="1" y="5248"/>
                  </a:lnTo>
                  <a:lnTo>
                    <a:pt x="16" y="5502"/>
                  </a:lnTo>
                  <a:lnTo>
                    <a:pt x="31" y="5740"/>
                  </a:lnTo>
                  <a:lnTo>
                    <a:pt x="61" y="5979"/>
                  </a:lnTo>
                  <a:lnTo>
                    <a:pt x="90" y="6217"/>
                  </a:lnTo>
                  <a:lnTo>
                    <a:pt x="135" y="6441"/>
                  </a:lnTo>
                  <a:lnTo>
                    <a:pt x="195" y="6679"/>
                  </a:lnTo>
                  <a:lnTo>
                    <a:pt x="269" y="6903"/>
                  </a:lnTo>
                  <a:lnTo>
                    <a:pt x="344" y="7127"/>
                  </a:lnTo>
                  <a:lnTo>
                    <a:pt x="433" y="7335"/>
                  </a:lnTo>
                  <a:lnTo>
                    <a:pt x="538" y="7544"/>
                  </a:lnTo>
                  <a:lnTo>
                    <a:pt x="642" y="7753"/>
                  </a:lnTo>
                  <a:lnTo>
                    <a:pt x="746" y="7947"/>
                  </a:lnTo>
                  <a:lnTo>
                    <a:pt x="880" y="8140"/>
                  </a:lnTo>
                  <a:lnTo>
                    <a:pt x="1000" y="8334"/>
                  </a:lnTo>
                  <a:lnTo>
                    <a:pt x="1149" y="8513"/>
                  </a:lnTo>
                  <a:lnTo>
                    <a:pt x="1298" y="8692"/>
                  </a:lnTo>
                  <a:lnTo>
                    <a:pt x="1686" y="8737"/>
                  </a:lnTo>
                  <a:lnTo>
                    <a:pt x="2088" y="8752"/>
                  </a:lnTo>
                  <a:lnTo>
                    <a:pt x="2371" y="8752"/>
                  </a:lnTo>
                  <a:lnTo>
                    <a:pt x="2625" y="8722"/>
                  </a:lnTo>
                  <a:lnTo>
                    <a:pt x="2893" y="8692"/>
                  </a:lnTo>
                  <a:lnTo>
                    <a:pt x="3161" y="8647"/>
                  </a:lnTo>
                  <a:lnTo>
                    <a:pt x="3415" y="8588"/>
                  </a:lnTo>
                  <a:lnTo>
                    <a:pt x="3653" y="8513"/>
                  </a:lnTo>
                  <a:lnTo>
                    <a:pt x="3907" y="8439"/>
                  </a:lnTo>
                  <a:lnTo>
                    <a:pt x="4145" y="8349"/>
                  </a:lnTo>
                  <a:lnTo>
                    <a:pt x="4369" y="8230"/>
                  </a:lnTo>
                  <a:lnTo>
                    <a:pt x="4608" y="8125"/>
                  </a:lnTo>
                  <a:lnTo>
                    <a:pt x="4816" y="7991"/>
                  </a:lnTo>
                  <a:lnTo>
                    <a:pt x="5040" y="7857"/>
                  </a:lnTo>
                  <a:lnTo>
                    <a:pt x="5234" y="7708"/>
                  </a:lnTo>
                  <a:lnTo>
                    <a:pt x="5442" y="7559"/>
                  </a:lnTo>
                  <a:lnTo>
                    <a:pt x="5636" y="7395"/>
                  </a:lnTo>
                  <a:lnTo>
                    <a:pt x="5815" y="7216"/>
                  </a:lnTo>
                  <a:lnTo>
                    <a:pt x="5994" y="7037"/>
                  </a:lnTo>
                  <a:lnTo>
                    <a:pt x="6158" y="6843"/>
                  </a:lnTo>
                  <a:lnTo>
                    <a:pt x="6307" y="6650"/>
                  </a:lnTo>
                  <a:lnTo>
                    <a:pt x="6456" y="6441"/>
                  </a:lnTo>
                  <a:lnTo>
                    <a:pt x="6590" y="6232"/>
                  </a:lnTo>
                  <a:lnTo>
                    <a:pt x="6725" y="6008"/>
                  </a:lnTo>
                  <a:lnTo>
                    <a:pt x="6829" y="5785"/>
                  </a:lnTo>
                  <a:lnTo>
                    <a:pt x="6933" y="5546"/>
                  </a:lnTo>
                  <a:lnTo>
                    <a:pt x="7038" y="5308"/>
                  </a:lnTo>
                  <a:lnTo>
                    <a:pt x="7112" y="5069"/>
                  </a:lnTo>
                  <a:lnTo>
                    <a:pt x="7187" y="4816"/>
                  </a:lnTo>
                  <a:lnTo>
                    <a:pt x="7246" y="4562"/>
                  </a:lnTo>
                  <a:lnTo>
                    <a:pt x="7291" y="4294"/>
                  </a:lnTo>
                  <a:lnTo>
                    <a:pt x="7321" y="4041"/>
                  </a:lnTo>
                  <a:lnTo>
                    <a:pt x="7351" y="3772"/>
                  </a:lnTo>
                  <a:lnTo>
                    <a:pt x="7351" y="3504"/>
                  </a:lnTo>
                  <a:lnTo>
                    <a:pt x="7351" y="3250"/>
                  </a:lnTo>
                  <a:lnTo>
                    <a:pt x="7336" y="3012"/>
                  </a:lnTo>
                  <a:lnTo>
                    <a:pt x="7306" y="2773"/>
                  </a:lnTo>
                  <a:lnTo>
                    <a:pt x="7261" y="2535"/>
                  </a:lnTo>
                  <a:lnTo>
                    <a:pt x="7217" y="2296"/>
                  </a:lnTo>
                  <a:lnTo>
                    <a:pt x="7157" y="2073"/>
                  </a:lnTo>
                  <a:lnTo>
                    <a:pt x="7082" y="1849"/>
                  </a:lnTo>
                  <a:lnTo>
                    <a:pt x="7008" y="1625"/>
                  </a:lnTo>
                  <a:lnTo>
                    <a:pt x="6918" y="1417"/>
                  </a:lnTo>
                  <a:lnTo>
                    <a:pt x="6829" y="1208"/>
                  </a:lnTo>
                  <a:lnTo>
                    <a:pt x="6725" y="999"/>
                  </a:lnTo>
                  <a:lnTo>
                    <a:pt x="6605" y="791"/>
                  </a:lnTo>
                  <a:lnTo>
                    <a:pt x="6486" y="597"/>
                  </a:lnTo>
                  <a:lnTo>
                    <a:pt x="6352" y="418"/>
                  </a:lnTo>
                  <a:lnTo>
                    <a:pt x="6203" y="224"/>
                  </a:lnTo>
                  <a:lnTo>
                    <a:pt x="6069" y="60"/>
                  </a:lnTo>
                  <a:lnTo>
                    <a:pt x="5666" y="15"/>
                  </a:lnTo>
                  <a:lnTo>
                    <a:pt x="52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2"/>
            <p:cNvSpPr/>
            <p:nvPr/>
          </p:nvSpPr>
          <p:spPr>
            <a:xfrm>
              <a:off x="3778095" y="2543186"/>
              <a:ext cx="143151" cy="143166"/>
            </a:xfrm>
            <a:custGeom>
              <a:rect b="b" l="l" r="r" t="t"/>
              <a:pathLst>
                <a:path extrusionOk="0" h="9439" w="9438">
                  <a:moveTo>
                    <a:pt x="4473" y="1"/>
                  </a:moveTo>
                  <a:lnTo>
                    <a:pt x="4234" y="16"/>
                  </a:lnTo>
                  <a:lnTo>
                    <a:pt x="3995" y="46"/>
                  </a:lnTo>
                  <a:lnTo>
                    <a:pt x="3757" y="90"/>
                  </a:lnTo>
                  <a:lnTo>
                    <a:pt x="3533" y="150"/>
                  </a:lnTo>
                  <a:lnTo>
                    <a:pt x="3310" y="210"/>
                  </a:lnTo>
                  <a:lnTo>
                    <a:pt x="3086" y="284"/>
                  </a:lnTo>
                  <a:lnTo>
                    <a:pt x="2877" y="359"/>
                  </a:lnTo>
                  <a:lnTo>
                    <a:pt x="2669" y="463"/>
                  </a:lnTo>
                  <a:lnTo>
                    <a:pt x="2460" y="568"/>
                  </a:lnTo>
                  <a:lnTo>
                    <a:pt x="2266" y="672"/>
                  </a:lnTo>
                  <a:lnTo>
                    <a:pt x="2072" y="806"/>
                  </a:lnTo>
                  <a:lnTo>
                    <a:pt x="1893" y="940"/>
                  </a:lnTo>
                  <a:lnTo>
                    <a:pt x="1715" y="1074"/>
                  </a:lnTo>
                  <a:lnTo>
                    <a:pt x="1536" y="1223"/>
                  </a:lnTo>
                  <a:lnTo>
                    <a:pt x="1372" y="1373"/>
                  </a:lnTo>
                  <a:lnTo>
                    <a:pt x="1223" y="1537"/>
                  </a:lnTo>
                  <a:lnTo>
                    <a:pt x="1073" y="1715"/>
                  </a:lnTo>
                  <a:lnTo>
                    <a:pt x="924" y="1894"/>
                  </a:lnTo>
                  <a:lnTo>
                    <a:pt x="805" y="2073"/>
                  </a:lnTo>
                  <a:lnTo>
                    <a:pt x="671" y="2267"/>
                  </a:lnTo>
                  <a:lnTo>
                    <a:pt x="567" y="2461"/>
                  </a:lnTo>
                  <a:lnTo>
                    <a:pt x="462" y="2670"/>
                  </a:lnTo>
                  <a:lnTo>
                    <a:pt x="358" y="2878"/>
                  </a:lnTo>
                  <a:lnTo>
                    <a:pt x="283" y="3087"/>
                  </a:lnTo>
                  <a:lnTo>
                    <a:pt x="209" y="3311"/>
                  </a:lnTo>
                  <a:lnTo>
                    <a:pt x="149" y="3534"/>
                  </a:lnTo>
                  <a:lnTo>
                    <a:pt x="89" y="3758"/>
                  </a:lnTo>
                  <a:lnTo>
                    <a:pt x="45" y="3996"/>
                  </a:lnTo>
                  <a:lnTo>
                    <a:pt x="15" y="4235"/>
                  </a:lnTo>
                  <a:lnTo>
                    <a:pt x="0" y="4474"/>
                  </a:lnTo>
                  <a:lnTo>
                    <a:pt x="0" y="4712"/>
                  </a:lnTo>
                  <a:lnTo>
                    <a:pt x="0" y="4936"/>
                  </a:lnTo>
                  <a:lnTo>
                    <a:pt x="15" y="5159"/>
                  </a:lnTo>
                  <a:lnTo>
                    <a:pt x="45" y="5368"/>
                  </a:lnTo>
                  <a:lnTo>
                    <a:pt x="75" y="5577"/>
                  </a:lnTo>
                  <a:lnTo>
                    <a:pt x="119" y="5785"/>
                  </a:lnTo>
                  <a:lnTo>
                    <a:pt x="164" y="5994"/>
                  </a:lnTo>
                  <a:lnTo>
                    <a:pt x="239" y="6203"/>
                  </a:lnTo>
                  <a:lnTo>
                    <a:pt x="298" y="6397"/>
                  </a:lnTo>
                  <a:lnTo>
                    <a:pt x="388" y="6591"/>
                  </a:lnTo>
                  <a:lnTo>
                    <a:pt x="462" y="6784"/>
                  </a:lnTo>
                  <a:lnTo>
                    <a:pt x="567" y="6963"/>
                  </a:lnTo>
                  <a:lnTo>
                    <a:pt x="671" y="7142"/>
                  </a:lnTo>
                  <a:lnTo>
                    <a:pt x="775" y="7321"/>
                  </a:lnTo>
                  <a:lnTo>
                    <a:pt x="895" y="7485"/>
                  </a:lnTo>
                  <a:lnTo>
                    <a:pt x="1014" y="7649"/>
                  </a:lnTo>
                  <a:lnTo>
                    <a:pt x="1148" y="7813"/>
                  </a:lnTo>
                  <a:lnTo>
                    <a:pt x="1327" y="7992"/>
                  </a:lnTo>
                  <a:lnTo>
                    <a:pt x="1491" y="8171"/>
                  </a:lnTo>
                  <a:lnTo>
                    <a:pt x="1685" y="8335"/>
                  </a:lnTo>
                  <a:lnTo>
                    <a:pt x="1878" y="8484"/>
                  </a:lnTo>
                  <a:lnTo>
                    <a:pt x="2072" y="8633"/>
                  </a:lnTo>
                  <a:lnTo>
                    <a:pt x="2281" y="8767"/>
                  </a:lnTo>
                  <a:lnTo>
                    <a:pt x="2505" y="8886"/>
                  </a:lnTo>
                  <a:lnTo>
                    <a:pt x="2728" y="9006"/>
                  </a:lnTo>
                  <a:lnTo>
                    <a:pt x="2952" y="9095"/>
                  </a:lnTo>
                  <a:lnTo>
                    <a:pt x="3190" y="9185"/>
                  </a:lnTo>
                  <a:lnTo>
                    <a:pt x="3429" y="9259"/>
                  </a:lnTo>
                  <a:lnTo>
                    <a:pt x="3682" y="9319"/>
                  </a:lnTo>
                  <a:lnTo>
                    <a:pt x="3936" y="9378"/>
                  </a:lnTo>
                  <a:lnTo>
                    <a:pt x="4189" y="9408"/>
                  </a:lnTo>
                  <a:lnTo>
                    <a:pt x="4458" y="9438"/>
                  </a:lnTo>
                  <a:lnTo>
                    <a:pt x="4965" y="9438"/>
                  </a:lnTo>
                  <a:lnTo>
                    <a:pt x="5203" y="9408"/>
                  </a:lnTo>
                  <a:lnTo>
                    <a:pt x="5442" y="9378"/>
                  </a:lnTo>
                  <a:lnTo>
                    <a:pt x="5665" y="9349"/>
                  </a:lnTo>
                  <a:lnTo>
                    <a:pt x="5904" y="9289"/>
                  </a:lnTo>
                  <a:lnTo>
                    <a:pt x="6127" y="9229"/>
                  </a:lnTo>
                  <a:lnTo>
                    <a:pt x="6336" y="9155"/>
                  </a:lnTo>
                  <a:lnTo>
                    <a:pt x="6560" y="9065"/>
                  </a:lnTo>
                  <a:lnTo>
                    <a:pt x="6768" y="8976"/>
                  </a:lnTo>
                  <a:lnTo>
                    <a:pt x="6962" y="8872"/>
                  </a:lnTo>
                  <a:lnTo>
                    <a:pt x="7171" y="8752"/>
                  </a:lnTo>
                  <a:lnTo>
                    <a:pt x="7350" y="8633"/>
                  </a:lnTo>
                  <a:lnTo>
                    <a:pt x="7544" y="8499"/>
                  </a:lnTo>
                  <a:lnTo>
                    <a:pt x="7723" y="8365"/>
                  </a:lnTo>
                  <a:lnTo>
                    <a:pt x="7887" y="8216"/>
                  </a:lnTo>
                  <a:lnTo>
                    <a:pt x="8051" y="8052"/>
                  </a:lnTo>
                  <a:lnTo>
                    <a:pt x="8215" y="7888"/>
                  </a:lnTo>
                  <a:lnTo>
                    <a:pt x="8364" y="7724"/>
                  </a:lnTo>
                  <a:lnTo>
                    <a:pt x="8498" y="7545"/>
                  </a:lnTo>
                  <a:lnTo>
                    <a:pt x="8632" y="7351"/>
                  </a:lnTo>
                  <a:lnTo>
                    <a:pt x="8751" y="7172"/>
                  </a:lnTo>
                  <a:lnTo>
                    <a:pt x="8871" y="6963"/>
                  </a:lnTo>
                  <a:lnTo>
                    <a:pt x="8975" y="6769"/>
                  </a:lnTo>
                  <a:lnTo>
                    <a:pt x="9064" y="6561"/>
                  </a:lnTo>
                  <a:lnTo>
                    <a:pt x="9154" y="6337"/>
                  </a:lnTo>
                  <a:lnTo>
                    <a:pt x="9228" y="6113"/>
                  </a:lnTo>
                  <a:lnTo>
                    <a:pt x="9288" y="5890"/>
                  </a:lnTo>
                  <a:lnTo>
                    <a:pt x="9348" y="5666"/>
                  </a:lnTo>
                  <a:lnTo>
                    <a:pt x="9377" y="5443"/>
                  </a:lnTo>
                  <a:lnTo>
                    <a:pt x="9407" y="5204"/>
                  </a:lnTo>
                  <a:lnTo>
                    <a:pt x="9437" y="4965"/>
                  </a:lnTo>
                  <a:lnTo>
                    <a:pt x="9437" y="4712"/>
                  </a:lnTo>
                  <a:lnTo>
                    <a:pt x="9437" y="4503"/>
                  </a:lnTo>
                  <a:lnTo>
                    <a:pt x="9422" y="4280"/>
                  </a:lnTo>
                  <a:lnTo>
                    <a:pt x="9392" y="4071"/>
                  </a:lnTo>
                  <a:lnTo>
                    <a:pt x="9363" y="3847"/>
                  </a:lnTo>
                  <a:lnTo>
                    <a:pt x="9318" y="3639"/>
                  </a:lnTo>
                  <a:lnTo>
                    <a:pt x="9258" y="3445"/>
                  </a:lnTo>
                  <a:lnTo>
                    <a:pt x="9199" y="3236"/>
                  </a:lnTo>
                  <a:lnTo>
                    <a:pt x="9139" y="3042"/>
                  </a:lnTo>
                  <a:lnTo>
                    <a:pt x="9049" y="2849"/>
                  </a:lnTo>
                  <a:lnTo>
                    <a:pt x="8960" y="2655"/>
                  </a:lnTo>
                  <a:lnTo>
                    <a:pt x="8871" y="2476"/>
                  </a:lnTo>
                  <a:lnTo>
                    <a:pt x="8766" y="2297"/>
                  </a:lnTo>
                  <a:lnTo>
                    <a:pt x="8662" y="2118"/>
                  </a:lnTo>
                  <a:lnTo>
                    <a:pt x="8543" y="1954"/>
                  </a:lnTo>
                  <a:lnTo>
                    <a:pt x="8289" y="1626"/>
                  </a:lnTo>
                  <a:lnTo>
                    <a:pt x="8006" y="1328"/>
                  </a:lnTo>
                  <a:lnTo>
                    <a:pt x="7693" y="1059"/>
                  </a:lnTo>
                  <a:lnTo>
                    <a:pt x="7544" y="925"/>
                  </a:lnTo>
                  <a:lnTo>
                    <a:pt x="7365" y="806"/>
                  </a:lnTo>
                  <a:lnTo>
                    <a:pt x="7201" y="702"/>
                  </a:lnTo>
                  <a:lnTo>
                    <a:pt x="7022" y="597"/>
                  </a:lnTo>
                  <a:lnTo>
                    <a:pt x="6843" y="493"/>
                  </a:lnTo>
                  <a:lnTo>
                    <a:pt x="6649" y="404"/>
                  </a:lnTo>
                  <a:lnTo>
                    <a:pt x="6455" y="329"/>
                  </a:lnTo>
                  <a:lnTo>
                    <a:pt x="6262" y="254"/>
                  </a:lnTo>
                  <a:lnTo>
                    <a:pt x="6053" y="180"/>
                  </a:lnTo>
                  <a:lnTo>
                    <a:pt x="5859" y="135"/>
                  </a:lnTo>
                  <a:lnTo>
                    <a:pt x="5650" y="90"/>
                  </a:lnTo>
                  <a:lnTo>
                    <a:pt x="5442" y="46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2"/>
            <p:cNvSpPr/>
            <p:nvPr/>
          </p:nvSpPr>
          <p:spPr>
            <a:xfrm>
              <a:off x="3778095" y="2543186"/>
              <a:ext cx="100181" cy="119414"/>
            </a:xfrm>
            <a:custGeom>
              <a:rect b="b" l="l" r="r" t="t"/>
              <a:pathLst>
                <a:path extrusionOk="0" h="7873" w="6605">
                  <a:moveTo>
                    <a:pt x="4473" y="1"/>
                  </a:moveTo>
                  <a:lnTo>
                    <a:pt x="4234" y="16"/>
                  </a:lnTo>
                  <a:lnTo>
                    <a:pt x="3995" y="46"/>
                  </a:lnTo>
                  <a:lnTo>
                    <a:pt x="3757" y="90"/>
                  </a:lnTo>
                  <a:lnTo>
                    <a:pt x="3533" y="150"/>
                  </a:lnTo>
                  <a:lnTo>
                    <a:pt x="3310" y="210"/>
                  </a:lnTo>
                  <a:lnTo>
                    <a:pt x="3086" y="284"/>
                  </a:lnTo>
                  <a:lnTo>
                    <a:pt x="2877" y="359"/>
                  </a:lnTo>
                  <a:lnTo>
                    <a:pt x="2669" y="463"/>
                  </a:lnTo>
                  <a:lnTo>
                    <a:pt x="2460" y="568"/>
                  </a:lnTo>
                  <a:lnTo>
                    <a:pt x="2266" y="672"/>
                  </a:lnTo>
                  <a:lnTo>
                    <a:pt x="2072" y="806"/>
                  </a:lnTo>
                  <a:lnTo>
                    <a:pt x="1893" y="940"/>
                  </a:lnTo>
                  <a:lnTo>
                    <a:pt x="1715" y="1074"/>
                  </a:lnTo>
                  <a:lnTo>
                    <a:pt x="1536" y="1223"/>
                  </a:lnTo>
                  <a:lnTo>
                    <a:pt x="1372" y="1373"/>
                  </a:lnTo>
                  <a:lnTo>
                    <a:pt x="1223" y="1537"/>
                  </a:lnTo>
                  <a:lnTo>
                    <a:pt x="1073" y="1715"/>
                  </a:lnTo>
                  <a:lnTo>
                    <a:pt x="924" y="1894"/>
                  </a:lnTo>
                  <a:lnTo>
                    <a:pt x="805" y="2073"/>
                  </a:lnTo>
                  <a:lnTo>
                    <a:pt x="671" y="2267"/>
                  </a:lnTo>
                  <a:lnTo>
                    <a:pt x="567" y="2461"/>
                  </a:lnTo>
                  <a:lnTo>
                    <a:pt x="462" y="2670"/>
                  </a:lnTo>
                  <a:lnTo>
                    <a:pt x="358" y="2878"/>
                  </a:lnTo>
                  <a:lnTo>
                    <a:pt x="283" y="3087"/>
                  </a:lnTo>
                  <a:lnTo>
                    <a:pt x="209" y="3311"/>
                  </a:lnTo>
                  <a:lnTo>
                    <a:pt x="149" y="3534"/>
                  </a:lnTo>
                  <a:lnTo>
                    <a:pt x="89" y="3758"/>
                  </a:lnTo>
                  <a:lnTo>
                    <a:pt x="45" y="3996"/>
                  </a:lnTo>
                  <a:lnTo>
                    <a:pt x="15" y="4235"/>
                  </a:lnTo>
                  <a:lnTo>
                    <a:pt x="0" y="4474"/>
                  </a:lnTo>
                  <a:lnTo>
                    <a:pt x="0" y="4712"/>
                  </a:lnTo>
                  <a:lnTo>
                    <a:pt x="0" y="4936"/>
                  </a:lnTo>
                  <a:lnTo>
                    <a:pt x="15" y="5159"/>
                  </a:lnTo>
                  <a:lnTo>
                    <a:pt x="45" y="5368"/>
                  </a:lnTo>
                  <a:lnTo>
                    <a:pt x="75" y="5577"/>
                  </a:lnTo>
                  <a:lnTo>
                    <a:pt x="119" y="5785"/>
                  </a:lnTo>
                  <a:lnTo>
                    <a:pt x="164" y="5994"/>
                  </a:lnTo>
                  <a:lnTo>
                    <a:pt x="239" y="6203"/>
                  </a:lnTo>
                  <a:lnTo>
                    <a:pt x="298" y="6397"/>
                  </a:lnTo>
                  <a:lnTo>
                    <a:pt x="388" y="6591"/>
                  </a:lnTo>
                  <a:lnTo>
                    <a:pt x="462" y="6784"/>
                  </a:lnTo>
                  <a:lnTo>
                    <a:pt x="567" y="6963"/>
                  </a:lnTo>
                  <a:lnTo>
                    <a:pt x="671" y="7142"/>
                  </a:lnTo>
                  <a:lnTo>
                    <a:pt x="775" y="7321"/>
                  </a:lnTo>
                  <a:lnTo>
                    <a:pt x="895" y="7485"/>
                  </a:lnTo>
                  <a:lnTo>
                    <a:pt x="1014" y="7649"/>
                  </a:lnTo>
                  <a:lnTo>
                    <a:pt x="1148" y="7813"/>
                  </a:lnTo>
                  <a:lnTo>
                    <a:pt x="1506" y="7858"/>
                  </a:lnTo>
                  <a:lnTo>
                    <a:pt x="1878" y="7873"/>
                  </a:lnTo>
                  <a:lnTo>
                    <a:pt x="2117" y="7858"/>
                  </a:lnTo>
                  <a:lnTo>
                    <a:pt x="2356" y="7843"/>
                  </a:lnTo>
                  <a:lnTo>
                    <a:pt x="2594" y="7813"/>
                  </a:lnTo>
                  <a:lnTo>
                    <a:pt x="2818" y="7768"/>
                  </a:lnTo>
                  <a:lnTo>
                    <a:pt x="3056" y="7724"/>
                  </a:lnTo>
                  <a:lnTo>
                    <a:pt x="3280" y="7649"/>
                  </a:lnTo>
                  <a:lnTo>
                    <a:pt x="3504" y="7574"/>
                  </a:lnTo>
                  <a:lnTo>
                    <a:pt x="3712" y="7500"/>
                  </a:lnTo>
                  <a:lnTo>
                    <a:pt x="3921" y="7396"/>
                  </a:lnTo>
                  <a:lnTo>
                    <a:pt x="4130" y="7291"/>
                  </a:lnTo>
                  <a:lnTo>
                    <a:pt x="4323" y="7187"/>
                  </a:lnTo>
                  <a:lnTo>
                    <a:pt x="4517" y="7053"/>
                  </a:lnTo>
                  <a:lnTo>
                    <a:pt x="4696" y="6933"/>
                  </a:lnTo>
                  <a:lnTo>
                    <a:pt x="4875" y="6784"/>
                  </a:lnTo>
                  <a:lnTo>
                    <a:pt x="5054" y="6635"/>
                  </a:lnTo>
                  <a:lnTo>
                    <a:pt x="5218" y="6486"/>
                  </a:lnTo>
                  <a:lnTo>
                    <a:pt x="5367" y="6322"/>
                  </a:lnTo>
                  <a:lnTo>
                    <a:pt x="5516" y="6143"/>
                  </a:lnTo>
                  <a:lnTo>
                    <a:pt x="5665" y="5964"/>
                  </a:lnTo>
                  <a:lnTo>
                    <a:pt x="5785" y="5785"/>
                  </a:lnTo>
                  <a:lnTo>
                    <a:pt x="5919" y="5592"/>
                  </a:lnTo>
                  <a:lnTo>
                    <a:pt x="6023" y="5398"/>
                  </a:lnTo>
                  <a:lnTo>
                    <a:pt x="6127" y="5189"/>
                  </a:lnTo>
                  <a:lnTo>
                    <a:pt x="6232" y="4980"/>
                  </a:lnTo>
                  <a:lnTo>
                    <a:pt x="6306" y="4772"/>
                  </a:lnTo>
                  <a:lnTo>
                    <a:pt x="6381" y="4548"/>
                  </a:lnTo>
                  <a:lnTo>
                    <a:pt x="6455" y="4324"/>
                  </a:lnTo>
                  <a:lnTo>
                    <a:pt x="6500" y="4101"/>
                  </a:lnTo>
                  <a:lnTo>
                    <a:pt x="6545" y="3862"/>
                  </a:lnTo>
                  <a:lnTo>
                    <a:pt x="6575" y="3624"/>
                  </a:lnTo>
                  <a:lnTo>
                    <a:pt x="6590" y="3385"/>
                  </a:lnTo>
                  <a:lnTo>
                    <a:pt x="6604" y="3147"/>
                  </a:lnTo>
                  <a:lnTo>
                    <a:pt x="6590" y="2923"/>
                  </a:lnTo>
                  <a:lnTo>
                    <a:pt x="6575" y="2699"/>
                  </a:lnTo>
                  <a:lnTo>
                    <a:pt x="6545" y="2491"/>
                  </a:lnTo>
                  <a:lnTo>
                    <a:pt x="6515" y="2282"/>
                  </a:lnTo>
                  <a:lnTo>
                    <a:pt x="6470" y="2073"/>
                  </a:lnTo>
                  <a:lnTo>
                    <a:pt x="6426" y="1865"/>
                  </a:lnTo>
                  <a:lnTo>
                    <a:pt x="6366" y="1656"/>
                  </a:lnTo>
                  <a:lnTo>
                    <a:pt x="6291" y="1462"/>
                  </a:lnTo>
                  <a:lnTo>
                    <a:pt x="6202" y="1268"/>
                  </a:lnTo>
                  <a:lnTo>
                    <a:pt x="6127" y="1074"/>
                  </a:lnTo>
                  <a:lnTo>
                    <a:pt x="6023" y="896"/>
                  </a:lnTo>
                  <a:lnTo>
                    <a:pt x="5919" y="717"/>
                  </a:lnTo>
                  <a:lnTo>
                    <a:pt x="5814" y="538"/>
                  </a:lnTo>
                  <a:lnTo>
                    <a:pt x="5695" y="374"/>
                  </a:lnTo>
                  <a:lnTo>
                    <a:pt x="5442" y="46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2"/>
            <p:cNvSpPr/>
            <p:nvPr/>
          </p:nvSpPr>
          <p:spPr>
            <a:xfrm>
              <a:off x="3325391" y="2206953"/>
              <a:ext cx="250779" cy="250779"/>
            </a:xfrm>
            <a:custGeom>
              <a:rect b="b" l="l" r="r" t="t"/>
              <a:pathLst>
                <a:path extrusionOk="0" h="16534" w="16534">
                  <a:moveTo>
                    <a:pt x="8275" y="0"/>
                  </a:moveTo>
                  <a:lnTo>
                    <a:pt x="7842" y="15"/>
                  </a:lnTo>
                  <a:lnTo>
                    <a:pt x="7425" y="45"/>
                  </a:lnTo>
                  <a:lnTo>
                    <a:pt x="7007" y="90"/>
                  </a:lnTo>
                  <a:lnTo>
                    <a:pt x="6605" y="164"/>
                  </a:lnTo>
                  <a:lnTo>
                    <a:pt x="6202" y="254"/>
                  </a:lnTo>
                  <a:lnTo>
                    <a:pt x="5815" y="373"/>
                  </a:lnTo>
                  <a:lnTo>
                    <a:pt x="5427" y="507"/>
                  </a:lnTo>
                  <a:lnTo>
                    <a:pt x="5054" y="641"/>
                  </a:lnTo>
                  <a:lnTo>
                    <a:pt x="4682" y="820"/>
                  </a:lnTo>
                  <a:lnTo>
                    <a:pt x="4324" y="999"/>
                  </a:lnTo>
                  <a:lnTo>
                    <a:pt x="3981" y="1193"/>
                  </a:lnTo>
                  <a:lnTo>
                    <a:pt x="3653" y="1416"/>
                  </a:lnTo>
                  <a:lnTo>
                    <a:pt x="3325" y="1640"/>
                  </a:lnTo>
                  <a:lnTo>
                    <a:pt x="3012" y="1894"/>
                  </a:lnTo>
                  <a:lnTo>
                    <a:pt x="2714" y="2147"/>
                  </a:lnTo>
                  <a:lnTo>
                    <a:pt x="2430" y="2415"/>
                  </a:lnTo>
                  <a:lnTo>
                    <a:pt x="2147" y="2714"/>
                  </a:lnTo>
                  <a:lnTo>
                    <a:pt x="1894" y="3012"/>
                  </a:lnTo>
                  <a:lnTo>
                    <a:pt x="1640" y="3325"/>
                  </a:lnTo>
                  <a:lnTo>
                    <a:pt x="1417" y="3638"/>
                  </a:lnTo>
                  <a:lnTo>
                    <a:pt x="1208" y="3981"/>
                  </a:lnTo>
                  <a:lnTo>
                    <a:pt x="999" y="4324"/>
                  </a:lnTo>
                  <a:lnTo>
                    <a:pt x="820" y="4681"/>
                  </a:lnTo>
                  <a:lnTo>
                    <a:pt x="656" y="5054"/>
                  </a:lnTo>
                  <a:lnTo>
                    <a:pt x="507" y="5427"/>
                  </a:lnTo>
                  <a:lnTo>
                    <a:pt x="373" y="5814"/>
                  </a:lnTo>
                  <a:lnTo>
                    <a:pt x="269" y="6202"/>
                  </a:lnTo>
                  <a:lnTo>
                    <a:pt x="179" y="6605"/>
                  </a:lnTo>
                  <a:lnTo>
                    <a:pt x="105" y="7007"/>
                  </a:lnTo>
                  <a:lnTo>
                    <a:pt x="45" y="7425"/>
                  </a:lnTo>
                  <a:lnTo>
                    <a:pt x="15" y="7842"/>
                  </a:lnTo>
                  <a:lnTo>
                    <a:pt x="0" y="8259"/>
                  </a:lnTo>
                  <a:lnTo>
                    <a:pt x="15" y="8647"/>
                  </a:lnTo>
                  <a:lnTo>
                    <a:pt x="45" y="9035"/>
                  </a:lnTo>
                  <a:lnTo>
                    <a:pt x="90" y="9407"/>
                  </a:lnTo>
                  <a:lnTo>
                    <a:pt x="149" y="9780"/>
                  </a:lnTo>
                  <a:lnTo>
                    <a:pt x="224" y="10153"/>
                  </a:lnTo>
                  <a:lnTo>
                    <a:pt x="313" y="10511"/>
                  </a:lnTo>
                  <a:lnTo>
                    <a:pt x="418" y="10868"/>
                  </a:lnTo>
                  <a:lnTo>
                    <a:pt x="537" y="11211"/>
                  </a:lnTo>
                  <a:lnTo>
                    <a:pt x="686" y="11554"/>
                  </a:lnTo>
                  <a:lnTo>
                    <a:pt x="835" y="11882"/>
                  </a:lnTo>
                  <a:lnTo>
                    <a:pt x="999" y="12195"/>
                  </a:lnTo>
                  <a:lnTo>
                    <a:pt x="1178" y="12523"/>
                  </a:lnTo>
                  <a:lnTo>
                    <a:pt x="1372" y="12821"/>
                  </a:lnTo>
                  <a:lnTo>
                    <a:pt x="1581" y="13120"/>
                  </a:lnTo>
                  <a:lnTo>
                    <a:pt x="1804" y="13403"/>
                  </a:lnTo>
                  <a:lnTo>
                    <a:pt x="2028" y="13686"/>
                  </a:lnTo>
                  <a:lnTo>
                    <a:pt x="2326" y="13999"/>
                  </a:lnTo>
                  <a:lnTo>
                    <a:pt x="2639" y="14312"/>
                  </a:lnTo>
                  <a:lnTo>
                    <a:pt x="2952" y="14596"/>
                  </a:lnTo>
                  <a:lnTo>
                    <a:pt x="3295" y="14864"/>
                  </a:lnTo>
                  <a:lnTo>
                    <a:pt x="3653" y="15117"/>
                  </a:lnTo>
                  <a:lnTo>
                    <a:pt x="4011" y="15356"/>
                  </a:lnTo>
                  <a:lnTo>
                    <a:pt x="4398" y="15565"/>
                  </a:lnTo>
                  <a:lnTo>
                    <a:pt x="4786" y="15758"/>
                  </a:lnTo>
                  <a:lnTo>
                    <a:pt x="5188" y="15937"/>
                  </a:lnTo>
                  <a:lnTo>
                    <a:pt x="5606" y="16101"/>
                  </a:lnTo>
                  <a:lnTo>
                    <a:pt x="6023" y="16221"/>
                  </a:lnTo>
                  <a:lnTo>
                    <a:pt x="6456" y="16340"/>
                  </a:lnTo>
                  <a:lnTo>
                    <a:pt x="6903" y="16414"/>
                  </a:lnTo>
                  <a:lnTo>
                    <a:pt x="7350" y="16489"/>
                  </a:lnTo>
                  <a:lnTo>
                    <a:pt x="7812" y="16519"/>
                  </a:lnTo>
                  <a:lnTo>
                    <a:pt x="8275" y="16534"/>
                  </a:lnTo>
                  <a:lnTo>
                    <a:pt x="8692" y="16519"/>
                  </a:lnTo>
                  <a:lnTo>
                    <a:pt x="9124" y="16489"/>
                  </a:lnTo>
                  <a:lnTo>
                    <a:pt x="9527" y="16444"/>
                  </a:lnTo>
                  <a:lnTo>
                    <a:pt x="9944" y="16370"/>
                  </a:lnTo>
                  <a:lnTo>
                    <a:pt x="10347" y="16280"/>
                  </a:lnTo>
                  <a:lnTo>
                    <a:pt x="10734" y="16161"/>
                  </a:lnTo>
                  <a:lnTo>
                    <a:pt x="11122" y="16027"/>
                  </a:lnTo>
                  <a:lnTo>
                    <a:pt x="11495" y="15893"/>
                  </a:lnTo>
                  <a:lnTo>
                    <a:pt x="11853" y="15714"/>
                  </a:lnTo>
                  <a:lnTo>
                    <a:pt x="12210" y="15535"/>
                  </a:lnTo>
                  <a:lnTo>
                    <a:pt x="12568" y="15341"/>
                  </a:lnTo>
                  <a:lnTo>
                    <a:pt x="12896" y="15117"/>
                  </a:lnTo>
                  <a:lnTo>
                    <a:pt x="13224" y="14894"/>
                  </a:lnTo>
                  <a:lnTo>
                    <a:pt x="13537" y="14640"/>
                  </a:lnTo>
                  <a:lnTo>
                    <a:pt x="13835" y="14387"/>
                  </a:lnTo>
                  <a:lnTo>
                    <a:pt x="14119" y="14118"/>
                  </a:lnTo>
                  <a:lnTo>
                    <a:pt x="14387" y="13820"/>
                  </a:lnTo>
                  <a:lnTo>
                    <a:pt x="14655" y="13522"/>
                  </a:lnTo>
                  <a:lnTo>
                    <a:pt x="14894" y="13209"/>
                  </a:lnTo>
                  <a:lnTo>
                    <a:pt x="15132" y="12896"/>
                  </a:lnTo>
                  <a:lnTo>
                    <a:pt x="15341" y="12553"/>
                  </a:lnTo>
                  <a:lnTo>
                    <a:pt x="15550" y="12210"/>
                  </a:lnTo>
                  <a:lnTo>
                    <a:pt x="15729" y="11852"/>
                  </a:lnTo>
                  <a:lnTo>
                    <a:pt x="15893" y="11480"/>
                  </a:lnTo>
                  <a:lnTo>
                    <a:pt x="16042" y="11107"/>
                  </a:lnTo>
                  <a:lnTo>
                    <a:pt x="16176" y="10719"/>
                  </a:lnTo>
                  <a:lnTo>
                    <a:pt x="16280" y="10332"/>
                  </a:lnTo>
                  <a:lnTo>
                    <a:pt x="16370" y="9929"/>
                  </a:lnTo>
                  <a:lnTo>
                    <a:pt x="16444" y="9527"/>
                  </a:lnTo>
                  <a:lnTo>
                    <a:pt x="16504" y="9109"/>
                  </a:lnTo>
                  <a:lnTo>
                    <a:pt x="16534" y="8692"/>
                  </a:lnTo>
                  <a:lnTo>
                    <a:pt x="16534" y="8259"/>
                  </a:lnTo>
                  <a:lnTo>
                    <a:pt x="16534" y="7887"/>
                  </a:lnTo>
                  <a:lnTo>
                    <a:pt x="16504" y="7499"/>
                  </a:lnTo>
                  <a:lnTo>
                    <a:pt x="16459" y="7126"/>
                  </a:lnTo>
                  <a:lnTo>
                    <a:pt x="16400" y="6754"/>
                  </a:lnTo>
                  <a:lnTo>
                    <a:pt x="16325" y="6381"/>
                  </a:lnTo>
                  <a:lnTo>
                    <a:pt x="16236" y="6023"/>
                  </a:lnTo>
                  <a:lnTo>
                    <a:pt x="16131" y="5680"/>
                  </a:lnTo>
                  <a:lnTo>
                    <a:pt x="15997" y="5337"/>
                  </a:lnTo>
                  <a:lnTo>
                    <a:pt x="15863" y="4995"/>
                  </a:lnTo>
                  <a:lnTo>
                    <a:pt x="15714" y="4667"/>
                  </a:lnTo>
                  <a:lnTo>
                    <a:pt x="15550" y="4339"/>
                  </a:lnTo>
                  <a:lnTo>
                    <a:pt x="15371" y="4025"/>
                  </a:lnTo>
                  <a:lnTo>
                    <a:pt x="15177" y="3712"/>
                  </a:lnTo>
                  <a:lnTo>
                    <a:pt x="14968" y="3414"/>
                  </a:lnTo>
                  <a:lnTo>
                    <a:pt x="14760" y="3131"/>
                  </a:lnTo>
                  <a:lnTo>
                    <a:pt x="14521" y="2863"/>
                  </a:lnTo>
                  <a:lnTo>
                    <a:pt x="14283" y="2594"/>
                  </a:lnTo>
                  <a:lnTo>
                    <a:pt x="14029" y="2341"/>
                  </a:lnTo>
                  <a:lnTo>
                    <a:pt x="13776" y="2087"/>
                  </a:lnTo>
                  <a:lnTo>
                    <a:pt x="13492" y="1849"/>
                  </a:lnTo>
                  <a:lnTo>
                    <a:pt x="13209" y="1640"/>
                  </a:lnTo>
                  <a:lnTo>
                    <a:pt x="12911" y="1431"/>
                  </a:lnTo>
                  <a:lnTo>
                    <a:pt x="12613" y="1223"/>
                  </a:lnTo>
                  <a:lnTo>
                    <a:pt x="12300" y="1044"/>
                  </a:lnTo>
                  <a:lnTo>
                    <a:pt x="11987" y="880"/>
                  </a:lnTo>
                  <a:lnTo>
                    <a:pt x="11659" y="716"/>
                  </a:lnTo>
                  <a:lnTo>
                    <a:pt x="11316" y="582"/>
                  </a:lnTo>
                  <a:lnTo>
                    <a:pt x="10973" y="447"/>
                  </a:lnTo>
                  <a:lnTo>
                    <a:pt x="10630" y="343"/>
                  </a:lnTo>
                  <a:lnTo>
                    <a:pt x="10272" y="239"/>
                  </a:lnTo>
                  <a:lnTo>
                    <a:pt x="9900" y="164"/>
                  </a:lnTo>
                  <a:lnTo>
                    <a:pt x="9542" y="90"/>
                  </a:lnTo>
                  <a:lnTo>
                    <a:pt x="9229" y="45"/>
                  </a:lnTo>
                  <a:lnTo>
                    <a:pt x="8916" y="15"/>
                  </a:lnTo>
                  <a:lnTo>
                    <a:pt x="8588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2"/>
            <p:cNvSpPr/>
            <p:nvPr/>
          </p:nvSpPr>
          <p:spPr>
            <a:xfrm>
              <a:off x="3325391" y="2206953"/>
              <a:ext cx="175488" cy="208947"/>
            </a:xfrm>
            <a:custGeom>
              <a:rect b="b" l="l" r="r" t="t"/>
              <a:pathLst>
                <a:path extrusionOk="0" h="13776" w="11570">
                  <a:moveTo>
                    <a:pt x="8275" y="0"/>
                  </a:moveTo>
                  <a:lnTo>
                    <a:pt x="7842" y="15"/>
                  </a:lnTo>
                  <a:lnTo>
                    <a:pt x="7425" y="45"/>
                  </a:lnTo>
                  <a:lnTo>
                    <a:pt x="7007" y="90"/>
                  </a:lnTo>
                  <a:lnTo>
                    <a:pt x="6605" y="164"/>
                  </a:lnTo>
                  <a:lnTo>
                    <a:pt x="6202" y="254"/>
                  </a:lnTo>
                  <a:lnTo>
                    <a:pt x="5815" y="373"/>
                  </a:lnTo>
                  <a:lnTo>
                    <a:pt x="5427" y="507"/>
                  </a:lnTo>
                  <a:lnTo>
                    <a:pt x="5054" y="641"/>
                  </a:lnTo>
                  <a:lnTo>
                    <a:pt x="4682" y="820"/>
                  </a:lnTo>
                  <a:lnTo>
                    <a:pt x="4324" y="999"/>
                  </a:lnTo>
                  <a:lnTo>
                    <a:pt x="3981" y="1193"/>
                  </a:lnTo>
                  <a:lnTo>
                    <a:pt x="3653" y="1416"/>
                  </a:lnTo>
                  <a:lnTo>
                    <a:pt x="3325" y="1640"/>
                  </a:lnTo>
                  <a:lnTo>
                    <a:pt x="3012" y="1894"/>
                  </a:lnTo>
                  <a:lnTo>
                    <a:pt x="2714" y="2147"/>
                  </a:lnTo>
                  <a:lnTo>
                    <a:pt x="2430" y="2415"/>
                  </a:lnTo>
                  <a:lnTo>
                    <a:pt x="2147" y="2714"/>
                  </a:lnTo>
                  <a:lnTo>
                    <a:pt x="1894" y="3012"/>
                  </a:lnTo>
                  <a:lnTo>
                    <a:pt x="1640" y="3325"/>
                  </a:lnTo>
                  <a:lnTo>
                    <a:pt x="1417" y="3638"/>
                  </a:lnTo>
                  <a:lnTo>
                    <a:pt x="1208" y="3981"/>
                  </a:lnTo>
                  <a:lnTo>
                    <a:pt x="999" y="4324"/>
                  </a:lnTo>
                  <a:lnTo>
                    <a:pt x="820" y="4681"/>
                  </a:lnTo>
                  <a:lnTo>
                    <a:pt x="656" y="5054"/>
                  </a:lnTo>
                  <a:lnTo>
                    <a:pt x="507" y="5427"/>
                  </a:lnTo>
                  <a:lnTo>
                    <a:pt x="373" y="5814"/>
                  </a:lnTo>
                  <a:lnTo>
                    <a:pt x="269" y="6202"/>
                  </a:lnTo>
                  <a:lnTo>
                    <a:pt x="179" y="6605"/>
                  </a:lnTo>
                  <a:lnTo>
                    <a:pt x="105" y="7007"/>
                  </a:lnTo>
                  <a:lnTo>
                    <a:pt x="45" y="7425"/>
                  </a:lnTo>
                  <a:lnTo>
                    <a:pt x="15" y="7842"/>
                  </a:lnTo>
                  <a:lnTo>
                    <a:pt x="0" y="8259"/>
                  </a:lnTo>
                  <a:lnTo>
                    <a:pt x="15" y="8647"/>
                  </a:lnTo>
                  <a:lnTo>
                    <a:pt x="45" y="9035"/>
                  </a:lnTo>
                  <a:lnTo>
                    <a:pt x="90" y="9407"/>
                  </a:lnTo>
                  <a:lnTo>
                    <a:pt x="149" y="9780"/>
                  </a:lnTo>
                  <a:lnTo>
                    <a:pt x="224" y="10153"/>
                  </a:lnTo>
                  <a:lnTo>
                    <a:pt x="313" y="10511"/>
                  </a:lnTo>
                  <a:lnTo>
                    <a:pt x="418" y="10868"/>
                  </a:lnTo>
                  <a:lnTo>
                    <a:pt x="537" y="11211"/>
                  </a:lnTo>
                  <a:lnTo>
                    <a:pt x="686" y="11554"/>
                  </a:lnTo>
                  <a:lnTo>
                    <a:pt x="835" y="11882"/>
                  </a:lnTo>
                  <a:lnTo>
                    <a:pt x="999" y="12195"/>
                  </a:lnTo>
                  <a:lnTo>
                    <a:pt x="1178" y="12523"/>
                  </a:lnTo>
                  <a:lnTo>
                    <a:pt x="1372" y="12821"/>
                  </a:lnTo>
                  <a:lnTo>
                    <a:pt x="1581" y="13120"/>
                  </a:lnTo>
                  <a:lnTo>
                    <a:pt x="1804" y="13403"/>
                  </a:lnTo>
                  <a:lnTo>
                    <a:pt x="2028" y="13686"/>
                  </a:lnTo>
                  <a:lnTo>
                    <a:pt x="2341" y="13731"/>
                  </a:lnTo>
                  <a:lnTo>
                    <a:pt x="2654" y="13761"/>
                  </a:lnTo>
                  <a:lnTo>
                    <a:pt x="2967" y="13776"/>
                  </a:lnTo>
                  <a:lnTo>
                    <a:pt x="3713" y="13776"/>
                  </a:lnTo>
                  <a:lnTo>
                    <a:pt x="4145" y="13731"/>
                  </a:lnTo>
                  <a:lnTo>
                    <a:pt x="4547" y="13686"/>
                  </a:lnTo>
                  <a:lnTo>
                    <a:pt x="4965" y="13612"/>
                  </a:lnTo>
                  <a:lnTo>
                    <a:pt x="5367" y="13522"/>
                  </a:lnTo>
                  <a:lnTo>
                    <a:pt x="5755" y="13403"/>
                  </a:lnTo>
                  <a:lnTo>
                    <a:pt x="6143" y="13284"/>
                  </a:lnTo>
                  <a:lnTo>
                    <a:pt x="6515" y="13135"/>
                  </a:lnTo>
                  <a:lnTo>
                    <a:pt x="6873" y="12971"/>
                  </a:lnTo>
                  <a:lnTo>
                    <a:pt x="7231" y="12777"/>
                  </a:lnTo>
                  <a:lnTo>
                    <a:pt x="7589" y="12583"/>
                  </a:lnTo>
                  <a:lnTo>
                    <a:pt x="7917" y="12374"/>
                  </a:lnTo>
                  <a:lnTo>
                    <a:pt x="8245" y="12136"/>
                  </a:lnTo>
                  <a:lnTo>
                    <a:pt x="8558" y="11897"/>
                  </a:lnTo>
                  <a:lnTo>
                    <a:pt x="8856" y="11629"/>
                  </a:lnTo>
                  <a:lnTo>
                    <a:pt x="9139" y="11360"/>
                  </a:lnTo>
                  <a:lnTo>
                    <a:pt x="9422" y="11077"/>
                  </a:lnTo>
                  <a:lnTo>
                    <a:pt x="9676" y="10779"/>
                  </a:lnTo>
                  <a:lnTo>
                    <a:pt x="9929" y="10466"/>
                  </a:lnTo>
                  <a:lnTo>
                    <a:pt x="10153" y="10138"/>
                  </a:lnTo>
                  <a:lnTo>
                    <a:pt x="10362" y="9795"/>
                  </a:lnTo>
                  <a:lnTo>
                    <a:pt x="10570" y="9452"/>
                  </a:lnTo>
                  <a:lnTo>
                    <a:pt x="10749" y="9094"/>
                  </a:lnTo>
                  <a:lnTo>
                    <a:pt x="10913" y="8737"/>
                  </a:lnTo>
                  <a:lnTo>
                    <a:pt x="11062" y="8349"/>
                  </a:lnTo>
                  <a:lnTo>
                    <a:pt x="11197" y="7976"/>
                  </a:lnTo>
                  <a:lnTo>
                    <a:pt x="11301" y="7574"/>
                  </a:lnTo>
                  <a:lnTo>
                    <a:pt x="11405" y="7186"/>
                  </a:lnTo>
                  <a:lnTo>
                    <a:pt x="11465" y="6769"/>
                  </a:lnTo>
                  <a:lnTo>
                    <a:pt x="11525" y="6351"/>
                  </a:lnTo>
                  <a:lnTo>
                    <a:pt x="11554" y="5934"/>
                  </a:lnTo>
                  <a:lnTo>
                    <a:pt x="11569" y="5516"/>
                  </a:lnTo>
                  <a:lnTo>
                    <a:pt x="11554" y="5129"/>
                  </a:lnTo>
                  <a:lnTo>
                    <a:pt x="11525" y="4741"/>
                  </a:lnTo>
                  <a:lnTo>
                    <a:pt x="11495" y="4368"/>
                  </a:lnTo>
                  <a:lnTo>
                    <a:pt x="11420" y="3996"/>
                  </a:lnTo>
                  <a:lnTo>
                    <a:pt x="11346" y="3623"/>
                  </a:lnTo>
                  <a:lnTo>
                    <a:pt x="11256" y="3265"/>
                  </a:lnTo>
                  <a:lnTo>
                    <a:pt x="11152" y="2922"/>
                  </a:lnTo>
                  <a:lnTo>
                    <a:pt x="11018" y="2564"/>
                  </a:lnTo>
                  <a:lnTo>
                    <a:pt x="10884" y="2236"/>
                  </a:lnTo>
                  <a:lnTo>
                    <a:pt x="10734" y="1894"/>
                  </a:lnTo>
                  <a:lnTo>
                    <a:pt x="10570" y="1580"/>
                  </a:lnTo>
                  <a:lnTo>
                    <a:pt x="10392" y="1267"/>
                  </a:lnTo>
                  <a:lnTo>
                    <a:pt x="10198" y="954"/>
                  </a:lnTo>
                  <a:lnTo>
                    <a:pt x="9989" y="656"/>
                  </a:lnTo>
                  <a:lnTo>
                    <a:pt x="9765" y="373"/>
                  </a:lnTo>
                  <a:lnTo>
                    <a:pt x="9542" y="90"/>
                  </a:lnTo>
                  <a:lnTo>
                    <a:pt x="9229" y="45"/>
                  </a:lnTo>
                  <a:lnTo>
                    <a:pt x="8916" y="15"/>
                  </a:lnTo>
                  <a:lnTo>
                    <a:pt x="85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2"/>
            <p:cNvSpPr/>
            <p:nvPr/>
          </p:nvSpPr>
          <p:spPr>
            <a:xfrm>
              <a:off x="3366540" y="2480560"/>
              <a:ext cx="108326" cy="108326"/>
            </a:xfrm>
            <a:custGeom>
              <a:rect b="b" l="l" r="r" t="t"/>
              <a:pathLst>
                <a:path extrusionOk="0" h="7142" w="7142">
                  <a:moveTo>
                    <a:pt x="3579" y="0"/>
                  </a:moveTo>
                  <a:lnTo>
                    <a:pt x="3385" y="15"/>
                  </a:lnTo>
                  <a:lnTo>
                    <a:pt x="3206" y="30"/>
                  </a:lnTo>
                  <a:lnTo>
                    <a:pt x="3027" y="45"/>
                  </a:lnTo>
                  <a:lnTo>
                    <a:pt x="2848" y="75"/>
                  </a:lnTo>
                  <a:lnTo>
                    <a:pt x="2505" y="164"/>
                  </a:lnTo>
                  <a:lnTo>
                    <a:pt x="2177" y="284"/>
                  </a:lnTo>
                  <a:lnTo>
                    <a:pt x="1864" y="433"/>
                  </a:lnTo>
                  <a:lnTo>
                    <a:pt x="1581" y="612"/>
                  </a:lnTo>
                  <a:lnTo>
                    <a:pt x="1298" y="820"/>
                  </a:lnTo>
                  <a:lnTo>
                    <a:pt x="1044" y="1059"/>
                  </a:lnTo>
                  <a:lnTo>
                    <a:pt x="821" y="1312"/>
                  </a:lnTo>
                  <a:lnTo>
                    <a:pt x="612" y="1581"/>
                  </a:lnTo>
                  <a:lnTo>
                    <a:pt x="433" y="1879"/>
                  </a:lnTo>
                  <a:lnTo>
                    <a:pt x="284" y="2192"/>
                  </a:lnTo>
                  <a:lnTo>
                    <a:pt x="165" y="2520"/>
                  </a:lnTo>
                  <a:lnTo>
                    <a:pt x="75" y="2863"/>
                  </a:lnTo>
                  <a:lnTo>
                    <a:pt x="45" y="3027"/>
                  </a:lnTo>
                  <a:lnTo>
                    <a:pt x="16" y="3206"/>
                  </a:lnTo>
                  <a:lnTo>
                    <a:pt x="1" y="3399"/>
                  </a:lnTo>
                  <a:lnTo>
                    <a:pt x="1" y="3578"/>
                  </a:lnTo>
                  <a:lnTo>
                    <a:pt x="16" y="3906"/>
                  </a:lnTo>
                  <a:lnTo>
                    <a:pt x="60" y="4234"/>
                  </a:lnTo>
                  <a:lnTo>
                    <a:pt x="135" y="4547"/>
                  </a:lnTo>
                  <a:lnTo>
                    <a:pt x="239" y="4846"/>
                  </a:lnTo>
                  <a:lnTo>
                    <a:pt x="358" y="5129"/>
                  </a:lnTo>
                  <a:lnTo>
                    <a:pt x="508" y="5412"/>
                  </a:lnTo>
                  <a:lnTo>
                    <a:pt x="686" y="5666"/>
                  </a:lnTo>
                  <a:lnTo>
                    <a:pt x="880" y="5919"/>
                  </a:lnTo>
                  <a:lnTo>
                    <a:pt x="1000" y="6053"/>
                  </a:lnTo>
                  <a:lnTo>
                    <a:pt x="1134" y="6187"/>
                  </a:lnTo>
                  <a:lnTo>
                    <a:pt x="1283" y="6307"/>
                  </a:lnTo>
                  <a:lnTo>
                    <a:pt x="1417" y="6426"/>
                  </a:lnTo>
                  <a:lnTo>
                    <a:pt x="1581" y="6530"/>
                  </a:lnTo>
                  <a:lnTo>
                    <a:pt x="1730" y="6635"/>
                  </a:lnTo>
                  <a:lnTo>
                    <a:pt x="1894" y="6724"/>
                  </a:lnTo>
                  <a:lnTo>
                    <a:pt x="2073" y="6814"/>
                  </a:lnTo>
                  <a:lnTo>
                    <a:pt x="2237" y="6888"/>
                  </a:lnTo>
                  <a:lnTo>
                    <a:pt x="2416" y="6963"/>
                  </a:lnTo>
                  <a:lnTo>
                    <a:pt x="2595" y="7007"/>
                  </a:lnTo>
                  <a:lnTo>
                    <a:pt x="2789" y="7067"/>
                  </a:lnTo>
                  <a:lnTo>
                    <a:pt x="2982" y="7097"/>
                  </a:lnTo>
                  <a:lnTo>
                    <a:pt x="3176" y="7127"/>
                  </a:lnTo>
                  <a:lnTo>
                    <a:pt x="3370" y="7141"/>
                  </a:lnTo>
                  <a:lnTo>
                    <a:pt x="3758" y="7141"/>
                  </a:lnTo>
                  <a:lnTo>
                    <a:pt x="3937" y="7127"/>
                  </a:lnTo>
                  <a:lnTo>
                    <a:pt x="4115" y="7112"/>
                  </a:lnTo>
                  <a:lnTo>
                    <a:pt x="4294" y="7067"/>
                  </a:lnTo>
                  <a:lnTo>
                    <a:pt x="4637" y="6992"/>
                  </a:lnTo>
                  <a:lnTo>
                    <a:pt x="4965" y="6873"/>
                  </a:lnTo>
                  <a:lnTo>
                    <a:pt x="5278" y="6709"/>
                  </a:lnTo>
                  <a:lnTo>
                    <a:pt x="5562" y="6530"/>
                  </a:lnTo>
                  <a:lnTo>
                    <a:pt x="5845" y="6336"/>
                  </a:lnTo>
                  <a:lnTo>
                    <a:pt x="6098" y="6098"/>
                  </a:lnTo>
                  <a:lnTo>
                    <a:pt x="6322" y="5844"/>
                  </a:lnTo>
                  <a:lnTo>
                    <a:pt x="6531" y="5576"/>
                  </a:lnTo>
                  <a:lnTo>
                    <a:pt x="6709" y="5278"/>
                  </a:lnTo>
                  <a:lnTo>
                    <a:pt x="6859" y="4965"/>
                  </a:lnTo>
                  <a:lnTo>
                    <a:pt x="6978" y="4637"/>
                  </a:lnTo>
                  <a:lnTo>
                    <a:pt x="7067" y="4294"/>
                  </a:lnTo>
                  <a:lnTo>
                    <a:pt x="7097" y="4115"/>
                  </a:lnTo>
                  <a:lnTo>
                    <a:pt x="7127" y="3936"/>
                  </a:lnTo>
                  <a:lnTo>
                    <a:pt x="7142" y="3757"/>
                  </a:lnTo>
                  <a:lnTo>
                    <a:pt x="7142" y="3578"/>
                  </a:lnTo>
                  <a:lnTo>
                    <a:pt x="7127" y="3250"/>
                  </a:lnTo>
                  <a:lnTo>
                    <a:pt x="7082" y="2922"/>
                  </a:lnTo>
                  <a:lnTo>
                    <a:pt x="7008" y="2609"/>
                  </a:lnTo>
                  <a:lnTo>
                    <a:pt x="6903" y="2311"/>
                  </a:lnTo>
                  <a:lnTo>
                    <a:pt x="6784" y="2013"/>
                  </a:lnTo>
                  <a:lnTo>
                    <a:pt x="6635" y="1745"/>
                  </a:lnTo>
                  <a:lnTo>
                    <a:pt x="6471" y="1491"/>
                  </a:lnTo>
                  <a:lnTo>
                    <a:pt x="6277" y="1238"/>
                  </a:lnTo>
                  <a:lnTo>
                    <a:pt x="6054" y="1014"/>
                  </a:lnTo>
                  <a:lnTo>
                    <a:pt x="5830" y="805"/>
                  </a:lnTo>
                  <a:lnTo>
                    <a:pt x="5576" y="627"/>
                  </a:lnTo>
                  <a:lnTo>
                    <a:pt x="5308" y="463"/>
                  </a:lnTo>
                  <a:lnTo>
                    <a:pt x="5040" y="313"/>
                  </a:lnTo>
                  <a:lnTo>
                    <a:pt x="4742" y="194"/>
                  </a:lnTo>
                  <a:lnTo>
                    <a:pt x="4428" y="105"/>
                  </a:lnTo>
                  <a:lnTo>
                    <a:pt x="4115" y="45"/>
                  </a:lnTo>
                  <a:lnTo>
                    <a:pt x="3847" y="15"/>
                  </a:lnTo>
                  <a:lnTo>
                    <a:pt x="3579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2"/>
            <p:cNvSpPr/>
            <p:nvPr/>
          </p:nvSpPr>
          <p:spPr>
            <a:xfrm>
              <a:off x="3366540" y="2480560"/>
              <a:ext cx="75762" cy="90459"/>
            </a:xfrm>
            <a:custGeom>
              <a:rect b="b" l="l" r="r" t="t"/>
              <a:pathLst>
                <a:path extrusionOk="0" h="5964" w="4995">
                  <a:moveTo>
                    <a:pt x="3579" y="0"/>
                  </a:moveTo>
                  <a:lnTo>
                    <a:pt x="3385" y="15"/>
                  </a:lnTo>
                  <a:lnTo>
                    <a:pt x="3206" y="30"/>
                  </a:lnTo>
                  <a:lnTo>
                    <a:pt x="3027" y="45"/>
                  </a:lnTo>
                  <a:lnTo>
                    <a:pt x="2848" y="75"/>
                  </a:lnTo>
                  <a:lnTo>
                    <a:pt x="2505" y="164"/>
                  </a:lnTo>
                  <a:lnTo>
                    <a:pt x="2177" y="284"/>
                  </a:lnTo>
                  <a:lnTo>
                    <a:pt x="1864" y="433"/>
                  </a:lnTo>
                  <a:lnTo>
                    <a:pt x="1581" y="612"/>
                  </a:lnTo>
                  <a:lnTo>
                    <a:pt x="1298" y="820"/>
                  </a:lnTo>
                  <a:lnTo>
                    <a:pt x="1044" y="1059"/>
                  </a:lnTo>
                  <a:lnTo>
                    <a:pt x="821" y="1312"/>
                  </a:lnTo>
                  <a:lnTo>
                    <a:pt x="612" y="1581"/>
                  </a:lnTo>
                  <a:lnTo>
                    <a:pt x="433" y="1879"/>
                  </a:lnTo>
                  <a:lnTo>
                    <a:pt x="284" y="2192"/>
                  </a:lnTo>
                  <a:lnTo>
                    <a:pt x="165" y="2520"/>
                  </a:lnTo>
                  <a:lnTo>
                    <a:pt x="75" y="2863"/>
                  </a:lnTo>
                  <a:lnTo>
                    <a:pt x="45" y="3027"/>
                  </a:lnTo>
                  <a:lnTo>
                    <a:pt x="16" y="3206"/>
                  </a:lnTo>
                  <a:lnTo>
                    <a:pt x="1" y="3399"/>
                  </a:lnTo>
                  <a:lnTo>
                    <a:pt x="1" y="3578"/>
                  </a:lnTo>
                  <a:lnTo>
                    <a:pt x="16" y="3906"/>
                  </a:lnTo>
                  <a:lnTo>
                    <a:pt x="60" y="4234"/>
                  </a:lnTo>
                  <a:lnTo>
                    <a:pt x="135" y="4547"/>
                  </a:lnTo>
                  <a:lnTo>
                    <a:pt x="239" y="4846"/>
                  </a:lnTo>
                  <a:lnTo>
                    <a:pt x="358" y="5129"/>
                  </a:lnTo>
                  <a:lnTo>
                    <a:pt x="508" y="5412"/>
                  </a:lnTo>
                  <a:lnTo>
                    <a:pt x="686" y="5666"/>
                  </a:lnTo>
                  <a:lnTo>
                    <a:pt x="880" y="5919"/>
                  </a:lnTo>
                  <a:lnTo>
                    <a:pt x="1149" y="5949"/>
                  </a:lnTo>
                  <a:lnTo>
                    <a:pt x="1417" y="5964"/>
                  </a:lnTo>
                  <a:lnTo>
                    <a:pt x="1611" y="5949"/>
                  </a:lnTo>
                  <a:lnTo>
                    <a:pt x="1790" y="5934"/>
                  </a:lnTo>
                  <a:lnTo>
                    <a:pt x="1969" y="5919"/>
                  </a:lnTo>
                  <a:lnTo>
                    <a:pt x="2147" y="5889"/>
                  </a:lnTo>
                  <a:lnTo>
                    <a:pt x="2490" y="5800"/>
                  </a:lnTo>
                  <a:lnTo>
                    <a:pt x="2818" y="5680"/>
                  </a:lnTo>
                  <a:lnTo>
                    <a:pt x="3131" y="5531"/>
                  </a:lnTo>
                  <a:lnTo>
                    <a:pt x="3415" y="5352"/>
                  </a:lnTo>
                  <a:lnTo>
                    <a:pt x="3698" y="5144"/>
                  </a:lnTo>
                  <a:lnTo>
                    <a:pt x="3951" y="4905"/>
                  </a:lnTo>
                  <a:lnTo>
                    <a:pt x="4175" y="4652"/>
                  </a:lnTo>
                  <a:lnTo>
                    <a:pt x="4384" y="4383"/>
                  </a:lnTo>
                  <a:lnTo>
                    <a:pt x="4563" y="4085"/>
                  </a:lnTo>
                  <a:lnTo>
                    <a:pt x="4712" y="3772"/>
                  </a:lnTo>
                  <a:lnTo>
                    <a:pt x="4831" y="3444"/>
                  </a:lnTo>
                  <a:lnTo>
                    <a:pt x="4920" y="3101"/>
                  </a:lnTo>
                  <a:lnTo>
                    <a:pt x="4950" y="2937"/>
                  </a:lnTo>
                  <a:lnTo>
                    <a:pt x="4980" y="2758"/>
                  </a:lnTo>
                  <a:lnTo>
                    <a:pt x="4995" y="2565"/>
                  </a:lnTo>
                  <a:lnTo>
                    <a:pt x="4995" y="2386"/>
                  </a:lnTo>
                  <a:lnTo>
                    <a:pt x="4980" y="2058"/>
                  </a:lnTo>
                  <a:lnTo>
                    <a:pt x="4935" y="1730"/>
                  </a:lnTo>
                  <a:lnTo>
                    <a:pt x="4861" y="1417"/>
                  </a:lnTo>
                  <a:lnTo>
                    <a:pt x="4756" y="1119"/>
                  </a:lnTo>
                  <a:lnTo>
                    <a:pt x="4637" y="820"/>
                  </a:lnTo>
                  <a:lnTo>
                    <a:pt x="4488" y="552"/>
                  </a:lnTo>
                  <a:lnTo>
                    <a:pt x="4309" y="299"/>
                  </a:lnTo>
                  <a:lnTo>
                    <a:pt x="4115" y="45"/>
                  </a:lnTo>
                  <a:lnTo>
                    <a:pt x="3847" y="15"/>
                  </a:lnTo>
                  <a:lnTo>
                    <a:pt x="35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2"/>
            <p:cNvSpPr/>
            <p:nvPr/>
          </p:nvSpPr>
          <p:spPr>
            <a:xfrm>
              <a:off x="3308433" y="2392148"/>
              <a:ext cx="144728" cy="144728"/>
            </a:xfrm>
            <a:custGeom>
              <a:rect b="b" l="l" r="r" t="t"/>
              <a:pathLst>
                <a:path extrusionOk="0" h="9542" w="9542">
                  <a:moveTo>
                    <a:pt x="4771" y="0"/>
                  </a:moveTo>
                  <a:lnTo>
                    <a:pt x="4517" y="15"/>
                  </a:lnTo>
                  <a:lnTo>
                    <a:pt x="4279" y="30"/>
                  </a:lnTo>
                  <a:lnTo>
                    <a:pt x="4040" y="60"/>
                  </a:lnTo>
                  <a:lnTo>
                    <a:pt x="3802" y="105"/>
                  </a:lnTo>
                  <a:lnTo>
                    <a:pt x="3578" y="149"/>
                  </a:lnTo>
                  <a:lnTo>
                    <a:pt x="3355" y="224"/>
                  </a:lnTo>
                  <a:lnTo>
                    <a:pt x="3131" y="298"/>
                  </a:lnTo>
                  <a:lnTo>
                    <a:pt x="2907" y="388"/>
                  </a:lnTo>
                  <a:lnTo>
                    <a:pt x="2699" y="477"/>
                  </a:lnTo>
                  <a:lnTo>
                    <a:pt x="2490" y="582"/>
                  </a:lnTo>
                  <a:lnTo>
                    <a:pt x="2296" y="701"/>
                  </a:lnTo>
                  <a:lnTo>
                    <a:pt x="2102" y="820"/>
                  </a:lnTo>
                  <a:lnTo>
                    <a:pt x="1908" y="954"/>
                  </a:lnTo>
                  <a:lnTo>
                    <a:pt x="1730" y="1088"/>
                  </a:lnTo>
                  <a:lnTo>
                    <a:pt x="1566" y="1252"/>
                  </a:lnTo>
                  <a:lnTo>
                    <a:pt x="1387" y="1402"/>
                  </a:lnTo>
                  <a:lnTo>
                    <a:pt x="1238" y="1566"/>
                  </a:lnTo>
                  <a:lnTo>
                    <a:pt x="1089" y="1744"/>
                  </a:lnTo>
                  <a:lnTo>
                    <a:pt x="939" y="1923"/>
                  </a:lnTo>
                  <a:lnTo>
                    <a:pt x="805" y="2117"/>
                  </a:lnTo>
                  <a:lnTo>
                    <a:pt x="686" y="2296"/>
                  </a:lnTo>
                  <a:lnTo>
                    <a:pt x="567" y="2505"/>
                  </a:lnTo>
                  <a:lnTo>
                    <a:pt x="462" y="2714"/>
                  </a:lnTo>
                  <a:lnTo>
                    <a:pt x="373" y="2922"/>
                  </a:lnTo>
                  <a:lnTo>
                    <a:pt x="283" y="3131"/>
                  </a:lnTo>
                  <a:lnTo>
                    <a:pt x="209" y="3355"/>
                  </a:lnTo>
                  <a:lnTo>
                    <a:pt x="149" y="3578"/>
                  </a:lnTo>
                  <a:lnTo>
                    <a:pt x="90" y="3817"/>
                  </a:lnTo>
                  <a:lnTo>
                    <a:pt x="45" y="4055"/>
                  </a:lnTo>
                  <a:lnTo>
                    <a:pt x="15" y="4294"/>
                  </a:lnTo>
                  <a:lnTo>
                    <a:pt x="0" y="4532"/>
                  </a:lnTo>
                  <a:lnTo>
                    <a:pt x="0" y="4771"/>
                  </a:lnTo>
                  <a:lnTo>
                    <a:pt x="0" y="4995"/>
                  </a:lnTo>
                  <a:lnTo>
                    <a:pt x="15" y="5218"/>
                  </a:lnTo>
                  <a:lnTo>
                    <a:pt x="45" y="5442"/>
                  </a:lnTo>
                  <a:lnTo>
                    <a:pt x="75" y="5650"/>
                  </a:lnTo>
                  <a:lnTo>
                    <a:pt x="119" y="5859"/>
                  </a:lnTo>
                  <a:lnTo>
                    <a:pt x="179" y="6068"/>
                  </a:lnTo>
                  <a:lnTo>
                    <a:pt x="239" y="6277"/>
                  </a:lnTo>
                  <a:lnTo>
                    <a:pt x="313" y="6470"/>
                  </a:lnTo>
                  <a:lnTo>
                    <a:pt x="388" y="6664"/>
                  </a:lnTo>
                  <a:lnTo>
                    <a:pt x="477" y="6858"/>
                  </a:lnTo>
                  <a:lnTo>
                    <a:pt x="567" y="7052"/>
                  </a:lnTo>
                  <a:lnTo>
                    <a:pt x="671" y="7231"/>
                  </a:lnTo>
                  <a:lnTo>
                    <a:pt x="790" y="7410"/>
                  </a:lnTo>
                  <a:lnTo>
                    <a:pt x="910" y="7574"/>
                  </a:lnTo>
                  <a:lnTo>
                    <a:pt x="1029" y="7738"/>
                  </a:lnTo>
                  <a:lnTo>
                    <a:pt x="1163" y="7902"/>
                  </a:lnTo>
                  <a:lnTo>
                    <a:pt x="1342" y="8081"/>
                  </a:lnTo>
                  <a:lnTo>
                    <a:pt x="1521" y="8259"/>
                  </a:lnTo>
                  <a:lnTo>
                    <a:pt x="1700" y="8423"/>
                  </a:lnTo>
                  <a:lnTo>
                    <a:pt x="1894" y="8587"/>
                  </a:lnTo>
                  <a:lnTo>
                    <a:pt x="2102" y="8737"/>
                  </a:lnTo>
                  <a:lnTo>
                    <a:pt x="2311" y="8871"/>
                  </a:lnTo>
                  <a:lnTo>
                    <a:pt x="2535" y="8990"/>
                  </a:lnTo>
                  <a:lnTo>
                    <a:pt x="2758" y="9109"/>
                  </a:lnTo>
                  <a:lnTo>
                    <a:pt x="2982" y="9199"/>
                  </a:lnTo>
                  <a:lnTo>
                    <a:pt x="3220" y="9288"/>
                  </a:lnTo>
                  <a:lnTo>
                    <a:pt x="3474" y="9363"/>
                  </a:lnTo>
                  <a:lnTo>
                    <a:pt x="3727" y="9437"/>
                  </a:lnTo>
                  <a:lnTo>
                    <a:pt x="3981" y="9482"/>
                  </a:lnTo>
                  <a:lnTo>
                    <a:pt x="4234" y="9512"/>
                  </a:lnTo>
                  <a:lnTo>
                    <a:pt x="4503" y="9542"/>
                  </a:lnTo>
                  <a:lnTo>
                    <a:pt x="5009" y="9542"/>
                  </a:lnTo>
                  <a:lnTo>
                    <a:pt x="5248" y="9527"/>
                  </a:lnTo>
                  <a:lnTo>
                    <a:pt x="5487" y="9497"/>
                  </a:lnTo>
                  <a:lnTo>
                    <a:pt x="5725" y="9452"/>
                  </a:lnTo>
                  <a:lnTo>
                    <a:pt x="5964" y="9392"/>
                  </a:lnTo>
                  <a:lnTo>
                    <a:pt x="6187" y="9333"/>
                  </a:lnTo>
                  <a:lnTo>
                    <a:pt x="6411" y="9258"/>
                  </a:lnTo>
                  <a:lnTo>
                    <a:pt x="6620" y="9169"/>
                  </a:lnTo>
                  <a:lnTo>
                    <a:pt x="6843" y="9079"/>
                  </a:lnTo>
                  <a:lnTo>
                    <a:pt x="7037" y="8975"/>
                  </a:lnTo>
                  <a:lnTo>
                    <a:pt x="7246" y="8856"/>
                  </a:lnTo>
                  <a:lnTo>
                    <a:pt x="7440" y="8737"/>
                  </a:lnTo>
                  <a:lnTo>
                    <a:pt x="7618" y="8602"/>
                  </a:lnTo>
                  <a:lnTo>
                    <a:pt x="7797" y="8453"/>
                  </a:lnTo>
                  <a:lnTo>
                    <a:pt x="7976" y="8304"/>
                  </a:lnTo>
                  <a:lnTo>
                    <a:pt x="8140" y="8155"/>
                  </a:lnTo>
                  <a:lnTo>
                    <a:pt x="8304" y="7991"/>
                  </a:lnTo>
                  <a:lnTo>
                    <a:pt x="8453" y="7812"/>
                  </a:lnTo>
                  <a:lnTo>
                    <a:pt x="8587" y="7633"/>
                  </a:lnTo>
                  <a:lnTo>
                    <a:pt x="8722" y="7439"/>
                  </a:lnTo>
                  <a:lnTo>
                    <a:pt x="8841" y="7246"/>
                  </a:lnTo>
                  <a:lnTo>
                    <a:pt x="8960" y="7052"/>
                  </a:lnTo>
                  <a:lnTo>
                    <a:pt x="9065" y="6843"/>
                  </a:lnTo>
                  <a:lnTo>
                    <a:pt x="9169" y="6634"/>
                  </a:lnTo>
                  <a:lnTo>
                    <a:pt x="9243" y="6411"/>
                  </a:lnTo>
                  <a:lnTo>
                    <a:pt x="9318" y="6202"/>
                  </a:lnTo>
                  <a:lnTo>
                    <a:pt x="9393" y="5964"/>
                  </a:lnTo>
                  <a:lnTo>
                    <a:pt x="9437" y="5740"/>
                  </a:lnTo>
                  <a:lnTo>
                    <a:pt x="9482" y="5501"/>
                  </a:lnTo>
                  <a:lnTo>
                    <a:pt x="9512" y="5263"/>
                  </a:lnTo>
                  <a:lnTo>
                    <a:pt x="9527" y="5024"/>
                  </a:lnTo>
                  <a:lnTo>
                    <a:pt x="9542" y="4771"/>
                  </a:lnTo>
                  <a:lnTo>
                    <a:pt x="9527" y="4547"/>
                  </a:lnTo>
                  <a:lnTo>
                    <a:pt x="9512" y="4339"/>
                  </a:lnTo>
                  <a:lnTo>
                    <a:pt x="9497" y="4115"/>
                  </a:lnTo>
                  <a:lnTo>
                    <a:pt x="9452" y="3906"/>
                  </a:lnTo>
                  <a:lnTo>
                    <a:pt x="9407" y="3697"/>
                  </a:lnTo>
                  <a:lnTo>
                    <a:pt x="9363" y="3489"/>
                  </a:lnTo>
                  <a:lnTo>
                    <a:pt x="9303" y="3280"/>
                  </a:lnTo>
                  <a:lnTo>
                    <a:pt x="9229" y="3086"/>
                  </a:lnTo>
                  <a:lnTo>
                    <a:pt x="9154" y="2892"/>
                  </a:lnTo>
                  <a:lnTo>
                    <a:pt x="9065" y="2699"/>
                  </a:lnTo>
                  <a:lnTo>
                    <a:pt x="8960" y="2505"/>
                  </a:lnTo>
                  <a:lnTo>
                    <a:pt x="8856" y="2326"/>
                  </a:lnTo>
                  <a:lnTo>
                    <a:pt x="8751" y="2147"/>
                  </a:lnTo>
                  <a:lnTo>
                    <a:pt x="8632" y="1983"/>
                  </a:lnTo>
                  <a:lnTo>
                    <a:pt x="8513" y="1819"/>
                  </a:lnTo>
                  <a:lnTo>
                    <a:pt x="8379" y="1655"/>
                  </a:lnTo>
                  <a:lnTo>
                    <a:pt x="8230" y="1506"/>
                  </a:lnTo>
                  <a:lnTo>
                    <a:pt x="8095" y="1357"/>
                  </a:lnTo>
                  <a:lnTo>
                    <a:pt x="7932" y="1208"/>
                  </a:lnTo>
                  <a:lnTo>
                    <a:pt x="7782" y="1074"/>
                  </a:lnTo>
                  <a:lnTo>
                    <a:pt x="7618" y="954"/>
                  </a:lnTo>
                  <a:lnTo>
                    <a:pt x="7454" y="835"/>
                  </a:lnTo>
                  <a:lnTo>
                    <a:pt x="7276" y="716"/>
                  </a:lnTo>
                  <a:lnTo>
                    <a:pt x="7097" y="611"/>
                  </a:lnTo>
                  <a:lnTo>
                    <a:pt x="6903" y="507"/>
                  </a:lnTo>
                  <a:lnTo>
                    <a:pt x="6724" y="418"/>
                  </a:lnTo>
                  <a:lnTo>
                    <a:pt x="6530" y="343"/>
                  </a:lnTo>
                  <a:lnTo>
                    <a:pt x="6321" y="269"/>
                  </a:lnTo>
                  <a:lnTo>
                    <a:pt x="6128" y="194"/>
                  </a:lnTo>
                  <a:lnTo>
                    <a:pt x="5919" y="149"/>
                  </a:lnTo>
                  <a:lnTo>
                    <a:pt x="5710" y="105"/>
                  </a:lnTo>
                  <a:lnTo>
                    <a:pt x="5501" y="60"/>
                  </a:lnTo>
                  <a:lnTo>
                    <a:pt x="5129" y="15"/>
                  </a:lnTo>
                  <a:lnTo>
                    <a:pt x="4771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2"/>
            <p:cNvSpPr/>
            <p:nvPr/>
          </p:nvSpPr>
          <p:spPr>
            <a:xfrm>
              <a:off x="3308433" y="2392148"/>
              <a:ext cx="101091" cy="120764"/>
            </a:xfrm>
            <a:custGeom>
              <a:rect b="b" l="l" r="r" t="t"/>
              <a:pathLst>
                <a:path extrusionOk="0" h="7962" w="6665">
                  <a:moveTo>
                    <a:pt x="4771" y="0"/>
                  </a:moveTo>
                  <a:lnTo>
                    <a:pt x="4517" y="15"/>
                  </a:lnTo>
                  <a:lnTo>
                    <a:pt x="4279" y="30"/>
                  </a:lnTo>
                  <a:lnTo>
                    <a:pt x="4040" y="60"/>
                  </a:lnTo>
                  <a:lnTo>
                    <a:pt x="3802" y="105"/>
                  </a:lnTo>
                  <a:lnTo>
                    <a:pt x="3578" y="149"/>
                  </a:lnTo>
                  <a:lnTo>
                    <a:pt x="3355" y="224"/>
                  </a:lnTo>
                  <a:lnTo>
                    <a:pt x="3131" y="298"/>
                  </a:lnTo>
                  <a:lnTo>
                    <a:pt x="2907" y="388"/>
                  </a:lnTo>
                  <a:lnTo>
                    <a:pt x="2699" y="477"/>
                  </a:lnTo>
                  <a:lnTo>
                    <a:pt x="2490" y="582"/>
                  </a:lnTo>
                  <a:lnTo>
                    <a:pt x="2296" y="701"/>
                  </a:lnTo>
                  <a:lnTo>
                    <a:pt x="2102" y="820"/>
                  </a:lnTo>
                  <a:lnTo>
                    <a:pt x="1908" y="954"/>
                  </a:lnTo>
                  <a:lnTo>
                    <a:pt x="1730" y="1088"/>
                  </a:lnTo>
                  <a:lnTo>
                    <a:pt x="1566" y="1252"/>
                  </a:lnTo>
                  <a:lnTo>
                    <a:pt x="1387" y="1402"/>
                  </a:lnTo>
                  <a:lnTo>
                    <a:pt x="1238" y="1566"/>
                  </a:lnTo>
                  <a:lnTo>
                    <a:pt x="1089" y="1744"/>
                  </a:lnTo>
                  <a:lnTo>
                    <a:pt x="939" y="1923"/>
                  </a:lnTo>
                  <a:lnTo>
                    <a:pt x="805" y="2117"/>
                  </a:lnTo>
                  <a:lnTo>
                    <a:pt x="686" y="2296"/>
                  </a:lnTo>
                  <a:lnTo>
                    <a:pt x="567" y="2505"/>
                  </a:lnTo>
                  <a:lnTo>
                    <a:pt x="462" y="2714"/>
                  </a:lnTo>
                  <a:lnTo>
                    <a:pt x="373" y="2922"/>
                  </a:lnTo>
                  <a:lnTo>
                    <a:pt x="283" y="3131"/>
                  </a:lnTo>
                  <a:lnTo>
                    <a:pt x="209" y="3355"/>
                  </a:lnTo>
                  <a:lnTo>
                    <a:pt x="149" y="3578"/>
                  </a:lnTo>
                  <a:lnTo>
                    <a:pt x="90" y="3817"/>
                  </a:lnTo>
                  <a:lnTo>
                    <a:pt x="45" y="4055"/>
                  </a:lnTo>
                  <a:lnTo>
                    <a:pt x="15" y="4294"/>
                  </a:lnTo>
                  <a:lnTo>
                    <a:pt x="0" y="4532"/>
                  </a:lnTo>
                  <a:lnTo>
                    <a:pt x="0" y="4771"/>
                  </a:lnTo>
                  <a:lnTo>
                    <a:pt x="0" y="4995"/>
                  </a:lnTo>
                  <a:lnTo>
                    <a:pt x="15" y="5218"/>
                  </a:lnTo>
                  <a:lnTo>
                    <a:pt x="45" y="5442"/>
                  </a:lnTo>
                  <a:lnTo>
                    <a:pt x="75" y="5650"/>
                  </a:lnTo>
                  <a:lnTo>
                    <a:pt x="119" y="5859"/>
                  </a:lnTo>
                  <a:lnTo>
                    <a:pt x="179" y="6068"/>
                  </a:lnTo>
                  <a:lnTo>
                    <a:pt x="239" y="6277"/>
                  </a:lnTo>
                  <a:lnTo>
                    <a:pt x="313" y="6470"/>
                  </a:lnTo>
                  <a:lnTo>
                    <a:pt x="388" y="6664"/>
                  </a:lnTo>
                  <a:lnTo>
                    <a:pt x="477" y="6858"/>
                  </a:lnTo>
                  <a:lnTo>
                    <a:pt x="567" y="7052"/>
                  </a:lnTo>
                  <a:lnTo>
                    <a:pt x="671" y="7231"/>
                  </a:lnTo>
                  <a:lnTo>
                    <a:pt x="790" y="7410"/>
                  </a:lnTo>
                  <a:lnTo>
                    <a:pt x="910" y="7574"/>
                  </a:lnTo>
                  <a:lnTo>
                    <a:pt x="1029" y="7738"/>
                  </a:lnTo>
                  <a:lnTo>
                    <a:pt x="1163" y="7902"/>
                  </a:lnTo>
                  <a:lnTo>
                    <a:pt x="1521" y="7946"/>
                  </a:lnTo>
                  <a:lnTo>
                    <a:pt x="1894" y="7961"/>
                  </a:lnTo>
                  <a:lnTo>
                    <a:pt x="2132" y="7946"/>
                  </a:lnTo>
                  <a:lnTo>
                    <a:pt x="2386" y="7931"/>
                  </a:lnTo>
                  <a:lnTo>
                    <a:pt x="2624" y="7902"/>
                  </a:lnTo>
                  <a:lnTo>
                    <a:pt x="2863" y="7857"/>
                  </a:lnTo>
                  <a:lnTo>
                    <a:pt x="3086" y="7812"/>
                  </a:lnTo>
                  <a:lnTo>
                    <a:pt x="3310" y="7738"/>
                  </a:lnTo>
                  <a:lnTo>
                    <a:pt x="3534" y="7663"/>
                  </a:lnTo>
                  <a:lnTo>
                    <a:pt x="3757" y="7589"/>
                  </a:lnTo>
                  <a:lnTo>
                    <a:pt x="3966" y="7484"/>
                  </a:lnTo>
                  <a:lnTo>
                    <a:pt x="4175" y="7380"/>
                  </a:lnTo>
                  <a:lnTo>
                    <a:pt x="4368" y="7261"/>
                  </a:lnTo>
                  <a:lnTo>
                    <a:pt x="4562" y="7141"/>
                  </a:lnTo>
                  <a:lnTo>
                    <a:pt x="4756" y="7007"/>
                  </a:lnTo>
                  <a:lnTo>
                    <a:pt x="4935" y="6873"/>
                  </a:lnTo>
                  <a:lnTo>
                    <a:pt x="5099" y="6724"/>
                  </a:lnTo>
                  <a:lnTo>
                    <a:pt x="5263" y="6560"/>
                  </a:lnTo>
                  <a:lnTo>
                    <a:pt x="5427" y="6396"/>
                  </a:lnTo>
                  <a:lnTo>
                    <a:pt x="5576" y="6217"/>
                  </a:lnTo>
                  <a:lnTo>
                    <a:pt x="5725" y="6038"/>
                  </a:lnTo>
                  <a:lnTo>
                    <a:pt x="5859" y="5859"/>
                  </a:lnTo>
                  <a:lnTo>
                    <a:pt x="5978" y="5665"/>
                  </a:lnTo>
                  <a:lnTo>
                    <a:pt x="6098" y="5457"/>
                  </a:lnTo>
                  <a:lnTo>
                    <a:pt x="6202" y="5263"/>
                  </a:lnTo>
                  <a:lnTo>
                    <a:pt x="6292" y="5039"/>
                  </a:lnTo>
                  <a:lnTo>
                    <a:pt x="6381" y="4831"/>
                  </a:lnTo>
                  <a:lnTo>
                    <a:pt x="6456" y="4607"/>
                  </a:lnTo>
                  <a:lnTo>
                    <a:pt x="6515" y="4383"/>
                  </a:lnTo>
                  <a:lnTo>
                    <a:pt x="6575" y="4145"/>
                  </a:lnTo>
                  <a:lnTo>
                    <a:pt x="6620" y="3921"/>
                  </a:lnTo>
                  <a:lnTo>
                    <a:pt x="6649" y="3668"/>
                  </a:lnTo>
                  <a:lnTo>
                    <a:pt x="6664" y="3429"/>
                  </a:lnTo>
                  <a:lnTo>
                    <a:pt x="6664" y="3191"/>
                  </a:lnTo>
                  <a:lnTo>
                    <a:pt x="6664" y="2967"/>
                  </a:lnTo>
                  <a:lnTo>
                    <a:pt x="6649" y="2743"/>
                  </a:lnTo>
                  <a:lnTo>
                    <a:pt x="6620" y="2520"/>
                  </a:lnTo>
                  <a:lnTo>
                    <a:pt x="6590" y="2311"/>
                  </a:lnTo>
                  <a:lnTo>
                    <a:pt x="6545" y="2102"/>
                  </a:lnTo>
                  <a:lnTo>
                    <a:pt x="6485" y="1894"/>
                  </a:lnTo>
                  <a:lnTo>
                    <a:pt x="6426" y="1685"/>
                  </a:lnTo>
                  <a:lnTo>
                    <a:pt x="6351" y="1491"/>
                  </a:lnTo>
                  <a:lnTo>
                    <a:pt x="6277" y="1297"/>
                  </a:lnTo>
                  <a:lnTo>
                    <a:pt x="6187" y="1103"/>
                  </a:lnTo>
                  <a:lnTo>
                    <a:pt x="6098" y="910"/>
                  </a:lnTo>
                  <a:lnTo>
                    <a:pt x="5993" y="731"/>
                  </a:lnTo>
                  <a:lnTo>
                    <a:pt x="5874" y="552"/>
                  </a:lnTo>
                  <a:lnTo>
                    <a:pt x="5755" y="388"/>
                  </a:lnTo>
                  <a:lnTo>
                    <a:pt x="5636" y="224"/>
                  </a:lnTo>
                  <a:lnTo>
                    <a:pt x="5501" y="60"/>
                  </a:lnTo>
                  <a:lnTo>
                    <a:pt x="5129" y="15"/>
                  </a:lnTo>
                  <a:lnTo>
                    <a:pt x="47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3308888" y="2353699"/>
              <a:ext cx="76884" cy="76899"/>
            </a:xfrm>
            <a:custGeom>
              <a:rect b="b" l="l" r="r" t="t"/>
              <a:pathLst>
                <a:path extrusionOk="0" h="5070" w="5069">
                  <a:moveTo>
                    <a:pt x="2534" y="1"/>
                  </a:moveTo>
                  <a:lnTo>
                    <a:pt x="2281" y="16"/>
                  </a:lnTo>
                  <a:lnTo>
                    <a:pt x="2028" y="60"/>
                  </a:lnTo>
                  <a:lnTo>
                    <a:pt x="1789" y="120"/>
                  </a:lnTo>
                  <a:lnTo>
                    <a:pt x="1551" y="209"/>
                  </a:lnTo>
                  <a:lnTo>
                    <a:pt x="1327" y="314"/>
                  </a:lnTo>
                  <a:lnTo>
                    <a:pt x="1118" y="433"/>
                  </a:lnTo>
                  <a:lnTo>
                    <a:pt x="924" y="582"/>
                  </a:lnTo>
                  <a:lnTo>
                    <a:pt x="745" y="746"/>
                  </a:lnTo>
                  <a:lnTo>
                    <a:pt x="581" y="925"/>
                  </a:lnTo>
                  <a:lnTo>
                    <a:pt x="432" y="1119"/>
                  </a:lnTo>
                  <a:lnTo>
                    <a:pt x="313" y="1328"/>
                  </a:lnTo>
                  <a:lnTo>
                    <a:pt x="209" y="1551"/>
                  </a:lnTo>
                  <a:lnTo>
                    <a:pt x="119" y="1790"/>
                  </a:lnTo>
                  <a:lnTo>
                    <a:pt x="60" y="2028"/>
                  </a:lnTo>
                  <a:lnTo>
                    <a:pt x="15" y="2282"/>
                  </a:lnTo>
                  <a:lnTo>
                    <a:pt x="0" y="2535"/>
                  </a:lnTo>
                  <a:lnTo>
                    <a:pt x="15" y="2774"/>
                  </a:lnTo>
                  <a:lnTo>
                    <a:pt x="45" y="2997"/>
                  </a:lnTo>
                  <a:lnTo>
                    <a:pt x="104" y="3221"/>
                  </a:lnTo>
                  <a:lnTo>
                    <a:pt x="179" y="3445"/>
                  </a:lnTo>
                  <a:lnTo>
                    <a:pt x="268" y="3653"/>
                  </a:lnTo>
                  <a:lnTo>
                    <a:pt x="373" y="3847"/>
                  </a:lnTo>
                  <a:lnTo>
                    <a:pt x="492" y="4026"/>
                  </a:lnTo>
                  <a:lnTo>
                    <a:pt x="626" y="4205"/>
                  </a:lnTo>
                  <a:lnTo>
                    <a:pt x="805" y="4399"/>
                  </a:lnTo>
                  <a:lnTo>
                    <a:pt x="1014" y="4563"/>
                  </a:lnTo>
                  <a:lnTo>
                    <a:pt x="1237" y="4712"/>
                  </a:lnTo>
                  <a:lnTo>
                    <a:pt x="1476" y="4831"/>
                  </a:lnTo>
                  <a:lnTo>
                    <a:pt x="1714" y="4935"/>
                  </a:lnTo>
                  <a:lnTo>
                    <a:pt x="1983" y="5010"/>
                  </a:lnTo>
                  <a:lnTo>
                    <a:pt x="2251" y="5055"/>
                  </a:lnTo>
                  <a:lnTo>
                    <a:pt x="2534" y="5070"/>
                  </a:lnTo>
                  <a:lnTo>
                    <a:pt x="2803" y="5055"/>
                  </a:lnTo>
                  <a:lnTo>
                    <a:pt x="3056" y="5025"/>
                  </a:lnTo>
                  <a:lnTo>
                    <a:pt x="3295" y="4965"/>
                  </a:lnTo>
                  <a:lnTo>
                    <a:pt x="3533" y="4876"/>
                  </a:lnTo>
                  <a:lnTo>
                    <a:pt x="3742" y="4771"/>
                  </a:lnTo>
                  <a:lnTo>
                    <a:pt x="3951" y="4637"/>
                  </a:lnTo>
                  <a:lnTo>
                    <a:pt x="4145" y="4488"/>
                  </a:lnTo>
                  <a:lnTo>
                    <a:pt x="4338" y="4339"/>
                  </a:lnTo>
                  <a:lnTo>
                    <a:pt x="4487" y="4145"/>
                  </a:lnTo>
                  <a:lnTo>
                    <a:pt x="4637" y="3951"/>
                  </a:lnTo>
                  <a:lnTo>
                    <a:pt x="4771" y="3743"/>
                  </a:lnTo>
                  <a:lnTo>
                    <a:pt x="4875" y="3534"/>
                  </a:lnTo>
                  <a:lnTo>
                    <a:pt x="4965" y="3296"/>
                  </a:lnTo>
                  <a:lnTo>
                    <a:pt x="5024" y="3057"/>
                  </a:lnTo>
                  <a:lnTo>
                    <a:pt x="5054" y="2804"/>
                  </a:lnTo>
                  <a:lnTo>
                    <a:pt x="5069" y="2535"/>
                  </a:lnTo>
                  <a:lnTo>
                    <a:pt x="5069" y="2312"/>
                  </a:lnTo>
                  <a:lnTo>
                    <a:pt x="5024" y="2073"/>
                  </a:lnTo>
                  <a:lnTo>
                    <a:pt x="4979" y="1849"/>
                  </a:lnTo>
                  <a:lnTo>
                    <a:pt x="4905" y="1641"/>
                  </a:lnTo>
                  <a:lnTo>
                    <a:pt x="4815" y="1432"/>
                  </a:lnTo>
                  <a:lnTo>
                    <a:pt x="4711" y="1238"/>
                  </a:lnTo>
                  <a:lnTo>
                    <a:pt x="4592" y="1059"/>
                  </a:lnTo>
                  <a:lnTo>
                    <a:pt x="4458" y="880"/>
                  </a:lnTo>
                  <a:lnTo>
                    <a:pt x="4309" y="716"/>
                  </a:lnTo>
                  <a:lnTo>
                    <a:pt x="4145" y="582"/>
                  </a:lnTo>
                  <a:lnTo>
                    <a:pt x="3966" y="448"/>
                  </a:lnTo>
                  <a:lnTo>
                    <a:pt x="3772" y="329"/>
                  </a:lnTo>
                  <a:lnTo>
                    <a:pt x="3578" y="224"/>
                  </a:lnTo>
                  <a:lnTo>
                    <a:pt x="3369" y="150"/>
                  </a:lnTo>
                  <a:lnTo>
                    <a:pt x="3146" y="75"/>
                  </a:lnTo>
                  <a:lnTo>
                    <a:pt x="2922" y="31"/>
                  </a:lnTo>
                  <a:lnTo>
                    <a:pt x="2728" y="16"/>
                  </a:lnTo>
                  <a:lnTo>
                    <a:pt x="2534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2"/>
            <p:cNvSpPr/>
            <p:nvPr/>
          </p:nvSpPr>
          <p:spPr>
            <a:xfrm>
              <a:off x="3308888" y="2353699"/>
              <a:ext cx="53829" cy="64234"/>
            </a:xfrm>
            <a:custGeom>
              <a:rect b="b" l="l" r="r" t="t"/>
              <a:pathLst>
                <a:path extrusionOk="0" h="4235" w="3549">
                  <a:moveTo>
                    <a:pt x="2534" y="1"/>
                  </a:moveTo>
                  <a:lnTo>
                    <a:pt x="2281" y="16"/>
                  </a:lnTo>
                  <a:lnTo>
                    <a:pt x="2028" y="60"/>
                  </a:lnTo>
                  <a:lnTo>
                    <a:pt x="1789" y="120"/>
                  </a:lnTo>
                  <a:lnTo>
                    <a:pt x="1551" y="209"/>
                  </a:lnTo>
                  <a:lnTo>
                    <a:pt x="1327" y="314"/>
                  </a:lnTo>
                  <a:lnTo>
                    <a:pt x="1118" y="433"/>
                  </a:lnTo>
                  <a:lnTo>
                    <a:pt x="924" y="582"/>
                  </a:lnTo>
                  <a:lnTo>
                    <a:pt x="745" y="746"/>
                  </a:lnTo>
                  <a:lnTo>
                    <a:pt x="581" y="925"/>
                  </a:lnTo>
                  <a:lnTo>
                    <a:pt x="432" y="1119"/>
                  </a:lnTo>
                  <a:lnTo>
                    <a:pt x="313" y="1328"/>
                  </a:lnTo>
                  <a:lnTo>
                    <a:pt x="209" y="1551"/>
                  </a:lnTo>
                  <a:lnTo>
                    <a:pt x="119" y="1790"/>
                  </a:lnTo>
                  <a:lnTo>
                    <a:pt x="60" y="2028"/>
                  </a:lnTo>
                  <a:lnTo>
                    <a:pt x="15" y="2282"/>
                  </a:lnTo>
                  <a:lnTo>
                    <a:pt x="0" y="2535"/>
                  </a:lnTo>
                  <a:lnTo>
                    <a:pt x="15" y="2774"/>
                  </a:lnTo>
                  <a:lnTo>
                    <a:pt x="45" y="2997"/>
                  </a:lnTo>
                  <a:lnTo>
                    <a:pt x="104" y="3221"/>
                  </a:lnTo>
                  <a:lnTo>
                    <a:pt x="179" y="3445"/>
                  </a:lnTo>
                  <a:lnTo>
                    <a:pt x="268" y="3653"/>
                  </a:lnTo>
                  <a:lnTo>
                    <a:pt x="373" y="3847"/>
                  </a:lnTo>
                  <a:lnTo>
                    <a:pt x="492" y="4026"/>
                  </a:lnTo>
                  <a:lnTo>
                    <a:pt x="626" y="4205"/>
                  </a:lnTo>
                  <a:lnTo>
                    <a:pt x="820" y="4220"/>
                  </a:lnTo>
                  <a:lnTo>
                    <a:pt x="1014" y="4235"/>
                  </a:lnTo>
                  <a:lnTo>
                    <a:pt x="1267" y="4220"/>
                  </a:lnTo>
                  <a:lnTo>
                    <a:pt x="1521" y="4175"/>
                  </a:lnTo>
                  <a:lnTo>
                    <a:pt x="1774" y="4115"/>
                  </a:lnTo>
                  <a:lnTo>
                    <a:pt x="1998" y="4026"/>
                  </a:lnTo>
                  <a:lnTo>
                    <a:pt x="2221" y="3922"/>
                  </a:lnTo>
                  <a:lnTo>
                    <a:pt x="2430" y="3802"/>
                  </a:lnTo>
                  <a:lnTo>
                    <a:pt x="2624" y="3653"/>
                  </a:lnTo>
                  <a:lnTo>
                    <a:pt x="2803" y="3489"/>
                  </a:lnTo>
                  <a:lnTo>
                    <a:pt x="2967" y="3310"/>
                  </a:lnTo>
                  <a:lnTo>
                    <a:pt x="3116" y="3117"/>
                  </a:lnTo>
                  <a:lnTo>
                    <a:pt x="3250" y="2908"/>
                  </a:lnTo>
                  <a:lnTo>
                    <a:pt x="3354" y="2684"/>
                  </a:lnTo>
                  <a:lnTo>
                    <a:pt x="3429" y="2446"/>
                  </a:lnTo>
                  <a:lnTo>
                    <a:pt x="3504" y="2207"/>
                  </a:lnTo>
                  <a:lnTo>
                    <a:pt x="3533" y="1954"/>
                  </a:lnTo>
                  <a:lnTo>
                    <a:pt x="3548" y="1700"/>
                  </a:lnTo>
                  <a:lnTo>
                    <a:pt x="3533" y="1462"/>
                  </a:lnTo>
                  <a:lnTo>
                    <a:pt x="3504" y="1238"/>
                  </a:lnTo>
                  <a:lnTo>
                    <a:pt x="3459" y="1015"/>
                  </a:lnTo>
                  <a:lnTo>
                    <a:pt x="3384" y="791"/>
                  </a:lnTo>
                  <a:lnTo>
                    <a:pt x="3295" y="582"/>
                  </a:lnTo>
                  <a:lnTo>
                    <a:pt x="3190" y="388"/>
                  </a:lnTo>
                  <a:lnTo>
                    <a:pt x="3071" y="209"/>
                  </a:lnTo>
                  <a:lnTo>
                    <a:pt x="2922" y="31"/>
                  </a:lnTo>
                  <a:lnTo>
                    <a:pt x="2728" y="16"/>
                  </a:lnTo>
                  <a:lnTo>
                    <a:pt x="25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3425557" y="2550436"/>
              <a:ext cx="63779" cy="63779"/>
            </a:xfrm>
            <a:custGeom>
              <a:rect b="b" l="l" r="r" t="t"/>
              <a:pathLst>
                <a:path extrusionOk="0" h="4205" w="4205">
                  <a:moveTo>
                    <a:pt x="2103" y="0"/>
                  </a:moveTo>
                  <a:lnTo>
                    <a:pt x="1894" y="15"/>
                  </a:lnTo>
                  <a:lnTo>
                    <a:pt x="1685" y="45"/>
                  </a:lnTo>
                  <a:lnTo>
                    <a:pt x="1477" y="104"/>
                  </a:lnTo>
                  <a:lnTo>
                    <a:pt x="1283" y="164"/>
                  </a:lnTo>
                  <a:lnTo>
                    <a:pt x="1104" y="254"/>
                  </a:lnTo>
                  <a:lnTo>
                    <a:pt x="925" y="358"/>
                  </a:lnTo>
                  <a:lnTo>
                    <a:pt x="776" y="492"/>
                  </a:lnTo>
                  <a:lnTo>
                    <a:pt x="627" y="626"/>
                  </a:lnTo>
                  <a:lnTo>
                    <a:pt x="478" y="775"/>
                  </a:lnTo>
                  <a:lnTo>
                    <a:pt x="359" y="924"/>
                  </a:lnTo>
                  <a:lnTo>
                    <a:pt x="254" y="1103"/>
                  </a:lnTo>
                  <a:lnTo>
                    <a:pt x="165" y="1282"/>
                  </a:lnTo>
                  <a:lnTo>
                    <a:pt x="105" y="1476"/>
                  </a:lnTo>
                  <a:lnTo>
                    <a:pt x="46" y="1685"/>
                  </a:lnTo>
                  <a:lnTo>
                    <a:pt x="16" y="1893"/>
                  </a:lnTo>
                  <a:lnTo>
                    <a:pt x="1" y="2102"/>
                  </a:lnTo>
                  <a:lnTo>
                    <a:pt x="16" y="2296"/>
                  </a:lnTo>
                  <a:lnTo>
                    <a:pt x="46" y="2490"/>
                  </a:lnTo>
                  <a:lnTo>
                    <a:pt x="90" y="2669"/>
                  </a:lnTo>
                  <a:lnTo>
                    <a:pt x="150" y="2848"/>
                  </a:lnTo>
                  <a:lnTo>
                    <a:pt x="210" y="3026"/>
                  </a:lnTo>
                  <a:lnTo>
                    <a:pt x="299" y="3176"/>
                  </a:lnTo>
                  <a:lnTo>
                    <a:pt x="403" y="3340"/>
                  </a:lnTo>
                  <a:lnTo>
                    <a:pt x="523" y="3474"/>
                  </a:lnTo>
                  <a:lnTo>
                    <a:pt x="672" y="3638"/>
                  </a:lnTo>
                  <a:lnTo>
                    <a:pt x="836" y="3772"/>
                  </a:lnTo>
                  <a:lnTo>
                    <a:pt x="1029" y="3906"/>
                  </a:lnTo>
                  <a:lnTo>
                    <a:pt x="1223" y="4010"/>
                  </a:lnTo>
                  <a:lnTo>
                    <a:pt x="1432" y="4085"/>
                  </a:lnTo>
                  <a:lnTo>
                    <a:pt x="1641" y="4145"/>
                  </a:lnTo>
                  <a:lnTo>
                    <a:pt x="1864" y="4189"/>
                  </a:lnTo>
                  <a:lnTo>
                    <a:pt x="2103" y="4204"/>
                  </a:lnTo>
                  <a:lnTo>
                    <a:pt x="2312" y="4189"/>
                  </a:lnTo>
                  <a:lnTo>
                    <a:pt x="2520" y="4160"/>
                  </a:lnTo>
                  <a:lnTo>
                    <a:pt x="2729" y="4115"/>
                  </a:lnTo>
                  <a:lnTo>
                    <a:pt x="2923" y="4040"/>
                  </a:lnTo>
                  <a:lnTo>
                    <a:pt x="3102" y="3951"/>
                  </a:lnTo>
                  <a:lnTo>
                    <a:pt x="3281" y="3846"/>
                  </a:lnTo>
                  <a:lnTo>
                    <a:pt x="3445" y="3727"/>
                  </a:lnTo>
                  <a:lnTo>
                    <a:pt x="3594" y="3593"/>
                  </a:lnTo>
                  <a:lnTo>
                    <a:pt x="3728" y="3444"/>
                  </a:lnTo>
                  <a:lnTo>
                    <a:pt x="3847" y="3280"/>
                  </a:lnTo>
                  <a:lnTo>
                    <a:pt x="3952" y="3101"/>
                  </a:lnTo>
                  <a:lnTo>
                    <a:pt x="4041" y="2922"/>
                  </a:lnTo>
                  <a:lnTo>
                    <a:pt x="4101" y="2728"/>
                  </a:lnTo>
                  <a:lnTo>
                    <a:pt x="4160" y="2520"/>
                  </a:lnTo>
                  <a:lnTo>
                    <a:pt x="4190" y="2326"/>
                  </a:lnTo>
                  <a:lnTo>
                    <a:pt x="4205" y="2102"/>
                  </a:lnTo>
                  <a:lnTo>
                    <a:pt x="4190" y="1908"/>
                  </a:lnTo>
                  <a:lnTo>
                    <a:pt x="4160" y="1715"/>
                  </a:lnTo>
                  <a:lnTo>
                    <a:pt x="4130" y="1536"/>
                  </a:lnTo>
                  <a:lnTo>
                    <a:pt x="4071" y="1357"/>
                  </a:lnTo>
                  <a:lnTo>
                    <a:pt x="3996" y="1193"/>
                  </a:lnTo>
                  <a:lnTo>
                    <a:pt x="3907" y="1029"/>
                  </a:lnTo>
                  <a:lnTo>
                    <a:pt x="3802" y="880"/>
                  </a:lnTo>
                  <a:lnTo>
                    <a:pt x="3683" y="731"/>
                  </a:lnTo>
                  <a:lnTo>
                    <a:pt x="3564" y="596"/>
                  </a:lnTo>
                  <a:lnTo>
                    <a:pt x="3430" y="477"/>
                  </a:lnTo>
                  <a:lnTo>
                    <a:pt x="3281" y="373"/>
                  </a:lnTo>
                  <a:lnTo>
                    <a:pt x="3132" y="268"/>
                  </a:lnTo>
                  <a:lnTo>
                    <a:pt x="2968" y="194"/>
                  </a:lnTo>
                  <a:lnTo>
                    <a:pt x="2789" y="119"/>
                  </a:lnTo>
                  <a:lnTo>
                    <a:pt x="2610" y="75"/>
                  </a:lnTo>
                  <a:lnTo>
                    <a:pt x="2431" y="30"/>
                  </a:lnTo>
                  <a:lnTo>
                    <a:pt x="2267" y="15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2"/>
            <p:cNvSpPr/>
            <p:nvPr/>
          </p:nvSpPr>
          <p:spPr>
            <a:xfrm>
              <a:off x="3425557" y="2550436"/>
              <a:ext cx="44562" cy="53147"/>
            </a:xfrm>
            <a:custGeom>
              <a:rect b="b" l="l" r="r" t="t"/>
              <a:pathLst>
                <a:path extrusionOk="0" h="3504" w="2938">
                  <a:moveTo>
                    <a:pt x="2103" y="0"/>
                  </a:moveTo>
                  <a:lnTo>
                    <a:pt x="1894" y="15"/>
                  </a:lnTo>
                  <a:lnTo>
                    <a:pt x="1685" y="45"/>
                  </a:lnTo>
                  <a:lnTo>
                    <a:pt x="1477" y="104"/>
                  </a:lnTo>
                  <a:lnTo>
                    <a:pt x="1283" y="164"/>
                  </a:lnTo>
                  <a:lnTo>
                    <a:pt x="1104" y="254"/>
                  </a:lnTo>
                  <a:lnTo>
                    <a:pt x="925" y="358"/>
                  </a:lnTo>
                  <a:lnTo>
                    <a:pt x="776" y="492"/>
                  </a:lnTo>
                  <a:lnTo>
                    <a:pt x="627" y="626"/>
                  </a:lnTo>
                  <a:lnTo>
                    <a:pt x="478" y="775"/>
                  </a:lnTo>
                  <a:lnTo>
                    <a:pt x="359" y="924"/>
                  </a:lnTo>
                  <a:lnTo>
                    <a:pt x="254" y="1103"/>
                  </a:lnTo>
                  <a:lnTo>
                    <a:pt x="165" y="1282"/>
                  </a:lnTo>
                  <a:lnTo>
                    <a:pt x="105" y="1476"/>
                  </a:lnTo>
                  <a:lnTo>
                    <a:pt x="46" y="1685"/>
                  </a:lnTo>
                  <a:lnTo>
                    <a:pt x="16" y="1893"/>
                  </a:lnTo>
                  <a:lnTo>
                    <a:pt x="1" y="2102"/>
                  </a:lnTo>
                  <a:lnTo>
                    <a:pt x="16" y="2296"/>
                  </a:lnTo>
                  <a:lnTo>
                    <a:pt x="46" y="2490"/>
                  </a:lnTo>
                  <a:lnTo>
                    <a:pt x="90" y="2669"/>
                  </a:lnTo>
                  <a:lnTo>
                    <a:pt x="150" y="2848"/>
                  </a:lnTo>
                  <a:lnTo>
                    <a:pt x="210" y="3026"/>
                  </a:lnTo>
                  <a:lnTo>
                    <a:pt x="299" y="3176"/>
                  </a:lnTo>
                  <a:lnTo>
                    <a:pt x="403" y="3340"/>
                  </a:lnTo>
                  <a:lnTo>
                    <a:pt x="523" y="3474"/>
                  </a:lnTo>
                  <a:lnTo>
                    <a:pt x="672" y="3504"/>
                  </a:lnTo>
                  <a:lnTo>
                    <a:pt x="836" y="3504"/>
                  </a:lnTo>
                  <a:lnTo>
                    <a:pt x="1059" y="3489"/>
                  </a:lnTo>
                  <a:lnTo>
                    <a:pt x="1268" y="3459"/>
                  </a:lnTo>
                  <a:lnTo>
                    <a:pt x="1462" y="3414"/>
                  </a:lnTo>
                  <a:lnTo>
                    <a:pt x="1656" y="3340"/>
                  </a:lnTo>
                  <a:lnTo>
                    <a:pt x="1835" y="3250"/>
                  </a:lnTo>
                  <a:lnTo>
                    <a:pt x="2013" y="3146"/>
                  </a:lnTo>
                  <a:lnTo>
                    <a:pt x="2177" y="3026"/>
                  </a:lnTo>
                  <a:lnTo>
                    <a:pt x="2326" y="2892"/>
                  </a:lnTo>
                  <a:lnTo>
                    <a:pt x="2461" y="2743"/>
                  </a:lnTo>
                  <a:lnTo>
                    <a:pt x="2580" y="2579"/>
                  </a:lnTo>
                  <a:lnTo>
                    <a:pt x="2684" y="2400"/>
                  </a:lnTo>
                  <a:lnTo>
                    <a:pt x="2774" y="2221"/>
                  </a:lnTo>
                  <a:lnTo>
                    <a:pt x="2848" y="2028"/>
                  </a:lnTo>
                  <a:lnTo>
                    <a:pt x="2893" y="1834"/>
                  </a:lnTo>
                  <a:lnTo>
                    <a:pt x="2923" y="1625"/>
                  </a:lnTo>
                  <a:lnTo>
                    <a:pt x="2938" y="1401"/>
                  </a:lnTo>
                  <a:lnTo>
                    <a:pt x="2938" y="1208"/>
                  </a:lnTo>
                  <a:lnTo>
                    <a:pt x="2908" y="1014"/>
                  </a:lnTo>
                  <a:lnTo>
                    <a:pt x="2863" y="835"/>
                  </a:lnTo>
                  <a:lnTo>
                    <a:pt x="2804" y="656"/>
                  </a:lnTo>
                  <a:lnTo>
                    <a:pt x="2729" y="492"/>
                  </a:lnTo>
                  <a:lnTo>
                    <a:pt x="2640" y="328"/>
                  </a:lnTo>
                  <a:lnTo>
                    <a:pt x="2535" y="179"/>
                  </a:lnTo>
                  <a:lnTo>
                    <a:pt x="2431" y="30"/>
                  </a:lnTo>
                  <a:lnTo>
                    <a:pt x="2267" y="15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2"/>
            <p:cNvSpPr/>
            <p:nvPr/>
          </p:nvSpPr>
          <p:spPr>
            <a:xfrm>
              <a:off x="3495889" y="2595423"/>
              <a:ext cx="63552" cy="63567"/>
            </a:xfrm>
            <a:custGeom>
              <a:rect b="b" l="l" r="r" t="t"/>
              <a:pathLst>
                <a:path extrusionOk="0" h="4191" w="4190">
                  <a:moveTo>
                    <a:pt x="2102" y="1"/>
                  </a:moveTo>
                  <a:lnTo>
                    <a:pt x="1879" y="16"/>
                  </a:lnTo>
                  <a:lnTo>
                    <a:pt x="1670" y="46"/>
                  </a:lnTo>
                  <a:lnTo>
                    <a:pt x="1476" y="90"/>
                  </a:lnTo>
                  <a:lnTo>
                    <a:pt x="1282" y="165"/>
                  </a:lnTo>
                  <a:lnTo>
                    <a:pt x="1104" y="254"/>
                  </a:lnTo>
                  <a:lnTo>
                    <a:pt x="925" y="359"/>
                  </a:lnTo>
                  <a:lnTo>
                    <a:pt x="761" y="478"/>
                  </a:lnTo>
                  <a:lnTo>
                    <a:pt x="612" y="612"/>
                  </a:lnTo>
                  <a:lnTo>
                    <a:pt x="477" y="761"/>
                  </a:lnTo>
                  <a:lnTo>
                    <a:pt x="358" y="925"/>
                  </a:lnTo>
                  <a:lnTo>
                    <a:pt x="254" y="1089"/>
                  </a:lnTo>
                  <a:lnTo>
                    <a:pt x="164" y="1283"/>
                  </a:lnTo>
                  <a:lnTo>
                    <a:pt x="90" y="1477"/>
                  </a:lnTo>
                  <a:lnTo>
                    <a:pt x="45" y="1671"/>
                  </a:lnTo>
                  <a:lnTo>
                    <a:pt x="15" y="1879"/>
                  </a:lnTo>
                  <a:lnTo>
                    <a:pt x="0" y="2103"/>
                  </a:lnTo>
                  <a:lnTo>
                    <a:pt x="15" y="2297"/>
                  </a:lnTo>
                  <a:lnTo>
                    <a:pt x="30" y="2476"/>
                  </a:lnTo>
                  <a:lnTo>
                    <a:pt x="75" y="2669"/>
                  </a:lnTo>
                  <a:lnTo>
                    <a:pt x="134" y="2848"/>
                  </a:lnTo>
                  <a:lnTo>
                    <a:pt x="209" y="3012"/>
                  </a:lnTo>
                  <a:lnTo>
                    <a:pt x="298" y="3176"/>
                  </a:lnTo>
                  <a:lnTo>
                    <a:pt x="403" y="3325"/>
                  </a:lnTo>
                  <a:lnTo>
                    <a:pt x="507" y="3474"/>
                  </a:lnTo>
                  <a:lnTo>
                    <a:pt x="522" y="3474"/>
                  </a:lnTo>
                  <a:lnTo>
                    <a:pt x="671" y="3624"/>
                  </a:lnTo>
                  <a:lnTo>
                    <a:pt x="835" y="3773"/>
                  </a:lnTo>
                  <a:lnTo>
                    <a:pt x="1014" y="3892"/>
                  </a:lnTo>
                  <a:lnTo>
                    <a:pt x="1208" y="3996"/>
                  </a:lnTo>
                  <a:lnTo>
                    <a:pt x="1417" y="4086"/>
                  </a:lnTo>
                  <a:lnTo>
                    <a:pt x="1640" y="4145"/>
                  </a:lnTo>
                  <a:lnTo>
                    <a:pt x="1864" y="4175"/>
                  </a:lnTo>
                  <a:lnTo>
                    <a:pt x="2102" y="4190"/>
                  </a:lnTo>
                  <a:lnTo>
                    <a:pt x="2311" y="4190"/>
                  </a:lnTo>
                  <a:lnTo>
                    <a:pt x="2520" y="4145"/>
                  </a:lnTo>
                  <a:lnTo>
                    <a:pt x="2729" y="4101"/>
                  </a:lnTo>
                  <a:lnTo>
                    <a:pt x="2907" y="4026"/>
                  </a:lnTo>
                  <a:lnTo>
                    <a:pt x="3101" y="3937"/>
                  </a:lnTo>
                  <a:lnTo>
                    <a:pt x="3265" y="3832"/>
                  </a:lnTo>
                  <a:lnTo>
                    <a:pt x="3429" y="3713"/>
                  </a:lnTo>
                  <a:lnTo>
                    <a:pt x="3578" y="3579"/>
                  </a:lnTo>
                  <a:lnTo>
                    <a:pt x="3713" y="3430"/>
                  </a:lnTo>
                  <a:lnTo>
                    <a:pt x="3832" y="3266"/>
                  </a:lnTo>
                  <a:lnTo>
                    <a:pt x="3936" y="3102"/>
                  </a:lnTo>
                  <a:lnTo>
                    <a:pt x="4026" y="2908"/>
                  </a:lnTo>
                  <a:lnTo>
                    <a:pt x="4100" y="2714"/>
                  </a:lnTo>
                  <a:lnTo>
                    <a:pt x="4160" y="2520"/>
                  </a:lnTo>
                  <a:lnTo>
                    <a:pt x="4190" y="2312"/>
                  </a:lnTo>
                  <a:lnTo>
                    <a:pt x="4190" y="2103"/>
                  </a:lnTo>
                  <a:lnTo>
                    <a:pt x="4190" y="1894"/>
                  </a:lnTo>
                  <a:lnTo>
                    <a:pt x="4160" y="1715"/>
                  </a:lnTo>
                  <a:lnTo>
                    <a:pt x="4115" y="1521"/>
                  </a:lnTo>
                  <a:lnTo>
                    <a:pt x="4055" y="1358"/>
                  </a:lnTo>
                  <a:lnTo>
                    <a:pt x="3981" y="1179"/>
                  </a:lnTo>
                  <a:lnTo>
                    <a:pt x="3891" y="1015"/>
                  </a:lnTo>
                  <a:lnTo>
                    <a:pt x="3802" y="866"/>
                  </a:lnTo>
                  <a:lnTo>
                    <a:pt x="3683" y="716"/>
                  </a:lnTo>
                  <a:lnTo>
                    <a:pt x="3563" y="597"/>
                  </a:lnTo>
                  <a:lnTo>
                    <a:pt x="3429" y="463"/>
                  </a:lnTo>
                  <a:lnTo>
                    <a:pt x="3280" y="359"/>
                  </a:lnTo>
                  <a:lnTo>
                    <a:pt x="3116" y="269"/>
                  </a:lnTo>
                  <a:lnTo>
                    <a:pt x="2952" y="180"/>
                  </a:lnTo>
                  <a:lnTo>
                    <a:pt x="2788" y="105"/>
                  </a:lnTo>
                  <a:lnTo>
                    <a:pt x="2609" y="60"/>
                  </a:lnTo>
                  <a:lnTo>
                    <a:pt x="2415" y="16"/>
                  </a:lnTo>
                  <a:lnTo>
                    <a:pt x="2266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2"/>
            <p:cNvSpPr/>
            <p:nvPr/>
          </p:nvSpPr>
          <p:spPr>
            <a:xfrm>
              <a:off x="3495889" y="2595423"/>
              <a:ext cx="44562" cy="52935"/>
            </a:xfrm>
            <a:custGeom>
              <a:rect b="b" l="l" r="r" t="t"/>
              <a:pathLst>
                <a:path extrusionOk="0" h="3490" w="2938">
                  <a:moveTo>
                    <a:pt x="2102" y="1"/>
                  </a:moveTo>
                  <a:lnTo>
                    <a:pt x="1879" y="16"/>
                  </a:lnTo>
                  <a:lnTo>
                    <a:pt x="1670" y="46"/>
                  </a:lnTo>
                  <a:lnTo>
                    <a:pt x="1476" y="90"/>
                  </a:lnTo>
                  <a:lnTo>
                    <a:pt x="1282" y="165"/>
                  </a:lnTo>
                  <a:lnTo>
                    <a:pt x="1104" y="254"/>
                  </a:lnTo>
                  <a:lnTo>
                    <a:pt x="925" y="359"/>
                  </a:lnTo>
                  <a:lnTo>
                    <a:pt x="761" y="478"/>
                  </a:lnTo>
                  <a:lnTo>
                    <a:pt x="612" y="612"/>
                  </a:lnTo>
                  <a:lnTo>
                    <a:pt x="477" y="761"/>
                  </a:lnTo>
                  <a:lnTo>
                    <a:pt x="358" y="925"/>
                  </a:lnTo>
                  <a:lnTo>
                    <a:pt x="254" y="1089"/>
                  </a:lnTo>
                  <a:lnTo>
                    <a:pt x="164" y="1283"/>
                  </a:lnTo>
                  <a:lnTo>
                    <a:pt x="90" y="1477"/>
                  </a:lnTo>
                  <a:lnTo>
                    <a:pt x="45" y="1671"/>
                  </a:lnTo>
                  <a:lnTo>
                    <a:pt x="15" y="1879"/>
                  </a:lnTo>
                  <a:lnTo>
                    <a:pt x="0" y="2103"/>
                  </a:lnTo>
                  <a:lnTo>
                    <a:pt x="15" y="2297"/>
                  </a:lnTo>
                  <a:lnTo>
                    <a:pt x="30" y="2476"/>
                  </a:lnTo>
                  <a:lnTo>
                    <a:pt x="75" y="2669"/>
                  </a:lnTo>
                  <a:lnTo>
                    <a:pt x="134" y="2848"/>
                  </a:lnTo>
                  <a:lnTo>
                    <a:pt x="209" y="3012"/>
                  </a:lnTo>
                  <a:lnTo>
                    <a:pt x="298" y="3176"/>
                  </a:lnTo>
                  <a:lnTo>
                    <a:pt x="403" y="3325"/>
                  </a:lnTo>
                  <a:lnTo>
                    <a:pt x="507" y="3474"/>
                  </a:lnTo>
                  <a:lnTo>
                    <a:pt x="522" y="3474"/>
                  </a:lnTo>
                  <a:lnTo>
                    <a:pt x="671" y="3489"/>
                  </a:lnTo>
                  <a:lnTo>
                    <a:pt x="1044" y="3489"/>
                  </a:lnTo>
                  <a:lnTo>
                    <a:pt x="1253" y="3445"/>
                  </a:lnTo>
                  <a:lnTo>
                    <a:pt x="1461" y="3400"/>
                  </a:lnTo>
                  <a:lnTo>
                    <a:pt x="1655" y="3325"/>
                  </a:lnTo>
                  <a:lnTo>
                    <a:pt x="1834" y="3236"/>
                  </a:lnTo>
                  <a:lnTo>
                    <a:pt x="2013" y="3132"/>
                  </a:lnTo>
                  <a:lnTo>
                    <a:pt x="2162" y="3012"/>
                  </a:lnTo>
                  <a:lnTo>
                    <a:pt x="2311" y="2878"/>
                  </a:lnTo>
                  <a:lnTo>
                    <a:pt x="2460" y="2729"/>
                  </a:lnTo>
                  <a:lnTo>
                    <a:pt x="2579" y="2565"/>
                  </a:lnTo>
                  <a:lnTo>
                    <a:pt x="2684" y="2401"/>
                  </a:lnTo>
                  <a:lnTo>
                    <a:pt x="2773" y="2207"/>
                  </a:lnTo>
                  <a:lnTo>
                    <a:pt x="2833" y="2013"/>
                  </a:lnTo>
                  <a:lnTo>
                    <a:pt x="2893" y="1820"/>
                  </a:lnTo>
                  <a:lnTo>
                    <a:pt x="2922" y="1611"/>
                  </a:lnTo>
                  <a:lnTo>
                    <a:pt x="2937" y="1402"/>
                  </a:lnTo>
                  <a:lnTo>
                    <a:pt x="2922" y="1208"/>
                  </a:lnTo>
                  <a:lnTo>
                    <a:pt x="2893" y="1015"/>
                  </a:lnTo>
                  <a:lnTo>
                    <a:pt x="2848" y="821"/>
                  </a:lnTo>
                  <a:lnTo>
                    <a:pt x="2803" y="657"/>
                  </a:lnTo>
                  <a:lnTo>
                    <a:pt x="2729" y="478"/>
                  </a:lnTo>
                  <a:lnTo>
                    <a:pt x="2639" y="314"/>
                  </a:lnTo>
                  <a:lnTo>
                    <a:pt x="2535" y="165"/>
                  </a:lnTo>
                  <a:lnTo>
                    <a:pt x="2415" y="16"/>
                  </a:lnTo>
                  <a:lnTo>
                    <a:pt x="22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2"/>
            <p:cNvSpPr/>
            <p:nvPr/>
          </p:nvSpPr>
          <p:spPr>
            <a:xfrm>
              <a:off x="3457439" y="2582758"/>
              <a:ext cx="63795" cy="63795"/>
            </a:xfrm>
            <a:custGeom>
              <a:rect b="b" l="l" r="r" t="t"/>
              <a:pathLst>
                <a:path extrusionOk="0" h="4206" w="4206">
                  <a:moveTo>
                    <a:pt x="2103" y="1"/>
                  </a:moveTo>
                  <a:lnTo>
                    <a:pt x="1879" y="16"/>
                  </a:lnTo>
                  <a:lnTo>
                    <a:pt x="1671" y="46"/>
                  </a:lnTo>
                  <a:lnTo>
                    <a:pt x="1477" y="105"/>
                  </a:lnTo>
                  <a:lnTo>
                    <a:pt x="1283" y="165"/>
                  </a:lnTo>
                  <a:lnTo>
                    <a:pt x="1104" y="254"/>
                  </a:lnTo>
                  <a:lnTo>
                    <a:pt x="925" y="359"/>
                  </a:lnTo>
                  <a:lnTo>
                    <a:pt x="761" y="493"/>
                  </a:lnTo>
                  <a:lnTo>
                    <a:pt x="612" y="627"/>
                  </a:lnTo>
                  <a:lnTo>
                    <a:pt x="478" y="776"/>
                  </a:lnTo>
                  <a:lnTo>
                    <a:pt x="359" y="925"/>
                  </a:lnTo>
                  <a:lnTo>
                    <a:pt x="254" y="1104"/>
                  </a:lnTo>
                  <a:lnTo>
                    <a:pt x="165" y="1283"/>
                  </a:lnTo>
                  <a:lnTo>
                    <a:pt x="90" y="1477"/>
                  </a:lnTo>
                  <a:lnTo>
                    <a:pt x="46" y="1686"/>
                  </a:lnTo>
                  <a:lnTo>
                    <a:pt x="16" y="1894"/>
                  </a:lnTo>
                  <a:lnTo>
                    <a:pt x="1" y="2103"/>
                  </a:lnTo>
                  <a:lnTo>
                    <a:pt x="16" y="2297"/>
                  </a:lnTo>
                  <a:lnTo>
                    <a:pt x="31" y="2491"/>
                  </a:lnTo>
                  <a:lnTo>
                    <a:pt x="75" y="2670"/>
                  </a:lnTo>
                  <a:lnTo>
                    <a:pt x="135" y="2848"/>
                  </a:lnTo>
                  <a:lnTo>
                    <a:pt x="210" y="3027"/>
                  </a:lnTo>
                  <a:lnTo>
                    <a:pt x="299" y="3176"/>
                  </a:lnTo>
                  <a:lnTo>
                    <a:pt x="403" y="3340"/>
                  </a:lnTo>
                  <a:lnTo>
                    <a:pt x="523" y="3475"/>
                  </a:lnTo>
                  <a:lnTo>
                    <a:pt x="672" y="3639"/>
                  </a:lnTo>
                  <a:lnTo>
                    <a:pt x="836" y="3788"/>
                  </a:lnTo>
                  <a:lnTo>
                    <a:pt x="1015" y="3907"/>
                  </a:lnTo>
                  <a:lnTo>
                    <a:pt x="1208" y="4011"/>
                  </a:lnTo>
                  <a:lnTo>
                    <a:pt x="1417" y="4086"/>
                  </a:lnTo>
                  <a:lnTo>
                    <a:pt x="1641" y="4146"/>
                  </a:lnTo>
                  <a:lnTo>
                    <a:pt x="1864" y="4190"/>
                  </a:lnTo>
                  <a:lnTo>
                    <a:pt x="2103" y="4205"/>
                  </a:lnTo>
                  <a:lnTo>
                    <a:pt x="2312" y="4190"/>
                  </a:lnTo>
                  <a:lnTo>
                    <a:pt x="2520" y="4160"/>
                  </a:lnTo>
                  <a:lnTo>
                    <a:pt x="2729" y="4116"/>
                  </a:lnTo>
                  <a:lnTo>
                    <a:pt x="2923" y="4041"/>
                  </a:lnTo>
                  <a:lnTo>
                    <a:pt x="3102" y="3952"/>
                  </a:lnTo>
                  <a:lnTo>
                    <a:pt x="3266" y="3847"/>
                  </a:lnTo>
                  <a:lnTo>
                    <a:pt x="3430" y="3728"/>
                  </a:lnTo>
                  <a:lnTo>
                    <a:pt x="3579" y="3594"/>
                  </a:lnTo>
                  <a:lnTo>
                    <a:pt x="3713" y="3445"/>
                  </a:lnTo>
                  <a:lnTo>
                    <a:pt x="3832" y="3281"/>
                  </a:lnTo>
                  <a:lnTo>
                    <a:pt x="3952" y="3102"/>
                  </a:lnTo>
                  <a:lnTo>
                    <a:pt x="4026" y="2923"/>
                  </a:lnTo>
                  <a:lnTo>
                    <a:pt x="4101" y="2729"/>
                  </a:lnTo>
                  <a:lnTo>
                    <a:pt x="4160" y="2535"/>
                  </a:lnTo>
                  <a:lnTo>
                    <a:pt x="4190" y="2327"/>
                  </a:lnTo>
                  <a:lnTo>
                    <a:pt x="4205" y="2103"/>
                  </a:lnTo>
                  <a:lnTo>
                    <a:pt x="4190" y="1909"/>
                  </a:lnTo>
                  <a:lnTo>
                    <a:pt x="4160" y="1715"/>
                  </a:lnTo>
                  <a:lnTo>
                    <a:pt x="4116" y="1537"/>
                  </a:lnTo>
                  <a:lnTo>
                    <a:pt x="4056" y="1358"/>
                  </a:lnTo>
                  <a:lnTo>
                    <a:pt x="3981" y="1194"/>
                  </a:lnTo>
                  <a:lnTo>
                    <a:pt x="3907" y="1030"/>
                  </a:lnTo>
                  <a:lnTo>
                    <a:pt x="3803" y="881"/>
                  </a:lnTo>
                  <a:lnTo>
                    <a:pt x="3683" y="731"/>
                  </a:lnTo>
                  <a:lnTo>
                    <a:pt x="3564" y="597"/>
                  </a:lnTo>
                  <a:lnTo>
                    <a:pt x="3430" y="478"/>
                  </a:lnTo>
                  <a:lnTo>
                    <a:pt x="3281" y="374"/>
                  </a:lnTo>
                  <a:lnTo>
                    <a:pt x="3117" y="269"/>
                  </a:lnTo>
                  <a:lnTo>
                    <a:pt x="2953" y="195"/>
                  </a:lnTo>
                  <a:lnTo>
                    <a:pt x="2789" y="120"/>
                  </a:lnTo>
                  <a:lnTo>
                    <a:pt x="2610" y="76"/>
                  </a:lnTo>
                  <a:lnTo>
                    <a:pt x="2416" y="31"/>
                  </a:lnTo>
                  <a:lnTo>
                    <a:pt x="2267" y="16"/>
                  </a:lnTo>
                  <a:lnTo>
                    <a:pt x="2103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3457439" y="2582758"/>
              <a:ext cx="44562" cy="53162"/>
            </a:xfrm>
            <a:custGeom>
              <a:rect b="b" l="l" r="r" t="t"/>
              <a:pathLst>
                <a:path extrusionOk="0" h="3505" w="2938">
                  <a:moveTo>
                    <a:pt x="2103" y="1"/>
                  </a:moveTo>
                  <a:lnTo>
                    <a:pt x="1879" y="16"/>
                  </a:lnTo>
                  <a:lnTo>
                    <a:pt x="1671" y="46"/>
                  </a:lnTo>
                  <a:lnTo>
                    <a:pt x="1477" y="105"/>
                  </a:lnTo>
                  <a:lnTo>
                    <a:pt x="1283" y="165"/>
                  </a:lnTo>
                  <a:lnTo>
                    <a:pt x="1104" y="254"/>
                  </a:lnTo>
                  <a:lnTo>
                    <a:pt x="925" y="359"/>
                  </a:lnTo>
                  <a:lnTo>
                    <a:pt x="761" y="493"/>
                  </a:lnTo>
                  <a:lnTo>
                    <a:pt x="612" y="627"/>
                  </a:lnTo>
                  <a:lnTo>
                    <a:pt x="478" y="776"/>
                  </a:lnTo>
                  <a:lnTo>
                    <a:pt x="359" y="925"/>
                  </a:lnTo>
                  <a:lnTo>
                    <a:pt x="254" y="1104"/>
                  </a:lnTo>
                  <a:lnTo>
                    <a:pt x="165" y="1283"/>
                  </a:lnTo>
                  <a:lnTo>
                    <a:pt x="90" y="1477"/>
                  </a:lnTo>
                  <a:lnTo>
                    <a:pt x="46" y="1686"/>
                  </a:lnTo>
                  <a:lnTo>
                    <a:pt x="16" y="1894"/>
                  </a:lnTo>
                  <a:lnTo>
                    <a:pt x="1" y="2103"/>
                  </a:lnTo>
                  <a:lnTo>
                    <a:pt x="16" y="2297"/>
                  </a:lnTo>
                  <a:lnTo>
                    <a:pt x="31" y="2491"/>
                  </a:lnTo>
                  <a:lnTo>
                    <a:pt x="75" y="2670"/>
                  </a:lnTo>
                  <a:lnTo>
                    <a:pt x="135" y="2848"/>
                  </a:lnTo>
                  <a:lnTo>
                    <a:pt x="210" y="3027"/>
                  </a:lnTo>
                  <a:lnTo>
                    <a:pt x="299" y="3176"/>
                  </a:lnTo>
                  <a:lnTo>
                    <a:pt x="403" y="3340"/>
                  </a:lnTo>
                  <a:lnTo>
                    <a:pt x="523" y="3475"/>
                  </a:lnTo>
                  <a:lnTo>
                    <a:pt x="672" y="3504"/>
                  </a:lnTo>
                  <a:lnTo>
                    <a:pt x="836" y="3504"/>
                  </a:lnTo>
                  <a:lnTo>
                    <a:pt x="1044" y="3490"/>
                  </a:lnTo>
                  <a:lnTo>
                    <a:pt x="1253" y="3460"/>
                  </a:lnTo>
                  <a:lnTo>
                    <a:pt x="1462" y="3415"/>
                  </a:lnTo>
                  <a:lnTo>
                    <a:pt x="1656" y="3340"/>
                  </a:lnTo>
                  <a:lnTo>
                    <a:pt x="1835" y="3251"/>
                  </a:lnTo>
                  <a:lnTo>
                    <a:pt x="2014" y="3147"/>
                  </a:lnTo>
                  <a:lnTo>
                    <a:pt x="2178" y="3027"/>
                  </a:lnTo>
                  <a:lnTo>
                    <a:pt x="2327" y="2893"/>
                  </a:lnTo>
                  <a:lnTo>
                    <a:pt x="2461" y="2744"/>
                  </a:lnTo>
                  <a:lnTo>
                    <a:pt x="2580" y="2580"/>
                  </a:lnTo>
                  <a:lnTo>
                    <a:pt x="2684" y="2401"/>
                  </a:lnTo>
                  <a:lnTo>
                    <a:pt x="2774" y="2222"/>
                  </a:lnTo>
                  <a:lnTo>
                    <a:pt x="2848" y="2029"/>
                  </a:lnTo>
                  <a:lnTo>
                    <a:pt x="2893" y="1835"/>
                  </a:lnTo>
                  <a:lnTo>
                    <a:pt x="2923" y="1626"/>
                  </a:lnTo>
                  <a:lnTo>
                    <a:pt x="2938" y="1402"/>
                  </a:lnTo>
                  <a:lnTo>
                    <a:pt x="2923" y="1209"/>
                  </a:lnTo>
                  <a:lnTo>
                    <a:pt x="2893" y="1015"/>
                  </a:lnTo>
                  <a:lnTo>
                    <a:pt x="2863" y="836"/>
                  </a:lnTo>
                  <a:lnTo>
                    <a:pt x="2804" y="657"/>
                  </a:lnTo>
                  <a:lnTo>
                    <a:pt x="2729" y="493"/>
                  </a:lnTo>
                  <a:lnTo>
                    <a:pt x="2640" y="329"/>
                  </a:lnTo>
                  <a:lnTo>
                    <a:pt x="2535" y="180"/>
                  </a:lnTo>
                  <a:lnTo>
                    <a:pt x="2416" y="31"/>
                  </a:lnTo>
                  <a:lnTo>
                    <a:pt x="2267" y="16"/>
                  </a:lnTo>
                  <a:lnTo>
                    <a:pt x="21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2"/>
            <p:cNvSpPr/>
            <p:nvPr/>
          </p:nvSpPr>
          <p:spPr>
            <a:xfrm>
              <a:off x="3660501" y="2624818"/>
              <a:ext cx="85044" cy="314331"/>
            </a:xfrm>
            <a:custGeom>
              <a:rect b="b" l="l" r="r" t="t"/>
              <a:pathLst>
                <a:path extrusionOk="0" h="20724" w="5607">
                  <a:moveTo>
                    <a:pt x="1" y="1"/>
                  </a:moveTo>
                  <a:lnTo>
                    <a:pt x="1" y="17921"/>
                  </a:lnTo>
                  <a:lnTo>
                    <a:pt x="16" y="18204"/>
                  </a:lnTo>
                  <a:lnTo>
                    <a:pt x="60" y="18487"/>
                  </a:lnTo>
                  <a:lnTo>
                    <a:pt x="135" y="18756"/>
                  </a:lnTo>
                  <a:lnTo>
                    <a:pt x="224" y="19009"/>
                  </a:lnTo>
                  <a:lnTo>
                    <a:pt x="344" y="19263"/>
                  </a:lnTo>
                  <a:lnTo>
                    <a:pt x="478" y="19486"/>
                  </a:lnTo>
                  <a:lnTo>
                    <a:pt x="642" y="19710"/>
                  </a:lnTo>
                  <a:lnTo>
                    <a:pt x="821" y="19904"/>
                  </a:lnTo>
                  <a:lnTo>
                    <a:pt x="1029" y="20083"/>
                  </a:lnTo>
                  <a:lnTo>
                    <a:pt x="1238" y="20247"/>
                  </a:lnTo>
                  <a:lnTo>
                    <a:pt x="1477" y="20396"/>
                  </a:lnTo>
                  <a:lnTo>
                    <a:pt x="1715" y="20500"/>
                  </a:lnTo>
                  <a:lnTo>
                    <a:pt x="1969" y="20604"/>
                  </a:lnTo>
                  <a:lnTo>
                    <a:pt x="2237" y="20664"/>
                  </a:lnTo>
                  <a:lnTo>
                    <a:pt x="2520" y="20709"/>
                  </a:lnTo>
                  <a:lnTo>
                    <a:pt x="2803" y="20724"/>
                  </a:lnTo>
                  <a:lnTo>
                    <a:pt x="3102" y="20709"/>
                  </a:lnTo>
                  <a:lnTo>
                    <a:pt x="3370" y="20664"/>
                  </a:lnTo>
                  <a:lnTo>
                    <a:pt x="3638" y="20604"/>
                  </a:lnTo>
                  <a:lnTo>
                    <a:pt x="3907" y="20500"/>
                  </a:lnTo>
                  <a:lnTo>
                    <a:pt x="4145" y="20396"/>
                  </a:lnTo>
                  <a:lnTo>
                    <a:pt x="4384" y="20247"/>
                  </a:lnTo>
                  <a:lnTo>
                    <a:pt x="4592" y="20083"/>
                  </a:lnTo>
                  <a:lnTo>
                    <a:pt x="4786" y="19904"/>
                  </a:lnTo>
                  <a:lnTo>
                    <a:pt x="4980" y="19710"/>
                  </a:lnTo>
                  <a:lnTo>
                    <a:pt x="5129" y="19486"/>
                  </a:lnTo>
                  <a:lnTo>
                    <a:pt x="5278" y="19263"/>
                  </a:lnTo>
                  <a:lnTo>
                    <a:pt x="5398" y="19009"/>
                  </a:lnTo>
                  <a:lnTo>
                    <a:pt x="5487" y="18756"/>
                  </a:lnTo>
                  <a:lnTo>
                    <a:pt x="5561" y="18487"/>
                  </a:lnTo>
                  <a:lnTo>
                    <a:pt x="5591" y="18204"/>
                  </a:lnTo>
                  <a:lnTo>
                    <a:pt x="5606" y="17921"/>
                  </a:lnTo>
                  <a:lnTo>
                    <a:pt x="5606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2" name="Google Shape;762;p22"/>
          <p:cNvGrpSpPr/>
          <p:nvPr/>
        </p:nvGrpSpPr>
        <p:grpSpPr>
          <a:xfrm>
            <a:off x="5562726" y="1171778"/>
            <a:ext cx="826037" cy="809762"/>
            <a:chOff x="2493956" y="3408051"/>
            <a:chExt cx="826037" cy="809762"/>
          </a:xfrm>
        </p:grpSpPr>
        <p:sp>
          <p:nvSpPr>
            <p:cNvPr id="763" name="Google Shape;763;p22"/>
            <p:cNvSpPr/>
            <p:nvPr/>
          </p:nvSpPr>
          <p:spPr>
            <a:xfrm>
              <a:off x="2878362" y="3577866"/>
              <a:ext cx="110131" cy="66949"/>
            </a:xfrm>
            <a:custGeom>
              <a:rect b="b" l="l" r="r" t="t"/>
              <a:pathLst>
                <a:path extrusionOk="0" h="4414" w="7261">
                  <a:moveTo>
                    <a:pt x="1954" y="1"/>
                  </a:moveTo>
                  <a:lnTo>
                    <a:pt x="1581" y="76"/>
                  </a:lnTo>
                  <a:lnTo>
                    <a:pt x="1253" y="180"/>
                  </a:lnTo>
                  <a:lnTo>
                    <a:pt x="1089" y="240"/>
                  </a:lnTo>
                  <a:lnTo>
                    <a:pt x="940" y="299"/>
                  </a:lnTo>
                  <a:lnTo>
                    <a:pt x="806" y="374"/>
                  </a:lnTo>
                  <a:lnTo>
                    <a:pt x="671" y="463"/>
                  </a:lnTo>
                  <a:lnTo>
                    <a:pt x="552" y="553"/>
                  </a:lnTo>
                  <a:lnTo>
                    <a:pt x="448" y="642"/>
                  </a:lnTo>
                  <a:lnTo>
                    <a:pt x="343" y="731"/>
                  </a:lnTo>
                  <a:lnTo>
                    <a:pt x="254" y="836"/>
                  </a:lnTo>
                  <a:lnTo>
                    <a:pt x="179" y="955"/>
                  </a:lnTo>
                  <a:lnTo>
                    <a:pt x="120" y="1074"/>
                  </a:lnTo>
                  <a:lnTo>
                    <a:pt x="75" y="1194"/>
                  </a:lnTo>
                  <a:lnTo>
                    <a:pt x="30" y="1313"/>
                  </a:lnTo>
                  <a:lnTo>
                    <a:pt x="15" y="1432"/>
                  </a:lnTo>
                  <a:lnTo>
                    <a:pt x="1" y="1551"/>
                  </a:lnTo>
                  <a:lnTo>
                    <a:pt x="15" y="1686"/>
                  </a:lnTo>
                  <a:lnTo>
                    <a:pt x="30" y="1805"/>
                  </a:lnTo>
                  <a:lnTo>
                    <a:pt x="45" y="1924"/>
                  </a:lnTo>
                  <a:lnTo>
                    <a:pt x="90" y="2058"/>
                  </a:lnTo>
                  <a:lnTo>
                    <a:pt x="135" y="2178"/>
                  </a:lnTo>
                  <a:lnTo>
                    <a:pt x="194" y="2297"/>
                  </a:lnTo>
                  <a:lnTo>
                    <a:pt x="269" y="2416"/>
                  </a:lnTo>
                  <a:lnTo>
                    <a:pt x="343" y="2535"/>
                  </a:lnTo>
                  <a:lnTo>
                    <a:pt x="537" y="2774"/>
                  </a:lnTo>
                  <a:lnTo>
                    <a:pt x="761" y="3012"/>
                  </a:lnTo>
                  <a:lnTo>
                    <a:pt x="1029" y="3221"/>
                  </a:lnTo>
                  <a:lnTo>
                    <a:pt x="1253" y="3385"/>
                  </a:lnTo>
                  <a:lnTo>
                    <a:pt x="1491" y="3534"/>
                  </a:lnTo>
                  <a:lnTo>
                    <a:pt x="1760" y="3683"/>
                  </a:lnTo>
                  <a:lnTo>
                    <a:pt x="2043" y="3818"/>
                  </a:lnTo>
                  <a:lnTo>
                    <a:pt x="2341" y="3952"/>
                  </a:lnTo>
                  <a:lnTo>
                    <a:pt x="2639" y="4056"/>
                  </a:lnTo>
                  <a:lnTo>
                    <a:pt x="2967" y="4160"/>
                  </a:lnTo>
                  <a:lnTo>
                    <a:pt x="3295" y="4250"/>
                  </a:lnTo>
                  <a:lnTo>
                    <a:pt x="3623" y="4309"/>
                  </a:lnTo>
                  <a:lnTo>
                    <a:pt x="3936" y="4354"/>
                  </a:lnTo>
                  <a:lnTo>
                    <a:pt x="4249" y="4399"/>
                  </a:lnTo>
                  <a:lnTo>
                    <a:pt x="4563" y="4414"/>
                  </a:lnTo>
                  <a:lnTo>
                    <a:pt x="4861" y="4414"/>
                  </a:lnTo>
                  <a:lnTo>
                    <a:pt x="5159" y="4399"/>
                  </a:lnTo>
                  <a:lnTo>
                    <a:pt x="5427" y="4369"/>
                  </a:lnTo>
                  <a:lnTo>
                    <a:pt x="5696" y="4339"/>
                  </a:lnTo>
                  <a:lnTo>
                    <a:pt x="5949" y="4280"/>
                  </a:lnTo>
                  <a:lnTo>
                    <a:pt x="6188" y="4205"/>
                  </a:lnTo>
                  <a:lnTo>
                    <a:pt x="6426" y="4131"/>
                  </a:lnTo>
                  <a:lnTo>
                    <a:pt x="6620" y="4026"/>
                  </a:lnTo>
                  <a:lnTo>
                    <a:pt x="6814" y="3922"/>
                  </a:lnTo>
                  <a:lnTo>
                    <a:pt x="6993" y="3803"/>
                  </a:lnTo>
                  <a:lnTo>
                    <a:pt x="7142" y="3668"/>
                  </a:lnTo>
                  <a:lnTo>
                    <a:pt x="7261" y="3519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4" name="Google Shape;764;p22"/>
            <p:cNvGrpSpPr/>
            <p:nvPr/>
          </p:nvGrpSpPr>
          <p:grpSpPr>
            <a:xfrm>
              <a:off x="2493956" y="3408051"/>
              <a:ext cx="826037" cy="809762"/>
              <a:chOff x="2493956" y="3408051"/>
              <a:chExt cx="826037" cy="809762"/>
            </a:xfrm>
          </p:grpSpPr>
          <p:sp>
            <p:nvSpPr>
              <p:cNvPr id="765" name="Google Shape;765;p22"/>
              <p:cNvSpPr/>
              <p:nvPr/>
            </p:nvSpPr>
            <p:spPr>
              <a:xfrm>
                <a:off x="2515434" y="3654978"/>
                <a:ext cx="766126" cy="562836"/>
              </a:xfrm>
              <a:custGeom>
                <a:rect b="b" l="l" r="r" t="t"/>
                <a:pathLst>
                  <a:path extrusionOk="0" h="37108" w="50511">
                    <a:moveTo>
                      <a:pt x="17727" y="1"/>
                    </a:moveTo>
                    <a:lnTo>
                      <a:pt x="17056" y="31"/>
                    </a:lnTo>
                    <a:lnTo>
                      <a:pt x="16400" y="60"/>
                    </a:lnTo>
                    <a:lnTo>
                      <a:pt x="15759" y="105"/>
                    </a:lnTo>
                    <a:lnTo>
                      <a:pt x="15103" y="165"/>
                    </a:lnTo>
                    <a:lnTo>
                      <a:pt x="14462" y="224"/>
                    </a:lnTo>
                    <a:lnTo>
                      <a:pt x="13821" y="314"/>
                    </a:lnTo>
                    <a:lnTo>
                      <a:pt x="13194" y="403"/>
                    </a:lnTo>
                    <a:lnTo>
                      <a:pt x="12583" y="493"/>
                    </a:lnTo>
                    <a:lnTo>
                      <a:pt x="11987" y="612"/>
                    </a:lnTo>
                    <a:lnTo>
                      <a:pt x="11391" y="746"/>
                    </a:lnTo>
                    <a:lnTo>
                      <a:pt x="10809" y="880"/>
                    </a:lnTo>
                    <a:lnTo>
                      <a:pt x="9944" y="1104"/>
                    </a:lnTo>
                    <a:lnTo>
                      <a:pt x="9124" y="1342"/>
                    </a:lnTo>
                    <a:lnTo>
                      <a:pt x="8334" y="1626"/>
                    </a:lnTo>
                    <a:lnTo>
                      <a:pt x="7559" y="1909"/>
                    </a:lnTo>
                    <a:lnTo>
                      <a:pt x="6843" y="2222"/>
                    </a:lnTo>
                    <a:lnTo>
                      <a:pt x="6158" y="2550"/>
                    </a:lnTo>
                    <a:lnTo>
                      <a:pt x="5502" y="2908"/>
                    </a:lnTo>
                    <a:lnTo>
                      <a:pt x="4876" y="3281"/>
                    </a:lnTo>
                    <a:lnTo>
                      <a:pt x="4279" y="3668"/>
                    </a:lnTo>
                    <a:lnTo>
                      <a:pt x="3996" y="3877"/>
                    </a:lnTo>
                    <a:lnTo>
                      <a:pt x="3713" y="4086"/>
                    </a:lnTo>
                    <a:lnTo>
                      <a:pt x="3444" y="4294"/>
                    </a:lnTo>
                    <a:lnTo>
                      <a:pt x="3191" y="4518"/>
                    </a:lnTo>
                    <a:lnTo>
                      <a:pt x="2937" y="4742"/>
                    </a:lnTo>
                    <a:lnTo>
                      <a:pt x="2699" y="4980"/>
                    </a:lnTo>
                    <a:lnTo>
                      <a:pt x="2460" y="5204"/>
                    </a:lnTo>
                    <a:lnTo>
                      <a:pt x="2237" y="5442"/>
                    </a:lnTo>
                    <a:lnTo>
                      <a:pt x="2028" y="5696"/>
                    </a:lnTo>
                    <a:lnTo>
                      <a:pt x="1834" y="5934"/>
                    </a:lnTo>
                    <a:lnTo>
                      <a:pt x="1640" y="6188"/>
                    </a:lnTo>
                    <a:lnTo>
                      <a:pt x="1462" y="6456"/>
                    </a:lnTo>
                    <a:lnTo>
                      <a:pt x="1283" y="6710"/>
                    </a:lnTo>
                    <a:lnTo>
                      <a:pt x="1119" y="6978"/>
                    </a:lnTo>
                    <a:lnTo>
                      <a:pt x="970" y="7246"/>
                    </a:lnTo>
                    <a:lnTo>
                      <a:pt x="820" y="7529"/>
                    </a:lnTo>
                    <a:lnTo>
                      <a:pt x="701" y="7813"/>
                    </a:lnTo>
                    <a:lnTo>
                      <a:pt x="582" y="8096"/>
                    </a:lnTo>
                    <a:lnTo>
                      <a:pt x="463" y="8379"/>
                    </a:lnTo>
                    <a:lnTo>
                      <a:pt x="373" y="8677"/>
                    </a:lnTo>
                    <a:lnTo>
                      <a:pt x="284" y="8976"/>
                    </a:lnTo>
                    <a:lnTo>
                      <a:pt x="209" y="9274"/>
                    </a:lnTo>
                    <a:lnTo>
                      <a:pt x="135" y="9617"/>
                    </a:lnTo>
                    <a:lnTo>
                      <a:pt x="90" y="9960"/>
                    </a:lnTo>
                    <a:lnTo>
                      <a:pt x="45" y="10302"/>
                    </a:lnTo>
                    <a:lnTo>
                      <a:pt x="15" y="10645"/>
                    </a:lnTo>
                    <a:lnTo>
                      <a:pt x="15" y="10660"/>
                    </a:lnTo>
                    <a:lnTo>
                      <a:pt x="1" y="11093"/>
                    </a:lnTo>
                    <a:lnTo>
                      <a:pt x="15" y="11540"/>
                    </a:lnTo>
                    <a:lnTo>
                      <a:pt x="15" y="17727"/>
                    </a:lnTo>
                    <a:lnTo>
                      <a:pt x="1" y="18114"/>
                    </a:lnTo>
                    <a:lnTo>
                      <a:pt x="15" y="18502"/>
                    </a:lnTo>
                    <a:lnTo>
                      <a:pt x="30" y="18890"/>
                    </a:lnTo>
                    <a:lnTo>
                      <a:pt x="75" y="19277"/>
                    </a:lnTo>
                    <a:lnTo>
                      <a:pt x="135" y="19665"/>
                    </a:lnTo>
                    <a:lnTo>
                      <a:pt x="209" y="20053"/>
                    </a:lnTo>
                    <a:lnTo>
                      <a:pt x="299" y="20440"/>
                    </a:lnTo>
                    <a:lnTo>
                      <a:pt x="418" y="20828"/>
                    </a:lnTo>
                    <a:lnTo>
                      <a:pt x="537" y="21215"/>
                    </a:lnTo>
                    <a:lnTo>
                      <a:pt x="686" y="21603"/>
                    </a:lnTo>
                    <a:lnTo>
                      <a:pt x="850" y="21991"/>
                    </a:lnTo>
                    <a:lnTo>
                      <a:pt x="1014" y="22378"/>
                    </a:lnTo>
                    <a:lnTo>
                      <a:pt x="1208" y="22766"/>
                    </a:lnTo>
                    <a:lnTo>
                      <a:pt x="1417" y="23153"/>
                    </a:lnTo>
                    <a:lnTo>
                      <a:pt x="1640" y="23526"/>
                    </a:lnTo>
                    <a:lnTo>
                      <a:pt x="1879" y="23914"/>
                    </a:lnTo>
                    <a:lnTo>
                      <a:pt x="2132" y="24301"/>
                    </a:lnTo>
                    <a:lnTo>
                      <a:pt x="2401" y="24674"/>
                    </a:lnTo>
                    <a:lnTo>
                      <a:pt x="2684" y="25047"/>
                    </a:lnTo>
                    <a:lnTo>
                      <a:pt x="2967" y="25420"/>
                    </a:lnTo>
                    <a:lnTo>
                      <a:pt x="3280" y="25792"/>
                    </a:lnTo>
                    <a:lnTo>
                      <a:pt x="3608" y="26165"/>
                    </a:lnTo>
                    <a:lnTo>
                      <a:pt x="3951" y="26523"/>
                    </a:lnTo>
                    <a:lnTo>
                      <a:pt x="4294" y="26895"/>
                    </a:lnTo>
                    <a:lnTo>
                      <a:pt x="4652" y="27253"/>
                    </a:lnTo>
                    <a:lnTo>
                      <a:pt x="5040" y="27611"/>
                    </a:lnTo>
                    <a:lnTo>
                      <a:pt x="5427" y="27954"/>
                    </a:lnTo>
                    <a:lnTo>
                      <a:pt x="5830" y="28312"/>
                    </a:lnTo>
                    <a:lnTo>
                      <a:pt x="6247" y="28655"/>
                    </a:lnTo>
                    <a:lnTo>
                      <a:pt x="6679" y="28998"/>
                    </a:lnTo>
                    <a:lnTo>
                      <a:pt x="7112" y="29326"/>
                    </a:lnTo>
                    <a:lnTo>
                      <a:pt x="7559" y="29668"/>
                    </a:lnTo>
                    <a:lnTo>
                      <a:pt x="8334" y="30190"/>
                    </a:lnTo>
                    <a:lnTo>
                      <a:pt x="9124" y="30712"/>
                    </a:lnTo>
                    <a:lnTo>
                      <a:pt x="9944" y="31219"/>
                    </a:lnTo>
                    <a:lnTo>
                      <a:pt x="10809" y="31726"/>
                    </a:lnTo>
                    <a:lnTo>
                      <a:pt x="11376" y="32039"/>
                    </a:lnTo>
                    <a:lnTo>
                      <a:pt x="11972" y="32352"/>
                    </a:lnTo>
                    <a:lnTo>
                      <a:pt x="12583" y="32650"/>
                    </a:lnTo>
                    <a:lnTo>
                      <a:pt x="13194" y="32948"/>
                    </a:lnTo>
                    <a:lnTo>
                      <a:pt x="13821" y="33232"/>
                    </a:lnTo>
                    <a:lnTo>
                      <a:pt x="14462" y="33500"/>
                    </a:lnTo>
                    <a:lnTo>
                      <a:pt x="15103" y="33783"/>
                    </a:lnTo>
                    <a:lnTo>
                      <a:pt x="15759" y="34037"/>
                    </a:lnTo>
                    <a:lnTo>
                      <a:pt x="16400" y="34290"/>
                    </a:lnTo>
                    <a:lnTo>
                      <a:pt x="17056" y="34514"/>
                    </a:lnTo>
                    <a:lnTo>
                      <a:pt x="17667" y="34722"/>
                    </a:lnTo>
                    <a:lnTo>
                      <a:pt x="18263" y="34931"/>
                    </a:lnTo>
                    <a:lnTo>
                      <a:pt x="18890" y="35125"/>
                    </a:lnTo>
                    <a:lnTo>
                      <a:pt x="19516" y="35304"/>
                    </a:lnTo>
                    <a:lnTo>
                      <a:pt x="20142" y="35483"/>
                    </a:lnTo>
                    <a:lnTo>
                      <a:pt x="20783" y="35647"/>
                    </a:lnTo>
                    <a:lnTo>
                      <a:pt x="21424" y="35811"/>
                    </a:lnTo>
                    <a:lnTo>
                      <a:pt x="22080" y="35975"/>
                    </a:lnTo>
                    <a:lnTo>
                      <a:pt x="23124" y="36198"/>
                    </a:lnTo>
                    <a:lnTo>
                      <a:pt x="24152" y="36392"/>
                    </a:lnTo>
                    <a:lnTo>
                      <a:pt x="25181" y="36571"/>
                    </a:lnTo>
                    <a:lnTo>
                      <a:pt x="26210" y="36720"/>
                    </a:lnTo>
                    <a:lnTo>
                      <a:pt x="27223" y="36854"/>
                    </a:lnTo>
                    <a:lnTo>
                      <a:pt x="28237" y="36944"/>
                    </a:lnTo>
                    <a:lnTo>
                      <a:pt x="29221" y="37018"/>
                    </a:lnTo>
                    <a:lnTo>
                      <a:pt x="30220" y="37078"/>
                    </a:lnTo>
                    <a:lnTo>
                      <a:pt x="30533" y="37093"/>
                    </a:lnTo>
                    <a:lnTo>
                      <a:pt x="30861" y="37093"/>
                    </a:lnTo>
                    <a:lnTo>
                      <a:pt x="31547" y="37108"/>
                    </a:lnTo>
                    <a:lnTo>
                      <a:pt x="32218" y="37108"/>
                    </a:lnTo>
                    <a:lnTo>
                      <a:pt x="32903" y="37093"/>
                    </a:lnTo>
                    <a:lnTo>
                      <a:pt x="33559" y="37078"/>
                    </a:lnTo>
                    <a:lnTo>
                      <a:pt x="34215" y="37048"/>
                    </a:lnTo>
                    <a:lnTo>
                      <a:pt x="34871" y="36988"/>
                    </a:lnTo>
                    <a:lnTo>
                      <a:pt x="35512" y="36944"/>
                    </a:lnTo>
                    <a:lnTo>
                      <a:pt x="36139" y="36869"/>
                    </a:lnTo>
                    <a:lnTo>
                      <a:pt x="36765" y="36795"/>
                    </a:lnTo>
                    <a:lnTo>
                      <a:pt x="37376" y="36705"/>
                    </a:lnTo>
                    <a:lnTo>
                      <a:pt x="37972" y="36601"/>
                    </a:lnTo>
                    <a:lnTo>
                      <a:pt x="38569" y="36482"/>
                    </a:lnTo>
                    <a:lnTo>
                      <a:pt x="39150" y="36362"/>
                    </a:lnTo>
                    <a:lnTo>
                      <a:pt x="39732" y="36228"/>
                    </a:lnTo>
                    <a:lnTo>
                      <a:pt x="40298" y="36079"/>
                    </a:lnTo>
                    <a:lnTo>
                      <a:pt x="40850" y="35930"/>
                    </a:lnTo>
                    <a:lnTo>
                      <a:pt x="41416" y="35751"/>
                    </a:lnTo>
                    <a:lnTo>
                      <a:pt x="41968" y="35572"/>
                    </a:lnTo>
                    <a:lnTo>
                      <a:pt x="42504" y="35363"/>
                    </a:lnTo>
                    <a:lnTo>
                      <a:pt x="43026" y="35155"/>
                    </a:lnTo>
                    <a:lnTo>
                      <a:pt x="43548" y="34946"/>
                    </a:lnTo>
                    <a:lnTo>
                      <a:pt x="44040" y="34708"/>
                    </a:lnTo>
                    <a:lnTo>
                      <a:pt x="44517" y="34469"/>
                    </a:lnTo>
                    <a:lnTo>
                      <a:pt x="44994" y="34216"/>
                    </a:lnTo>
                    <a:lnTo>
                      <a:pt x="45441" y="33947"/>
                    </a:lnTo>
                    <a:lnTo>
                      <a:pt x="45874" y="33679"/>
                    </a:lnTo>
                    <a:lnTo>
                      <a:pt x="46291" y="33396"/>
                    </a:lnTo>
                    <a:lnTo>
                      <a:pt x="46694" y="33097"/>
                    </a:lnTo>
                    <a:lnTo>
                      <a:pt x="47066" y="32799"/>
                    </a:lnTo>
                    <a:lnTo>
                      <a:pt x="47439" y="32486"/>
                    </a:lnTo>
                    <a:lnTo>
                      <a:pt x="47782" y="32158"/>
                    </a:lnTo>
                    <a:lnTo>
                      <a:pt x="48110" y="31830"/>
                    </a:lnTo>
                    <a:lnTo>
                      <a:pt x="48498" y="31383"/>
                    </a:lnTo>
                    <a:lnTo>
                      <a:pt x="48870" y="30921"/>
                    </a:lnTo>
                    <a:lnTo>
                      <a:pt x="49034" y="30682"/>
                    </a:lnTo>
                    <a:lnTo>
                      <a:pt x="49198" y="30444"/>
                    </a:lnTo>
                    <a:lnTo>
                      <a:pt x="49347" y="30205"/>
                    </a:lnTo>
                    <a:lnTo>
                      <a:pt x="49482" y="29952"/>
                    </a:lnTo>
                    <a:lnTo>
                      <a:pt x="49616" y="29698"/>
                    </a:lnTo>
                    <a:lnTo>
                      <a:pt x="49750" y="29445"/>
                    </a:lnTo>
                    <a:lnTo>
                      <a:pt x="49854" y="29191"/>
                    </a:lnTo>
                    <a:lnTo>
                      <a:pt x="49974" y="28923"/>
                    </a:lnTo>
                    <a:lnTo>
                      <a:pt x="50063" y="28655"/>
                    </a:lnTo>
                    <a:lnTo>
                      <a:pt x="50153" y="28386"/>
                    </a:lnTo>
                    <a:lnTo>
                      <a:pt x="50227" y="28118"/>
                    </a:lnTo>
                    <a:lnTo>
                      <a:pt x="50302" y="27835"/>
                    </a:lnTo>
                    <a:lnTo>
                      <a:pt x="50376" y="27417"/>
                    </a:lnTo>
                    <a:lnTo>
                      <a:pt x="50436" y="27015"/>
                    </a:lnTo>
                    <a:lnTo>
                      <a:pt x="50480" y="26597"/>
                    </a:lnTo>
                    <a:lnTo>
                      <a:pt x="50495" y="26180"/>
                    </a:lnTo>
                    <a:lnTo>
                      <a:pt x="50510" y="19024"/>
                    </a:lnTo>
                    <a:lnTo>
                      <a:pt x="50495" y="19024"/>
                    </a:lnTo>
                    <a:lnTo>
                      <a:pt x="50495" y="18606"/>
                    </a:lnTo>
                    <a:lnTo>
                      <a:pt x="50466" y="18189"/>
                    </a:lnTo>
                    <a:lnTo>
                      <a:pt x="50421" y="17786"/>
                    </a:lnTo>
                    <a:lnTo>
                      <a:pt x="50346" y="17369"/>
                    </a:lnTo>
                    <a:lnTo>
                      <a:pt x="50272" y="16952"/>
                    </a:lnTo>
                    <a:lnTo>
                      <a:pt x="50153" y="16534"/>
                    </a:lnTo>
                    <a:lnTo>
                      <a:pt x="50033" y="16132"/>
                    </a:lnTo>
                    <a:lnTo>
                      <a:pt x="49899" y="15714"/>
                    </a:lnTo>
                    <a:lnTo>
                      <a:pt x="49735" y="15297"/>
                    </a:lnTo>
                    <a:lnTo>
                      <a:pt x="49556" y="14894"/>
                    </a:lnTo>
                    <a:lnTo>
                      <a:pt x="49362" y="14477"/>
                    </a:lnTo>
                    <a:lnTo>
                      <a:pt x="49139" y="14074"/>
                    </a:lnTo>
                    <a:lnTo>
                      <a:pt x="48915" y="13657"/>
                    </a:lnTo>
                    <a:lnTo>
                      <a:pt x="48662" y="13254"/>
                    </a:lnTo>
                    <a:lnTo>
                      <a:pt x="48393" y="12852"/>
                    </a:lnTo>
                    <a:lnTo>
                      <a:pt x="48110" y="12449"/>
                    </a:lnTo>
                    <a:lnTo>
                      <a:pt x="47782" y="12017"/>
                    </a:lnTo>
                    <a:lnTo>
                      <a:pt x="47439" y="11585"/>
                    </a:lnTo>
                    <a:lnTo>
                      <a:pt x="47081" y="11167"/>
                    </a:lnTo>
                    <a:lnTo>
                      <a:pt x="46709" y="10735"/>
                    </a:lnTo>
                    <a:lnTo>
                      <a:pt x="46306" y="10317"/>
                    </a:lnTo>
                    <a:lnTo>
                      <a:pt x="45889" y="9900"/>
                    </a:lnTo>
                    <a:lnTo>
                      <a:pt x="45456" y="9497"/>
                    </a:lnTo>
                    <a:lnTo>
                      <a:pt x="45009" y="9095"/>
                    </a:lnTo>
                    <a:lnTo>
                      <a:pt x="44547" y="8692"/>
                    </a:lnTo>
                    <a:lnTo>
                      <a:pt x="44070" y="8305"/>
                    </a:lnTo>
                    <a:lnTo>
                      <a:pt x="43563" y="7902"/>
                    </a:lnTo>
                    <a:lnTo>
                      <a:pt x="43056" y="7529"/>
                    </a:lnTo>
                    <a:lnTo>
                      <a:pt x="42519" y="7157"/>
                    </a:lnTo>
                    <a:lnTo>
                      <a:pt x="41983" y="6784"/>
                    </a:lnTo>
                    <a:lnTo>
                      <a:pt x="41416" y="6411"/>
                    </a:lnTo>
                    <a:lnTo>
                      <a:pt x="40850" y="6054"/>
                    </a:lnTo>
                    <a:lnTo>
                      <a:pt x="40298" y="5740"/>
                    </a:lnTo>
                    <a:lnTo>
                      <a:pt x="39746" y="5412"/>
                    </a:lnTo>
                    <a:lnTo>
                      <a:pt x="39180" y="5114"/>
                    </a:lnTo>
                    <a:lnTo>
                      <a:pt x="38598" y="4801"/>
                    </a:lnTo>
                    <a:lnTo>
                      <a:pt x="38017" y="4503"/>
                    </a:lnTo>
                    <a:lnTo>
                      <a:pt x="37406" y="4220"/>
                    </a:lnTo>
                    <a:lnTo>
                      <a:pt x="36809" y="3937"/>
                    </a:lnTo>
                    <a:lnTo>
                      <a:pt x="36183" y="3668"/>
                    </a:lnTo>
                    <a:lnTo>
                      <a:pt x="35542" y="3400"/>
                    </a:lnTo>
                    <a:lnTo>
                      <a:pt x="34901" y="3131"/>
                    </a:lnTo>
                    <a:lnTo>
                      <a:pt x="34260" y="2893"/>
                    </a:lnTo>
                    <a:lnTo>
                      <a:pt x="33589" y="2640"/>
                    </a:lnTo>
                    <a:lnTo>
                      <a:pt x="32918" y="2416"/>
                    </a:lnTo>
                    <a:lnTo>
                      <a:pt x="32247" y="2192"/>
                    </a:lnTo>
                    <a:lnTo>
                      <a:pt x="31562" y="1969"/>
                    </a:lnTo>
                    <a:lnTo>
                      <a:pt x="30861" y="1775"/>
                    </a:lnTo>
                    <a:lnTo>
                      <a:pt x="30220" y="1581"/>
                    </a:lnTo>
                    <a:lnTo>
                      <a:pt x="29325" y="1357"/>
                    </a:lnTo>
                    <a:lnTo>
                      <a:pt x="28431" y="1149"/>
                    </a:lnTo>
                    <a:lnTo>
                      <a:pt x="27685" y="985"/>
                    </a:lnTo>
                    <a:lnTo>
                      <a:pt x="26955" y="821"/>
                    </a:lnTo>
                    <a:lnTo>
                      <a:pt x="26210" y="687"/>
                    </a:lnTo>
                    <a:lnTo>
                      <a:pt x="25479" y="567"/>
                    </a:lnTo>
                    <a:lnTo>
                      <a:pt x="24749" y="448"/>
                    </a:lnTo>
                    <a:lnTo>
                      <a:pt x="24018" y="344"/>
                    </a:lnTo>
                    <a:lnTo>
                      <a:pt x="23302" y="269"/>
                    </a:lnTo>
                    <a:lnTo>
                      <a:pt x="22587" y="195"/>
                    </a:lnTo>
                    <a:lnTo>
                      <a:pt x="21871" y="120"/>
                    </a:lnTo>
                    <a:lnTo>
                      <a:pt x="21170" y="75"/>
                    </a:lnTo>
                    <a:lnTo>
                      <a:pt x="20470" y="45"/>
                    </a:lnTo>
                    <a:lnTo>
                      <a:pt x="19769" y="16"/>
                    </a:lnTo>
                    <a:lnTo>
                      <a:pt x="19083" y="1"/>
                    </a:lnTo>
                    <a:close/>
                  </a:path>
                </a:pathLst>
              </a:custGeom>
              <a:solidFill>
                <a:srgbClr val="666666">
                  <a:alpha val="1254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22"/>
              <p:cNvSpPr/>
              <p:nvPr/>
            </p:nvSpPr>
            <p:spPr>
              <a:xfrm>
                <a:off x="2524034" y="3620836"/>
                <a:ext cx="765883" cy="562836"/>
              </a:xfrm>
              <a:custGeom>
                <a:rect b="b" l="l" r="r" t="t"/>
                <a:pathLst>
                  <a:path extrusionOk="0" h="37108" w="50495">
                    <a:moveTo>
                      <a:pt x="17726" y="1"/>
                    </a:moveTo>
                    <a:lnTo>
                      <a:pt x="17055" y="30"/>
                    </a:lnTo>
                    <a:lnTo>
                      <a:pt x="16399" y="60"/>
                    </a:lnTo>
                    <a:lnTo>
                      <a:pt x="15758" y="105"/>
                    </a:lnTo>
                    <a:lnTo>
                      <a:pt x="15102" y="165"/>
                    </a:lnTo>
                    <a:lnTo>
                      <a:pt x="14461" y="224"/>
                    </a:lnTo>
                    <a:lnTo>
                      <a:pt x="13820" y="299"/>
                    </a:lnTo>
                    <a:lnTo>
                      <a:pt x="13194" y="403"/>
                    </a:lnTo>
                    <a:lnTo>
                      <a:pt x="12583" y="493"/>
                    </a:lnTo>
                    <a:lnTo>
                      <a:pt x="11972" y="612"/>
                    </a:lnTo>
                    <a:lnTo>
                      <a:pt x="11375" y="746"/>
                    </a:lnTo>
                    <a:lnTo>
                      <a:pt x="10794" y="880"/>
                    </a:lnTo>
                    <a:lnTo>
                      <a:pt x="9944" y="1104"/>
                    </a:lnTo>
                    <a:lnTo>
                      <a:pt x="9124" y="1342"/>
                    </a:lnTo>
                    <a:lnTo>
                      <a:pt x="8334" y="1611"/>
                    </a:lnTo>
                    <a:lnTo>
                      <a:pt x="7559" y="1909"/>
                    </a:lnTo>
                    <a:lnTo>
                      <a:pt x="6843" y="2222"/>
                    </a:lnTo>
                    <a:lnTo>
                      <a:pt x="6157" y="2550"/>
                    </a:lnTo>
                    <a:lnTo>
                      <a:pt x="5486" y="2908"/>
                    </a:lnTo>
                    <a:lnTo>
                      <a:pt x="4860" y="3280"/>
                    </a:lnTo>
                    <a:lnTo>
                      <a:pt x="4264" y="3668"/>
                    </a:lnTo>
                    <a:lnTo>
                      <a:pt x="3981" y="3877"/>
                    </a:lnTo>
                    <a:lnTo>
                      <a:pt x="3712" y="4085"/>
                    </a:lnTo>
                    <a:lnTo>
                      <a:pt x="3444" y="4294"/>
                    </a:lnTo>
                    <a:lnTo>
                      <a:pt x="3176" y="4518"/>
                    </a:lnTo>
                    <a:lnTo>
                      <a:pt x="2937" y="4741"/>
                    </a:lnTo>
                    <a:lnTo>
                      <a:pt x="2698" y="4965"/>
                    </a:lnTo>
                    <a:lnTo>
                      <a:pt x="2460" y="5204"/>
                    </a:lnTo>
                    <a:lnTo>
                      <a:pt x="2236" y="5442"/>
                    </a:lnTo>
                    <a:lnTo>
                      <a:pt x="2028" y="5696"/>
                    </a:lnTo>
                    <a:lnTo>
                      <a:pt x="1819" y="5934"/>
                    </a:lnTo>
                    <a:lnTo>
                      <a:pt x="1640" y="6188"/>
                    </a:lnTo>
                    <a:lnTo>
                      <a:pt x="1446" y="6456"/>
                    </a:lnTo>
                    <a:lnTo>
                      <a:pt x="1282" y="6709"/>
                    </a:lnTo>
                    <a:lnTo>
                      <a:pt x="1118" y="6978"/>
                    </a:lnTo>
                    <a:lnTo>
                      <a:pt x="969" y="7246"/>
                    </a:lnTo>
                    <a:lnTo>
                      <a:pt x="820" y="7529"/>
                    </a:lnTo>
                    <a:lnTo>
                      <a:pt x="686" y="7813"/>
                    </a:lnTo>
                    <a:lnTo>
                      <a:pt x="567" y="8096"/>
                    </a:lnTo>
                    <a:lnTo>
                      <a:pt x="462" y="8379"/>
                    </a:lnTo>
                    <a:lnTo>
                      <a:pt x="358" y="8677"/>
                    </a:lnTo>
                    <a:lnTo>
                      <a:pt x="283" y="8975"/>
                    </a:lnTo>
                    <a:lnTo>
                      <a:pt x="209" y="9274"/>
                    </a:lnTo>
                    <a:lnTo>
                      <a:pt x="134" y="9616"/>
                    </a:lnTo>
                    <a:lnTo>
                      <a:pt x="75" y="9959"/>
                    </a:lnTo>
                    <a:lnTo>
                      <a:pt x="45" y="10302"/>
                    </a:lnTo>
                    <a:lnTo>
                      <a:pt x="15" y="10645"/>
                    </a:lnTo>
                    <a:lnTo>
                      <a:pt x="15" y="10660"/>
                    </a:lnTo>
                    <a:lnTo>
                      <a:pt x="0" y="11092"/>
                    </a:lnTo>
                    <a:lnTo>
                      <a:pt x="15" y="11540"/>
                    </a:lnTo>
                    <a:lnTo>
                      <a:pt x="15" y="17727"/>
                    </a:lnTo>
                    <a:lnTo>
                      <a:pt x="0" y="18114"/>
                    </a:lnTo>
                    <a:lnTo>
                      <a:pt x="0" y="18502"/>
                    </a:lnTo>
                    <a:lnTo>
                      <a:pt x="30" y="18890"/>
                    </a:lnTo>
                    <a:lnTo>
                      <a:pt x="75" y="19277"/>
                    </a:lnTo>
                    <a:lnTo>
                      <a:pt x="134" y="19665"/>
                    </a:lnTo>
                    <a:lnTo>
                      <a:pt x="209" y="20052"/>
                    </a:lnTo>
                    <a:lnTo>
                      <a:pt x="298" y="20440"/>
                    </a:lnTo>
                    <a:lnTo>
                      <a:pt x="417" y="20828"/>
                    </a:lnTo>
                    <a:lnTo>
                      <a:pt x="537" y="21215"/>
                    </a:lnTo>
                    <a:lnTo>
                      <a:pt x="686" y="21603"/>
                    </a:lnTo>
                    <a:lnTo>
                      <a:pt x="835" y="21990"/>
                    </a:lnTo>
                    <a:lnTo>
                      <a:pt x="1014" y="22378"/>
                    </a:lnTo>
                    <a:lnTo>
                      <a:pt x="1208" y="22766"/>
                    </a:lnTo>
                    <a:lnTo>
                      <a:pt x="1416" y="23153"/>
                    </a:lnTo>
                    <a:lnTo>
                      <a:pt x="1640" y="23526"/>
                    </a:lnTo>
                    <a:lnTo>
                      <a:pt x="1879" y="23914"/>
                    </a:lnTo>
                    <a:lnTo>
                      <a:pt x="2132" y="24301"/>
                    </a:lnTo>
                    <a:lnTo>
                      <a:pt x="2385" y="24674"/>
                    </a:lnTo>
                    <a:lnTo>
                      <a:pt x="2669" y="25047"/>
                    </a:lnTo>
                    <a:lnTo>
                      <a:pt x="2967" y="25419"/>
                    </a:lnTo>
                    <a:lnTo>
                      <a:pt x="3280" y="25792"/>
                    </a:lnTo>
                    <a:lnTo>
                      <a:pt x="3608" y="26165"/>
                    </a:lnTo>
                    <a:lnTo>
                      <a:pt x="3936" y="26523"/>
                    </a:lnTo>
                    <a:lnTo>
                      <a:pt x="4294" y="26895"/>
                    </a:lnTo>
                    <a:lnTo>
                      <a:pt x="4651" y="27253"/>
                    </a:lnTo>
                    <a:lnTo>
                      <a:pt x="5039" y="27611"/>
                    </a:lnTo>
                    <a:lnTo>
                      <a:pt x="5427" y="27954"/>
                    </a:lnTo>
                    <a:lnTo>
                      <a:pt x="5829" y="28312"/>
                    </a:lnTo>
                    <a:lnTo>
                      <a:pt x="6247" y="28655"/>
                    </a:lnTo>
                    <a:lnTo>
                      <a:pt x="6664" y="28997"/>
                    </a:lnTo>
                    <a:lnTo>
                      <a:pt x="7111" y="29325"/>
                    </a:lnTo>
                    <a:lnTo>
                      <a:pt x="7559" y="29668"/>
                    </a:lnTo>
                    <a:lnTo>
                      <a:pt x="8319" y="30190"/>
                    </a:lnTo>
                    <a:lnTo>
                      <a:pt x="9124" y="30712"/>
                    </a:lnTo>
                    <a:lnTo>
                      <a:pt x="9944" y="31219"/>
                    </a:lnTo>
                    <a:lnTo>
                      <a:pt x="10794" y="31711"/>
                    </a:lnTo>
                    <a:lnTo>
                      <a:pt x="11375" y="32039"/>
                    </a:lnTo>
                    <a:lnTo>
                      <a:pt x="11972" y="32352"/>
                    </a:lnTo>
                    <a:lnTo>
                      <a:pt x="12568" y="32650"/>
                    </a:lnTo>
                    <a:lnTo>
                      <a:pt x="13194" y="32933"/>
                    </a:lnTo>
                    <a:lnTo>
                      <a:pt x="13820" y="33231"/>
                    </a:lnTo>
                    <a:lnTo>
                      <a:pt x="14446" y="33500"/>
                    </a:lnTo>
                    <a:lnTo>
                      <a:pt x="15102" y="33768"/>
                    </a:lnTo>
                    <a:lnTo>
                      <a:pt x="15758" y="34036"/>
                    </a:lnTo>
                    <a:lnTo>
                      <a:pt x="16399" y="34290"/>
                    </a:lnTo>
                    <a:lnTo>
                      <a:pt x="17055" y="34514"/>
                    </a:lnTo>
                    <a:lnTo>
                      <a:pt x="17652" y="34722"/>
                    </a:lnTo>
                    <a:lnTo>
                      <a:pt x="18263" y="34931"/>
                    </a:lnTo>
                    <a:lnTo>
                      <a:pt x="18889" y="35110"/>
                    </a:lnTo>
                    <a:lnTo>
                      <a:pt x="19515" y="35304"/>
                    </a:lnTo>
                    <a:lnTo>
                      <a:pt x="20141" y="35483"/>
                    </a:lnTo>
                    <a:lnTo>
                      <a:pt x="20782" y="35647"/>
                    </a:lnTo>
                    <a:lnTo>
                      <a:pt x="21423" y="35811"/>
                    </a:lnTo>
                    <a:lnTo>
                      <a:pt x="22065" y="35975"/>
                    </a:lnTo>
                    <a:lnTo>
                      <a:pt x="23108" y="36198"/>
                    </a:lnTo>
                    <a:lnTo>
                      <a:pt x="24152" y="36392"/>
                    </a:lnTo>
                    <a:lnTo>
                      <a:pt x="25180" y="36571"/>
                    </a:lnTo>
                    <a:lnTo>
                      <a:pt x="26209" y="36720"/>
                    </a:lnTo>
                    <a:lnTo>
                      <a:pt x="27223" y="36854"/>
                    </a:lnTo>
                    <a:lnTo>
                      <a:pt x="28222" y="36944"/>
                    </a:lnTo>
                    <a:lnTo>
                      <a:pt x="29221" y="37018"/>
                    </a:lnTo>
                    <a:lnTo>
                      <a:pt x="30205" y="37078"/>
                    </a:lnTo>
                    <a:lnTo>
                      <a:pt x="30533" y="37093"/>
                    </a:lnTo>
                    <a:lnTo>
                      <a:pt x="30861" y="37093"/>
                    </a:lnTo>
                    <a:lnTo>
                      <a:pt x="31546" y="37108"/>
                    </a:lnTo>
                    <a:lnTo>
                      <a:pt x="32217" y="37108"/>
                    </a:lnTo>
                    <a:lnTo>
                      <a:pt x="32888" y="37093"/>
                    </a:lnTo>
                    <a:lnTo>
                      <a:pt x="33559" y="37078"/>
                    </a:lnTo>
                    <a:lnTo>
                      <a:pt x="34215" y="37033"/>
                    </a:lnTo>
                    <a:lnTo>
                      <a:pt x="34856" y="36988"/>
                    </a:lnTo>
                    <a:lnTo>
                      <a:pt x="35497" y="36944"/>
                    </a:lnTo>
                    <a:lnTo>
                      <a:pt x="36138" y="36869"/>
                    </a:lnTo>
                    <a:lnTo>
                      <a:pt x="36764" y="36795"/>
                    </a:lnTo>
                    <a:lnTo>
                      <a:pt x="37375" y="36705"/>
                    </a:lnTo>
                    <a:lnTo>
                      <a:pt x="37972" y="36601"/>
                    </a:lnTo>
                    <a:lnTo>
                      <a:pt x="38568" y="36481"/>
                    </a:lnTo>
                    <a:lnTo>
                      <a:pt x="39150" y="36362"/>
                    </a:lnTo>
                    <a:lnTo>
                      <a:pt x="39731" y="36228"/>
                    </a:lnTo>
                    <a:lnTo>
                      <a:pt x="40283" y="36079"/>
                    </a:lnTo>
                    <a:lnTo>
                      <a:pt x="40834" y="35930"/>
                    </a:lnTo>
                    <a:lnTo>
                      <a:pt x="41401" y="35751"/>
                    </a:lnTo>
                    <a:lnTo>
                      <a:pt x="41967" y="35572"/>
                    </a:lnTo>
                    <a:lnTo>
                      <a:pt x="42504" y="35363"/>
                    </a:lnTo>
                    <a:lnTo>
                      <a:pt x="43026" y="35155"/>
                    </a:lnTo>
                    <a:lnTo>
                      <a:pt x="43533" y="34946"/>
                    </a:lnTo>
                    <a:lnTo>
                      <a:pt x="44040" y="34707"/>
                    </a:lnTo>
                    <a:lnTo>
                      <a:pt x="44517" y="34469"/>
                    </a:lnTo>
                    <a:lnTo>
                      <a:pt x="44979" y="34215"/>
                    </a:lnTo>
                    <a:lnTo>
                      <a:pt x="45441" y="33947"/>
                    </a:lnTo>
                    <a:lnTo>
                      <a:pt x="45873" y="33679"/>
                    </a:lnTo>
                    <a:lnTo>
                      <a:pt x="46291" y="33395"/>
                    </a:lnTo>
                    <a:lnTo>
                      <a:pt x="46693" y="33097"/>
                    </a:lnTo>
                    <a:lnTo>
                      <a:pt x="47066" y="32799"/>
                    </a:lnTo>
                    <a:lnTo>
                      <a:pt x="47439" y="32486"/>
                    </a:lnTo>
                    <a:lnTo>
                      <a:pt x="47782" y="32158"/>
                    </a:lnTo>
                    <a:lnTo>
                      <a:pt x="48110" y="31830"/>
                    </a:lnTo>
                    <a:lnTo>
                      <a:pt x="48497" y="31383"/>
                    </a:lnTo>
                    <a:lnTo>
                      <a:pt x="48855" y="30921"/>
                    </a:lnTo>
                    <a:lnTo>
                      <a:pt x="49034" y="30682"/>
                    </a:lnTo>
                    <a:lnTo>
                      <a:pt x="49183" y="30444"/>
                    </a:lnTo>
                    <a:lnTo>
                      <a:pt x="49347" y="30205"/>
                    </a:lnTo>
                    <a:lnTo>
                      <a:pt x="49481" y="29952"/>
                    </a:lnTo>
                    <a:lnTo>
                      <a:pt x="49615" y="29698"/>
                    </a:lnTo>
                    <a:lnTo>
                      <a:pt x="49735" y="29445"/>
                    </a:lnTo>
                    <a:lnTo>
                      <a:pt x="49854" y="29191"/>
                    </a:lnTo>
                    <a:lnTo>
                      <a:pt x="49958" y="28923"/>
                    </a:lnTo>
                    <a:lnTo>
                      <a:pt x="50063" y="28655"/>
                    </a:lnTo>
                    <a:lnTo>
                      <a:pt x="50152" y="28386"/>
                    </a:lnTo>
                    <a:lnTo>
                      <a:pt x="50227" y="28118"/>
                    </a:lnTo>
                    <a:lnTo>
                      <a:pt x="50301" y="27835"/>
                    </a:lnTo>
                    <a:lnTo>
                      <a:pt x="50376" y="27417"/>
                    </a:lnTo>
                    <a:lnTo>
                      <a:pt x="50435" y="27015"/>
                    </a:lnTo>
                    <a:lnTo>
                      <a:pt x="50480" y="26597"/>
                    </a:lnTo>
                    <a:lnTo>
                      <a:pt x="50495" y="26180"/>
                    </a:lnTo>
                    <a:lnTo>
                      <a:pt x="50495" y="19024"/>
                    </a:lnTo>
                    <a:lnTo>
                      <a:pt x="50480" y="18606"/>
                    </a:lnTo>
                    <a:lnTo>
                      <a:pt x="50465" y="18189"/>
                    </a:lnTo>
                    <a:lnTo>
                      <a:pt x="50405" y="17786"/>
                    </a:lnTo>
                    <a:lnTo>
                      <a:pt x="50346" y="17369"/>
                    </a:lnTo>
                    <a:lnTo>
                      <a:pt x="50256" y="16951"/>
                    </a:lnTo>
                    <a:lnTo>
                      <a:pt x="50152" y="16534"/>
                    </a:lnTo>
                    <a:lnTo>
                      <a:pt x="50033" y="16131"/>
                    </a:lnTo>
                    <a:lnTo>
                      <a:pt x="49884" y="15714"/>
                    </a:lnTo>
                    <a:lnTo>
                      <a:pt x="49735" y="15297"/>
                    </a:lnTo>
                    <a:lnTo>
                      <a:pt x="49556" y="14894"/>
                    </a:lnTo>
                    <a:lnTo>
                      <a:pt x="49347" y="14477"/>
                    </a:lnTo>
                    <a:lnTo>
                      <a:pt x="49138" y="14074"/>
                    </a:lnTo>
                    <a:lnTo>
                      <a:pt x="48900" y="13657"/>
                    </a:lnTo>
                    <a:lnTo>
                      <a:pt x="48661" y="13254"/>
                    </a:lnTo>
                    <a:lnTo>
                      <a:pt x="48393" y="12852"/>
                    </a:lnTo>
                    <a:lnTo>
                      <a:pt x="48110" y="12449"/>
                    </a:lnTo>
                    <a:lnTo>
                      <a:pt x="47782" y="12017"/>
                    </a:lnTo>
                    <a:lnTo>
                      <a:pt x="47439" y="11584"/>
                    </a:lnTo>
                    <a:lnTo>
                      <a:pt x="47081" y="11152"/>
                    </a:lnTo>
                    <a:lnTo>
                      <a:pt x="46708" y="10735"/>
                    </a:lnTo>
                    <a:lnTo>
                      <a:pt x="46306" y="10317"/>
                    </a:lnTo>
                    <a:lnTo>
                      <a:pt x="45888" y="9900"/>
                    </a:lnTo>
                    <a:lnTo>
                      <a:pt x="45456" y="9497"/>
                    </a:lnTo>
                    <a:lnTo>
                      <a:pt x="45009" y="9095"/>
                    </a:lnTo>
                    <a:lnTo>
                      <a:pt x="44546" y="8692"/>
                    </a:lnTo>
                    <a:lnTo>
                      <a:pt x="44054" y="8305"/>
                    </a:lnTo>
                    <a:lnTo>
                      <a:pt x="43562" y="7902"/>
                    </a:lnTo>
                    <a:lnTo>
                      <a:pt x="43041" y="7529"/>
                    </a:lnTo>
                    <a:lnTo>
                      <a:pt x="42519" y="7142"/>
                    </a:lnTo>
                    <a:lnTo>
                      <a:pt x="41967" y="6784"/>
                    </a:lnTo>
                    <a:lnTo>
                      <a:pt x="41416" y="6411"/>
                    </a:lnTo>
                    <a:lnTo>
                      <a:pt x="40834" y="6053"/>
                    </a:lnTo>
                    <a:lnTo>
                      <a:pt x="40298" y="5740"/>
                    </a:lnTo>
                    <a:lnTo>
                      <a:pt x="39746" y="5412"/>
                    </a:lnTo>
                    <a:lnTo>
                      <a:pt x="39179" y="5099"/>
                    </a:lnTo>
                    <a:lnTo>
                      <a:pt x="38598" y="4801"/>
                    </a:lnTo>
                    <a:lnTo>
                      <a:pt x="38017" y="4503"/>
                    </a:lnTo>
                    <a:lnTo>
                      <a:pt x="37405" y="4220"/>
                    </a:lnTo>
                    <a:lnTo>
                      <a:pt x="36794" y="3936"/>
                    </a:lnTo>
                    <a:lnTo>
                      <a:pt x="36183" y="3653"/>
                    </a:lnTo>
                    <a:lnTo>
                      <a:pt x="35542" y="3400"/>
                    </a:lnTo>
                    <a:lnTo>
                      <a:pt x="34901" y="3131"/>
                    </a:lnTo>
                    <a:lnTo>
                      <a:pt x="34260" y="2893"/>
                    </a:lnTo>
                    <a:lnTo>
                      <a:pt x="33589" y="2639"/>
                    </a:lnTo>
                    <a:lnTo>
                      <a:pt x="32918" y="2416"/>
                    </a:lnTo>
                    <a:lnTo>
                      <a:pt x="32247" y="2192"/>
                    </a:lnTo>
                    <a:lnTo>
                      <a:pt x="31546" y="1968"/>
                    </a:lnTo>
                    <a:lnTo>
                      <a:pt x="30861" y="1760"/>
                    </a:lnTo>
                    <a:lnTo>
                      <a:pt x="30205" y="1581"/>
                    </a:lnTo>
                    <a:lnTo>
                      <a:pt x="29325" y="1357"/>
                    </a:lnTo>
                    <a:lnTo>
                      <a:pt x="28430" y="1149"/>
                    </a:lnTo>
                    <a:lnTo>
                      <a:pt x="27685" y="985"/>
                    </a:lnTo>
                    <a:lnTo>
                      <a:pt x="26954" y="821"/>
                    </a:lnTo>
                    <a:lnTo>
                      <a:pt x="26209" y="686"/>
                    </a:lnTo>
                    <a:lnTo>
                      <a:pt x="25479" y="567"/>
                    </a:lnTo>
                    <a:lnTo>
                      <a:pt x="24748" y="448"/>
                    </a:lnTo>
                    <a:lnTo>
                      <a:pt x="24018" y="343"/>
                    </a:lnTo>
                    <a:lnTo>
                      <a:pt x="23302" y="269"/>
                    </a:lnTo>
                    <a:lnTo>
                      <a:pt x="22586" y="194"/>
                    </a:lnTo>
                    <a:lnTo>
                      <a:pt x="21871" y="120"/>
                    </a:lnTo>
                    <a:lnTo>
                      <a:pt x="21155" y="75"/>
                    </a:lnTo>
                    <a:lnTo>
                      <a:pt x="20454" y="30"/>
                    </a:lnTo>
                    <a:lnTo>
                      <a:pt x="19769" y="15"/>
                    </a:lnTo>
                    <a:lnTo>
                      <a:pt x="1908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22"/>
              <p:cNvSpPr/>
              <p:nvPr/>
            </p:nvSpPr>
            <p:spPr>
              <a:xfrm>
                <a:off x="2524034" y="3620836"/>
                <a:ext cx="765883" cy="455647"/>
              </a:xfrm>
              <a:custGeom>
                <a:rect b="b" l="l" r="r" t="t"/>
                <a:pathLst>
                  <a:path extrusionOk="0" h="30041" w="50495">
                    <a:moveTo>
                      <a:pt x="17845" y="1"/>
                    </a:moveTo>
                    <a:lnTo>
                      <a:pt x="17264" y="15"/>
                    </a:lnTo>
                    <a:lnTo>
                      <a:pt x="16683" y="45"/>
                    </a:lnTo>
                    <a:lnTo>
                      <a:pt x="16101" y="75"/>
                    </a:lnTo>
                    <a:lnTo>
                      <a:pt x="15535" y="120"/>
                    </a:lnTo>
                    <a:lnTo>
                      <a:pt x="14983" y="179"/>
                    </a:lnTo>
                    <a:lnTo>
                      <a:pt x="14431" y="239"/>
                    </a:lnTo>
                    <a:lnTo>
                      <a:pt x="13880" y="299"/>
                    </a:lnTo>
                    <a:lnTo>
                      <a:pt x="13343" y="373"/>
                    </a:lnTo>
                    <a:lnTo>
                      <a:pt x="12806" y="463"/>
                    </a:lnTo>
                    <a:lnTo>
                      <a:pt x="12285" y="552"/>
                    </a:lnTo>
                    <a:lnTo>
                      <a:pt x="11778" y="657"/>
                    </a:lnTo>
                    <a:lnTo>
                      <a:pt x="11271" y="761"/>
                    </a:lnTo>
                    <a:lnTo>
                      <a:pt x="10764" y="880"/>
                    </a:lnTo>
                    <a:lnTo>
                      <a:pt x="10272" y="1014"/>
                    </a:lnTo>
                    <a:lnTo>
                      <a:pt x="9795" y="1149"/>
                    </a:lnTo>
                    <a:lnTo>
                      <a:pt x="9318" y="1283"/>
                    </a:lnTo>
                    <a:lnTo>
                      <a:pt x="8841" y="1432"/>
                    </a:lnTo>
                    <a:lnTo>
                      <a:pt x="8393" y="1596"/>
                    </a:lnTo>
                    <a:lnTo>
                      <a:pt x="7946" y="1760"/>
                    </a:lnTo>
                    <a:lnTo>
                      <a:pt x="7514" y="1939"/>
                    </a:lnTo>
                    <a:lnTo>
                      <a:pt x="7082" y="2118"/>
                    </a:lnTo>
                    <a:lnTo>
                      <a:pt x="6664" y="2296"/>
                    </a:lnTo>
                    <a:lnTo>
                      <a:pt x="6262" y="2505"/>
                    </a:lnTo>
                    <a:lnTo>
                      <a:pt x="5859" y="2699"/>
                    </a:lnTo>
                    <a:lnTo>
                      <a:pt x="5471" y="2908"/>
                    </a:lnTo>
                    <a:lnTo>
                      <a:pt x="5099" y="3131"/>
                    </a:lnTo>
                    <a:lnTo>
                      <a:pt x="4741" y="3355"/>
                    </a:lnTo>
                    <a:lnTo>
                      <a:pt x="4398" y="3593"/>
                    </a:lnTo>
                    <a:lnTo>
                      <a:pt x="4055" y="3832"/>
                    </a:lnTo>
                    <a:lnTo>
                      <a:pt x="3727" y="4071"/>
                    </a:lnTo>
                    <a:lnTo>
                      <a:pt x="3414" y="4324"/>
                    </a:lnTo>
                    <a:lnTo>
                      <a:pt x="3101" y="4592"/>
                    </a:lnTo>
                    <a:lnTo>
                      <a:pt x="2818" y="4861"/>
                    </a:lnTo>
                    <a:lnTo>
                      <a:pt x="2534" y="5129"/>
                    </a:lnTo>
                    <a:lnTo>
                      <a:pt x="2281" y="5412"/>
                    </a:lnTo>
                    <a:lnTo>
                      <a:pt x="2028" y="5696"/>
                    </a:lnTo>
                    <a:lnTo>
                      <a:pt x="1789" y="5994"/>
                    </a:lnTo>
                    <a:lnTo>
                      <a:pt x="1565" y="6292"/>
                    </a:lnTo>
                    <a:lnTo>
                      <a:pt x="1357" y="6590"/>
                    </a:lnTo>
                    <a:lnTo>
                      <a:pt x="1163" y="6903"/>
                    </a:lnTo>
                    <a:lnTo>
                      <a:pt x="969" y="7231"/>
                    </a:lnTo>
                    <a:lnTo>
                      <a:pt x="805" y="7559"/>
                    </a:lnTo>
                    <a:lnTo>
                      <a:pt x="656" y="7887"/>
                    </a:lnTo>
                    <a:lnTo>
                      <a:pt x="522" y="8230"/>
                    </a:lnTo>
                    <a:lnTo>
                      <a:pt x="403" y="8573"/>
                    </a:lnTo>
                    <a:lnTo>
                      <a:pt x="298" y="8916"/>
                    </a:lnTo>
                    <a:lnTo>
                      <a:pt x="209" y="9274"/>
                    </a:lnTo>
                    <a:lnTo>
                      <a:pt x="119" y="9676"/>
                    </a:lnTo>
                    <a:lnTo>
                      <a:pt x="60" y="10094"/>
                    </a:lnTo>
                    <a:lnTo>
                      <a:pt x="15" y="10496"/>
                    </a:lnTo>
                    <a:lnTo>
                      <a:pt x="0" y="10914"/>
                    </a:lnTo>
                    <a:lnTo>
                      <a:pt x="0" y="11316"/>
                    </a:lnTo>
                    <a:lnTo>
                      <a:pt x="30" y="11733"/>
                    </a:lnTo>
                    <a:lnTo>
                      <a:pt x="60" y="12136"/>
                    </a:lnTo>
                    <a:lnTo>
                      <a:pt x="119" y="12553"/>
                    </a:lnTo>
                    <a:lnTo>
                      <a:pt x="209" y="12971"/>
                    </a:lnTo>
                    <a:lnTo>
                      <a:pt x="298" y="13388"/>
                    </a:lnTo>
                    <a:lnTo>
                      <a:pt x="417" y="13791"/>
                    </a:lnTo>
                    <a:lnTo>
                      <a:pt x="567" y="14208"/>
                    </a:lnTo>
                    <a:lnTo>
                      <a:pt x="716" y="14626"/>
                    </a:lnTo>
                    <a:lnTo>
                      <a:pt x="895" y="15028"/>
                    </a:lnTo>
                    <a:lnTo>
                      <a:pt x="1088" y="15446"/>
                    </a:lnTo>
                    <a:lnTo>
                      <a:pt x="1297" y="15848"/>
                    </a:lnTo>
                    <a:lnTo>
                      <a:pt x="1521" y="16266"/>
                    </a:lnTo>
                    <a:lnTo>
                      <a:pt x="1759" y="16668"/>
                    </a:lnTo>
                    <a:lnTo>
                      <a:pt x="2028" y="17071"/>
                    </a:lnTo>
                    <a:lnTo>
                      <a:pt x="2296" y="17473"/>
                    </a:lnTo>
                    <a:lnTo>
                      <a:pt x="2594" y="17876"/>
                    </a:lnTo>
                    <a:lnTo>
                      <a:pt x="2907" y="18278"/>
                    </a:lnTo>
                    <a:lnTo>
                      <a:pt x="3235" y="18666"/>
                    </a:lnTo>
                    <a:lnTo>
                      <a:pt x="3578" y="19054"/>
                    </a:lnTo>
                    <a:lnTo>
                      <a:pt x="3936" y="19456"/>
                    </a:lnTo>
                    <a:lnTo>
                      <a:pt x="4309" y="19829"/>
                    </a:lnTo>
                    <a:lnTo>
                      <a:pt x="4696" y="20216"/>
                    </a:lnTo>
                    <a:lnTo>
                      <a:pt x="5099" y="20589"/>
                    </a:lnTo>
                    <a:lnTo>
                      <a:pt x="5516" y="20962"/>
                    </a:lnTo>
                    <a:lnTo>
                      <a:pt x="5934" y="21334"/>
                    </a:lnTo>
                    <a:lnTo>
                      <a:pt x="6381" y="21707"/>
                    </a:lnTo>
                    <a:lnTo>
                      <a:pt x="6843" y="22065"/>
                    </a:lnTo>
                    <a:lnTo>
                      <a:pt x="7588" y="22617"/>
                    </a:lnTo>
                    <a:lnTo>
                      <a:pt x="8364" y="23153"/>
                    </a:lnTo>
                    <a:lnTo>
                      <a:pt x="9169" y="23675"/>
                    </a:lnTo>
                    <a:lnTo>
                      <a:pt x="10004" y="24197"/>
                    </a:lnTo>
                    <a:lnTo>
                      <a:pt x="10868" y="24689"/>
                    </a:lnTo>
                    <a:lnTo>
                      <a:pt x="11763" y="25166"/>
                    </a:lnTo>
                    <a:lnTo>
                      <a:pt x="12687" y="25628"/>
                    </a:lnTo>
                    <a:lnTo>
                      <a:pt x="13641" y="26075"/>
                    </a:lnTo>
                    <a:lnTo>
                      <a:pt x="14610" y="26508"/>
                    </a:lnTo>
                    <a:lnTo>
                      <a:pt x="15609" y="26910"/>
                    </a:lnTo>
                    <a:lnTo>
                      <a:pt x="16638" y="27298"/>
                    </a:lnTo>
                    <a:lnTo>
                      <a:pt x="17681" y="27671"/>
                    </a:lnTo>
                    <a:lnTo>
                      <a:pt x="18740" y="28013"/>
                    </a:lnTo>
                    <a:lnTo>
                      <a:pt x="19828" y="28327"/>
                    </a:lnTo>
                    <a:lnTo>
                      <a:pt x="20946" y="28625"/>
                    </a:lnTo>
                    <a:lnTo>
                      <a:pt x="22065" y="28908"/>
                    </a:lnTo>
                    <a:lnTo>
                      <a:pt x="22720" y="29042"/>
                    </a:lnTo>
                    <a:lnTo>
                      <a:pt x="23362" y="29176"/>
                    </a:lnTo>
                    <a:lnTo>
                      <a:pt x="24003" y="29310"/>
                    </a:lnTo>
                    <a:lnTo>
                      <a:pt x="24644" y="29415"/>
                    </a:lnTo>
                    <a:lnTo>
                      <a:pt x="25285" y="29519"/>
                    </a:lnTo>
                    <a:lnTo>
                      <a:pt x="25926" y="29624"/>
                    </a:lnTo>
                    <a:lnTo>
                      <a:pt x="26552" y="29698"/>
                    </a:lnTo>
                    <a:lnTo>
                      <a:pt x="27178" y="29773"/>
                    </a:lnTo>
                    <a:lnTo>
                      <a:pt x="27804" y="29847"/>
                    </a:lnTo>
                    <a:lnTo>
                      <a:pt x="28430" y="29907"/>
                    </a:lnTo>
                    <a:lnTo>
                      <a:pt x="29042" y="29952"/>
                    </a:lnTo>
                    <a:lnTo>
                      <a:pt x="29653" y="29981"/>
                    </a:lnTo>
                    <a:lnTo>
                      <a:pt x="30264" y="30011"/>
                    </a:lnTo>
                    <a:lnTo>
                      <a:pt x="30875" y="30041"/>
                    </a:lnTo>
                    <a:lnTo>
                      <a:pt x="32664" y="30041"/>
                    </a:lnTo>
                    <a:lnTo>
                      <a:pt x="33246" y="30026"/>
                    </a:lnTo>
                    <a:lnTo>
                      <a:pt x="33812" y="29996"/>
                    </a:lnTo>
                    <a:lnTo>
                      <a:pt x="34394" y="29966"/>
                    </a:lnTo>
                    <a:lnTo>
                      <a:pt x="34960" y="29922"/>
                    </a:lnTo>
                    <a:lnTo>
                      <a:pt x="35512" y="29877"/>
                    </a:lnTo>
                    <a:lnTo>
                      <a:pt x="36064" y="29802"/>
                    </a:lnTo>
                    <a:lnTo>
                      <a:pt x="36615" y="29743"/>
                    </a:lnTo>
                    <a:lnTo>
                      <a:pt x="37152" y="29668"/>
                    </a:lnTo>
                    <a:lnTo>
                      <a:pt x="37689" y="29579"/>
                    </a:lnTo>
                    <a:lnTo>
                      <a:pt x="38210" y="29489"/>
                    </a:lnTo>
                    <a:lnTo>
                      <a:pt x="38732" y="29385"/>
                    </a:lnTo>
                    <a:lnTo>
                      <a:pt x="39239" y="29281"/>
                    </a:lnTo>
                    <a:lnTo>
                      <a:pt x="39731" y="29161"/>
                    </a:lnTo>
                    <a:lnTo>
                      <a:pt x="40223" y="29027"/>
                    </a:lnTo>
                    <a:lnTo>
                      <a:pt x="40715" y="28893"/>
                    </a:lnTo>
                    <a:lnTo>
                      <a:pt x="41192" y="28759"/>
                    </a:lnTo>
                    <a:lnTo>
                      <a:pt x="41654" y="28610"/>
                    </a:lnTo>
                    <a:lnTo>
                      <a:pt x="42101" y="28446"/>
                    </a:lnTo>
                    <a:lnTo>
                      <a:pt x="42549" y="28282"/>
                    </a:lnTo>
                    <a:lnTo>
                      <a:pt x="42996" y="28103"/>
                    </a:lnTo>
                    <a:lnTo>
                      <a:pt x="43413" y="27924"/>
                    </a:lnTo>
                    <a:lnTo>
                      <a:pt x="43831" y="27745"/>
                    </a:lnTo>
                    <a:lnTo>
                      <a:pt x="44233" y="27536"/>
                    </a:lnTo>
                    <a:lnTo>
                      <a:pt x="44636" y="27343"/>
                    </a:lnTo>
                    <a:lnTo>
                      <a:pt x="45024" y="27134"/>
                    </a:lnTo>
                    <a:lnTo>
                      <a:pt x="45396" y="26910"/>
                    </a:lnTo>
                    <a:lnTo>
                      <a:pt x="45754" y="26687"/>
                    </a:lnTo>
                    <a:lnTo>
                      <a:pt x="46112" y="26448"/>
                    </a:lnTo>
                    <a:lnTo>
                      <a:pt x="46455" y="26210"/>
                    </a:lnTo>
                    <a:lnTo>
                      <a:pt x="46768" y="25971"/>
                    </a:lnTo>
                    <a:lnTo>
                      <a:pt x="47096" y="25718"/>
                    </a:lnTo>
                    <a:lnTo>
                      <a:pt x="47394" y="25449"/>
                    </a:lnTo>
                    <a:lnTo>
                      <a:pt x="47677" y="25181"/>
                    </a:lnTo>
                    <a:lnTo>
                      <a:pt x="47960" y="24913"/>
                    </a:lnTo>
                    <a:lnTo>
                      <a:pt x="48229" y="24629"/>
                    </a:lnTo>
                    <a:lnTo>
                      <a:pt x="48482" y="24346"/>
                    </a:lnTo>
                    <a:lnTo>
                      <a:pt x="48706" y="24048"/>
                    </a:lnTo>
                    <a:lnTo>
                      <a:pt x="48944" y="23750"/>
                    </a:lnTo>
                    <a:lnTo>
                      <a:pt x="49153" y="23437"/>
                    </a:lnTo>
                    <a:lnTo>
                      <a:pt x="49347" y="23124"/>
                    </a:lnTo>
                    <a:lnTo>
                      <a:pt x="49526" y="22810"/>
                    </a:lnTo>
                    <a:lnTo>
                      <a:pt x="49690" y="22482"/>
                    </a:lnTo>
                    <a:lnTo>
                      <a:pt x="49839" y="22154"/>
                    </a:lnTo>
                    <a:lnTo>
                      <a:pt x="49973" y="21812"/>
                    </a:lnTo>
                    <a:lnTo>
                      <a:pt x="50107" y="21469"/>
                    </a:lnTo>
                    <a:lnTo>
                      <a:pt x="50212" y="21126"/>
                    </a:lnTo>
                    <a:lnTo>
                      <a:pt x="50301" y="20768"/>
                    </a:lnTo>
                    <a:lnTo>
                      <a:pt x="50361" y="20485"/>
                    </a:lnTo>
                    <a:lnTo>
                      <a:pt x="50405" y="20216"/>
                    </a:lnTo>
                    <a:lnTo>
                      <a:pt x="50435" y="19948"/>
                    </a:lnTo>
                    <a:lnTo>
                      <a:pt x="50465" y="19665"/>
                    </a:lnTo>
                    <a:lnTo>
                      <a:pt x="50495" y="19396"/>
                    </a:lnTo>
                    <a:lnTo>
                      <a:pt x="50495" y="19113"/>
                    </a:lnTo>
                    <a:lnTo>
                      <a:pt x="50495" y="18830"/>
                    </a:lnTo>
                    <a:lnTo>
                      <a:pt x="50495" y="18562"/>
                    </a:lnTo>
                    <a:lnTo>
                      <a:pt x="50480" y="18278"/>
                    </a:lnTo>
                    <a:lnTo>
                      <a:pt x="50450" y="17995"/>
                    </a:lnTo>
                    <a:lnTo>
                      <a:pt x="50361" y="17443"/>
                    </a:lnTo>
                    <a:lnTo>
                      <a:pt x="50256" y="16892"/>
                    </a:lnTo>
                    <a:lnTo>
                      <a:pt x="50107" y="16325"/>
                    </a:lnTo>
                    <a:lnTo>
                      <a:pt x="49913" y="15774"/>
                    </a:lnTo>
                    <a:lnTo>
                      <a:pt x="49705" y="15222"/>
                    </a:lnTo>
                    <a:lnTo>
                      <a:pt x="49451" y="14656"/>
                    </a:lnTo>
                    <a:lnTo>
                      <a:pt x="49168" y="14104"/>
                    </a:lnTo>
                    <a:lnTo>
                      <a:pt x="48855" y="13552"/>
                    </a:lnTo>
                    <a:lnTo>
                      <a:pt x="48512" y="13016"/>
                    </a:lnTo>
                    <a:lnTo>
                      <a:pt x="48124" y="12464"/>
                    </a:lnTo>
                    <a:lnTo>
                      <a:pt x="47722" y="11927"/>
                    </a:lnTo>
                    <a:lnTo>
                      <a:pt x="47290" y="11391"/>
                    </a:lnTo>
                    <a:lnTo>
                      <a:pt x="46827" y="10869"/>
                    </a:lnTo>
                    <a:lnTo>
                      <a:pt x="46335" y="10347"/>
                    </a:lnTo>
                    <a:lnTo>
                      <a:pt x="45814" y="9825"/>
                    </a:lnTo>
                    <a:lnTo>
                      <a:pt x="45262" y="9318"/>
                    </a:lnTo>
                    <a:lnTo>
                      <a:pt x="44696" y="8811"/>
                    </a:lnTo>
                    <a:lnTo>
                      <a:pt x="44099" y="8319"/>
                    </a:lnTo>
                    <a:lnTo>
                      <a:pt x="43473" y="7842"/>
                    </a:lnTo>
                    <a:lnTo>
                      <a:pt x="42817" y="7365"/>
                    </a:lnTo>
                    <a:lnTo>
                      <a:pt x="42146" y="6888"/>
                    </a:lnTo>
                    <a:lnTo>
                      <a:pt x="41445" y="6441"/>
                    </a:lnTo>
                    <a:lnTo>
                      <a:pt x="40730" y="5994"/>
                    </a:lnTo>
                    <a:lnTo>
                      <a:pt x="39984" y="5561"/>
                    </a:lnTo>
                    <a:lnTo>
                      <a:pt x="39224" y="5129"/>
                    </a:lnTo>
                    <a:lnTo>
                      <a:pt x="38449" y="4727"/>
                    </a:lnTo>
                    <a:lnTo>
                      <a:pt x="37644" y="4324"/>
                    </a:lnTo>
                    <a:lnTo>
                      <a:pt x="36585" y="3847"/>
                    </a:lnTo>
                    <a:lnTo>
                      <a:pt x="35512" y="3385"/>
                    </a:lnTo>
                    <a:lnTo>
                      <a:pt x="34394" y="2938"/>
                    </a:lnTo>
                    <a:lnTo>
                      <a:pt x="33246" y="2520"/>
                    </a:lnTo>
                    <a:lnTo>
                      <a:pt x="32083" y="2132"/>
                    </a:lnTo>
                    <a:lnTo>
                      <a:pt x="30890" y="1775"/>
                    </a:lnTo>
                    <a:lnTo>
                      <a:pt x="29668" y="1447"/>
                    </a:lnTo>
                    <a:lnTo>
                      <a:pt x="28430" y="1149"/>
                    </a:lnTo>
                    <a:lnTo>
                      <a:pt x="27789" y="999"/>
                    </a:lnTo>
                    <a:lnTo>
                      <a:pt x="27133" y="865"/>
                    </a:lnTo>
                    <a:lnTo>
                      <a:pt x="26492" y="746"/>
                    </a:lnTo>
                    <a:lnTo>
                      <a:pt x="25851" y="627"/>
                    </a:lnTo>
                    <a:lnTo>
                      <a:pt x="25210" y="522"/>
                    </a:lnTo>
                    <a:lnTo>
                      <a:pt x="24584" y="433"/>
                    </a:lnTo>
                    <a:lnTo>
                      <a:pt x="23943" y="343"/>
                    </a:lnTo>
                    <a:lnTo>
                      <a:pt x="23317" y="269"/>
                    </a:lnTo>
                    <a:lnTo>
                      <a:pt x="22691" y="194"/>
                    </a:lnTo>
                    <a:lnTo>
                      <a:pt x="22065" y="150"/>
                    </a:lnTo>
                    <a:lnTo>
                      <a:pt x="21453" y="90"/>
                    </a:lnTo>
                    <a:lnTo>
                      <a:pt x="20842" y="60"/>
                    </a:lnTo>
                    <a:lnTo>
                      <a:pt x="20231" y="30"/>
                    </a:lnTo>
                    <a:lnTo>
                      <a:pt x="19620" y="15"/>
                    </a:lnTo>
                    <a:lnTo>
                      <a:pt x="19023" y="1"/>
                    </a:lnTo>
                    <a:close/>
                  </a:path>
                </a:pathLst>
              </a:custGeom>
              <a:solidFill>
                <a:srgbClr val="FFF2E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22"/>
              <p:cNvSpPr/>
              <p:nvPr/>
            </p:nvSpPr>
            <p:spPr>
              <a:xfrm>
                <a:off x="2493956" y="3560469"/>
                <a:ext cx="826037" cy="540448"/>
              </a:xfrm>
              <a:custGeom>
                <a:rect b="b" l="l" r="r" t="t"/>
                <a:pathLst>
                  <a:path extrusionOk="0" h="35632" w="54461">
                    <a:moveTo>
                      <a:pt x="26761" y="0"/>
                    </a:moveTo>
                    <a:lnTo>
                      <a:pt x="20872" y="3250"/>
                    </a:lnTo>
                    <a:lnTo>
                      <a:pt x="20976" y="3518"/>
                    </a:lnTo>
                    <a:lnTo>
                      <a:pt x="21051" y="3787"/>
                    </a:lnTo>
                    <a:lnTo>
                      <a:pt x="21111" y="4055"/>
                    </a:lnTo>
                    <a:lnTo>
                      <a:pt x="21155" y="4309"/>
                    </a:lnTo>
                    <a:lnTo>
                      <a:pt x="21170" y="4577"/>
                    </a:lnTo>
                    <a:lnTo>
                      <a:pt x="21155" y="4830"/>
                    </a:lnTo>
                    <a:lnTo>
                      <a:pt x="21111" y="5084"/>
                    </a:lnTo>
                    <a:lnTo>
                      <a:pt x="21051" y="5337"/>
                    </a:lnTo>
                    <a:lnTo>
                      <a:pt x="20976" y="5546"/>
                    </a:lnTo>
                    <a:lnTo>
                      <a:pt x="20902" y="5755"/>
                    </a:lnTo>
                    <a:lnTo>
                      <a:pt x="20797" y="5948"/>
                    </a:lnTo>
                    <a:lnTo>
                      <a:pt x="20678" y="6127"/>
                    </a:lnTo>
                    <a:lnTo>
                      <a:pt x="20544" y="6306"/>
                    </a:lnTo>
                    <a:lnTo>
                      <a:pt x="20380" y="6470"/>
                    </a:lnTo>
                    <a:lnTo>
                      <a:pt x="20216" y="6634"/>
                    </a:lnTo>
                    <a:lnTo>
                      <a:pt x="20052" y="6783"/>
                    </a:lnTo>
                    <a:lnTo>
                      <a:pt x="19858" y="6932"/>
                    </a:lnTo>
                    <a:lnTo>
                      <a:pt x="19650" y="7067"/>
                    </a:lnTo>
                    <a:lnTo>
                      <a:pt x="19426" y="7201"/>
                    </a:lnTo>
                    <a:lnTo>
                      <a:pt x="19202" y="7320"/>
                    </a:lnTo>
                    <a:lnTo>
                      <a:pt x="18964" y="7424"/>
                    </a:lnTo>
                    <a:lnTo>
                      <a:pt x="18710" y="7529"/>
                    </a:lnTo>
                    <a:lnTo>
                      <a:pt x="18442" y="7618"/>
                    </a:lnTo>
                    <a:lnTo>
                      <a:pt x="18174" y="7708"/>
                    </a:lnTo>
                    <a:lnTo>
                      <a:pt x="17890" y="7782"/>
                    </a:lnTo>
                    <a:lnTo>
                      <a:pt x="17607" y="7842"/>
                    </a:lnTo>
                    <a:lnTo>
                      <a:pt x="17294" y="7901"/>
                    </a:lnTo>
                    <a:lnTo>
                      <a:pt x="16996" y="7946"/>
                    </a:lnTo>
                    <a:lnTo>
                      <a:pt x="16668" y="7991"/>
                    </a:lnTo>
                    <a:lnTo>
                      <a:pt x="16340" y="8006"/>
                    </a:lnTo>
                    <a:lnTo>
                      <a:pt x="16012" y="8036"/>
                    </a:lnTo>
                    <a:lnTo>
                      <a:pt x="15326" y="8036"/>
                    </a:lnTo>
                    <a:lnTo>
                      <a:pt x="14983" y="8021"/>
                    </a:lnTo>
                    <a:lnTo>
                      <a:pt x="14625" y="8006"/>
                    </a:lnTo>
                    <a:lnTo>
                      <a:pt x="14268" y="7961"/>
                    </a:lnTo>
                    <a:lnTo>
                      <a:pt x="13895" y="7916"/>
                    </a:lnTo>
                    <a:lnTo>
                      <a:pt x="13522" y="7872"/>
                    </a:lnTo>
                    <a:lnTo>
                      <a:pt x="13149" y="7812"/>
                    </a:lnTo>
                    <a:lnTo>
                      <a:pt x="12777" y="7737"/>
                    </a:lnTo>
                    <a:lnTo>
                      <a:pt x="0" y="14804"/>
                    </a:lnTo>
                    <a:lnTo>
                      <a:pt x="19694" y="29847"/>
                    </a:lnTo>
                    <a:lnTo>
                      <a:pt x="19814" y="29772"/>
                    </a:lnTo>
                    <a:lnTo>
                      <a:pt x="19948" y="29698"/>
                    </a:lnTo>
                    <a:lnTo>
                      <a:pt x="20097" y="29638"/>
                    </a:lnTo>
                    <a:lnTo>
                      <a:pt x="20246" y="29578"/>
                    </a:lnTo>
                    <a:lnTo>
                      <a:pt x="20410" y="29534"/>
                    </a:lnTo>
                    <a:lnTo>
                      <a:pt x="20589" y="29489"/>
                    </a:lnTo>
                    <a:lnTo>
                      <a:pt x="20768" y="29459"/>
                    </a:lnTo>
                    <a:lnTo>
                      <a:pt x="20961" y="29444"/>
                    </a:lnTo>
                    <a:lnTo>
                      <a:pt x="21558" y="29444"/>
                    </a:lnTo>
                    <a:lnTo>
                      <a:pt x="21781" y="29474"/>
                    </a:lnTo>
                    <a:lnTo>
                      <a:pt x="21990" y="29504"/>
                    </a:lnTo>
                    <a:lnTo>
                      <a:pt x="22214" y="29548"/>
                    </a:lnTo>
                    <a:lnTo>
                      <a:pt x="22437" y="29593"/>
                    </a:lnTo>
                    <a:lnTo>
                      <a:pt x="22661" y="29653"/>
                    </a:lnTo>
                    <a:lnTo>
                      <a:pt x="22944" y="29742"/>
                    </a:lnTo>
                    <a:lnTo>
                      <a:pt x="23228" y="29847"/>
                    </a:lnTo>
                    <a:lnTo>
                      <a:pt x="23481" y="29966"/>
                    </a:lnTo>
                    <a:lnTo>
                      <a:pt x="23734" y="30100"/>
                    </a:lnTo>
                    <a:lnTo>
                      <a:pt x="23913" y="30204"/>
                    </a:lnTo>
                    <a:lnTo>
                      <a:pt x="24077" y="30309"/>
                    </a:lnTo>
                    <a:lnTo>
                      <a:pt x="24241" y="30428"/>
                    </a:lnTo>
                    <a:lnTo>
                      <a:pt x="24390" y="30547"/>
                    </a:lnTo>
                    <a:lnTo>
                      <a:pt x="24525" y="30682"/>
                    </a:lnTo>
                    <a:lnTo>
                      <a:pt x="24659" y="30801"/>
                    </a:lnTo>
                    <a:lnTo>
                      <a:pt x="24763" y="30935"/>
                    </a:lnTo>
                    <a:lnTo>
                      <a:pt x="24867" y="31069"/>
                    </a:lnTo>
                    <a:lnTo>
                      <a:pt x="24942" y="31203"/>
                    </a:lnTo>
                    <a:lnTo>
                      <a:pt x="25017" y="31337"/>
                    </a:lnTo>
                    <a:lnTo>
                      <a:pt x="25076" y="31472"/>
                    </a:lnTo>
                    <a:lnTo>
                      <a:pt x="25121" y="31606"/>
                    </a:lnTo>
                    <a:lnTo>
                      <a:pt x="25136" y="31740"/>
                    </a:lnTo>
                    <a:lnTo>
                      <a:pt x="25151" y="31874"/>
                    </a:lnTo>
                    <a:lnTo>
                      <a:pt x="25136" y="31993"/>
                    </a:lnTo>
                    <a:lnTo>
                      <a:pt x="25106" y="32128"/>
                    </a:lnTo>
                    <a:lnTo>
                      <a:pt x="25031" y="32292"/>
                    </a:lnTo>
                    <a:lnTo>
                      <a:pt x="24942" y="32441"/>
                    </a:lnTo>
                    <a:lnTo>
                      <a:pt x="24823" y="32590"/>
                    </a:lnTo>
                    <a:lnTo>
                      <a:pt x="24674" y="32709"/>
                    </a:lnTo>
                    <a:lnTo>
                      <a:pt x="24495" y="32813"/>
                    </a:lnTo>
                    <a:lnTo>
                      <a:pt x="24301" y="32903"/>
                    </a:lnTo>
                    <a:lnTo>
                      <a:pt x="24092" y="32977"/>
                    </a:lnTo>
                    <a:lnTo>
                      <a:pt x="23854" y="33022"/>
                    </a:lnTo>
                    <a:lnTo>
                      <a:pt x="27253" y="35631"/>
                    </a:lnTo>
                    <a:lnTo>
                      <a:pt x="46798" y="25091"/>
                    </a:lnTo>
                    <a:lnTo>
                      <a:pt x="46574" y="24808"/>
                    </a:lnTo>
                    <a:lnTo>
                      <a:pt x="46395" y="24524"/>
                    </a:lnTo>
                    <a:lnTo>
                      <a:pt x="46246" y="24241"/>
                    </a:lnTo>
                    <a:lnTo>
                      <a:pt x="46172" y="24092"/>
                    </a:lnTo>
                    <a:lnTo>
                      <a:pt x="46127" y="23958"/>
                    </a:lnTo>
                    <a:lnTo>
                      <a:pt x="46082" y="23809"/>
                    </a:lnTo>
                    <a:lnTo>
                      <a:pt x="46052" y="23675"/>
                    </a:lnTo>
                    <a:lnTo>
                      <a:pt x="46037" y="23525"/>
                    </a:lnTo>
                    <a:lnTo>
                      <a:pt x="46023" y="23391"/>
                    </a:lnTo>
                    <a:lnTo>
                      <a:pt x="46023" y="23242"/>
                    </a:lnTo>
                    <a:lnTo>
                      <a:pt x="46037" y="23108"/>
                    </a:lnTo>
                    <a:lnTo>
                      <a:pt x="46052" y="22974"/>
                    </a:lnTo>
                    <a:lnTo>
                      <a:pt x="46097" y="22840"/>
                    </a:lnTo>
                    <a:lnTo>
                      <a:pt x="46142" y="22691"/>
                    </a:lnTo>
                    <a:lnTo>
                      <a:pt x="46201" y="22556"/>
                    </a:lnTo>
                    <a:lnTo>
                      <a:pt x="46276" y="22422"/>
                    </a:lnTo>
                    <a:lnTo>
                      <a:pt x="46365" y="22288"/>
                    </a:lnTo>
                    <a:lnTo>
                      <a:pt x="46470" y="22169"/>
                    </a:lnTo>
                    <a:lnTo>
                      <a:pt x="46574" y="22050"/>
                    </a:lnTo>
                    <a:lnTo>
                      <a:pt x="46693" y="21945"/>
                    </a:lnTo>
                    <a:lnTo>
                      <a:pt x="46828" y="21841"/>
                    </a:lnTo>
                    <a:lnTo>
                      <a:pt x="46977" y="21736"/>
                    </a:lnTo>
                    <a:lnTo>
                      <a:pt x="47126" y="21647"/>
                    </a:lnTo>
                    <a:lnTo>
                      <a:pt x="47275" y="21572"/>
                    </a:lnTo>
                    <a:lnTo>
                      <a:pt x="47454" y="21498"/>
                    </a:lnTo>
                    <a:lnTo>
                      <a:pt x="47633" y="21423"/>
                    </a:lnTo>
                    <a:lnTo>
                      <a:pt x="47812" y="21364"/>
                    </a:lnTo>
                    <a:lnTo>
                      <a:pt x="48214" y="21259"/>
                    </a:lnTo>
                    <a:lnTo>
                      <a:pt x="48632" y="21185"/>
                    </a:lnTo>
                    <a:lnTo>
                      <a:pt x="49079" y="21125"/>
                    </a:lnTo>
                    <a:lnTo>
                      <a:pt x="49541" y="21110"/>
                    </a:lnTo>
                    <a:lnTo>
                      <a:pt x="50033" y="21125"/>
                    </a:lnTo>
                    <a:lnTo>
                      <a:pt x="50540" y="21170"/>
                    </a:lnTo>
                    <a:lnTo>
                      <a:pt x="51062" y="21244"/>
                    </a:lnTo>
                    <a:lnTo>
                      <a:pt x="51583" y="21349"/>
                    </a:lnTo>
                    <a:lnTo>
                      <a:pt x="52120" y="21498"/>
                    </a:lnTo>
                    <a:lnTo>
                      <a:pt x="52538" y="21632"/>
                    </a:lnTo>
                    <a:lnTo>
                      <a:pt x="52940" y="21781"/>
                    </a:lnTo>
                    <a:lnTo>
                      <a:pt x="54461" y="20946"/>
                    </a:lnTo>
                    <a:lnTo>
                      <a:pt x="44800" y="13641"/>
                    </a:lnTo>
                    <a:lnTo>
                      <a:pt x="39135" y="9348"/>
                    </a:lnTo>
                    <a:lnTo>
                      <a:pt x="33410" y="5024"/>
                    </a:lnTo>
                    <a:lnTo>
                      <a:pt x="28326" y="1178"/>
                    </a:lnTo>
                    <a:lnTo>
                      <a:pt x="2676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22"/>
              <p:cNvSpPr/>
              <p:nvPr/>
            </p:nvSpPr>
            <p:spPr>
              <a:xfrm>
                <a:off x="2641840" y="3792244"/>
                <a:ext cx="161018" cy="95889"/>
              </a:xfrm>
              <a:custGeom>
                <a:rect b="b" l="l" r="r" t="t"/>
                <a:pathLst>
                  <a:path extrusionOk="0" h="6322" w="10616">
                    <a:moveTo>
                      <a:pt x="3877" y="0"/>
                    </a:moveTo>
                    <a:lnTo>
                      <a:pt x="3385" y="30"/>
                    </a:lnTo>
                    <a:lnTo>
                      <a:pt x="2907" y="75"/>
                    </a:lnTo>
                    <a:lnTo>
                      <a:pt x="2475" y="149"/>
                    </a:lnTo>
                    <a:lnTo>
                      <a:pt x="2058" y="254"/>
                    </a:lnTo>
                    <a:lnTo>
                      <a:pt x="1670" y="373"/>
                    </a:lnTo>
                    <a:lnTo>
                      <a:pt x="1491" y="447"/>
                    </a:lnTo>
                    <a:lnTo>
                      <a:pt x="1312" y="537"/>
                    </a:lnTo>
                    <a:lnTo>
                      <a:pt x="1148" y="626"/>
                    </a:lnTo>
                    <a:lnTo>
                      <a:pt x="999" y="716"/>
                    </a:lnTo>
                    <a:lnTo>
                      <a:pt x="850" y="805"/>
                    </a:lnTo>
                    <a:lnTo>
                      <a:pt x="716" y="910"/>
                    </a:lnTo>
                    <a:lnTo>
                      <a:pt x="582" y="1029"/>
                    </a:lnTo>
                    <a:lnTo>
                      <a:pt x="477" y="1148"/>
                    </a:lnTo>
                    <a:lnTo>
                      <a:pt x="373" y="1267"/>
                    </a:lnTo>
                    <a:lnTo>
                      <a:pt x="284" y="1387"/>
                    </a:lnTo>
                    <a:lnTo>
                      <a:pt x="194" y="1521"/>
                    </a:lnTo>
                    <a:lnTo>
                      <a:pt x="135" y="1670"/>
                    </a:lnTo>
                    <a:lnTo>
                      <a:pt x="75" y="1804"/>
                    </a:lnTo>
                    <a:lnTo>
                      <a:pt x="45" y="1953"/>
                    </a:lnTo>
                    <a:lnTo>
                      <a:pt x="15" y="2132"/>
                    </a:lnTo>
                    <a:lnTo>
                      <a:pt x="0" y="2296"/>
                    </a:lnTo>
                    <a:lnTo>
                      <a:pt x="0" y="2475"/>
                    </a:lnTo>
                    <a:lnTo>
                      <a:pt x="30" y="2639"/>
                    </a:lnTo>
                    <a:lnTo>
                      <a:pt x="60" y="2818"/>
                    </a:lnTo>
                    <a:lnTo>
                      <a:pt x="120" y="2997"/>
                    </a:lnTo>
                    <a:lnTo>
                      <a:pt x="179" y="3161"/>
                    </a:lnTo>
                    <a:lnTo>
                      <a:pt x="269" y="3340"/>
                    </a:lnTo>
                    <a:lnTo>
                      <a:pt x="373" y="3504"/>
                    </a:lnTo>
                    <a:lnTo>
                      <a:pt x="477" y="3683"/>
                    </a:lnTo>
                    <a:lnTo>
                      <a:pt x="612" y="3847"/>
                    </a:lnTo>
                    <a:lnTo>
                      <a:pt x="746" y="4010"/>
                    </a:lnTo>
                    <a:lnTo>
                      <a:pt x="895" y="4174"/>
                    </a:lnTo>
                    <a:lnTo>
                      <a:pt x="1074" y="4338"/>
                    </a:lnTo>
                    <a:lnTo>
                      <a:pt x="1238" y="4488"/>
                    </a:lnTo>
                    <a:lnTo>
                      <a:pt x="1432" y="4652"/>
                    </a:lnTo>
                    <a:lnTo>
                      <a:pt x="1760" y="4875"/>
                    </a:lnTo>
                    <a:lnTo>
                      <a:pt x="2102" y="5099"/>
                    </a:lnTo>
                    <a:lnTo>
                      <a:pt x="2475" y="5293"/>
                    </a:lnTo>
                    <a:lnTo>
                      <a:pt x="2863" y="5486"/>
                    </a:lnTo>
                    <a:lnTo>
                      <a:pt x="3280" y="5665"/>
                    </a:lnTo>
                    <a:lnTo>
                      <a:pt x="3713" y="5829"/>
                    </a:lnTo>
                    <a:lnTo>
                      <a:pt x="4160" y="5963"/>
                    </a:lnTo>
                    <a:lnTo>
                      <a:pt x="4637" y="6083"/>
                    </a:lnTo>
                    <a:lnTo>
                      <a:pt x="5174" y="6187"/>
                    </a:lnTo>
                    <a:lnTo>
                      <a:pt x="5710" y="6262"/>
                    </a:lnTo>
                    <a:lnTo>
                      <a:pt x="6232" y="6306"/>
                    </a:lnTo>
                    <a:lnTo>
                      <a:pt x="6739" y="6321"/>
                    </a:lnTo>
                    <a:lnTo>
                      <a:pt x="7231" y="6306"/>
                    </a:lnTo>
                    <a:lnTo>
                      <a:pt x="7693" y="6262"/>
                    </a:lnTo>
                    <a:lnTo>
                      <a:pt x="8140" y="6187"/>
                    </a:lnTo>
                    <a:lnTo>
                      <a:pt x="8558" y="6083"/>
                    </a:lnTo>
                    <a:lnTo>
                      <a:pt x="8945" y="5949"/>
                    </a:lnTo>
                    <a:lnTo>
                      <a:pt x="9124" y="5874"/>
                    </a:lnTo>
                    <a:lnTo>
                      <a:pt x="9288" y="5800"/>
                    </a:lnTo>
                    <a:lnTo>
                      <a:pt x="9452" y="5710"/>
                    </a:lnTo>
                    <a:lnTo>
                      <a:pt x="9616" y="5621"/>
                    </a:lnTo>
                    <a:lnTo>
                      <a:pt x="9765" y="5516"/>
                    </a:lnTo>
                    <a:lnTo>
                      <a:pt x="9900" y="5412"/>
                    </a:lnTo>
                    <a:lnTo>
                      <a:pt x="10019" y="5308"/>
                    </a:lnTo>
                    <a:lnTo>
                      <a:pt x="10138" y="5188"/>
                    </a:lnTo>
                    <a:lnTo>
                      <a:pt x="10228" y="5069"/>
                    </a:lnTo>
                    <a:lnTo>
                      <a:pt x="10332" y="4935"/>
                    </a:lnTo>
                    <a:lnTo>
                      <a:pt x="10406" y="4801"/>
                    </a:lnTo>
                    <a:lnTo>
                      <a:pt x="10466" y="4666"/>
                    </a:lnTo>
                    <a:lnTo>
                      <a:pt x="10526" y="4517"/>
                    </a:lnTo>
                    <a:lnTo>
                      <a:pt x="10570" y="4368"/>
                    </a:lnTo>
                    <a:lnTo>
                      <a:pt x="10600" y="4145"/>
                    </a:lnTo>
                    <a:lnTo>
                      <a:pt x="10615" y="3906"/>
                    </a:lnTo>
                    <a:lnTo>
                      <a:pt x="10585" y="3668"/>
                    </a:lnTo>
                    <a:lnTo>
                      <a:pt x="10526" y="3444"/>
                    </a:lnTo>
                    <a:lnTo>
                      <a:pt x="10436" y="3205"/>
                    </a:lnTo>
                    <a:lnTo>
                      <a:pt x="10332" y="2967"/>
                    </a:lnTo>
                    <a:lnTo>
                      <a:pt x="10198" y="2743"/>
                    </a:lnTo>
                    <a:lnTo>
                      <a:pt x="10034" y="2520"/>
                    </a:lnTo>
                    <a:lnTo>
                      <a:pt x="9840" y="2296"/>
                    </a:lnTo>
                    <a:lnTo>
                      <a:pt x="9631" y="2072"/>
                    </a:lnTo>
                    <a:lnTo>
                      <a:pt x="9393" y="1864"/>
                    </a:lnTo>
                    <a:lnTo>
                      <a:pt x="9139" y="1655"/>
                    </a:lnTo>
                    <a:lnTo>
                      <a:pt x="8856" y="1461"/>
                    </a:lnTo>
                    <a:lnTo>
                      <a:pt x="8558" y="1267"/>
                    </a:lnTo>
                    <a:lnTo>
                      <a:pt x="8245" y="1088"/>
                    </a:lnTo>
                    <a:lnTo>
                      <a:pt x="7902" y="924"/>
                    </a:lnTo>
                    <a:lnTo>
                      <a:pt x="7455" y="716"/>
                    </a:lnTo>
                    <a:lnTo>
                      <a:pt x="6992" y="537"/>
                    </a:lnTo>
                    <a:lnTo>
                      <a:pt x="6486" y="388"/>
                    </a:lnTo>
                    <a:lnTo>
                      <a:pt x="5979" y="254"/>
                    </a:lnTo>
                    <a:lnTo>
                      <a:pt x="5427" y="134"/>
                    </a:lnTo>
                    <a:lnTo>
                      <a:pt x="4890" y="60"/>
                    </a:lnTo>
                    <a:lnTo>
                      <a:pt x="4383" y="15"/>
                    </a:lnTo>
                    <a:lnTo>
                      <a:pt x="3877" y="0"/>
                    </a:lnTo>
                    <a:close/>
                  </a:path>
                </a:pathLst>
              </a:custGeom>
              <a:solidFill>
                <a:srgbClr val="FFCC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22"/>
              <p:cNvSpPr/>
              <p:nvPr/>
            </p:nvSpPr>
            <p:spPr>
              <a:xfrm>
                <a:off x="2839245" y="3717392"/>
                <a:ext cx="78477" cy="46595"/>
              </a:xfrm>
              <a:custGeom>
                <a:rect b="b" l="l" r="r" t="t"/>
                <a:pathLst>
                  <a:path extrusionOk="0" h="3072" w="5174">
                    <a:moveTo>
                      <a:pt x="1655" y="0"/>
                    </a:moveTo>
                    <a:lnTo>
                      <a:pt x="1417" y="30"/>
                    </a:lnTo>
                    <a:lnTo>
                      <a:pt x="1208" y="60"/>
                    </a:lnTo>
                    <a:lnTo>
                      <a:pt x="999" y="120"/>
                    </a:lnTo>
                    <a:lnTo>
                      <a:pt x="820" y="179"/>
                    </a:lnTo>
                    <a:lnTo>
                      <a:pt x="641" y="254"/>
                    </a:lnTo>
                    <a:lnTo>
                      <a:pt x="492" y="343"/>
                    </a:lnTo>
                    <a:lnTo>
                      <a:pt x="343" y="433"/>
                    </a:lnTo>
                    <a:lnTo>
                      <a:pt x="239" y="552"/>
                    </a:lnTo>
                    <a:lnTo>
                      <a:pt x="135" y="671"/>
                    </a:lnTo>
                    <a:lnTo>
                      <a:pt x="75" y="806"/>
                    </a:lnTo>
                    <a:lnTo>
                      <a:pt x="15" y="940"/>
                    </a:lnTo>
                    <a:lnTo>
                      <a:pt x="0" y="1119"/>
                    </a:lnTo>
                    <a:lnTo>
                      <a:pt x="15" y="1283"/>
                    </a:lnTo>
                    <a:lnTo>
                      <a:pt x="60" y="1447"/>
                    </a:lnTo>
                    <a:lnTo>
                      <a:pt x="135" y="1625"/>
                    </a:lnTo>
                    <a:lnTo>
                      <a:pt x="239" y="1789"/>
                    </a:lnTo>
                    <a:lnTo>
                      <a:pt x="373" y="1953"/>
                    </a:lnTo>
                    <a:lnTo>
                      <a:pt x="522" y="2103"/>
                    </a:lnTo>
                    <a:lnTo>
                      <a:pt x="701" y="2252"/>
                    </a:lnTo>
                    <a:lnTo>
                      <a:pt x="850" y="2371"/>
                    </a:lnTo>
                    <a:lnTo>
                      <a:pt x="1029" y="2475"/>
                    </a:lnTo>
                    <a:lnTo>
                      <a:pt x="1208" y="2565"/>
                    </a:lnTo>
                    <a:lnTo>
                      <a:pt x="1402" y="2669"/>
                    </a:lnTo>
                    <a:lnTo>
                      <a:pt x="1596" y="2744"/>
                    </a:lnTo>
                    <a:lnTo>
                      <a:pt x="1804" y="2833"/>
                    </a:lnTo>
                    <a:lnTo>
                      <a:pt x="2028" y="2893"/>
                    </a:lnTo>
                    <a:lnTo>
                      <a:pt x="2266" y="2952"/>
                    </a:lnTo>
                    <a:lnTo>
                      <a:pt x="2520" y="3012"/>
                    </a:lnTo>
                    <a:lnTo>
                      <a:pt x="2788" y="3042"/>
                    </a:lnTo>
                    <a:lnTo>
                      <a:pt x="3042" y="3072"/>
                    </a:lnTo>
                    <a:lnTo>
                      <a:pt x="3280" y="3072"/>
                    </a:lnTo>
                    <a:lnTo>
                      <a:pt x="3519" y="3057"/>
                    </a:lnTo>
                    <a:lnTo>
                      <a:pt x="3742" y="3042"/>
                    </a:lnTo>
                    <a:lnTo>
                      <a:pt x="3966" y="2997"/>
                    </a:lnTo>
                    <a:lnTo>
                      <a:pt x="4160" y="2952"/>
                    </a:lnTo>
                    <a:lnTo>
                      <a:pt x="4354" y="2893"/>
                    </a:lnTo>
                    <a:lnTo>
                      <a:pt x="4533" y="2818"/>
                    </a:lnTo>
                    <a:lnTo>
                      <a:pt x="4682" y="2729"/>
                    </a:lnTo>
                    <a:lnTo>
                      <a:pt x="4816" y="2624"/>
                    </a:lnTo>
                    <a:lnTo>
                      <a:pt x="4935" y="2520"/>
                    </a:lnTo>
                    <a:lnTo>
                      <a:pt x="5025" y="2401"/>
                    </a:lnTo>
                    <a:lnTo>
                      <a:pt x="5099" y="2267"/>
                    </a:lnTo>
                    <a:lnTo>
                      <a:pt x="5144" y="2117"/>
                    </a:lnTo>
                    <a:lnTo>
                      <a:pt x="5159" y="2013"/>
                    </a:lnTo>
                    <a:lnTo>
                      <a:pt x="5174" y="1894"/>
                    </a:lnTo>
                    <a:lnTo>
                      <a:pt x="5159" y="1775"/>
                    </a:lnTo>
                    <a:lnTo>
                      <a:pt x="5129" y="1670"/>
                    </a:lnTo>
                    <a:lnTo>
                      <a:pt x="5084" y="1551"/>
                    </a:lnTo>
                    <a:lnTo>
                      <a:pt x="5039" y="1447"/>
                    </a:lnTo>
                    <a:lnTo>
                      <a:pt x="4965" y="1327"/>
                    </a:lnTo>
                    <a:lnTo>
                      <a:pt x="4890" y="1223"/>
                    </a:lnTo>
                    <a:lnTo>
                      <a:pt x="4786" y="1104"/>
                    </a:lnTo>
                    <a:lnTo>
                      <a:pt x="4682" y="999"/>
                    </a:lnTo>
                    <a:lnTo>
                      <a:pt x="4577" y="895"/>
                    </a:lnTo>
                    <a:lnTo>
                      <a:pt x="4443" y="806"/>
                    </a:lnTo>
                    <a:lnTo>
                      <a:pt x="4175" y="612"/>
                    </a:lnTo>
                    <a:lnTo>
                      <a:pt x="3847" y="433"/>
                    </a:lnTo>
                    <a:lnTo>
                      <a:pt x="3638" y="343"/>
                    </a:lnTo>
                    <a:lnTo>
                      <a:pt x="3400" y="254"/>
                    </a:lnTo>
                    <a:lnTo>
                      <a:pt x="3161" y="179"/>
                    </a:lnTo>
                    <a:lnTo>
                      <a:pt x="2908" y="120"/>
                    </a:lnTo>
                    <a:lnTo>
                      <a:pt x="2654" y="60"/>
                    </a:lnTo>
                    <a:lnTo>
                      <a:pt x="2386" y="30"/>
                    </a:lnTo>
                    <a:lnTo>
                      <a:pt x="2132" y="0"/>
                    </a:lnTo>
                    <a:close/>
                  </a:path>
                </a:pathLst>
              </a:custGeom>
              <a:solidFill>
                <a:srgbClr val="FFCC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22"/>
              <p:cNvSpPr/>
              <p:nvPr/>
            </p:nvSpPr>
            <p:spPr>
              <a:xfrm>
                <a:off x="2927883" y="3969977"/>
                <a:ext cx="78477" cy="46595"/>
              </a:xfrm>
              <a:custGeom>
                <a:rect b="b" l="l" r="r" t="t"/>
                <a:pathLst>
                  <a:path extrusionOk="0" h="3072" w="5174">
                    <a:moveTo>
                      <a:pt x="1655" y="0"/>
                    </a:moveTo>
                    <a:lnTo>
                      <a:pt x="1417" y="30"/>
                    </a:lnTo>
                    <a:lnTo>
                      <a:pt x="1208" y="60"/>
                    </a:lnTo>
                    <a:lnTo>
                      <a:pt x="999" y="105"/>
                    </a:lnTo>
                    <a:lnTo>
                      <a:pt x="820" y="179"/>
                    </a:lnTo>
                    <a:lnTo>
                      <a:pt x="642" y="254"/>
                    </a:lnTo>
                    <a:lnTo>
                      <a:pt x="492" y="343"/>
                    </a:lnTo>
                    <a:lnTo>
                      <a:pt x="343" y="432"/>
                    </a:lnTo>
                    <a:lnTo>
                      <a:pt x="239" y="552"/>
                    </a:lnTo>
                    <a:lnTo>
                      <a:pt x="135" y="671"/>
                    </a:lnTo>
                    <a:lnTo>
                      <a:pt x="75" y="805"/>
                    </a:lnTo>
                    <a:lnTo>
                      <a:pt x="15" y="939"/>
                    </a:lnTo>
                    <a:lnTo>
                      <a:pt x="1" y="1103"/>
                    </a:lnTo>
                    <a:lnTo>
                      <a:pt x="15" y="1282"/>
                    </a:lnTo>
                    <a:lnTo>
                      <a:pt x="60" y="1446"/>
                    </a:lnTo>
                    <a:lnTo>
                      <a:pt x="135" y="1610"/>
                    </a:lnTo>
                    <a:lnTo>
                      <a:pt x="239" y="1789"/>
                    </a:lnTo>
                    <a:lnTo>
                      <a:pt x="373" y="1938"/>
                    </a:lnTo>
                    <a:lnTo>
                      <a:pt x="522" y="2102"/>
                    </a:lnTo>
                    <a:lnTo>
                      <a:pt x="701" y="2251"/>
                    </a:lnTo>
                    <a:lnTo>
                      <a:pt x="850" y="2356"/>
                    </a:lnTo>
                    <a:lnTo>
                      <a:pt x="1029" y="2475"/>
                    </a:lnTo>
                    <a:lnTo>
                      <a:pt x="1208" y="2564"/>
                    </a:lnTo>
                    <a:lnTo>
                      <a:pt x="1402" y="2669"/>
                    </a:lnTo>
                    <a:lnTo>
                      <a:pt x="1596" y="2743"/>
                    </a:lnTo>
                    <a:lnTo>
                      <a:pt x="1804" y="2818"/>
                    </a:lnTo>
                    <a:lnTo>
                      <a:pt x="2028" y="2892"/>
                    </a:lnTo>
                    <a:lnTo>
                      <a:pt x="2252" y="2952"/>
                    </a:lnTo>
                    <a:lnTo>
                      <a:pt x="2520" y="2997"/>
                    </a:lnTo>
                    <a:lnTo>
                      <a:pt x="2788" y="3041"/>
                    </a:lnTo>
                    <a:lnTo>
                      <a:pt x="3042" y="3056"/>
                    </a:lnTo>
                    <a:lnTo>
                      <a:pt x="3280" y="3071"/>
                    </a:lnTo>
                    <a:lnTo>
                      <a:pt x="3519" y="3056"/>
                    </a:lnTo>
                    <a:lnTo>
                      <a:pt x="3743" y="3041"/>
                    </a:lnTo>
                    <a:lnTo>
                      <a:pt x="3966" y="2997"/>
                    </a:lnTo>
                    <a:lnTo>
                      <a:pt x="4160" y="2952"/>
                    </a:lnTo>
                    <a:lnTo>
                      <a:pt x="4354" y="2892"/>
                    </a:lnTo>
                    <a:lnTo>
                      <a:pt x="4533" y="2818"/>
                    </a:lnTo>
                    <a:lnTo>
                      <a:pt x="4682" y="2728"/>
                    </a:lnTo>
                    <a:lnTo>
                      <a:pt x="4816" y="2624"/>
                    </a:lnTo>
                    <a:lnTo>
                      <a:pt x="4935" y="2520"/>
                    </a:lnTo>
                    <a:lnTo>
                      <a:pt x="5025" y="2385"/>
                    </a:lnTo>
                    <a:lnTo>
                      <a:pt x="5099" y="2266"/>
                    </a:lnTo>
                    <a:lnTo>
                      <a:pt x="5144" y="2117"/>
                    </a:lnTo>
                    <a:lnTo>
                      <a:pt x="5159" y="2013"/>
                    </a:lnTo>
                    <a:lnTo>
                      <a:pt x="5174" y="1894"/>
                    </a:lnTo>
                    <a:lnTo>
                      <a:pt x="5159" y="1774"/>
                    </a:lnTo>
                    <a:lnTo>
                      <a:pt x="5129" y="1670"/>
                    </a:lnTo>
                    <a:lnTo>
                      <a:pt x="5084" y="1551"/>
                    </a:lnTo>
                    <a:lnTo>
                      <a:pt x="5025" y="1431"/>
                    </a:lnTo>
                    <a:lnTo>
                      <a:pt x="4965" y="1327"/>
                    </a:lnTo>
                    <a:lnTo>
                      <a:pt x="4890" y="1208"/>
                    </a:lnTo>
                    <a:lnTo>
                      <a:pt x="4786" y="1103"/>
                    </a:lnTo>
                    <a:lnTo>
                      <a:pt x="4682" y="999"/>
                    </a:lnTo>
                    <a:lnTo>
                      <a:pt x="4577" y="895"/>
                    </a:lnTo>
                    <a:lnTo>
                      <a:pt x="4443" y="790"/>
                    </a:lnTo>
                    <a:lnTo>
                      <a:pt x="4175" y="611"/>
                    </a:lnTo>
                    <a:lnTo>
                      <a:pt x="3847" y="432"/>
                    </a:lnTo>
                    <a:lnTo>
                      <a:pt x="3638" y="343"/>
                    </a:lnTo>
                    <a:lnTo>
                      <a:pt x="3400" y="254"/>
                    </a:lnTo>
                    <a:lnTo>
                      <a:pt x="3161" y="179"/>
                    </a:lnTo>
                    <a:lnTo>
                      <a:pt x="2908" y="105"/>
                    </a:lnTo>
                    <a:lnTo>
                      <a:pt x="2639" y="60"/>
                    </a:lnTo>
                    <a:lnTo>
                      <a:pt x="2386" y="15"/>
                    </a:lnTo>
                    <a:lnTo>
                      <a:pt x="2132" y="0"/>
                    </a:lnTo>
                    <a:close/>
                  </a:path>
                </a:pathLst>
              </a:custGeom>
              <a:solidFill>
                <a:srgbClr val="FFCC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22"/>
              <p:cNvSpPr/>
              <p:nvPr/>
            </p:nvSpPr>
            <p:spPr>
              <a:xfrm>
                <a:off x="3068304" y="3691380"/>
                <a:ext cx="100636" cy="63339"/>
              </a:xfrm>
              <a:custGeom>
                <a:rect b="b" l="l" r="r" t="t"/>
                <a:pathLst>
                  <a:path extrusionOk="0" h="4176" w="6635">
                    <a:moveTo>
                      <a:pt x="716" y="1"/>
                    </a:moveTo>
                    <a:lnTo>
                      <a:pt x="597" y="90"/>
                    </a:lnTo>
                    <a:lnTo>
                      <a:pt x="478" y="195"/>
                    </a:lnTo>
                    <a:lnTo>
                      <a:pt x="358" y="299"/>
                    </a:lnTo>
                    <a:lnTo>
                      <a:pt x="269" y="404"/>
                    </a:lnTo>
                    <a:lnTo>
                      <a:pt x="194" y="523"/>
                    </a:lnTo>
                    <a:lnTo>
                      <a:pt x="120" y="657"/>
                    </a:lnTo>
                    <a:lnTo>
                      <a:pt x="60" y="776"/>
                    </a:lnTo>
                    <a:lnTo>
                      <a:pt x="30" y="910"/>
                    </a:lnTo>
                    <a:lnTo>
                      <a:pt x="1" y="1045"/>
                    </a:lnTo>
                    <a:lnTo>
                      <a:pt x="1" y="1179"/>
                    </a:lnTo>
                    <a:lnTo>
                      <a:pt x="1" y="1298"/>
                    </a:lnTo>
                    <a:lnTo>
                      <a:pt x="16" y="1432"/>
                    </a:lnTo>
                    <a:lnTo>
                      <a:pt x="45" y="1566"/>
                    </a:lnTo>
                    <a:lnTo>
                      <a:pt x="90" y="1686"/>
                    </a:lnTo>
                    <a:lnTo>
                      <a:pt x="135" y="1820"/>
                    </a:lnTo>
                    <a:lnTo>
                      <a:pt x="194" y="1954"/>
                    </a:lnTo>
                    <a:lnTo>
                      <a:pt x="269" y="2073"/>
                    </a:lnTo>
                    <a:lnTo>
                      <a:pt x="358" y="2207"/>
                    </a:lnTo>
                    <a:lnTo>
                      <a:pt x="552" y="2461"/>
                    </a:lnTo>
                    <a:lnTo>
                      <a:pt x="791" y="2699"/>
                    </a:lnTo>
                    <a:lnTo>
                      <a:pt x="1074" y="2923"/>
                    </a:lnTo>
                    <a:lnTo>
                      <a:pt x="1313" y="3102"/>
                    </a:lnTo>
                    <a:lnTo>
                      <a:pt x="1566" y="3266"/>
                    </a:lnTo>
                    <a:lnTo>
                      <a:pt x="1849" y="3415"/>
                    </a:lnTo>
                    <a:lnTo>
                      <a:pt x="2147" y="3564"/>
                    </a:lnTo>
                    <a:lnTo>
                      <a:pt x="2446" y="3698"/>
                    </a:lnTo>
                    <a:lnTo>
                      <a:pt x="2774" y="3803"/>
                    </a:lnTo>
                    <a:lnTo>
                      <a:pt x="3117" y="3922"/>
                    </a:lnTo>
                    <a:lnTo>
                      <a:pt x="3459" y="4011"/>
                    </a:lnTo>
                    <a:lnTo>
                      <a:pt x="3907" y="4086"/>
                    </a:lnTo>
                    <a:lnTo>
                      <a:pt x="4354" y="4146"/>
                    </a:lnTo>
                    <a:lnTo>
                      <a:pt x="4771" y="4175"/>
                    </a:lnTo>
                    <a:lnTo>
                      <a:pt x="5189" y="4175"/>
                    </a:lnTo>
                    <a:lnTo>
                      <a:pt x="5591" y="4160"/>
                    </a:lnTo>
                    <a:lnTo>
                      <a:pt x="5964" y="4101"/>
                    </a:lnTo>
                    <a:lnTo>
                      <a:pt x="6307" y="4026"/>
                    </a:lnTo>
                    <a:lnTo>
                      <a:pt x="6635" y="3922"/>
                    </a:lnTo>
                    <a:lnTo>
                      <a:pt x="716" y="1"/>
                    </a:lnTo>
                    <a:close/>
                  </a:path>
                </a:pathLst>
              </a:custGeom>
              <a:solidFill>
                <a:srgbClr val="FFCC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22"/>
              <p:cNvSpPr/>
              <p:nvPr/>
            </p:nvSpPr>
            <p:spPr>
              <a:xfrm>
                <a:off x="2925851" y="3854415"/>
                <a:ext cx="126649" cy="75322"/>
              </a:xfrm>
              <a:custGeom>
                <a:rect b="b" l="l" r="r" t="t"/>
                <a:pathLst>
                  <a:path extrusionOk="0" h="4966" w="8350">
                    <a:moveTo>
                      <a:pt x="2669" y="1"/>
                    </a:moveTo>
                    <a:lnTo>
                      <a:pt x="2296" y="46"/>
                    </a:lnTo>
                    <a:lnTo>
                      <a:pt x="1953" y="105"/>
                    </a:lnTo>
                    <a:lnTo>
                      <a:pt x="1625" y="180"/>
                    </a:lnTo>
                    <a:lnTo>
                      <a:pt x="1312" y="284"/>
                    </a:lnTo>
                    <a:lnTo>
                      <a:pt x="1029" y="403"/>
                    </a:lnTo>
                    <a:lnTo>
                      <a:pt x="790" y="553"/>
                    </a:lnTo>
                    <a:lnTo>
                      <a:pt x="567" y="717"/>
                    </a:lnTo>
                    <a:lnTo>
                      <a:pt x="462" y="791"/>
                    </a:lnTo>
                    <a:lnTo>
                      <a:pt x="373" y="895"/>
                    </a:lnTo>
                    <a:lnTo>
                      <a:pt x="298" y="985"/>
                    </a:lnTo>
                    <a:lnTo>
                      <a:pt x="224" y="1089"/>
                    </a:lnTo>
                    <a:lnTo>
                      <a:pt x="164" y="1194"/>
                    </a:lnTo>
                    <a:lnTo>
                      <a:pt x="105" y="1298"/>
                    </a:lnTo>
                    <a:lnTo>
                      <a:pt x="60" y="1417"/>
                    </a:lnTo>
                    <a:lnTo>
                      <a:pt x="30" y="1522"/>
                    </a:lnTo>
                    <a:lnTo>
                      <a:pt x="15" y="1656"/>
                    </a:lnTo>
                    <a:lnTo>
                      <a:pt x="0" y="1805"/>
                    </a:lnTo>
                    <a:lnTo>
                      <a:pt x="0" y="1939"/>
                    </a:lnTo>
                    <a:lnTo>
                      <a:pt x="15" y="2073"/>
                    </a:lnTo>
                    <a:lnTo>
                      <a:pt x="45" y="2207"/>
                    </a:lnTo>
                    <a:lnTo>
                      <a:pt x="90" y="2342"/>
                    </a:lnTo>
                    <a:lnTo>
                      <a:pt x="149" y="2476"/>
                    </a:lnTo>
                    <a:lnTo>
                      <a:pt x="209" y="2610"/>
                    </a:lnTo>
                    <a:lnTo>
                      <a:pt x="298" y="2744"/>
                    </a:lnTo>
                    <a:lnTo>
                      <a:pt x="388" y="2878"/>
                    </a:lnTo>
                    <a:lnTo>
                      <a:pt x="477" y="3012"/>
                    </a:lnTo>
                    <a:lnTo>
                      <a:pt x="597" y="3147"/>
                    </a:lnTo>
                    <a:lnTo>
                      <a:pt x="850" y="3400"/>
                    </a:lnTo>
                    <a:lnTo>
                      <a:pt x="1133" y="3639"/>
                    </a:lnTo>
                    <a:lnTo>
                      <a:pt x="1387" y="3817"/>
                    </a:lnTo>
                    <a:lnTo>
                      <a:pt x="1655" y="3996"/>
                    </a:lnTo>
                    <a:lnTo>
                      <a:pt x="1953" y="4160"/>
                    </a:lnTo>
                    <a:lnTo>
                      <a:pt x="2252" y="4309"/>
                    </a:lnTo>
                    <a:lnTo>
                      <a:pt x="2579" y="4444"/>
                    </a:lnTo>
                    <a:lnTo>
                      <a:pt x="2922" y="4563"/>
                    </a:lnTo>
                    <a:lnTo>
                      <a:pt x="3280" y="4682"/>
                    </a:lnTo>
                    <a:lnTo>
                      <a:pt x="3653" y="4772"/>
                    </a:lnTo>
                    <a:lnTo>
                      <a:pt x="4070" y="4861"/>
                    </a:lnTo>
                    <a:lnTo>
                      <a:pt x="4488" y="4921"/>
                    </a:lnTo>
                    <a:lnTo>
                      <a:pt x="4905" y="4951"/>
                    </a:lnTo>
                    <a:lnTo>
                      <a:pt x="5308" y="4965"/>
                    </a:lnTo>
                    <a:lnTo>
                      <a:pt x="5680" y="4951"/>
                    </a:lnTo>
                    <a:lnTo>
                      <a:pt x="6053" y="4906"/>
                    </a:lnTo>
                    <a:lnTo>
                      <a:pt x="6411" y="4846"/>
                    </a:lnTo>
                    <a:lnTo>
                      <a:pt x="6739" y="4772"/>
                    </a:lnTo>
                    <a:lnTo>
                      <a:pt x="7037" y="4667"/>
                    </a:lnTo>
                    <a:lnTo>
                      <a:pt x="7320" y="4548"/>
                    </a:lnTo>
                    <a:lnTo>
                      <a:pt x="7559" y="4414"/>
                    </a:lnTo>
                    <a:lnTo>
                      <a:pt x="7783" y="4250"/>
                    </a:lnTo>
                    <a:lnTo>
                      <a:pt x="7887" y="4160"/>
                    </a:lnTo>
                    <a:lnTo>
                      <a:pt x="7976" y="4071"/>
                    </a:lnTo>
                    <a:lnTo>
                      <a:pt x="8051" y="3967"/>
                    </a:lnTo>
                    <a:lnTo>
                      <a:pt x="8125" y="3877"/>
                    </a:lnTo>
                    <a:lnTo>
                      <a:pt x="8185" y="3773"/>
                    </a:lnTo>
                    <a:lnTo>
                      <a:pt x="8245" y="3654"/>
                    </a:lnTo>
                    <a:lnTo>
                      <a:pt x="8289" y="3549"/>
                    </a:lnTo>
                    <a:lnTo>
                      <a:pt x="8319" y="3430"/>
                    </a:lnTo>
                    <a:lnTo>
                      <a:pt x="8349" y="3251"/>
                    </a:lnTo>
                    <a:lnTo>
                      <a:pt x="8349" y="3057"/>
                    </a:lnTo>
                    <a:lnTo>
                      <a:pt x="8334" y="2878"/>
                    </a:lnTo>
                    <a:lnTo>
                      <a:pt x="8289" y="2699"/>
                    </a:lnTo>
                    <a:lnTo>
                      <a:pt x="8215" y="2506"/>
                    </a:lnTo>
                    <a:lnTo>
                      <a:pt x="8125" y="2327"/>
                    </a:lnTo>
                    <a:lnTo>
                      <a:pt x="8021" y="2148"/>
                    </a:lnTo>
                    <a:lnTo>
                      <a:pt x="7887" y="1969"/>
                    </a:lnTo>
                    <a:lnTo>
                      <a:pt x="7738" y="1790"/>
                    </a:lnTo>
                    <a:lnTo>
                      <a:pt x="7574" y="1626"/>
                    </a:lnTo>
                    <a:lnTo>
                      <a:pt x="7395" y="1447"/>
                    </a:lnTo>
                    <a:lnTo>
                      <a:pt x="7186" y="1283"/>
                    </a:lnTo>
                    <a:lnTo>
                      <a:pt x="6963" y="1134"/>
                    </a:lnTo>
                    <a:lnTo>
                      <a:pt x="6739" y="985"/>
                    </a:lnTo>
                    <a:lnTo>
                      <a:pt x="6486" y="851"/>
                    </a:lnTo>
                    <a:lnTo>
                      <a:pt x="6217" y="717"/>
                    </a:lnTo>
                    <a:lnTo>
                      <a:pt x="5874" y="553"/>
                    </a:lnTo>
                    <a:lnTo>
                      <a:pt x="5502" y="418"/>
                    </a:lnTo>
                    <a:lnTo>
                      <a:pt x="5114" y="284"/>
                    </a:lnTo>
                    <a:lnTo>
                      <a:pt x="4696" y="180"/>
                    </a:lnTo>
                    <a:lnTo>
                      <a:pt x="4279" y="105"/>
                    </a:lnTo>
                    <a:lnTo>
                      <a:pt x="3862" y="46"/>
                    </a:lnTo>
                    <a:lnTo>
                      <a:pt x="3444" y="1"/>
                    </a:lnTo>
                    <a:close/>
                  </a:path>
                </a:pathLst>
              </a:custGeom>
              <a:solidFill>
                <a:srgbClr val="FFCC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22"/>
              <p:cNvSpPr/>
              <p:nvPr/>
            </p:nvSpPr>
            <p:spPr>
              <a:xfrm>
                <a:off x="2813687" y="3818696"/>
                <a:ext cx="138403" cy="138403"/>
              </a:xfrm>
              <a:custGeom>
                <a:rect b="b" l="l" r="r" t="t"/>
                <a:pathLst>
                  <a:path extrusionOk="0" h="9125" w="9125">
                    <a:moveTo>
                      <a:pt x="4563" y="0"/>
                    </a:moveTo>
                    <a:lnTo>
                      <a:pt x="4324" y="15"/>
                    </a:lnTo>
                    <a:lnTo>
                      <a:pt x="4101" y="30"/>
                    </a:lnTo>
                    <a:lnTo>
                      <a:pt x="3877" y="60"/>
                    </a:lnTo>
                    <a:lnTo>
                      <a:pt x="3638" y="105"/>
                    </a:lnTo>
                    <a:lnTo>
                      <a:pt x="3430" y="150"/>
                    </a:lnTo>
                    <a:lnTo>
                      <a:pt x="3206" y="209"/>
                    </a:lnTo>
                    <a:lnTo>
                      <a:pt x="2997" y="284"/>
                    </a:lnTo>
                    <a:lnTo>
                      <a:pt x="2789" y="358"/>
                    </a:lnTo>
                    <a:lnTo>
                      <a:pt x="2595" y="463"/>
                    </a:lnTo>
                    <a:lnTo>
                      <a:pt x="2386" y="552"/>
                    </a:lnTo>
                    <a:lnTo>
                      <a:pt x="2207" y="671"/>
                    </a:lnTo>
                    <a:lnTo>
                      <a:pt x="2013" y="791"/>
                    </a:lnTo>
                    <a:lnTo>
                      <a:pt x="1834" y="910"/>
                    </a:lnTo>
                    <a:lnTo>
                      <a:pt x="1670" y="1044"/>
                    </a:lnTo>
                    <a:lnTo>
                      <a:pt x="1506" y="1193"/>
                    </a:lnTo>
                    <a:lnTo>
                      <a:pt x="1343" y="1342"/>
                    </a:lnTo>
                    <a:lnTo>
                      <a:pt x="1193" y="1506"/>
                    </a:lnTo>
                    <a:lnTo>
                      <a:pt x="1044" y="1670"/>
                    </a:lnTo>
                    <a:lnTo>
                      <a:pt x="910" y="1834"/>
                    </a:lnTo>
                    <a:lnTo>
                      <a:pt x="791" y="2013"/>
                    </a:lnTo>
                    <a:lnTo>
                      <a:pt x="672" y="2207"/>
                    </a:lnTo>
                    <a:lnTo>
                      <a:pt x="552" y="2386"/>
                    </a:lnTo>
                    <a:lnTo>
                      <a:pt x="463" y="2594"/>
                    </a:lnTo>
                    <a:lnTo>
                      <a:pt x="359" y="2788"/>
                    </a:lnTo>
                    <a:lnTo>
                      <a:pt x="284" y="2997"/>
                    </a:lnTo>
                    <a:lnTo>
                      <a:pt x="209" y="3206"/>
                    </a:lnTo>
                    <a:lnTo>
                      <a:pt x="150" y="3429"/>
                    </a:lnTo>
                    <a:lnTo>
                      <a:pt x="105" y="3638"/>
                    </a:lnTo>
                    <a:lnTo>
                      <a:pt x="60" y="3862"/>
                    </a:lnTo>
                    <a:lnTo>
                      <a:pt x="31" y="4100"/>
                    </a:lnTo>
                    <a:lnTo>
                      <a:pt x="16" y="4324"/>
                    </a:lnTo>
                    <a:lnTo>
                      <a:pt x="1" y="4562"/>
                    </a:lnTo>
                    <a:lnTo>
                      <a:pt x="16" y="4771"/>
                    </a:lnTo>
                    <a:lnTo>
                      <a:pt x="31" y="4980"/>
                    </a:lnTo>
                    <a:lnTo>
                      <a:pt x="45" y="5189"/>
                    </a:lnTo>
                    <a:lnTo>
                      <a:pt x="90" y="5397"/>
                    </a:lnTo>
                    <a:lnTo>
                      <a:pt x="120" y="5606"/>
                    </a:lnTo>
                    <a:lnTo>
                      <a:pt x="180" y="5800"/>
                    </a:lnTo>
                    <a:lnTo>
                      <a:pt x="239" y="5994"/>
                    </a:lnTo>
                    <a:lnTo>
                      <a:pt x="299" y="6187"/>
                    </a:lnTo>
                    <a:lnTo>
                      <a:pt x="373" y="6366"/>
                    </a:lnTo>
                    <a:lnTo>
                      <a:pt x="463" y="6545"/>
                    </a:lnTo>
                    <a:lnTo>
                      <a:pt x="657" y="6903"/>
                    </a:lnTo>
                    <a:lnTo>
                      <a:pt x="880" y="7231"/>
                    </a:lnTo>
                    <a:lnTo>
                      <a:pt x="1119" y="7544"/>
                    </a:lnTo>
                    <a:lnTo>
                      <a:pt x="1134" y="7544"/>
                    </a:lnTo>
                    <a:lnTo>
                      <a:pt x="1283" y="7723"/>
                    </a:lnTo>
                    <a:lnTo>
                      <a:pt x="1462" y="7887"/>
                    </a:lnTo>
                    <a:lnTo>
                      <a:pt x="1641" y="8051"/>
                    </a:lnTo>
                    <a:lnTo>
                      <a:pt x="1820" y="8200"/>
                    </a:lnTo>
                    <a:lnTo>
                      <a:pt x="2013" y="8334"/>
                    </a:lnTo>
                    <a:lnTo>
                      <a:pt x="2222" y="8468"/>
                    </a:lnTo>
                    <a:lnTo>
                      <a:pt x="2431" y="8588"/>
                    </a:lnTo>
                    <a:lnTo>
                      <a:pt x="2640" y="8692"/>
                    </a:lnTo>
                    <a:lnTo>
                      <a:pt x="2863" y="8796"/>
                    </a:lnTo>
                    <a:lnTo>
                      <a:pt x="3087" y="8871"/>
                    </a:lnTo>
                    <a:lnTo>
                      <a:pt x="3325" y="8945"/>
                    </a:lnTo>
                    <a:lnTo>
                      <a:pt x="3564" y="9005"/>
                    </a:lnTo>
                    <a:lnTo>
                      <a:pt x="3802" y="9050"/>
                    </a:lnTo>
                    <a:lnTo>
                      <a:pt x="4056" y="9095"/>
                    </a:lnTo>
                    <a:lnTo>
                      <a:pt x="4309" y="9109"/>
                    </a:lnTo>
                    <a:lnTo>
                      <a:pt x="4563" y="9124"/>
                    </a:lnTo>
                    <a:lnTo>
                      <a:pt x="4801" y="9109"/>
                    </a:lnTo>
                    <a:lnTo>
                      <a:pt x="5025" y="9095"/>
                    </a:lnTo>
                    <a:lnTo>
                      <a:pt x="5263" y="9065"/>
                    </a:lnTo>
                    <a:lnTo>
                      <a:pt x="5487" y="9020"/>
                    </a:lnTo>
                    <a:lnTo>
                      <a:pt x="5696" y="8975"/>
                    </a:lnTo>
                    <a:lnTo>
                      <a:pt x="5919" y="8916"/>
                    </a:lnTo>
                    <a:lnTo>
                      <a:pt x="6128" y="8841"/>
                    </a:lnTo>
                    <a:lnTo>
                      <a:pt x="6337" y="8767"/>
                    </a:lnTo>
                    <a:lnTo>
                      <a:pt x="6546" y="8662"/>
                    </a:lnTo>
                    <a:lnTo>
                      <a:pt x="6739" y="8573"/>
                    </a:lnTo>
                    <a:lnTo>
                      <a:pt x="6933" y="8453"/>
                    </a:lnTo>
                    <a:lnTo>
                      <a:pt x="7112" y="8334"/>
                    </a:lnTo>
                    <a:lnTo>
                      <a:pt x="7291" y="8215"/>
                    </a:lnTo>
                    <a:lnTo>
                      <a:pt x="7455" y="8081"/>
                    </a:lnTo>
                    <a:lnTo>
                      <a:pt x="7634" y="7932"/>
                    </a:lnTo>
                    <a:lnTo>
                      <a:pt x="7783" y="7783"/>
                    </a:lnTo>
                    <a:lnTo>
                      <a:pt x="7932" y="7619"/>
                    </a:lnTo>
                    <a:lnTo>
                      <a:pt x="8081" y="7455"/>
                    </a:lnTo>
                    <a:lnTo>
                      <a:pt x="8215" y="7291"/>
                    </a:lnTo>
                    <a:lnTo>
                      <a:pt x="8335" y="7112"/>
                    </a:lnTo>
                    <a:lnTo>
                      <a:pt x="8454" y="6918"/>
                    </a:lnTo>
                    <a:lnTo>
                      <a:pt x="8573" y="6739"/>
                    </a:lnTo>
                    <a:lnTo>
                      <a:pt x="8677" y="6545"/>
                    </a:lnTo>
                    <a:lnTo>
                      <a:pt x="8767" y="6336"/>
                    </a:lnTo>
                    <a:lnTo>
                      <a:pt x="8841" y="6128"/>
                    </a:lnTo>
                    <a:lnTo>
                      <a:pt x="8916" y="5919"/>
                    </a:lnTo>
                    <a:lnTo>
                      <a:pt x="8976" y="5695"/>
                    </a:lnTo>
                    <a:lnTo>
                      <a:pt x="9020" y="5487"/>
                    </a:lnTo>
                    <a:lnTo>
                      <a:pt x="9065" y="5263"/>
                    </a:lnTo>
                    <a:lnTo>
                      <a:pt x="9095" y="5025"/>
                    </a:lnTo>
                    <a:lnTo>
                      <a:pt x="9110" y="4801"/>
                    </a:lnTo>
                    <a:lnTo>
                      <a:pt x="9125" y="4562"/>
                    </a:lnTo>
                    <a:lnTo>
                      <a:pt x="9110" y="4354"/>
                    </a:lnTo>
                    <a:lnTo>
                      <a:pt x="9095" y="4145"/>
                    </a:lnTo>
                    <a:lnTo>
                      <a:pt x="9080" y="3936"/>
                    </a:lnTo>
                    <a:lnTo>
                      <a:pt x="9050" y="3728"/>
                    </a:lnTo>
                    <a:lnTo>
                      <a:pt x="9005" y="3534"/>
                    </a:lnTo>
                    <a:lnTo>
                      <a:pt x="8946" y="3325"/>
                    </a:lnTo>
                    <a:lnTo>
                      <a:pt x="8886" y="3131"/>
                    </a:lnTo>
                    <a:lnTo>
                      <a:pt x="8827" y="2937"/>
                    </a:lnTo>
                    <a:lnTo>
                      <a:pt x="8752" y="2758"/>
                    </a:lnTo>
                    <a:lnTo>
                      <a:pt x="8663" y="2580"/>
                    </a:lnTo>
                    <a:lnTo>
                      <a:pt x="8469" y="2222"/>
                    </a:lnTo>
                    <a:lnTo>
                      <a:pt x="8260" y="1894"/>
                    </a:lnTo>
                    <a:lnTo>
                      <a:pt x="8007" y="1581"/>
                    </a:lnTo>
                    <a:lnTo>
                      <a:pt x="7738" y="1297"/>
                    </a:lnTo>
                    <a:lnTo>
                      <a:pt x="7440" y="1029"/>
                    </a:lnTo>
                    <a:lnTo>
                      <a:pt x="7127" y="791"/>
                    </a:lnTo>
                    <a:lnTo>
                      <a:pt x="6784" y="582"/>
                    </a:lnTo>
                    <a:lnTo>
                      <a:pt x="6426" y="403"/>
                    </a:lnTo>
                    <a:lnTo>
                      <a:pt x="6247" y="328"/>
                    </a:lnTo>
                    <a:lnTo>
                      <a:pt x="6054" y="254"/>
                    </a:lnTo>
                    <a:lnTo>
                      <a:pt x="5860" y="194"/>
                    </a:lnTo>
                    <a:lnTo>
                      <a:pt x="5666" y="135"/>
                    </a:lnTo>
                    <a:lnTo>
                      <a:pt x="5457" y="90"/>
                    </a:lnTo>
                    <a:lnTo>
                      <a:pt x="5263" y="60"/>
                    </a:lnTo>
                    <a:lnTo>
                      <a:pt x="4921" y="15"/>
                    </a:lnTo>
                    <a:lnTo>
                      <a:pt x="4563" y="0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22"/>
              <p:cNvSpPr/>
              <p:nvPr/>
            </p:nvSpPr>
            <p:spPr>
              <a:xfrm>
                <a:off x="2813687" y="3818696"/>
                <a:ext cx="96799" cy="115334"/>
              </a:xfrm>
              <a:custGeom>
                <a:rect b="b" l="l" r="r" t="t"/>
                <a:pathLst>
                  <a:path extrusionOk="0" h="7604" w="6382">
                    <a:moveTo>
                      <a:pt x="4563" y="0"/>
                    </a:moveTo>
                    <a:lnTo>
                      <a:pt x="4324" y="15"/>
                    </a:lnTo>
                    <a:lnTo>
                      <a:pt x="4101" y="30"/>
                    </a:lnTo>
                    <a:lnTo>
                      <a:pt x="3877" y="60"/>
                    </a:lnTo>
                    <a:lnTo>
                      <a:pt x="3638" y="105"/>
                    </a:lnTo>
                    <a:lnTo>
                      <a:pt x="3430" y="150"/>
                    </a:lnTo>
                    <a:lnTo>
                      <a:pt x="3206" y="209"/>
                    </a:lnTo>
                    <a:lnTo>
                      <a:pt x="2997" y="284"/>
                    </a:lnTo>
                    <a:lnTo>
                      <a:pt x="2789" y="358"/>
                    </a:lnTo>
                    <a:lnTo>
                      <a:pt x="2595" y="463"/>
                    </a:lnTo>
                    <a:lnTo>
                      <a:pt x="2386" y="552"/>
                    </a:lnTo>
                    <a:lnTo>
                      <a:pt x="2207" y="671"/>
                    </a:lnTo>
                    <a:lnTo>
                      <a:pt x="2013" y="791"/>
                    </a:lnTo>
                    <a:lnTo>
                      <a:pt x="1834" y="910"/>
                    </a:lnTo>
                    <a:lnTo>
                      <a:pt x="1670" y="1044"/>
                    </a:lnTo>
                    <a:lnTo>
                      <a:pt x="1506" y="1193"/>
                    </a:lnTo>
                    <a:lnTo>
                      <a:pt x="1343" y="1342"/>
                    </a:lnTo>
                    <a:lnTo>
                      <a:pt x="1193" y="1506"/>
                    </a:lnTo>
                    <a:lnTo>
                      <a:pt x="1044" y="1670"/>
                    </a:lnTo>
                    <a:lnTo>
                      <a:pt x="910" y="1834"/>
                    </a:lnTo>
                    <a:lnTo>
                      <a:pt x="791" y="2013"/>
                    </a:lnTo>
                    <a:lnTo>
                      <a:pt x="672" y="2207"/>
                    </a:lnTo>
                    <a:lnTo>
                      <a:pt x="552" y="2386"/>
                    </a:lnTo>
                    <a:lnTo>
                      <a:pt x="463" y="2594"/>
                    </a:lnTo>
                    <a:lnTo>
                      <a:pt x="359" y="2788"/>
                    </a:lnTo>
                    <a:lnTo>
                      <a:pt x="284" y="2997"/>
                    </a:lnTo>
                    <a:lnTo>
                      <a:pt x="209" y="3206"/>
                    </a:lnTo>
                    <a:lnTo>
                      <a:pt x="150" y="3429"/>
                    </a:lnTo>
                    <a:lnTo>
                      <a:pt x="105" y="3638"/>
                    </a:lnTo>
                    <a:lnTo>
                      <a:pt x="60" y="3862"/>
                    </a:lnTo>
                    <a:lnTo>
                      <a:pt x="31" y="4100"/>
                    </a:lnTo>
                    <a:lnTo>
                      <a:pt x="16" y="4324"/>
                    </a:lnTo>
                    <a:lnTo>
                      <a:pt x="1" y="4562"/>
                    </a:lnTo>
                    <a:lnTo>
                      <a:pt x="16" y="4771"/>
                    </a:lnTo>
                    <a:lnTo>
                      <a:pt x="31" y="4980"/>
                    </a:lnTo>
                    <a:lnTo>
                      <a:pt x="45" y="5189"/>
                    </a:lnTo>
                    <a:lnTo>
                      <a:pt x="90" y="5397"/>
                    </a:lnTo>
                    <a:lnTo>
                      <a:pt x="120" y="5606"/>
                    </a:lnTo>
                    <a:lnTo>
                      <a:pt x="180" y="5800"/>
                    </a:lnTo>
                    <a:lnTo>
                      <a:pt x="239" y="5994"/>
                    </a:lnTo>
                    <a:lnTo>
                      <a:pt x="299" y="6187"/>
                    </a:lnTo>
                    <a:lnTo>
                      <a:pt x="373" y="6366"/>
                    </a:lnTo>
                    <a:lnTo>
                      <a:pt x="463" y="6545"/>
                    </a:lnTo>
                    <a:lnTo>
                      <a:pt x="657" y="6903"/>
                    </a:lnTo>
                    <a:lnTo>
                      <a:pt x="880" y="7231"/>
                    </a:lnTo>
                    <a:lnTo>
                      <a:pt x="1119" y="7544"/>
                    </a:lnTo>
                    <a:lnTo>
                      <a:pt x="1134" y="7544"/>
                    </a:lnTo>
                    <a:lnTo>
                      <a:pt x="1477" y="7589"/>
                    </a:lnTo>
                    <a:lnTo>
                      <a:pt x="1820" y="7604"/>
                    </a:lnTo>
                    <a:lnTo>
                      <a:pt x="2058" y="7589"/>
                    </a:lnTo>
                    <a:lnTo>
                      <a:pt x="2282" y="7574"/>
                    </a:lnTo>
                    <a:lnTo>
                      <a:pt x="2520" y="7544"/>
                    </a:lnTo>
                    <a:lnTo>
                      <a:pt x="2744" y="7514"/>
                    </a:lnTo>
                    <a:lnTo>
                      <a:pt x="2953" y="7455"/>
                    </a:lnTo>
                    <a:lnTo>
                      <a:pt x="3176" y="7395"/>
                    </a:lnTo>
                    <a:lnTo>
                      <a:pt x="3385" y="7320"/>
                    </a:lnTo>
                    <a:lnTo>
                      <a:pt x="3594" y="7246"/>
                    </a:lnTo>
                    <a:lnTo>
                      <a:pt x="3802" y="7156"/>
                    </a:lnTo>
                    <a:lnTo>
                      <a:pt x="3996" y="7052"/>
                    </a:lnTo>
                    <a:lnTo>
                      <a:pt x="4190" y="6948"/>
                    </a:lnTo>
                    <a:lnTo>
                      <a:pt x="4369" y="6828"/>
                    </a:lnTo>
                    <a:lnTo>
                      <a:pt x="4548" y="6694"/>
                    </a:lnTo>
                    <a:lnTo>
                      <a:pt x="4727" y="6560"/>
                    </a:lnTo>
                    <a:lnTo>
                      <a:pt x="4891" y="6411"/>
                    </a:lnTo>
                    <a:lnTo>
                      <a:pt x="5040" y="6262"/>
                    </a:lnTo>
                    <a:lnTo>
                      <a:pt x="5189" y="6113"/>
                    </a:lnTo>
                    <a:lnTo>
                      <a:pt x="5338" y="5949"/>
                    </a:lnTo>
                    <a:lnTo>
                      <a:pt x="5472" y="5770"/>
                    </a:lnTo>
                    <a:lnTo>
                      <a:pt x="5606" y="5591"/>
                    </a:lnTo>
                    <a:lnTo>
                      <a:pt x="5726" y="5412"/>
                    </a:lnTo>
                    <a:lnTo>
                      <a:pt x="5830" y="5218"/>
                    </a:lnTo>
                    <a:lnTo>
                      <a:pt x="5934" y="5025"/>
                    </a:lnTo>
                    <a:lnTo>
                      <a:pt x="6024" y="4816"/>
                    </a:lnTo>
                    <a:lnTo>
                      <a:pt x="6098" y="4607"/>
                    </a:lnTo>
                    <a:lnTo>
                      <a:pt x="6173" y="4398"/>
                    </a:lnTo>
                    <a:lnTo>
                      <a:pt x="6232" y="4190"/>
                    </a:lnTo>
                    <a:lnTo>
                      <a:pt x="6292" y="3966"/>
                    </a:lnTo>
                    <a:lnTo>
                      <a:pt x="6322" y="3742"/>
                    </a:lnTo>
                    <a:lnTo>
                      <a:pt x="6352" y="3504"/>
                    </a:lnTo>
                    <a:lnTo>
                      <a:pt x="6367" y="3280"/>
                    </a:lnTo>
                    <a:lnTo>
                      <a:pt x="6382" y="3042"/>
                    </a:lnTo>
                    <a:lnTo>
                      <a:pt x="6367" y="2833"/>
                    </a:lnTo>
                    <a:lnTo>
                      <a:pt x="6367" y="2624"/>
                    </a:lnTo>
                    <a:lnTo>
                      <a:pt x="6337" y="2416"/>
                    </a:lnTo>
                    <a:lnTo>
                      <a:pt x="6307" y="2207"/>
                    </a:lnTo>
                    <a:lnTo>
                      <a:pt x="6262" y="2013"/>
                    </a:lnTo>
                    <a:lnTo>
                      <a:pt x="6203" y="1804"/>
                    </a:lnTo>
                    <a:lnTo>
                      <a:pt x="6143" y="1611"/>
                    </a:lnTo>
                    <a:lnTo>
                      <a:pt x="6083" y="1417"/>
                    </a:lnTo>
                    <a:lnTo>
                      <a:pt x="6009" y="1238"/>
                    </a:lnTo>
                    <a:lnTo>
                      <a:pt x="5919" y="1059"/>
                    </a:lnTo>
                    <a:lnTo>
                      <a:pt x="5726" y="701"/>
                    </a:lnTo>
                    <a:lnTo>
                      <a:pt x="5502" y="373"/>
                    </a:lnTo>
                    <a:lnTo>
                      <a:pt x="5263" y="60"/>
                    </a:lnTo>
                    <a:lnTo>
                      <a:pt x="4921" y="15"/>
                    </a:lnTo>
                    <a:lnTo>
                      <a:pt x="456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2"/>
              <p:cNvSpPr/>
              <p:nvPr/>
            </p:nvSpPr>
            <p:spPr>
              <a:xfrm>
                <a:off x="2919966" y="3825931"/>
                <a:ext cx="138403" cy="138176"/>
              </a:xfrm>
              <a:custGeom>
                <a:rect b="b" l="l" r="r" t="t"/>
                <a:pathLst>
                  <a:path extrusionOk="0" h="9110" w="9125">
                    <a:moveTo>
                      <a:pt x="4324" y="0"/>
                    </a:moveTo>
                    <a:lnTo>
                      <a:pt x="4101" y="15"/>
                    </a:lnTo>
                    <a:lnTo>
                      <a:pt x="3862" y="45"/>
                    </a:lnTo>
                    <a:lnTo>
                      <a:pt x="3638" y="90"/>
                    </a:lnTo>
                    <a:lnTo>
                      <a:pt x="3430" y="135"/>
                    </a:lnTo>
                    <a:lnTo>
                      <a:pt x="3206" y="194"/>
                    </a:lnTo>
                    <a:lnTo>
                      <a:pt x="2997" y="269"/>
                    </a:lnTo>
                    <a:lnTo>
                      <a:pt x="2789" y="358"/>
                    </a:lnTo>
                    <a:lnTo>
                      <a:pt x="2580" y="448"/>
                    </a:lnTo>
                    <a:lnTo>
                      <a:pt x="2386" y="552"/>
                    </a:lnTo>
                    <a:lnTo>
                      <a:pt x="2207" y="656"/>
                    </a:lnTo>
                    <a:lnTo>
                      <a:pt x="2013" y="776"/>
                    </a:lnTo>
                    <a:lnTo>
                      <a:pt x="1834" y="895"/>
                    </a:lnTo>
                    <a:lnTo>
                      <a:pt x="1670" y="1044"/>
                    </a:lnTo>
                    <a:lnTo>
                      <a:pt x="1492" y="1178"/>
                    </a:lnTo>
                    <a:lnTo>
                      <a:pt x="1342" y="1327"/>
                    </a:lnTo>
                    <a:lnTo>
                      <a:pt x="1193" y="1491"/>
                    </a:lnTo>
                    <a:lnTo>
                      <a:pt x="1044" y="1655"/>
                    </a:lnTo>
                    <a:lnTo>
                      <a:pt x="910" y="1819"/>
                    </a:lnTo>
                    <a:lnTo>
                      <a:pt x="791" y="1998"/>
                    </a:lnTo>
                    <a:lnTo>
                      <a:pt x="672" y="2192"/>
                    </a:lnTo>
                    <a:lnTo>
                      <a:pt x="552" y="2386"/>
                    </a:lnTo>
                    <a:lnTo>
                      <a:pt x="463" y="2580"/>
                    </a:lnTo>
                    <a:lnTo>
                      <a:pt x="359" y="2773"/>
                    </a:lnTo>
                    <a:lnTo>
                      <a:pt x="284" y="2982"/>
                    </a:lnTo>
                    <a:lnTo>
                      <a:pt x="209" y="3191"/>
                    </a:lnTo>
                    <a:lnTo>
                      <a:pt x="150" y="3415"/>
                    </a:lnTo>
                    <a:lnTo>
                      <a:pt x="105" y="3638"/>
                    </a:lnTo>
                    <a:lnTo>
                      <a:pt x="60" y="3862"/>
                    </a:lnTo>
                    <a:lnTo>
                      <a:pt x="31" y="4085"/>
                    </a:lnTo>
                    <a:lnTo>
                      <a:pt x="16" y="4324"/>
                    </a:lnTo>
                    <a:lnTo>
                      <a:pt x="1" y="4548"/>
                    </a:lnTo>
                    <a:lnTo>
                      <a:pt x="16" y="4771"/>
                    </a:lnTo>
                    <a:lnTo>
                      <a:pt x="31" y="4980"/>
                    </a:lnTo>
                    <a:lnTo>
                      <a:pt x="45" y="5189"/>
                    </a:lnTo>
                    <a:lnTo>
                      <a:pt x="90" y="5382"/>
                    </a:lnTo>
                    <a:lnTo>
                      <a:pt x="120" y="5591"/>
                    </a:lnTo>
                    <a:lnTo>
                      <a:pt x="180" y="5785"/>
                    </a:lnTo>
                    <a:lnTo>
                      <a:pt x="239" y="5979"/>
                    </a:lnTo>
                    <a:lnTo>
                      <a:pt x="299" y="6173"/>
                    </a:lnTo>
                    <a:lnTo>
                      <a:pt x="373" y="6366"/>
                    </a:lnTo>
                    <a:lnTo>
                      <a:pt x="463" y="6545"/>
                    </a:lnTo>
                    <a:lnTo>
                      <a:pt x="657" y="6888"/>
                    </a:lnTo>
                    <a:lnTo>
                      <a:pt x="880" y="7231"/>
                    </a:lnTo>
                    <a:lnTo>
                      <a:pt x="1119" y="7544"/>
                    </a:lnTo>
                    <a:lnTo>
                      <a:pt x="1283" y="7708"/>
                    </a:lnTo>
                    <a:lnTo>
                      <a:pt x="1462" y="7887"/>
                    </a:lnTo>
                    <a:lnTo>
                      <a:pt x="1641" y="8036"/>
                    </a:lnTo>
                    <a:lnTo>
                      <a:pt x="1820" y="8185"/>
                    </a:lnTo>
                    <a:lnTo>
                      <a:pt x="2013" y="8334"/>
                    </a:lnTo>
                    <a:lnTo>
                      <a:pt x="2222" y="8454"/>
                    </a:lnTo>
                    <a:lnTo>
                      <a:pt x="2431" y="8573"/>
                    </a:lnTo>
                    <a:lnTo>
                      <a:pt x="2640" y="8677"/>
                    </a:lnTo>
                    <a:lnTo>
                      <a:pt x="2863" y="8782"/>
                    </a:lnTo>
                    <a:lnTo>
                      <a:pt x="3087" y="8871"/>
                    </a:lnTo>
                    <a:lnTo>
                      <a:pt x="3325" y="8931"/>
                    </a:lnTo>
                    <a:lnTo>
                      <a:pt x="3564" y="9005"/>
                    </a:lnTo>
                    <a:lnTo>
                      <a:pt x="3802" y="9050"/>
                    </a:lnTo>
                    <a:lnTo>
                      <a:pt x="4056" y="9080"/>
                    </a:lnTo>
                    <a:lnTo>
                      <a:pt x="4309" y="9095"/>
                    </a:lnTo>
                    <a:lnTo>
                      <a:pt x="4563" y="9110"/>
                    </a:lnTo>
                    <a:lnTo>
                      <a:pt x="4801" y="9095"/>
                    </a:lnTo>
                    <a:lnTo>
                      <a:pt x="5025" y="9080"/>
                    </a:lnTo>
                    <a:lnTo>
                      <a:pt x="5263" y="9050"/>
                    </a:lnTo>
                    <a:lnTo>
                      <a:pt x="5487" y="9020"/>
                    </a:lnTo>
                    <a:lnTo>
                      <a:pt x="5696" y="8960"/>
                    </a:lnTo>
                    <a:lnTo>
                      <a:pt x="5919" y="8901"/>
                    </a:lnTo>
                    <a:lnTo>
                      <a:pt x="6128" y="8826"/>
                    </a:lnTo>
                    <a:lnTo>
                      <a:pt x="6337" y="8752"/>
                    </a:lnTo>
                    <a:lnTo>
                      <a:pt x="6546" y="8662"/>
                    </a:lnTo>
                    <a:lnTo>
                      <a:pt x="6739" y="8558"/>
                    </a:lnTo>
                    <a:lnTo>
                      <a:pt x="6918" y="8454"/>
                    </a:lnTo>
                    <a:lnTo>
                      <a:pt x="7112" y="8334"/>
                    </a:lnTo>
                    <a:lnTo>
                      <a:pt x="7291" y="8200"/>
                    </a:lnTo>
                    <a:lnTo>
                      <a:pt x="7455" y="8066"/>
                    </a:lnTo>
                    <a:lnTo>
                      <a:pt x="7634" y="7932"/>
                    </a:lnTo>
                    <a:lnTo>
                      <a:pt x="7783" y="7768"/>
                    </a:lnTo>
                    <a:lnTo>
                      <a:pt x="7932" y="7619"/>
                    </a:lnTo>
                    <a:lnTo>
                      <a:pt x="8081" y="7455"/>
                    </a:lnTo>
                    <a:lnTo>
                      <a:pt x="8215" y="7276"/>
                    </a:lnTo>
                    <a:lnTo>
                      <a:pt x="8335" y="7097"/>
                    </a:lnTo>
                    <a:lnTo>
                      <a:pt x="8454" y="6918"/>
                    </a:lnTo>
                    <a:lnTo>
                      <a:pt x="8573" y="6724"/>
                    </a:lnTo>
                    <a:lnTo>
                      <a:pt x="8663" y="6530"/>
                    </a:lnTo>
                    <a:lnTo>
                      <a:pt x="8767" y="6322"/>
                    </a:lnTo>
                    <a:lnTo>
                      <a:pt x="8841" y="6113"/>
                    </a:lnTo>
                    <a:lnTo>
                      <a:pt x="8916" y="5904"/>
                    </a:lnTo>
                    <a:lnTo>
                      <a:pt x="8976" y="5695"/>
                    </a:lnTo>
                    <a:lnTo>
                      <a:pt x="9020" y="5472"/>
                    </a:lnTo>
                    <a:lnTo>
                      <a:pt x="9065" y="5248"/>
                    </a:lnTo>
                    <a:lnTo>
                      <a:pt x="9095" y="5025"/>
                    </a:lnTo>
                    <a:lnTo>
                      <a:pt x="9110" y="4786"/>
                    </a:lnTo>
                    <a:lnTo>
                      <a:pt x="9125" y="4548"/>
                    </a:lnTo>
                    <a:lnTo>
                      <a:pt x="9110" y="4339"/>
                    </a:lnTo>
                    <a:lnTo>
                      <a:pt x="9095" y="4130"/>
                    </a:lnTo>
                    <a:lnTo>
                      <a:pt x="9080" y="3921"/>
                    </a:lnTo>
                    <a:lnTo>
                      <a:pt x="9035" y="3713"/>
                    </a:lnTo>
                    <a:lnTo>
                      <a:pt x="9005" y="3519"/>
                    </a:lnTo>
                    <a:lnTo>
                      <a:pt x="8946" y="3325"/>
                    </a:lnTo>
                    <a:lnTo>
                      <a:pt x="8886" y="3131"/>
                    </a:lnTo>
                    <a:lnTo>
                      <a:pt x="8827" y="2937"/>
                    </a:lnTo>
                    <a:lnTo>
                      <a:pt x="8752" y="2744"/>
                    </a:lnTo>
                    <a:lnTo>
                      <a:pt x="8663" y="2565"/>
                    </a:lnTo>
                    <a:lnTo>
                      <a:pt x="8469" y="2207"/>
                    </a:lnTo>
                    <a:lnTo>
                      <a:pt x="8260" y="1879"/>
                    </a:lnTo>
                    <a:lnTo>
                      <a:pt x="8007" y="1566"/>
                    </a:lnTo>
                    <a:lnTo>
                      <a:pt x="7738" y="1283"/>
                    </a:lnTo>
                    <a:lnTo>
                      <a:pt x="7440" y="1014"/>
                    </a:lnTo>
                    <a:lnTo>
                      <a:pt x="7127" y="776"/>
                    </a:lnTo>
                    <a:lnTo>
                      <a:pt x="6784" y="567"/>
                    </a:lnTo>
                    <a:lnTo>
                      <a:pt x="6426" y="388"/>
                    </a:lnTo>
                    <a:lnTo>
                      <a:pt x="6247" y="314"/>
                    </a:lnTo>
                    <a:lnTo>
                      <a:pt x="6054" y="239"/>
                    </a:lnTo>
                    <a:lnTo>
                      <a:pt x="5860" y="179"/>
                    </a:lnTo>
                    <a:lnTo>
                      <a:pt x="5666" y="135"/>
                    </a:lnTo>
                    <a:lnTo>
                      <a:pt x="5457" y="90"/>
                    </a:lnTo>
                    <a:lnTo>
                      <a:pt x="5263" y="45"/>
                    </a:lnTo>
                    <a:lnTo>
                      <a:pt x="4920" y="15"/>
                    </a:lnTo>
                    <a:lnTo>
                      <a:pt x="4563" y="0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2"/>
              <p:cNvSpPr/>
              <p:nvPr/>
            </p:nvSpPr>
            <p:spPr>
              <a:xfrm>
                <a:off x="2919966" y="3825931"/>
                <a:ext cx="96799" cy="115106"/>
              </a:xfrm>
              <a:custGeom>
                <a:rect b="b" l="l" r="r" t="t"/>
                <a:pathLst>
                  <a:path extrusionOk="0" h="7589" w="6382">
                    <a:moveTo>
                      <a:pt x="4324" y="0"/>
                    </a:moveTo>
                    <a:lnTo>
                      <a:pt x="4101" y="15"/>
                    </a:lnTo>
                    <a:lnTo>
                      <a:pt x="3862" y="45"/>
                    </a:lnTo>
                    <a:lnTo>
                      <a:pt x="3638" y="90"/>
                    </a:lnTo>
                    <a:lnTo>
                      <a:pt x="3430" y="135"/>
                    </a:lnTo>
                    <a:lnTo>
                      <a:pt x="3206" y="194"/>
                    </a:lnTo>
                    <a:lnTo>
                      <a:pt x="2997" y="269"/>
                    </a:lnTo>
                    <a:lnTo>
                      <a:pt x="2789" y="358"/>
                    </a:lnTo>
                    <a:lnTo>
                      <a:pt x="2580" y="448"/>
                    </a:lnTo>
                    <a:lnTo>
                      <a:pt x="2386" y="552"/>
                    </a:lnTo>
                    <a:lnTo>
                      <a:pt x="2207" y="656"/>
                    </a:lnTo>
                    <a:lnTo>
                      <a:pt x="2013" y="776"/>
                    </a:lnTo>
                    <a:lnTo>
                      <a:pt x="1834" y="895"/>
                    </a:lnTo>
                    <a:lnTo>
                      <a:pt x="1670" y="1044"/>
                    </a:lnTo>
                    <a:lnTo>
                      <a:pt x="1492" y="1178"/>
                    </a:lnTo>
                    <a:lnTo>
                      <a:pt x="1342" y="1327"/>
                    </a:lnTo>
                    <a:lnTo>
                      <a:pt x="1193" y="1491"/>
                    </a:lnTo>
                    <a:lnTo>
                      <a:pt x="1044" y="1655"/>
                    </a:lnTo>
                    <a:lnTo>
                      <a:pt x="910" y="1819"/>
                    </a:lnTo>
                    <a:lnTo>
                      <a:pt x="791" y="1998"/>
                    </a:lnTo>
                    <a:lnTo>
                      <a:pt x="672" y="2192"/>
                    </a:lnTo>
                    <a:lnTo>
                      <a:pt x="552" y="2386"/>
                    </a:lnTo>
                    <a:lnTo>
                      <a:pt x="463" y="2580"/>
                    </a:lnTo>
                    <a:lnTo>
                      <a:pt x="359" y="2773"/>
                    </a:lnTo>
                    <a:lnTo>
                      <a:pt x="284" y="2982"/>
                    </a:lnTo>
                    <a:lnTo>
                      <a:pt x="209" y="3191"/>
                    </a:lnTo>
                    <a:lnTo>
                      <a:pt x="150" y="3415"/>
                    </a:lnTo>
                    <a:lnTo>
                      <a:pt x="105" y="3638"/>
                    </a:lnTo>
                    <a:lnTo>
                      <a:pt x="60" y="3862"/>
                    </a:lnTo>
                    <a:lnTo>
                      <a:pt x="31" y="4085"/>
                    </a:lnTo>
                    <a:lnTo>
                      <a:pt x="16" y="4324"/>
                    </a:lnTo>
                    <a:lnTo>
                      <a:pt x="1" y="4548"/>
                    </a:lnTo>
                    <a:lnTo>
                      <a:pt x="16" y="4771"/>
                    </a:lnTo>
                    <a:lnTo>
                      <a:pt x="31" y="4980"/>
                    </a:lnTo>
                    <a:lnTo>
                      <a:pt x="45" y="5189"/>
                    </a:lnTo>
                    <a:lnTo>
                      <a:pt x="90" y="5382"/>
                    </a:lnTo>
                    <a:lnTo>
                      <a:pt x="120" y="5591"/>
                    </a:lnTo>
                    <a:lnTo>
                      <a:pt x="180" y="5785"/>
                    </a:lnTo>
                    <a:lnTo>
                      <a:pt x="239" y="5979"/>
                    </a:lnTo>
                    <a:lnTo>
                      <a:pt x="299" y="6173"/>
                    </a:lnTo>
                    <a:lnTo>
                      <a:pt x="373" y="6366"/>
                    </a:lnTo>
                    <a:lnTo>
                      <a:pt x="463" y="6545"/>
                    </a:lnTo>
                    <a:lnTo>
                      <a:pt x="657" y="6888"/>
                    </a:lnTo>
                    <a:lnTo>
                      <a:pt x="880" y="7231"/>
                    </a:lnTo>
                    <a:lnTo>
                      <a:pt x="1119" y="7544"/>
                    </a:lnTo>
                    <a:lnTo>
                      <a:pt x="1462" y="7574"/>
                    </a:lnTo>
                    <a:lnTo>
                      <a:pt x="1820" y="7589"/>
                    </a:lnTo>
                    <a:lnTo>
                      <a:pt x="2058" y="7589"/>
                    </a:lnTo>
                    <a:lnTo>
                      <a:pt x="2282" y="7574"/>
                    </a:lnTo>
                    <a:lnTo>
                      <a:pt x="2505" y="7544"/>
                    </a:lnTo>
                    <a:lnTo>
                      <a:pt x="2744" y="7499"/>
                    </a:lnTo>
                    <a:lnTo>
                      <a:pt x="2953" y="7440"/>
                    </a:lnTo>
                    <a:lnTo>
                      <a:pt x="3176" y="7380"/>
                    </a:lnTo>
                    <a:lnTo>
                      <a:pt x="3385" y="7321"/>
                    </a:lnTo>
                    <a:lnTo>
                      <a:pt x="3594" y="7231"/>
                    </a:lnTo>
                    <a:lnTo>
                      <a:pt x="3787" y="7142"/>
                    </a:lnTo>
                    <a:lnTo>
                      <a:pt x="3996" y="7037"/>
                    </a:lnTo>
                    <a:lnTo>
                      <a:pt x="4175" y="6933"/>
                    </a:lnTo>
                    <a:lnTo>
                      <a:pt x="4369" y="6814"/>
                    </a:lnTo>
                    <a:lnTo>
                      <a:pt x="4548" y="6679"/>
                    </a:lnTo>
                    <a:lnTo>
                      <a:pt x="4712" y="6545"/>
                    </a:lnTo>
                    <a:lnTo>
                      <a:pt x="4891" y="6411"/>
                    </a:lnTo>
                    <a:lnTo>
                      <a:pt x="5040" y="6262"/>
                    </a:lnTo>
                    <a:lnTo>
                      <a:pt x="5189" y="6098"/>
                    </a:lnTo>
                    <a:lnTo>
                      <a:pt x="5338" y="5934"/>
                    </a:lnTo>
                    <a:lnTo>
                      <a:pt x="5472" y="5755"/>
                    </a:lnTo>
                    <a:lnTo>
                      <a:pt x="5606" y="5576"/>
                    </a:lnTo>
                    <a:lnTo>
                      <a:pt x="5711" y="5397"/>
                    </a:lnTo>
                    <a:lnTo>
                      <a:pt x="5830" y="5204"/>
                    </a:lnTo>
                    <a:lnTo>
                      <a:pt x="5934" y="5010"/>
                    </a:lnTo>
                    <a:lnTo>
                      <a:pt x="6024" y="4801"/>
                    </a:lnTo>
                    <a:lnTo>
                      <a:pt x="6098" y="4607"/>
                    </a:lnTo>
                    <a:lnTo>
                      <a:pt x="6173" y="4384"/>
                    </a:lnTo>
                    <a:lnTo>
                      <a:pt x="6232" y="4175"/>
                    </a:lnTo>
                    <a:lnTo>
                      <a:pt x="6292" y="3951"/>
                    </a:lnTo>
                    <a:lnTo>
                      <a:pt x="6322" y="3728"/>
                    </a:lnTo>
                    <a:lnTo>
                      <a:pt x="6352" y="3504"/>
                    </a:lnTo>
                    <a:lnTo>
                      <a:pt x="6367" y="3265"/>
                    </a:lnTo>
                    <a:lnTo>
                      <a:pt x="6382" y="3027"/>
                    </a:lnTo>
                    <a:lnTo>
                      <a:pt x="6367" y="2818"/>
                    </a:lnTo>
                    <a:lnTo>
                      <a:pt x="6352" y="2609"/>
                    </a:lnTo>
                    <a:lnTo>
                      <a:pt x="6337" y="2401"/>
                    </a:lnTo>
                    <a:lnTo>
                      <a:pt x="6307" y="2192"/>
                    </a:lnTo>
                    <a:lnTo>
                      <a:pt x="6262" y="1998"/>
                    </a:lnTo>
                    <a:lnTo>
                      <a:pt x="6203" y="1804"/>
                    </a:lnTo>
                    <a:lnTo>
                      <a:pt x="6143" y="1596"/>
                    </a:lnTo>
                    <a:lnTo>
                      <a:pt x="6083" y="1417"/>
                    </a:lnTo>
                    <a:lnTo>
                      <a:pt x="6009" y="1223"/>
                    </a:lnTo>
                    <a:lnTo>
                      <a:pt x="5919" y="1044"/>
                    </a:lnTo>
                    <a:lnTo>
                      <a:pt x="5726" y="686"/>
                    </a:lnTo>
                    <a:lnTo>
                      <a:pt x="5502" y="358"/>
                    </a:lnTo>
                    <a:lnTo>
                      <a:pt x="5263" y="45"/>
                    </a:lnTo>
                    <a:lnTo>
                      <a:pt x="4920" y="15"/>
                    </a:lnTo>
                    <a:lnTo>
                      <a:pt x="456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2"/>
              <p:cNvSpPr/>
              <p:nvPr/>
            </p:nvSpPr>
            <p:spPr>
              <a:xfrm>
                <a:off x="3020587" y="3848318"/>
                <a:ext cx="138191" cy="138176"/>
              </a:xfrm>
              <a:custGeom>
                <a:rect b="b" l="l" r="r" t="t"/>
                <a:pathLst>
                  <a:path extrusionOk="0" h="9110" w="9111">
                    <a:moveTo>
                      <a:pt x="4324" y="0"/>
                    </a:moveTo>
                    <a:lnTo>
                      <a:pt x="4086" y="15"/>
                    </a:lnTo>
                    <a:lnTo>
                      <a:pt x="3862" y="45"/>
                    </a:lnTo>
                    <a:lnTo>
                      <a:pt x="3639" y="90"/>
                    </a:lnTo>
                    <a:lnTo>
                      <a:pt x="3415" y="135"/>
                    </a:lnTo>
                    <a:lnTo>
                      <a:pt x="3206" y="209"/>
                    </a:lnTo>
                    <a:lnTo>
                      <a:pt x="2983" y="269"/>
                    </a:lnTo>
                    <a:lnTo>
                      <a:pt x="2774" y="358"/>
                    </a:lnTo>
                    <a:lnTo>
                      <a:pt x="2580" y="448"/>
                    </a:lnTo>
                    <a:lnTo>
                      <a:pt x="2386" y="552"/>
                    </a:lnTo>
                    <a:lnTo>
                      <a:pt x="2193" y="656"/>
                    </a:lnTo>
                    <a:lnTo>
                      <a:pt x="2014" y="776"/>
                    </a:lnTo>
                    <a:lnTo>
                      <a:pt x="1835" y="910"/>
                    </a:lnTo>
                    <a:lnTo>
                      <a:pt x="1656" y="1044"/>
                    </a:lnTo>
                    <a:lnTo>
                      <a:pt x="1492" y="1178"/>
                    </a:lnTo>
                    <a:lnTo>
                      <a:pt x="1328" y="1327"/>
                    </a:lnTo>
                    <a:lnTo>
                      <a:pt x="1179" y="1491"/>
                    </a:lnTo>
                    <a:lnTo>
                      <a:pt x="1045" y="1655"/>
                    </a:lnTo>
                    <a:lnTo>
                      <a:pt x="910" y="1834"/>
                    </a:lnTo>
                    <a:lnTo>
                      <a:pt x="776" y="2013"/>
                    </a:lnTo>
                    <a:lnTo>
                      <a:pt x="657" y="2192"/>
                    </a:lnTo>
                    <a:lnTo>
                      <a:pt x="553" y="2386"/>
                    </a:lnTo>
                    <a:lnTo>
                      <a:pt x="448" y="2580"/>
                    </a:lnTo>
                    <a:lnTo>
                      <a:pt x="359" y="2788"/>
                    </a:lnTo>
                    <a:lnTo>
                      <a:pt x="269" y="2982"/>
                    </a:lnTo>
                    <a:lnTo>
                      <a:pt x="210" y="3206"/>
                    </a:lnTo>
                    <a:lnTo>
                      <a:pt x="135" y="3414"/>
                    </a:lnTo>
                    <a:lnTo>
                      <a:pt x="90" y="3638"/>
                    </a:lnTo>
                    <a:lnTo>
                      <a:pt x="46" y="3862"/>
                    </a:lnTo>
                    <a:lnTo>
                      <a:pt x="16" y="4085"/>
                    </a:lnTo>
                    <a:lnTo>
                      <a:pt x="1" y="4324"/>
                    </a:lnTo>
                    <a:lnTo>
                      <a:pt x="1" y="4547"/>
                    </a:lnTo>
                    <a:lnTo>
                      <a:pt x="1" y="4771"/>
                    </a:lnTo>
                    <a:lnTo>
                      <a:pt x="16" y="4980"/>
                    </a:lnTo>
                    <a:lnTo>
                      <a:pt x="46" y="5189"/>
                    </a:lnTo>
                    <a:lnTo>
                      <a:pt x="76" y="5382"/>
                    </a:lnTo>
                    <a:lnTo>
                      <a:pt x="120" y="5591"/>
                    </a:lnTo>
                    <a:lnTo>
                      <a:pt x="165" y="5785"/>
                    </a:lnTo>
                    <a:lnTo>
                      <a:pt x="225" y="5979"/>
                    </a:lnTo>
                    <a:lnTo>
                      <a:pt x="299" y="6172"/>
                    </a:lnTo>
                    <a:lnTo>
                      <a:pt x="374" y="6366"/>
                    </a:lnTo>
                    <a:lnTo>
                      <a:pt x="448" y="6545"/>
                    </a:lnTo>
                    <a:lnTo>
                      <a:pt x="642" y="6903"/>
                    </a:lnTo>
                    <a:lnTo>
                      <a:pt x="866" y="7231"/>
                    </a:lnTo>
                    <a:lnTo>
                      <a:pt x="1119" y="7544"/>
                    </a:lnTo>
                    <a:lnTo>
                      <a:pt x="1283" y="7723"/>
                    </a:lnTo>
                    <a:lnTo>
                      <a:pt x="1447" y="7887"/>
                    </a:lnTo>
                    <a:lnTo>
                      <a:pt x="1626" y="8036"/>
                    </a:lnTo>
                    <a:lnTo>
                      <a:pt x="1805" y="8185"/>
                    </a:lnTo>
                    <a:lnTo>
                      <a:pt x="1999" y="8334"/>
                    </a:lnTo>
                    <a:lnTo>
                      <a:pt x="2207" y="8453"/>
                    </a:lnTo>
                    <a:lnTo>
                      <a:pt x="2416" y="8573"/>
                    </a:lnTo>
                    <a:lnTo>
                      <a:pt x="2640" y="8692"/>
                    </a:lnTo>
                    <a:lnTo>
                      <a:pt x="2848" y="8781"/>
                    </a:lnTo>
                    <a:lnTo>
                      <a:pt x="3087" y="8871"/>
                    </a:lnTo>
                    <a:lnTo>
                      <a:pt x="3311" y="8945"/>
                    </a:lnTo>
                    <a:lnTo>
                      <a:pt x="3549" y="9005"/>
                    </a:lnTo>
                    <a:lnTo>
                      <a:pt x="3803" y="9050"/>
                    </a:lnTo>
                    <a:lnTo>
                      <a:pt x="4041" y="9080"/>
                    </a:lnTo>
                    <a:lnTo>
                      <a:pt x="4295" y="9109"/>
                    </a:lnTo>
                    <a:lnTo>
                      <a:pt x="4787" y="9109"/>
                    </a:lnTo>
                    <a:lnTo>
                      <a:pt x="5025" y="9080"/>
                    </a:lnTo>
                    <a:lnTo>
                      <a:pt x="5249" y="9065"/>
                    </a:lnTo>
                    <a:lnTo>
                      <a:pt x="5472" y="9020"/>
                    </a:lnTo>
                    <a:lnTo>
                      <a:pt x="5696" y="8960"/>
                    </a:lnTo>
                    <a:lnTo>
                      <a:pt x="5905" y="8901"/>
                    </a:lnTo>
                    <a:lnTo>
                      <a:pt x="6128" y="8841"/>
                    </a:lnTo>
                    <a:lnTo>
                      <a:pt x="6322" y="8752"/>
                    </a:lnTo>
                    <a:lnTo>
                      <a:pt x="6531" y="8662"/>
                    </a:lnTo>
                    <a:lnTo>
                      <a:pt x="6725" y="8558"/>
                    </a:lnTo>
                    <a:lnTo>
                      <a:pt x="6918" y="8453"/>
                    </a:lnTo>
                    <a:lnTo>
                      <a:pt x="7097" y="8334"/>
                    </a:lnTo>
                    <a:lnTo>
                      <a:pt x="7276" y="8200"/>
                    </a:lnTo>
                    <a:lnTo>
                      <a:pt x="7455" y="8066"/>
                    </a:lnTo>
                    <a:lnTo>
                      <a:pt x="7619" y="7932"/>
                    </a:lnTo>
                    <a:lnTo>
                      <a:pt x="7783" y="7783"/>
                    </a:lnTo>
                    <a:lnTo>
                      <a:pt x="7932" y="7619"/>
                    </a:lnTo>
                    <a:lnTo>
                      <a:pt x="8066" y="7455"/>
                    </a:lnTo>
                    <a:lnTo>
                      <a:pt x="8201" y="7276"/>
                    </a:lnTo>
                    <a:lnTo>
                      <a:pt x="8335" y="7097"/>
                    </a:lnTo>
                    <a:lnTo>
                      <a:pt x="8454" y="6918"/>
                    </a:lnTo>
                    <a:lnTo>
                      <a:pt x="8558" y="6724"/>
                    </a:lnTo>
                    <a:lnTo>
                      <a:pt x="8663" y="6530"/>
                    </a:lnTo>
                    <a:lnTo>
                      <a:pt x="8752" y="6322"/>
                    </a:lnTo>
                    <a:lnTo>
                      <a:pt x="8827" y="6128"/>
                    </a:lnTo>
                    <a:lnTo>
                      <a:pt x="8901" y="5904"/>
                    </a:lnTo>
                    <a:lnTo>
                      <a:pt x="8961" y="5695"/>
                    </a:lnTo>
                    <a:lnTo>
                      <a:pt x="9021" y="5472"/>
                    </a:lnTo>
                    <a:lnTo>
                      <a:pt x="9065" y="5248"/>
                    </a:lnTo>
                    <a:lnTo>
                      <a:pt x="9080" y="5025"/>
                    </a:lnTo>
                    <a:lnTo>
                      <a:pt x="9110" y="4786"/>
                    </a:lnTo>
                    <a:lnTo>
                      <a:pt x="9110" y="4547"/>
                    </a:lnTo>
                    <a:lnTo>
                      <a:pt x="9110" y="4339"/>
                    </a:lnTo>
                    <a:lnTo>
                      <a:pt x="9095" y="4130"/>
                    </a:lnTo>
                    <a:lnTo>
                      <a:pt x="9065" y="3921"/>
                    </a:lnTo>
                    <a:lnTo>
                      <a:pt x="9035" y="3728"/>
                    </a:lnTo>
                    <a:lnTo>
                      <a:pt x="8991" y="3519"/>
                    </a:lnTo>
                    <a:lnTo>
                      <a:pt x="8946" y="3325"/>
                    </a:lnTo>
                    <a:lnTo>
                      <a:pt x="8886" y="3131"/>
                    </a:lnTo>
                    <a:lnTo>
                      <a:pt x="8812" y="2937"/>
                    </a:lnTo>
                    <a:lnTo>
                      <a:pt x="8737" y="2744"/>
                    </a:lnTo>
                    <a:lnTo>
                      <a:pt x="8663" y="2565"/>
                    </a:lnTo>
                    <a:lnTo>
                      <a:pt x="8469" y="2222"/>
                    </a:lnTo>
                    <a:lnTo>
                      <a:pt x="8245" y="1879"/>
                    </a:lnTo>
                    <a:lnTo>
                      <a:pt x="8007" y="1566"/>
                    </a:lnTo>
                    <a:lnTo>
                      <a:pt x="7724" y="1283"/>
                    </a:lnTo>
                    <a:lnTo>
                      <a:pt x="7425" y="1014"/>
                    </a:lnTo>
                    <a:lnTo>
                      <a:pt x="7112" y="791"/>
                    </a:lnTo>
                    <a:lnTo>
                      <a:pt x="6769" y="582"/>
                    </a:lnTo>
                    <a:lnTo>
                      <a:pt x="6412" y="388"/>
                    </a:lnTo>
                    <a:lnTo>
                      <a:pt x="6233" y="313"/>
                    </a:lnTo>
                    <a:lnTo>
                      <a:pt x="6039" y="239"/>
                    </a:lnTo>
                    <a:lnTo>
                      <a:pt x="5845" y="179"/>
                    </a:lnTo>
                    <a:lnTo>
                      <a:pt x="5651" y="135"/>
                    </a:lnTo>
                    <a:lnTo>
                      <a:pt x="5457" y="90"/>
                    </a:lnTo>
                    <a:lnTo>
                      <a:pt x="5249" y="45"/>
                    </a:lnTo>
                    <a:lnTo>
                      <a:pt x="4906" y="15"/>
                    </a:lnTo>
                    <a:lnTo>
                      <a:pt x="4548" y="0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22"/>
              <p:cNvSpPr/>
              <p:nvPr/>
            </p:nvSpPr>
            <p:spPr>
              <a:xfrm>
                <a:off x="3020587" y="3848318"/>
                <a:ext cx="96571" cy="115106"/>
              </a:xfrm>
              <a:custGeom>
                <a:rect b="b" l="l" r="r" t="t"/>
                <a:pathLst>
                  <a:path extrusionOk="0" h="7589" w="6367">
                    <a:moveTo>
                      <a:pt x="4324" y="0"/>
                    </a:moveTo>
                    <a:lnTo>
                      <a:pt x="4086" y="15"/>
                    </a:lnTo>
                    <a:lnTo>
                      <a:pt x="3862" y="45"/>
                    </a:lnTo>
                    <a:lnTo>
                      <a:pt x="3639" y="90"/>
                    </a:lnTo>
                    <a:lnTo>
                      <a:pt x="3415" y="135"/>
                    </a:lnTo>
                    <a:lnTo>
                      <a:pt x="3206" y="209"/>
                    </a:lnTo>
                    <a:lnTo>
                      <a:pt x="2983" y="269"/>
                    </a:lnTo>
                    <a:lnTo>
                      <a:pt x="2774" y="358"/>
                    </a:lnTo>
                    <a:lnTo>
                      <a:pt x="2580" y="448"/>
                    </a:lnTo>
                    <a:lnTo>
                      <a:pt x="2386" y="552"/>
                    </a:lnTo>
                    <a:lnTo>
                      <a:pt x="2193" y="656"/>
                    </a:lnTo>
                    <a:lnTo>
                      <a:pt x="2014" y="776"/>
                    </a:lnTo>
                    <a:lnTo>
                      <a:pt x="1835" y="910"/>
                    </a:lnTo>
                    <a:lnTo>
                      <a:pt x="1656" y="1044"/>
                    </a:lnTo>
                    <a:lnTo>
                      <a:pt x="1492" y="1178"/>
                    </a:lnTo>
                    <a:lnTo>
                      <a:pt x="1328" y="1327"/>
                    </a:lnTo>
                    <a:lnTo>
                      <a:pt x="1179" y="1491"/>
                    </a:lnTo>
                    <a:lnTo>
                      <a:pt x="1045" y="1655"/>
                    </a:lnTo>
                    <a:lnTo>
                      <a:pt x="910" y="1834"/>
                    </a:lnTo>
                    <a:lnTo>
                      <a:pt x="776" y="2013"/>
                    </a:lnTo>
                    <a:lnTo>
                      <a:pt x="657" y="2192"/>
                    </a:lnTo>
                    <a:lnTo>
                      <a:pt x="553" y="2386"/>
                    </a:lnTo>
                    <a:lnTo>
                      <a:pt x="448" y="2580"/>
                    </a:lnTo>
                    <a:lnTo>
                      <a:pt x="359" y="2788"/>
                    </a:lnTo>
                    <a:lnTo>
                      <a:pt x="269" y="2982"/>
                    </a:lnTo>
                    <a:lnTo>
                      <a:pt x="210" y="3206"/>
                    </a:lnTo>
                    <a:lnTo>
                      <a:pt x="135" y="3414"/>
                    </a:lnTo>
                    <a:lnTo>
                      <a:pt x="90" y="3638"/>
                    </a:lnTo>
                    <a:lnTo>
                      <a:pt x="46" y="3862"/>
                    </a:lnTo>
                    <a:lnTo>
                      <a:pt x="16" y="4085"/>
                    </a:lnTo>
                    <a:lnTo>
                      <a:pt x="1" y="4324"/>
                    </a:lnTo>
                    <a:lnTo>
                      <a:pt x="1" y="4547"/>
                    </a:lnTo>
                    <a:lnTo>
                      <a:pt x="1" y="4771"/>
                    </a:lnTo>
                    <a:lnTo>
                      <a:pt x="16" y="4980"/>
                    </a:lnTo>
                    <a:lnTo>
                      <a:pt x="46" y="5189"/>
                    </a:lnTo>
                    <a:lnTo>
                      <a:pt x="76" y="5382"/>
                    </a:lnTo>
                    <a:lnTo>
                      <a:pt x="120" y="5591"/>
                    </a:lnTo>
                    <a:lnTo>
                      <a:pt x="165" y="5785"/>
                    </a:lnTo>
                    <a:lnTo>
                      <a:pt x="225" y="5979"/>
                    </a:lnTo>
                    <a:lnTo>
                      <a:pt x="299" y="6172"/>
                    </a:lnTo>
                    <a:lnTo>
                      <a:pt x="374" y="6366"/>
                    </a:lnTo>
                    <a:lnTo>
                      <a:pt x="448" y="6545"/>
                    </a:lnTo>
                    <a:lnTo>
                      <a:pt x="642" y="6903"/>
                    </a:lnTo>
                    <a:lnTo>
                      <a:pt x="866" y="7231"/>
                    </a:lnTo>
                    <a:lnTo>
                      <a:pt x="1119" y="7544"/>
                    </a:lnTo>
                    <a:lnTo>
                      <a:pt x="1462" y="7574"/>
                    </a:lnTo>
                    <a:lnTo>
                      <a:pt x="1805" y="7589"/>
                    </a:lnTo>
                    <a:lnTo>
                      <a:pt x="2043" y="7589"/>
                    </a:lnTo>
                    <a:lnTo>
                      <a:pt x="2282" y="7574"/>
                    </a:lnTo>
                    <a:lnTo>
                      <a:pt x="2506" y="7544"/>
                    </a:lnTo>
                    <a:lnTo>
                      <a:pt x="2729" y="7499"/>
                    </a:lnTo>
                    <a:lnTo>
                      <a:pt x="2953" y="7455"/>
                    </a:lnTo>
                    <a:lnTo>
                      <a:pt x="3162" y="7395"/>
                    </a:lnTo>
                    <a:lnTo>
                      <a:pt x="3370" y="7320"/>
                    </a:lnTo>
                    <a:lnTo>
                      <a:pt x="3579" y="7231"/>
                    </a:lnTo>
                    <a:lnTo>
                      <a:pt x="3788" y="7142"/>
                    </a:lnTo>
                    <a:lnTo>
                      <a:pt x="3982" y="7037"/>
                    </a:lnTo>
                    <a:lnTo>
                      <a:pt x="4175" y="6933"/>
                    </a:lnTo>
                    <a:lnTo>
                      <a:pt x="4354" y="6814"/>
                    </a:lnTo>
                    <a:lnTo>
                      <a:pt x="4533" y="6694"/>
                    </a:lnTo>
                    <a:lnTo>
                      <a:pt x="4712" y="6545"/>
                    </a:lnTo>
                    <a:lnTo>
                      <a:pt x="4876" y="6411"/>
                    </a:lnTo>
                    <a:lnTo>
                      <a:pt x="5040" y="6262"/>
                    </a:lnTo>
                    <a:lnTo>
                      <a:pt x="5189" y="6098"/>
                    </a:lnTo>
                    <a:lnTo>
                      <a:pt x="5323" y="5934"/>
                    </a:lnTo>
                    <a:lnTo>
                      <a:pt x="5457" y="5770"/>
                    </a:lnTo>
                    <a:lnTo>
                      <a:pt x="5592" y="5591"/>
                    </a:lnTo>
                    <a:lnTo>
                      <a:pt x="5711" y="5397"/>
                    </a:lnTo>
                    <a:lnTo>
                      <a:pt x="5815" y="5203"/>
                    </a:lnTo>
                    <a:lnTo>
                      <a:pt x="5920" y="5010"/>
                    </a:lnTo>
                    <a:lnTo>
                      <a:pt x="6009" y="4816"/>
                    </a:lnTo>
                    <a:lnTo>
                      <a:pt x="6099" y="4607"/>
                    </a:lnTo>
                    <a:lnTo>
                      <a:pt x="6158" y="4398"/>
                    </a:lnTo>
                    <a:lnTo>
                      <a:pt x="6233" y="4175"/>
                    </a:lnTo>
                    <a:lnTo>
                      <a:pt x="6277" y="3951"/>
                    </a:lnTo>
                    <a:lnTo>
                      <a:pt x="6322" y="3728"/>
                    </a:lnTo>
                    <a:lnTo>
                      <a:pt x="6352" y="3504"/>
                    </a:lnTo>
                    <a:lnTo>
                      <a:pt x="6367" y="3265"/>
                    </a:lnTo>
                    <a:lnTo>
                      <a:pt x="6367" y="3042"/>
                    </a:lnTo>
                    <a:lnTo>
                      <a:pt x="6367" y="2818"/>
                    </a:lnTo>
                    <a:lnTo>
                      <a:pt x="6352" y="2609"/>
                    </a:lnTo>
                    <a:lnTo>
                      <a:pt x="6322" y="2401"/>
                    </a:lnTo>
                    <a:lnTo>
                      <a:pt x="6292" y="2207"/>
                    </a:lnTo>
                    <a:lnTo>
                      <a:pt x="6248" y="1998"/>
                    </a:lnTo>
                    <a:lnTo>
                      <a:pt x="6203" y="1804"/>
                    </a:lnTo>
                    <a:lnTo>
                      <a:pt x="6143" y="1611"/>
                    </a:lnTo>
                    <a:lnTo>
                      <a:pt x="6069" y="1417"/>
                    </a:lnTo>
                    <a:lnTo>
                      <a:pt x="5994" y="1223"/>
                    </a:lnTo>
                    <a:lnTo>
                      <a:pt x="5905" y="1044"/>
                    </a:lnTo>
                    <a:lnTo>
                      <a:pt x="5726" y="686"/>
                    </a:lnTo>
                    <a:lnTo>
                      <a:pt x="5502" y="358"/>
                    </a:lnTo>
                    <a:lnTo>
                      <a:pt x="5249" y="45"/>
                    </a:lnTo>
                    <a:lnTo>
                      <a:pt x="4906" y="15"/>
                    </a:lnTo>
                    <a:lnTo>
                      <a:pt x="454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22"/>
              <p:cNvSpPr/>
              <p:nvPr/>
            </p:nvSpPr>
            <p:spPr>
              <a:xfrm>
                <a:off x="2882882" y="3756737"/>
                <a:ext cx="138176" cy="138176"/>
              </a:xfrm>
              <a:custGeom>
                <a:rect b="b" l="l" r="r" t="t"/>
                <a:pathLst>
                  <a:path extrusionOk="0" h="9110" w="9110">
                    <a:moveTo>
                      <a:pt x="4324" y="1"/>
                    </a:moveTo>
                    <a:lnTo>
                      <a:pt x="4086" y="30"/>
                    </a:lnTo>
                    <a:lnTo>
                      <a:pt x="3862" y="60"/>
                    </a:lnTo>
                    <a:lnTo>
                      <a:pt x="3638" y="90"/>
                    </a:lnTo>
                    <a:lnTo>
                      <a:pt x="3415" y="150"/>
                    </a:lnTo>
                    <a:lnTo>
                      <a:pt x="3206" y="209"/>
                    </a:lnTo>
                    <a:lnTo>
                      <a:pt x="2997" y="284"/>
                    </a:lnTo>
                    <a:lnTo>
                      <a:pt x="2789" y="358"/>
                    </a:lnTo>
                    <a:lnTo>
                      <a:pt x="2580" y="448"/>
                    </a:lnTo>
                    <a:lnTo>
                      <a:pt x="2386" y="552"/>
                    </a:lnTo>
                    <a:lnTo>
                      <a:pt x="2192" y="656"/>
                    </a:lnTo>
                    <a:lnTo>
                      <a:pt x="2013" y="776"/>
                    </a:lnTo>
                    <a:lnTo>
                      <a:pt x="1834" y="910"/>
                    </a:lnTo>
                    <a:lnTo>
                      <a:pt x="1656" y="1044"/>
                    </a:lnTo>
                    <a:lnTo>
                      <a:pt x="1492" y="1193"/>
                    </a:lnTo>
                    <a:lnTo>
                      <a:pt x="1342" y="1342"/>
                    </a:lnTo>
                    <a:lnTo>
                      <a:pt x="1178" y="1491"/>
                    </a:lnTo>
                    <a:lnTo>
                      <a:pt x="1044" y="1655"/>
                    </a:lnTo>
                    <a:lnTo>
                      <a:pt x="910" y="1834"/>
                    </a:lnTo>
                    <a:lnTo>
                      <a:pt x="776" y="2013"/>
                    </a:lnTo>
                    <a:lnTo>
                      <a:pt x="657" y="2192"/>
                    </a:lnTo>
                    <a:lnTo>
                      <a:pt x="552" y="2386"/>
                    </a:lnTo>
                    <a:lnTo>
                      <a:pt x="448" y="2580"/>
                    </a:lnTo>
                    <a:lnTo>
                      <a:pt x="359" y="2788"/>
                    </a:lnTo>
                    <a:lnTo>
                      <a:pt x="284" y="2997"/>
                    </a:lnTo>
                    <a:lnTo>
                      <a:pt x="209" y="3206"/>
                    </a:lnTo>
                    <a:lnTo>
                      <a:pt x="150" y="3415"/>
                    </a:lnTo>
                    <a:lnTo>
                      <a:pt x="90" y="3638"/>
                    </a:lnTo>
                    <a:lnTo>
                      <a:pt x="60" y="3862"/>
                    </a:lnTo>
                    <a:lnTo>
                      <a:pt x="31" y="4085"/>
                    </a:lnTo>
                    <a:lnTo>
                      <a:pt x="1" y="4324"/>
                    </a:lnTo>
                    <a:lnTo>
                      <a:pt x="1" y="4562"/>
                    </a:lnTo>
                    <a:lnTo>
                      <a:pt x="1" y="4771"/>
                    </a:lnTo>
                    <a:lnTo>
                      <a:pt x="16" y="4980"/>
                    </a:lnTo>
                    <a:lnTo>
                      <a:pt x="45" y="5189"/>
                    </a:lnTo>
                    <a:lnTo>
                      <a:pt x="75" y="5397"/>
                    </a:lnTo>
                    <a:lnTo>
                      <a:pt x="120" y="5591"/>
                    </a:lnTo>
                    <a:lnTo>
                      <a:pt x="165" y="5800"/>
                    </a:lnTo>
                    <a:lnTo>
                      <a:pt x="224" y="5994"/>
                    </a:lnTo>
                    <a:lnTo>
                      <a:pt x="299" y="6173"/>
                    </a:lnTo>
                    <a:lnTo>
                      <a:pt x="373" y="6366"/>
                    </a:lnTo>
                    <a:lnTo>
                      <a:pt x="463" y="6545"/>
                    </a:lnTo>
                    <a:lnTo>
                      <a:pt x="657" y="6903"/>
                    </a:lnTo>
                    <a:lnTo>
                      <a:pt x="865" y="7231"/>
                    </a:lnTo>
                    <a:lnTo>
                      <a:pt x="1119" y="7544"/>
                    </a:lnTo>
                    <a:lnTo>
                      <a:pt x="1283" y="7723"/>
                    </a:lnTo>
                    <a:lnTo>
                      <a:pt x="1447" y="7887"/>
                    </a:lnTo>
                    <a:lnTo>
                      <a:pt x="1626" y="8051"/>
                    </a:lnTo>
                    <a:lnTo>
                      <a:pt x="1820" y="8200"/>
                    </a:lnTo>
                    <a:lnTo>
                      <a:pt x="2013" y="8334"/>
                    </a:lnTo>
                    <a:lnTo>
                      <a:pt x="2207" y="8468"/>
                    </a:lnTo>
                    <a:lnTo>
                      <a:pt x="2416" y="8588"/>
                    </a:lnTo>
                    <a:lnTo>
                      <a:pt x="2640" y="8692"/>
                    </a:lnTo>
                    <a:lnTo>
                      <a:pt x="2863" y="8782"/>
                    </a:lnTo>
                    <a:lnTo>
                      <a:pt x="3087" y="8871"/>
                    </a:lnTo>
                    <a:lnTo>
                      <a:pt x="3325" y="8946"/>
                    </a:lnTo>
                    <a:lnTo>
                      <a:pt x="3564" y="9005"/>
                    </a:lnTo>
                    <a:lnTo>
                      <a:pt x="3802" y="9050"/>
                    </a:lnTo>
                    <a:lnTo>
                      <a:pt x="4056" y="9080"/>
                    </a:lnTo>
                    <a:lnTo>
                      <a:pt x="4309" y="9110"/>
                    </a:lnTo>
                    <a:lnTo>
                      <a:pt x="4786" y="9110"/>
                    </a:lnTo>
                    <a:lnTo>
                      <a:pt x="5025" y="9095"/>
                    </a:lnTo>
                    <a:lnTo>
                      <a:pt x="5248" y="9065"/>
                    </a:lnTo>
                    <a:lnTo>
                      <a:pt x="5472" y="9020"/>
                    </a:lnTo>
                    <a:lnTo>
                      <a:pt x="5696" y="8975"/>
                    </a:lnTo>
                    <a:lnTo>
                      <a:pt x="5919" y="8916"/>
                    </a:lnTo>
                    <a:lnTo>
                      <a:pt x="6128" y="8841"/>
                    </a:lnTo>
                    <a:lnTo>
                      <a:pt x="6337" y="8752"/>
                    </a:lnTo>
                    <a:lnTo>
                      <a:pt x="6531" y="8662"/>
                    </a:lnTo>
                    <a:lnTo>
                      <a:pt x="6724" y="8558"/>
                    </a:lnTo>
                    <a:lnTo>
                      <a:pt x="6918" y="8454"/>
                    </a:lnTo>
                    <a:lnTo>
                      <a:pt x="7112" y="8334"/>
                    </a:lnTo>
                    <a:lnTo>
                      <a:pt x="7291" y="8215"/>
                    </a:lnTo>
                    <a:lnTo>
                      <a:pt x="7455" y="8081"/>
                    </a:lnTo>
                    <a:lnTo>
                      <a:pt x="7619" y="7932"/>
                    </a:lnTo>
                    <a:lnTo>
                      <a:pt x="7783" y="7783"/>
                    </a:lnTo>
                    <a:lnTo>
                      <a:pt x="7932" y="7619"/>
                    </a:lnTo>
                    <a:lnTo>
                      <a:pt x="8081" y="7455"/>
                    </a:lnTo>
                    <a:lnTo>
                      <a:pt x="8215" y="7291"/>
                    </a:lnTo>
                    <a:lnTo>
                      <a:pt x="8335" y="7112"/>
                    </a:lnTo>
                    <a:lnTo>
                      <a:pt x="8454" y="6918"/>
                    </a:lnTo>
                    <a:lnTo>
                      <a:pt x="8558" y="6724"/>
                    </a:lnTo>
                    <a:lnTo>
                      <a:pt x="8663" y="6530"/>
                    </a:lnTo>
                    <a:lnTo>
                      <a:pt x="8752" y="6337"/>
                    </a:lnTo>
                    <a:lnTo>
                      <a:pt x="8841" y="6128"/>
                    </a:lnTo>
                    <a:lnTo>
                      <a:pt x="8916" y="5919"/>
                    </a:lnTo>
                    <a:lnTo>
                      <a:pt x="8976" y="5696"/>
                    </a:lnTo>
                    <a:lnTo>
                      <a:pt x="9020" y="5472"/>
                    </a:lnTo>
                    <a:lnTo>
                      <a:pt x="9065" y="5248"/>
                    </a:lnTo>
                    <a:lnTo>
                      <a:pt x="9095" y="5025"/>
                    </a:lnTo>
                    <a:lnTo>
                      <a:pt x="9110" y="4786"/>
                    </a:lnTo>
                    <a:lnTo>
                      <a:pt x="9110" y="4562"/>
                    </a:lnTo>
                    <a:lnTo>
                      <a:pt x="9110" y="4339"/>
                    </a:lnTo>
                    <a:lnTo>
                      <a:pt x="9095" y="4130"/>
                    </a:lnTo>
                    <a:lnTo>
                      <a:pt x="9065" y="3921"/>
                    </a:lnTo>
                    <a:lnTo>
                      <a:pt x="9035" y="3728"/>
                    </a:lnTo>
                    <a:lnTo>
                      <a:pt x="8991" y="3519"/>
                    </a:lnTo>
                    <a:lnTo>
                      <a:pt x="8946" y="3325"/>
                    </a:lnTo>
                    <a:lnTo>
                      <a:pt x="8886" y="3131"/>
                    </a:lnTo>
                    <a:lnTo>
                      <a:pt x="8812" y="2937"/>
                    </a:lnTo>
                    <a:lnTo>
                      <a:pt x="8737" y="2759"/>
                    </a:lnTo>
                    <a:lnTo>
                      <a:pt x="8663" y="2565"/>
                    </a:lnTo>
                    <a:lnTo>
                      <a:pt x="8469" y="2222"/>
                    </a:lnTo>
                    <a:lnTo>
                      <a:pt x="8245" y="1894"/>
                    </a:lnTo>
                    <a:lnTo>
                      <a:pt x="8007" y="1581"/>
                    </a:lnTo>
                    <a:lnTo>
                      <a:pt x="7738" y="1283"/>
                    </a:lnTo>
                    <a:lnTo>
                      <a:pt x="7440" y="1029"/>
                    </a:lnTo>
                    <a:lnTo>
                      <a:pt x="7112" y="791"/>
                    </a:lnTo>
                    <a:lnTo>
                      <a:pt x="6784" y="582"/>
                    </a:lnTo>
                    <a:lnTo>
                      <a:pt x="6426" y="403"/>
                    </a:lnTo>
                    <a:lnTo>
                      <a:pt x="6232" y="314"/>
                    </a:lnTo>
                    <a:lnTo>
                      <a:pt x="6054" y="254"/>
                    </a:lnTo>
                    <a:lnTo>
                      <a:pt x="5860" y="194"/>
                    </a:lnTo>
                    <a:lnTo>
                      <a:pt x="5651" y="135"/>
                    </a:lnTo>
                    <a:lnTo>
                      <a:pt x="5457" y="90"/>
                    </a:lnTo>
                    <a:lnTo>
                      <a:pt x="5248" y="60"/>
                    </a:lnTo>
                    <a:lnTo>
                      <a:pt x="4906" y="15"/>
                    </a:lnTo>
                    <a:lnTo>
                      <a:pt x="4563" y="1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22"/>
              <p:cNvSpPr/>
              <p:nvPr/>
            </p:nvSpPr>
            <p:spPr>
              <a:xfrm>
                <a:off x="2882882" y="3756737"/>
                <a:ext cx="96571" cy="115106"/>
              </a:xfrm>
              <a:custGeom>
                <a:rect b="b" l="l" r="r" t="t"/>
                <a:pathLst>
                  <a:path extrusionOk="0" h="7589" w="6367">
                    <a:moveTo>
                      <a:pt x="4324" y="1"/>
                    </a:moveTo>
                    <a:lnTo>
                      <a:pt x="4086" y="30"/>
                    </a:lnTo>
                    <a:lnTo>
                      <a:pt x="3862" y="60"/>
                    </a:lnTo>
                    <a:lnTo>
                      <a:pt x="3638" y="90"/>
                    </a:lnTo>
                    <a:lnTo>
                      <a:pt x="3415" y="150"/>
                    </a:lnTo>
                    <a:lnTo>
                      <a:pt x="3206" y="209"/>
                    </a:lnTo>
                    <a:lnTo>
                      <a:pt x="2997" y="284"/>
                    </a:lnTo>
                    <a:lnTo>
                      <a:pt x="2789" y="358"/>
                    </a:lnTo>
                    <a:lnTo>
                      <a:pt x="2580" y="448"/>
                    </a:lnTo>
                    <a:lnTo>
                      <a:pt x="2386" y="552"/>
                    </a:lnTo>
                    <a:lnTo>
                      <a:pt x="2192" y="656"/>
                    </a:lnTo>
                    <a:lnTo>
                      <a:pt x="2013" y="776"/>
                    </a:lnTo>
                    <a:lnTo>
                      <a:pt x="1834" y="910"/>
                    </a:lnTo>
                    <a:lnTo>
                      <a:pt x="1656" y="1044"/>
                    </a:lnTo>
                    <a:lnTo>
                      <a:pt x="1492" y="1193"/>
                    </a:lnTo>
                    <a:lnTo>
                      <a:pt x="1342" y="1342"/>
                    </a:lnTo>
                    <a:lnTo>
                      <a:pt x="1178" y="1491"/>
                    </a:lnTo>
                    <a:lnTo>
                      <a:pt x="1044" y="1655"/>
                    </a:lnTo>
                    <a:lnTo>
                      <a:pt x="910" y="1834"/>
                    </a:lnTo>
                    <a:lnTo>
                      <a:pt x="776" y="2013"/>
                    </a:lnTo>
                    <a:lnTo>
                      <a:pt x="657" y="2192"/>
                    </a:lnTo>
                    <a:lnTo>
                      <a:pt x="552" y="2386"/>
                    </a:lnTo>
                    <a:lnTo>
                      <a:pt x="448" y="2580"/>
                    </a:lnTo>
                    <a:lnTo>
                      <a:pt x="359" y="2788"/>
                    </a:lnTo>
                    <a:lnTo>
                      <a:pt x="284" y="2997"/>
                    </a:lnTo>
                    <a:lnTo>
                      <a:pt x="209" y="3206"/>
                    </a:lnTo>
                    <a:lnTo>
                      <a:pt x="150" y="3415"/>
                    </a:lnTo>
                    <a:lnTo>
                      <a:pt x="90" y="3638"/>
                    </a:lnTo>
                    <a:lnTo>
                      <a:pt x="60" y="3862"/>
                    </a:lnTo>
                    <a:lnTo>
                      <a:pt x="31" y="4085"/>
                    </a:lnTo>
                    <a:lnTo>
                      <a:pt x="1" y="4324"/>
                    </a:lnTo>
                    <a:lnTo>
                      <a:pt x="1" y="4562"/>
                    </a:lnTo>
                    <a:lnTo>
                      <a:pt x="1" y="4771"/>
                    </a:lnTo>
                    <a:lnTo>
                      <a:pt x="16" y="4980"/>
                    </a:lnTo>
                    <a:lnTo>
                      <a:pt x="45" y="5189"/>
                    </a:lnTo>
                    <a:lnTo>
                      <a:pt x="75" y="5397"/>
                    </a:lnTo>
                    <a:lnTo>
                      <a:pt x="120" y="5591"/>
                    </a:lnTo>
                    <a:lnTo>
                      <a:pt x="165" y="5800"/>
                    </a:lnTo>
                    <a:lnTo>
                      <a:pt x="224" y="5994"/>
                    </a:lnTo>
                    <a:lnTo>
                      <a:pt x="299" y="6173"/>
                    </a:lnTo>
                    <a:lnTo>
                      <a:pt x="373" y="6366"/>
                    </a:lnTo>
                    <a:lnTo>
                      <a:pt x="463" y="6545"/>
                    </a:lnTo>
                    <a:lnTo>
                      <a:pt x="657" y="6903"/>
                    </a:lnTo>
                    <a:lnTo>
                      <a:pt x="865" y="7231"/>
                    </a:lnTo>
                    <a:lnTo>
                      <a:pt x="1119" y="7544"/>
                    </a:lnTo>
                    <a:lnTo>
                      <a:pt x="1462" y="7589"/>
                    </a:lnTo>
                    <a:lnTo>
                      <a:pt x="2043" y="7589"/>
                    </a:lnTo>
                    <a:lnTo>
                      <a:pt x="2282" y="7574"/>
                    </a:lnTo>
                    <a:lnTo>
                      <a:pt x="2505" y="7544"/>
                    </a:lnTo>
                    <a:lnTo>
                      <a:pt x="2729" y="7499"/>
                    </a:lnTo>
                    <a:lnTo>
                      <a:pt x="2953" y="7455"/>
                    </a:lnTo>
                    <a:lnTo>
                      <a:pt x="3176" y="7395"/>
                    </a:lnTo>
                    <a:lnTo>
                      <a:pt x="3385" y="7321"/>
                    </a:lnTo>
                    <a:lnTo>
                      <a:pt x="3594" y="7231"/>
                    </a:lnTo>
                    <a:lnTo>
                      <a:pt x="3787" y="7142"/>
                    </a:lnTo>
                    <a:lnTo>
                      <a:pt x="3981" y="7052"/>
                    </a:lnTo>
                    <a:lnTo>
                      <a:pt x="4175" y="6933"/>
                    </a:lnTo>
                    <a:lnTo>
                      <a:pt x="4369" y="6814"/>
                    </a:lnTo>
                    <a:lnTo>
                      <a:pt x="4548" y="6694"/>
                    </a:lnTo>
                    <a:lnTo>
                      <a:pt x="4712" y="6560"/>
                    </a:lnTo>
                    <a:lnTo>
                      <a:pt x="4876" y="6411"/>
                    </a:lnTo>
                    <a:lnTo>
                      <a:pt x="5040" y="6262"/>
                    </a:lnTo>
                    <a:lnTo>
                      <a:pt x="5189" y="6098"/>
                    </a:lnTo>
                    <a:lnTo>
                      <a:pt x="5338" y="5934"/>
                    </a:lnTo>
                    <a:lnTo>
                      <a:pt x="5472" y="5770"/>
                    </a:lnTo>
                    <a:lnTo>
                      <a:pt x="5591" y="5591"/>
                    </a:lnTo>
                    <a:lnTo>
                      <a:pt x="5711" y="5397"/>
                    </a:lnTo>
                    <a:lnTo>
                      <a:pt x="5815" y="5218"/>
                    </a:lnTo>
                    <a:lnTo>
                      <a:pt x="5919" y="5010"/>
                    </a:lnTo>
                    <a:lnTo>
                      <a:pt x="6009" y="4816"/>
                    </a:lnTo>
                    <a:lnTo>
                      <a:pt x="6098" y="4607"/>
                    </a:lnTo>
                    <a:lnTo>
                      <a:pt x="6173" y="4398"/>
                    </a:lnTo>
                    <a:lnTo>
                      <a:pt x="6232" y="4175"/>
                    </a:lnTo>
                    <a:lnTo>
                      <a:pt x="6277" y="3951"/>
                    </a:lnTo>
                    <a:lnTo>
                      <a:pt x="6322" y="3728"/>
                    </a:lnTo>
                    <a:lnTo>
                      <a:pt x="6352" y="3504"/>
                    </a:lnTo>
                    <a:lnTo>
                      <a:pt x="6367" y="3280"/>
                    </a:lnTo>
                    <a:lnTo>
                      <a:pt x="6367" y="3042"/>
                    </a:lnTo>
                    <a:lnTo>
                      <a:pt x="6367" y="2833"/>
                    </a:lnTo>
                    <a:lnTo>
                      <a:pt x="6352" y="2609"/>
                    </a:lnTo>
                    <a:lnTo>
                      <a:pt x="6322" y="2416"/>
                    </a:lnTo>
                    <a:lnTo>
                      <a:pt x="6292" y="2207"/>
                    </a:lnTo>
                    <a:lnTo>
                      <a:pt x="6247" y="1998"/>
                    </a:lnTo>
                    <a:lnTo>
                      <a:pt x="6203" y="1804"/>
                    </a:lnTo>
                    <a:lnTo>
                      <a:pt x="6143" y="1611"/>
                    </a:lnTo>
                    <a:lnTo>
                      <a:pt x="6068" y="1417"/>
                    </a:lnTo>
                    <a:lnTo>
                      <a:pt x="5994" y="1238"/>
                    </a:lnTo>
                    <a:lnTo>
                      <a:pt x="5919" y="1044"/>
                    </a:lnTo>
                    <a:lnTo>
                      <a:pt x="5726" y="701"/>
                    </a:lnTo>
                    <a:lnTo>
                      <a:pt x="5502" y="358"/>
                    </a:lnTo>
                    <a:lnTo>
                      <a:pt x="5248" y="60"/>
                    </a:lnTo>
                    <a:lnTo>
                      <a:pt x="4906" y="15"/>
                    </a:lnTo>
                    <a:lnTo>
                      <a:pt x="45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2"/>
              <p:cNvSpPr/>
              <p:nvPr/>
            </p:nvSpPr>
            <p:spPr>
              <a:xfrm>
                <a:off x="2564956" y="3728465"/>
                <a:ext cx="138176" cy="138176"/>
              </a:xfrm>
              <a:custGeom>
                <a:rect b="b" l="l" r="r" t="t"/>
                <a:pathLst>
                  <a:path extrusionOk="0" h="9110" w="9110">
                    <a:moveTo>
                      <a:pt x="4324" y="1"/>
                    </a:moveTo>
                    <a:lnTo>
                      <a:pt x="4085" y="16"/>
                    </a:lnTo>
                    <a:lnTo>
                      <a:pt x="3862" y="46"/>
                    </a:lnTo>
                    <a:lnTo>
                      <a:pt x="3638" y="90"/>
                    </a:lnTo>
                    <a:lnTo>
                      <a:pt x="3414" y="135"/>
                    </a:lnTo>
                    <a:lnTo>
                      <a:pt x="3206" y="210"/>
                    </a:lnTo>
                    <a:lnTo>
                      <a:pt x="2982" y="269"/>
                    </a:lnTo>
                    <a:lnTo>
                      <a:pt x="2773" y="359"/>
                    </a:lnTo>
                    <a:lnTo>
                      <a:pt x="2580" y="448"/>
                    </a:lnTo>
                    <a:lnTo>
                      <a:pt x="2386" y="553"/>
                    </a:lnTo>
                    <a:lnTo>
                      <a:pt x="2192" y="657"/>
                    </a:lnTo>
                    <a:lnTo>
                      <a:pt x="2013" y="776"/>
                    </a:lnTo>
                    <a:lnTo>
                      <a:pt x="1834" y="910"/>
                    </a:lnTo>
                    <a:lnTo>
                      <a:pt x="1655" y="1045"/>
                    </a:lnTo>
                    <a:lnTo>
                      <a:pt x="1491" y="1179"/>
                    </a:lnTo>
                    <a:lnTo>
                      <a:pt x="1327" y="1328"/>
                    </a:lnTo>
                    <a:lnTo>
                      <a:pt x="1178" y="1492"/>
                    </a:lnTo>
                    <a:lnTo>
                      <a:pt x="1044" y="1656"/>
                    </a:lnTo>
                    <a:lnTo>
                      <a:pt x="910" y="1835"/>
                    </a:lnTo>
                    <a:lnTo>
                      <a:pt x="776" y="2014"/>
                    </a:lnTo>
                    <a:lnTo>
                      <a:pt x="656" y="2193"/>
                    </a:lnTo>
                    <a:lnTo>
                      <a:pt x="552" y="2386"/>
                    </a:lnTo>
                    <a:lnTo>
                      <a:pt x="448" y="2580"/>
                    </a:lnTo>
                    <a:lnTo>
                      <a:pt x="358" y="2789"/>
                    </a:lnTo>
                    <a:lnTo>
                      <a:pt x="269" y="2983"/>
                    </a:lnTo>
                    <a:lnTo>
                      <a:pt x="209" y="3206"/>
                    </a:lnTo>
                    <a:lnTo>
                      <a:pt x="135" y="3415"/>
                    </a:lnTo>
                    <a:lnTo>
                      <a:pt x="90" y="3639"/>
                    </a:lnTo>
                    <a:lnTo>
                      <a:pt x="45" y="3862"/>
                    </a:lnTo>
                    <a:lnTo>
                      <a:pt x="15" y="4086"/>
                    </a:lnTo>
                    <a:lnTo>
                      <a:pt x="0" y="4324"/>
                    </a:lnTo>
                    <a:lnTo>
                      <a:pt x="0" y="4548"/>
                    </a:lnTo>
                    <a:lnTo>
                      <a:pt x="0" y="4772"/>
                    </a:lnTo>
                    <a:lnTo>
                      <a:pt x="15" y="4980"/>
                    </a:lnTo>
                    <a:lnTo>
                      <a:pt x="45" y="5189"/>
                    </a:lnTo>
                    <a:lnTo>
                      <a:pt x="75" y="5383"/>
                    </a:lnTo>
                    <a:lnTo>
                      <a:pt x="120" y="5592"/>
                    </a:lnTo>
                    <a:lnTo>
                      <a:pt x="164" y="5785"/>
                    </a:lnTo>
                    <a:lnTo>
                      <a:pt x="224" y="5979"/>
                    </a:lnTo>
                    <a:lnTo>
                      <a:pt x="299" y="6173"/>
                    </a:lnTo>
                    <a:lnTo>
                      <a:pt x="373" y="6367"/>
                    </a:lnTo>
                    <a:lnTo>
                      <a:pt x="448" y="6546"/>
                    </a:lnTo>
                    <a:lnTo>
                      <a:pt x="642" y="6904"/>
                    </a:lnTo>
                    <a:lnTo>
                      <a:pt x="865" y="7232"/>
                    </a:lnTo>
                    <a:lnTo>
                      <a:pt x="1119" y="7545"/>
                    </a:lnTo>
                    <a:lnTo>
                      <a:pt x="1283" y="7724"/>
                    </a:lnTo>
                    <a:lnTo>
                      <a:pt x="1447" y="7888"/>
                    </a:lnTo>
                    <a:lnTo>
                      <a:pt x="1625" y="8037"/>
                    </a:lnTo>
                    <a:lnTo>
                      <a:pt x="1804" y="8186"/>
                    </a:lnTo>
                    <a:lnTo>
                      <a:pt x="1998" y="8335"/>
                    </a:lnTo>
                    <a:lnTo>
                      <a:pt x="2207" y="8454"/>
                    </a:lnTo>
                    <a:lnTo>
                      <a:pt x="2416" y="8573"/>
                    </a:lnTo>
                    <a:lnTo>
                      <a:pt x="2624" y="8693"/>
                    </a:lnTo>
                    <a:lnTo>
                      <a:pt x="2848" y="8782"/>
                    </a:lnTo>
                    <a:lnTo>
                      <a:pt x="3087" y="8871"/>
                    </a:lnTo>
                    <a:lnTo>
                      <a:pt x="3310" y="8946"/>
                    </a:lnTo>
                    <a:lnTo>
                      <a:pt x="3549" y="9006"/>
                    </a:lnTo>
                    <a:lnTo>
                      <a:pt x="3802" y="9050"/>
                    </a:lnTo>
                    <a:lnTo>
                      <a:pt x="4041" y="9080"/>
                    </a:lnTo>
                    <a:lnTo>
                      <a:pt x="4294" y="9110"/>
                    </a:lnTo>
                    <a:lnTo>
                      <a:pt x="4786" y="9110"/>
                    </a:lnTo>
                    <a:lnTo>
                      <a:pt x="5025" y="9080"/>
                    </a:lnTo>
                    <a:lnTo>
                      <a:pt x="5248" y="9050"/>
                    </a:lnTo>
                    <a:lnTo>
                      <a:pt x="5472" y="9021"/>
                    </a:lnTo>
                    <a:lnTo>
                      <a:pt x="5695" y="8961"/>
                    </a:lnTo>
                    <a:lnTo>
                      <a:pt x="5904" y="8901"/>
                    </a:lnTo>
                    <a:lnTo>
                      <a:pt x="6128" y="8827"/>
                    </a:lnTo>
                    <a:lnTo>
                      <a:pt x="6322" y="8752"/>
                    </a:lnTo>
                    <a:lnTo>
                      <a:pt x="6530" y="8663"/>
                    </a:lnTo>
                    <a:lnTo>
                      <a:pt x="6724" y="8558"/>
                    </a:lnTo>
                    <a:lnTo>
                      <a:pt x="6918" y="8454"/>
                    </a:lnTo>
                    <a:lnTo>
                      <a:pt x="7097" y="8335"/>
                    </a:lnTo>
                    <a:lnTo>
                      <a:pt x="7276" y="8201"/>
                    </a:lnTo>
                    <a:lnTo>
                      <a:pt x="7455" y="8066"/>
                    </a:lnTo>
                    <a:lnTo>
                      <a:pt x="7619" y="7932"/>
                    </a:lnTo>
                    <a:lnTo>
                      <a:pt x="7783" y="7783"/>
                    </a:lnTo>
                    <a:lnTo>
                      <a:pt x="7932" y="7619"/>
                    </a:lnTo>
                    <a:lnTo>
                      <a:pt x="8066" y="7455"/>
                    </a:lnTo>
                    <a:lnTo>
                      <a:pt x="8200" y="7276"/>
                    </a:lnTo>
                    <a:lnTo>
                      <a:pt x="8334" y="7097"/>
                    </a:lnTo>
                    <a:lnTo>
                      <a:pt x="8454" y="6918"/>
                    </a:lnTo>
                    <a:lnTo>
                      <a:pt x="8558" y="6725"/>
                    </a:lnTo>
                    <a:lnTo>
                      <a:pt x="8662" y="6531"/>
                    </a:lnTo>
                    <a:lnTo>
                      <a:pt x="8752" y="6322"/>
                    </a:lnTo>
                    <a:lnTo>
                      <a:pt x="8826" y="6128"/>
                    </a:lnTo>
                    <a:lnTo>
                      <a:pt x="8901" y="5905"/>
                    </a:lnTo>
                    <a:lnTo>
                      <a:pt x="8960" y="5696"/>
                    </a:lnTo>
                    <a:lnTo>
                      <a:pt x="9020" y="5472"/>
                    </a:lnTo>
                    <a:lnTo>
                      <a:pt x="9050" y="5249"/>
                    </a:lnTo>
                    <a:lnTo>
                      <a:pt x="9080" y="5025"/>
                    </a:lnTo>
                    <a:lnTo>
                      <a:pt x="9110" y="4787"/>
                    </a:lnTo>
                    <a:lnTo>
                      <a:pt x="9110" y="4548"/>
                    </a:lnTo>
                    <a:lnTo>
                      <a:pt x="9110" y="4339"/>
                    </a:lnTo>
                    <a:lnTo>
                      <a:pt x="9095" y="4131"/>
                    </a:lnTo>
                    <a:lnTo>
                      <a:pt x="9065" y="3922"/>
                    </a:lnTo>
                    <a:lnTo>
                      <a:pt x="9035" y="3713"/>
                    </a:lnTo>
                    <a:lnTo>
                      <a:pt x="8990" y="3519"/>
                    </a:lnTo>
                    <a:lnTo>
                      <a:pt x="8946" y="3326"/>
                    </a:lnTo>
                    <a:lnTo>
                      <a:pt x="8886" y="3132"/>
                    </a:lnTo>
                    <a:lnTo>
                      <a:pt x="8811" y="2938"/>
                    </a:lnTo>
                    <a:lnTo>
                      <a:pt x="8647" y="2565"/>
                    </a:lnTo>
                    <a:lnTo>
                      <a:pt x="8468" y="2222"/>
                    </a:lnTo>
                    <a:lnTo>
                      <a:pt x="8245" y="1879"/>
                    </a:lnTo>
                    <a:lnTo>
                      <a:pt x="8006" y="1566"/>
                    </a:lnTo>
                    <a:lnTo>
                      <a:pt x="7723" y="1283"/>
                    </a:lnTo>
                    <a:lnTo>
                      <a:pt x="7425" y="1015"/>
                    </a:lnTo>
                    <a:lnTo>
                      <a:pt x="7112" y="791"/>
                    </a:lnTo>
                    <a:lnTo>
                      <a:pt x="6769" y="567"/>
                    </a:lnTo>
                    <a:lnTo>
                      <a:pt x="6411" y="389"/>
                    </a:lnTo>
                    <a:lnTo>
                      <a:pt x="6232" y="314"/>
                    </a:lnTo>
                    <a:lnTo>
                      <a:pt x="6038" y="240"/>
                    </a:lnTo>
                    <a:lnTo>
                      <a:pt x="5845" y="180"/>
                    </a:lnTo>
                    <a:lnTo>
                      <a:pt x="5651" y="135"/>
                    </a:lnTo>
                    <a:lnTo>
                      <a:pt x="5457" y="90"/>
                    </a:lnTo>
                    <a:lnTo>
                      <a:pt x="5248" y="46"/>
                    </a:lnTo>
                    <a:lnTo>
                      <a:pt x="4905" y="16"/>
                    </a:lnTo>
                    <a:lnTo>
                      <a:pt x="4548" y="1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2"/>
              <p:cNvSpPr/>
              <p:nvPr/>
            </p:nvSpPr>
            <p:spPr>
              <a:xfrm>
                <a:off x="2564956" y="3728465"/>
                <a:ext cx="96571" cy="115121"/>
              </a:xfrm>
              <a:custGeom>
                <a:rect b="b" l="l" r="r" t="t"/>
                <a:pathLst>
                  <a:path extrusionOk="0" h="7590" w="6367">
                    <a:moveTo>
                      <a:pt x="4324" y="1"/>
                    </a:moveTo>
                    <a:lnTo>
                      <a:pt x="4085" y="16"/>
                    </a:lnTo>
                    <a:lnTo>
                      <a:pt x="3862" y="46"/>
                    </a:lnTo>
                    <a:lnTo>
                      <a:pt x="3638" y="90"/>
                    </a:lnTo>
                    <a:lnTo>
                      <a:pt x="3414" y="135"/>
                    </a:lnTo>
                    <a:lnTo>
                      <a:pt x="3206" y="210"/>
                    </a:lnTo>
                    <a:lnTo>
                      <a:pt x="2982" y="269"/>
                    </a:lnTo>
                    <a:lnTo>
                      <a:pt x="2773" y="359"/>
                    </a:lnTo>
                    <a:lnTo>
                      <a:pt x="2580" y="448"/>
                    </a:lnTo>
                    <a:lnTo>
                      <a:pt x="2386" y="553"/>
                    </a:lnTo>
                    <a:lnTo>
                      <a:pt x="2192" y="657"/>
                    </a:lnTo>
                    <a:lnTo>
                      <a:pt x="2013" y="776"/>
                    </a:lnTo>
                    <a:lnTo>
                      <a:pt x="1834" y="910"/>
                    </a:lnTo>
                    <a:lnTo>
                      <a:pt x="1655" y="1045"/>
                    </a:lnTo>
                    <a:lnTo>
                      <a:pt x="1491" y="1179"/>
                    </a:lnTo>
                    <a:lnTo>
                      <a:pt x="1327" y="1328"/>
                    </a:lnTo>
                    <a:lnTo>
                      <a:pt x="1178" y="1492"/>
                    </a:lnTo>
                    <a:lnTo>
                      <a:pt x="1044" y="1656"/>
                    </a:lnTo>
                    <a:lnTo>
                      <a:pt x="910" y="1835"/>
                    </a:lnTo>
                    <a:lnTo>
                      <a:pt x="776" y="2014"/>
                    </a:lnTo>
                    <a:lnTo>
                      <a:pt x="656" y="2193"/>
                    </a:lnTo>
                    <a:lnTo>
                      <a:pt x="552" y="2386"/>
                    </a:lnTo>
                    <a:lnTo>
                      <a:pt x="448" y="2580"/>
                    </a:lnTo>
                    <a:lnTo>
                      <a:pt x="358" y="2789"/>
                    </a:lnTo>
                    <a:lnTo>
                      <a:pt x="269" y="2983"/>
                    </a:lnTo>
                    <a:lnTo>
                      <a:pt x="209" y="3206"/>
                    </a:lnTo>
                    <a:lnTo>
                      <a:pt x="135" y="3415"/>
                    </a:lnTo>
                    <a:lnTo>
                      <a:pt x="90" y="3639"/>
                    </a:lnTo>
                    <a:lnTo>
                      <a:pt x="45" y="3862"/>
                    </a:lnTo>
                    <a:lnTo>
                      <a:pt x="15" y="4086"/>
                    </a:lnTo>
                    <a:lnTo>
                      <a:pt x="0" y="4324"/>
                    </a:lnTo>
                    <a:lnTo>
                      <a:pt x="0" y="4548"/>
                    </a:lnTo>
                    <a:lnTo>
                      <a:pt x="0" y="4772"/>
                    </a:lnTo>
                    <a:lnTo>
                      <a:pt x="15" y="4980"/>
                    </a:lnTo>
                    <a:lnTo>
                      <a:pt x="45" y="5189"/>
                    </a:lnTo>
                    <a:lnTo>
                      <a:pt x="75" y="5383"/>
                    </a:lnTo>
                    <a:lnTo>
                      <a:pt x="120" y="5592"/>
                    </a:lnTo>
                    <a:lnTo>
                      <a:pt x="164" y="5785"/>
                    </a:lnTo>
                    <a:lnTo>
                      <a:pt x="224" y="5979"/>
                    </a:lnTo>
                    <a:lnTo>
                      <a:pt x="299" y="6173"/>
                    </a:lnTo>
                    <a:lnTo>
                      <a:pt x="373" y="6367"/>
                    </a:lnTo>
                    <a:lnTo>
                      <a:pt x="448" y="6546"/>
                    </a:lnTo>
                    <a:lnTo>
                      <a:pt x="642" y="6904"/>
                    </a:lnTo>
                    <a:lnTo>
                      <a:pt x="865" y="7232"/>
                    </a:lnTo>
                    <a:lnTo>
                      <a:pt x="1119" y="7545"/>
                    </a:lnTo>
                    <a:lnTo>
                      <a:pt x="1461" y="7574"/>
                    </a:lnTo>
                    <a:lnTo>
                      <a:pt x="1804" y="7589"/>
                    </a:lnTo>
                    <a:lnTo>
                      <a:pt x="2043" y="7589"/>
                    </a:lnTo>
                    <a:lnTo>
                      <a:pt x="2281" y="7574"/>
                    </a:lnTo>
                    <a:lnTo>
                      <a:pt x="2505" y="7545"/>
                    </a:lnTo>
                    <a:lnTo>
                      <a:pt x="2729" y="7500"/>
                    </a:lnTo>
                    <a:lnTo>
                      <a:pt x="2952" y="7455"/>
                    </a:lnTo>
                    <a:lnTo>
                      <a:pt x="3161" y="7381"/>
                    </a:lnTo>
                    <a:lnTo>
                      <a:pt x="3370" y="7321"/>
                    </a:lnTo>
                    <a:lnTo>
                      <a:pt x="3578" y="7232"/>
                    </a:lnTo>
                    <a:lnTo>
                      <a:pt x="3787" y="7142"/>
                    </a:lnTo>
                    <a:lnTo>
                      <a:pt x="3981" y="7038"/>
                    </a:lnTo>
                    <a:lnTo>
                      <a:pt x="4175" y="6933"/>
                    </a:lnTo>
                    <a:lnTo>
                      <a:pt x="4354" y="6814"/>
                    </a:lnTo>
                    <a:lnTo>
                      <a:pt x="4533" y="6695"/>
                    </a:lnTo>
                    <a:lnTo>
                      <a:pt x="4712" y="6546"/>
                    </a:lnTo>
                    <a:lnTo>
                      <a:pt x="4876" y="6412"/>
                    </a:lnTo>
                    <a:lnTo>
                      <a:pt x="5040" y="6262"/>
                    </a:lnTo>
                    <a:lnTo>
                      <a:pt x="5189" y="6099"/>
                    </a:lnTo>
                    <a:lnTo>
                      <a:pt x="5323" y="5935"/>
                    </a:lnTo>
                    <a:lnTo>
                      <a:pt x="5457" y="5756"/>
                    </a:lnTo>
                    <a:lnTo>
                      <a:pt x="5591" y="5577"/>
                    </a:lnTo>
                    <a:lnTo>
                      <a:pt x="5710" y="5398"/>
                    </a:lnTo>
                    <a:lnTo>
                      <a:pt x="5815" y="5204"/>
                    </a:lnTo>
                    <a:lnTo>
                      <a:pt x="5919" y="5010"/>
                    </a:lnTo>
                    <a:lnTo>
                      <a:pt x="6009" y="4816"/>
                    </a:lnTo>
                    <a:lnTo>
                      <a:pt x="6098" y="4608"/>
                    </a:lnTo>
                    <a:lnTo>
                      <a:pt x="6158" y="4384"/>
                    </a:lnTo>
                    <a:lnTo>
                      <a:pt x="6232" y="4175"/>
                    </a:lnTo>
                    <a:lnTo>
                      <a:pt x="6277" y="3952"/>
                    </a:lnTo>
                    <a:lnTo>
                      <a:pt x="6322" y="3728"/>
                    </a:lnTo>
                    <a:lnTo>
                      <a:pt x="6351" y="3504"/>
                    </a:lnTo>
                    <a:lnTo>
                      <a:pt x="6366" y="3266"/>
                    </a:lnTo>
                    <a:lnTo>
                      <a:pt x="6366" y="3042"/>
                    </a:lnTo>
                    <a:lnTo>
                      <a:pt x="6366" y="2819"/>
                    </a:lnTo>
                    <a:lnTo>
                      <a:pt x="6351" y="2610"/>
                    </a:lnTo>
                    <a:lnTo>
                      <a:pt x="6322" y="2401"/>
                    </a:lnTo>
                    <a:lnTo>
                      <a:pt x="6292" y="2193"/>
                    </a:lnTo>
                    <a:lnTo>
                      <a:pt x="6247" y="1999"/>
                    </a:lnTo>
                    <a:lnTo>
                      <a:pt x="6202" y="1805"/>
                    </a:lnTo>
                    <a:lnTo>
                      <a:pt x="6143" y="1611"/>
                    </a:lnTo>
                    <a:lnTo>
                      <a:pt x="6068" y="1417"/>
                    </a:lnTo>
                    <a:lnTo>
                      <a:pt x="5994" y="1223"/>
                    </a:lnTo>
                    <a:lnTo>
                      <a:pt x="5904" y="1045"/>
                    </a:lnTo>
                    <a:lnTo>
                      <a:pt x="5725" y="687"/>
                    </a:lnTo>
                    <a:lnTo>
                      <a:pt x="5502" y="359"/>
                    </a:lnTo>
                    <a:lnTo>
                      <a:pt x="5248" y="46"/>
                    </a:lnTo>
                    <a:lnTo>
                      <a:pt x="4905" y="16"/>
                    </a:lnTo>
                    <a:lnTo>
                      <a:pt x="45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22"/>
              <p:cNvSpPr/>
              <p:nvPr/>
            </p:nvSpPr>
            <p:spPr>
              <a:xfrm>
                <a:off x="2787008" y="3745209"/>
                <a:ext cx="138176" cy="138176"/>
              </a:xfrm>
              <a:custGeom>
                <a:rect b="b" l="l" r="r" t="t"/>
                <a:pathLst>
                  <a:path extrusionOk="0" h="9110" w="9110">
                    <a:moveTo>
                      <a:pt x="4563" y="0"/>
                    </a:moveTo>
                    <a:lnTo>
                      <a:pt x="4324" y="15"/>
                    </a:lnTo>
                    <a:lnTo>
                      <a:pt x="4100" y="30"/>
                    </a:lnTo>
                    <a:lnTo>
                      <a:pt x="3862" y="60"/>
                    </a:lnTo>
                    <a:lnTo>
                      <a:pt x="3638" y="90"/>
                    </a:lnTo>
                    <a:lnTo>
                      <a:pt x="3415" y="149"/>
                    </a:lnTo>
                    <a:lnTo>
                      <a:pt x="3206" y="209"/>
                    </a:lnTo>
                    <a:lnTo>
                      <a:pt x="2997" y="283"/>
                    </a:lnTo>
                    <a:lnTo>
                      <a:pt x="2788" y="358"/>
                    </a:lnTo>
                    <a:lnTo>
                      <a:pt x="2580" y="447"/>
                    </a:lnTo>
                    <a:lnTo>
                      <a:pt x="2386" y="552"/>
                    </a:lnTo>
                    <a:lnTo>
                      <a:pt x="2192" y="656"/>
                    </a:lnTo>
                    <a:lnTo>
                      <a:pt x="2013" y="775"/>
                    </a:lnTo>
                    <a:lnTo>
                      <a:pt x="1834" y="910"/>
                    </a:lnTo>
                    <a:lnTo>
                      <a:pt x="1655" y="1044"/>
                    </a:lnTo>
                    <a:lnTo>
                      <a:pt x="1491" y="1193"/>
                    </a:lnTo>
                    <a:lnTo>
                      <a:pt x="1342" y="1342"/>
                    </a:lnTo>
                    <a:lnTo>
                      <a:pt x="1193" y="1491"/>
                    </a:lnTo>
                    <a:lnTo>
                      <a:pt x="1044" y="1655"/>
                    </a:lnTo>
                    <a:lnTo>
                      <a:pt x="910" y="1834"/>
                    </a:lnTo>
                    <a:lnTo>
                      <a:pt x="776" y="2013"/>
                    </a:lnTo>
                    <a:lnTo>
                      <a:pt x="657" y="2192"/>
                    </a:lnTo>
                    <a:lnTo>
                      <a:pt x="552" y="2386"/>
                    </a:lnTo>
                    <a:lnTo>
                      <a:pt x="448" y="2579"/>
                    </a:lnTo>
                    <a:lnTo>
                      <a:pt x="358" y="2788"/>
                    </a:lnTo>
                    <a:lnTo>
                      <a:pt x="284" y="2997"/>
                    </a:lnTo>
                    <a:lnTo>
                      <a:pt x="209" y="3205"/>
                    </a:lnTo>
                    <a:lnTo>
                      <a:pt x="150" y="3414"/>
                    </a:lnTo>
                    <a:lnTo>
                      <a:pt x="90" y="3638"/>
                    </a:lnTo>
                    <a:lnTo>
                      <a:pt x="60" y="3861"/>
                    </a:lnTo>
                    <a:lnTo>
                      <a:pt x="30" y="4100"/>
                    </a:lnTo>
                    <a:lnTo>
                      <a:pt x="15" y="4324"/>
                    </a:lnTo>
                    <a:lnTo>
                      <a:pt x="1" y="4562"/>
                    </a:lnTo>
                    <a:lnTo>
                      <a:pt x="15" y="4771"/>
                    </a:lnTo>
                    <a:lnTo>
                      <a:pt x="30" y="4980"/>
                    </a:lnTo>
                    <a:lnTo>
                      <a:pt x="45" y="5188"/>
                    </a:lnTo>
                    <a:lnTo>
                      <a:pt x="75" y="5397"/>
                    </a:lnTo>
                    <a:lnTo>
                      <a:pt x="120" y="5591"/>
                    </a:lnTo>
                    <a:lnTo>
                      <a:pt x="179" y="5800"/>
                    </a:lnTo>
                    <a:lnTo>
                      <a:pt x="239" y="5993"/>
                    </a:lnTo>
                    <a:lnTo>
                      <a:pt x="299" y="6172"/>
                    </a:lnTo>
                    <a:lnTo>
                      <a:pt x="373" y="6366"/>
                    </a:lnTo>
                    <a:lnTo>
                      <a:pt x="463" y="6545"/>
                    </a:lnTo>
                    <a:lnTo>
                      <a:pt x="657" y="6903"/>
                    </a:lnTo>
                    <a:lnTo>
                      <a:pt x="880" y="7231"/>
                    </a:lnTo>
                    <a:lnTo>
                      <a:pt x="1119" y="7544"/>
                    </a:lnTo>
                    <a:lnTo>
                      <a:pt x="1283" y="7723"/>
                    </a:lnTo>
                    <a:lnTo>
                      <a:pt x="1447" y="7887"/>
                    </a:lnTo>
                    <a:lnTo>
                      <a:pt x="1626" y="8051"/>
                    </a:lnTo>
                    <a:lnTo>
                      <a:pt x="1819" y="8200"/>
                    </a:lnTo>
                    <a:lnTo>
                      <a:pt x="2013" y="8334"/>
                    </a:lnTo>
                    <a:lnTo>
                      <a:pt x="2207" y="8468"/>
                    </a:lnTo>
                    <a:lnTo>
                      <a:pt x="2416" y="8587"/>
                    </a:lnTo>
                    <a:lnTo>
                      <a:pt x="2639" y="8692"/>
                    </a:lnTo>
                    <a:lnTo>
                      <a:pt x="2863" y="8781"/>
                    </a:lnTo>
                    <a:lnTo>
                      <a:pt x="3087" y="8871"/>
                    </a:lnTo>
                    <a:lnTo>
                      <a:pt x="3325" y="8945"/>
                    </a:lnTo>
                    <a:lnTo>
                      <a:pt x="3564" y="9005"/>
                    </a:lnTo>
                    <a:lnTo>
                      <a:pt x="3802" y="9050"/>
                    </a:lnTo>
                    <a:lnTo>
                      <a:pt x="4056" y="9094"/>
                    </a:lnTo>
                    <a:lnTo>
                      <a:pt x="4309" y="9109"/>
                    </a:lnTo>
                    <a:lnTo>
                      <a:pt x="4801" y="9109"/>
                    </a:lnTo>
                    <a:lnTo>
                      <a:pt x="5025" y="9094"/>
                    </a:lnTo>
                    <a:lnTo>
                      <a:pt x="5248" y="9064"/>
                    </a:lnTo>
                    <a:lnTo>
                      <a:pt x="5472" y="9020"/>
                    </a:lnTo>
                    <a:lnTo>
                      <a:pt x="5696" y="8975"/>
                    </a:lnTo>
                    <a:lnTo>
                      <a:pt x="5919" y="8915"/>
                    </a:lnTo>
                    <a:lnTo>
                      <a:pt x="6128" y="8841"/>
                    </a:lnTo>
                    <a:lnTo>
                      <a:pt x="6337" y="8751"/>
                    </a:lnTo>
                    <a:lnTo>
                      <a:pt x="6530" y="8662"/>
                    </a:lnTo>
                    <a:lnTo>
                      <a:pt x="6739" y="8573"/>
                    </a:lnTo>
                    <a:lnTo>
                      <a:pt x="6918" y="8453"/>
                    </a:lnTo>
                    <a:lnTo>
                      <a:pt x="7112" y="8334"/>
                    </a:lnTo>
                    <a:lnTo>
                      <a:pt x="7291" y="8215"/>
                    </a:lnTo>
                    <a:lnTo>
                      <a:pt x="7455" y="8081"/>
                    </a:lnTo>
                    <a:lnTo>
                      <a:pt x="7619" y="7931"/>
                    </a:lnTo>
                    <a:lnTo>
                      <a:pt x="7783" y="7782"/>
                    </a:lnTo>
                    <a:lnTo>
                      <a:pt x="7932" y="7618"/>
                    </a:lnTo>
                    <a:lnTo>
                      <a:pt x="8081" y="7454"/>
                    </a:lnTo>
                    <a:lnTo>
                      <a:pt x="8215" y="7290"/>
                    </a:lnTo>
                    <a:lnTo>
                      <a:pt x="8334" y="7111"/>
                    </a:lnTo>
                    <a:lnTo>
                      <a:pt x="8454" y="6918"/>
                    </a:lnTo>
                    <a:lnTo>
                      <a:pt x="8573" y="6724"/>
                    </a:lnTo>
                    <a:lnTo>
                      <a:pt x="8662" y="6530"/>
                    </a:lnTo>
                    <a:lnTo>
                      <a:pt x="8752" y="6336"/>
                    </a:lnTo>
                    <a:lnTo>
                      <a:pt x="8841" y="6128"/>
                    </a:lnTo>
                    <a:lnTo>
                      <a:pt x="8916" y="5919"/>
                    </a:lnTo>
                    <a:lnTo>
                      <a:pt x="8975" y="5695"/>
                    </a:lnTo>
                    <a:lnTo>
                      <a:pt x="9020" y="5472"/>
                    </a:lnTo>
                    <a:lnTo>
                      <a:pt x="9065" y="5248"/>
                    </a:lnTo>
                    <a:lnTo>
                      <a:pt x="9095" y="5024"/>
                    </a:lnTo>
                    <a:lnTo>
                      <a:pt x="9110" y="4801"/>
                    </a:lnTo>
                    <a:lnTo>
                      <a:pt x="9110" y="4562"/>
                    </a:lnTo>
                    <a:lnTo>
                      <a:pt x="9110" y="4353"/>
                    </a:lnTo>
                    <a:lnTo>
                      <a:pt x="9095" y="4130"/>
                    </a:lnTo>
                    <a:lnTo>
                      <a:pt x="9080" y="3936"/>
                    </a:lnTo>
                    <a:lnTo>
                      <a:pt x="9035" y="3727"/>
                    </a:lnTo>
                    <a:lnTo>
                      <a:pt x="9005" y="3519"/>
                    </a:lnTo>
                    <a:lnTo>
                      <a:pt x="8946" y="3325"/>
                    </a:lnTo>
                    <a:lnTo>
                      <a:pt x="8886" y="3131"/>
                    </a:lnTo>
                    <a:lnTo>
                      <a:pt x="8826" y="2937"/>
                    </a:lnTo>
                    <a:lnTo>
                      <a:pt x="8752" y="2758"/>
                    </a:lnTo>
                    <a:lnTo>
                      <a:pt x="8662" y="2579"/>
                    </a:lnTo>
                    <a:lnTo>
                      <a:pt x="8469" y="2222"/>
                    </a:lnTo>
                    <a:lnTo>
                      <a:pt x="8260" y="1894"/>
                    </a:lnTo>
                    <a:lnTo>
                      <a:pt x="8006" y="1580"/>
                    </a:lnTo>
                    <a:lnTo>
                      <a:pt x="7738" y="1297"/>
                    </a:lnTo>
                    <a:lnTo>
                      <a:pt x="7440" y="1029"/>
                    </a:lnTo>
                    <a:lnTo>
                      <a:pt x="7127" y="790"/>
                    </a:lnTo>
                    <a:lnTo>
                      <a:pt x="6784" y="582"/>
                    </a:lnTo>
                    <a:lnTo>
                      <a:pt x="6426" y="403"/>
                    </a:lnTo>
                    <a:lnTo>
                      <a:pt x="6232" y="328"/>
                    </a:lnTo>
                    <a:lnTo>
                      <a:pt x="6053" y="254"/>
                    </a:lnTo>
                    <a:lnTo>
                      <a:pt x="5860" y="194"/>
                    </a:lnTo>
                    <a:lnTo>
                      <a:pt x="5666" y="134"/>
                    </a:lnTo>
                    <a:lnTo>
                      <a:pt x="5457" y="90"/>
                    </a:lnTo>
                    <a:lnTo>
                      <a:pt x="5263" y="60"/>
                    </a:lnTo>
                    <a:lnTo>
                      <a:pt x="4905" y="15"/>
                    </a:lnTo>
                    <a:lnTo>
                      <a:pt x="4563" y="0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22"/>
              <p:cNvSpPr/>
              <p:nvPr/>
            </p:nvSpPr>
            <p:spPr>
              <a:xfrm>
                <a:off x="2787008" y="3745209"/>
                <a:ext cx="96799" cy="115334"/>
              </a:xfrm>
              <a:custGeom>
                <a:rect b="b" l="l" r="r" t="t"/>
                <a:pathLst>
                  <a:path extrusionOk="0" h="7604" w="6382">
                    <a:moveTo>
                      <a:pt x="4563" y="0"/>
                    </a:moveTo>
                    <a:lnTo>
                      <a:pt x="4324" y="15"/>
                    </a:lnTo>
                    <a:lnTo>
                      <a:pt x="4100" y="30"/>
                    </a:lnTo>
                    <a:lnTo>
                      <a:pt x="3862" y="60"/>
                    </a:lnTo>
                    <a:lnTo>
                      <a:pt x="3638" y="90"/>
                    </a:lnTo>
                    <a:lnTo>
                      <a:pt x="3415" y="149"/>
                    </a:lnTo>
                    <a:lnTo>
                      <a:pt x="3206" y="209"/>
                    </a:lnTo>
                    <a:lnTo>
                      <a:pt x="2997" y="283"/>
                    </a:lnTo>
                    <a:lnTo>
                      <a:pt x="2788" y="358"/>
                    </a:lnTo>
                    <a:lnTo>
                      <a:pt x="2580" y="447"/>
                    </a:lnTo>
                    <a:lnTo>
                      <a:pt x="2386" y="552"/>
                    </a:lnTo>
                    <a:lnTo>
                      <a:pt x="2192" y="656"/>
                    </a:lnTo>
                    <a:lnTo>
                      <a:pt x="2013" y="775"/>
                    </a:lnTo>
                    <a:lnTo>
                      <a:pt x="1834" y="910"/>
                    </a:lnTo>
                    <a:lnTo>
                      <a:pt x="1655" y="1044"/>
                    </a:lnTo>
                    <a:lnTo>
                      <a:pt x="1491" y="1193"/>
                    </a:lnTo>
                    <a:lnTo>
                      <a:pt x="1342" y="1342"/>
                    </a:lnTo>
                    <a:lnTo>
                      <a:pt x="1193" y="1491"/>
                    </a:lnTo>
                    <a:lnTo>
                      <a:pt x="1044" y="1655"/>
                    </a:lnTo>
                    <a:lnTo>
                      <a:pt x="910" y="1834"/>
                    </a:lnTo>
                    <a:lnTo>
                      <a:pt x="776" y="2013"/>
                    </a:lnTo>
                    <a:lnTo>
                      <a:pt x="657" y="2192"/>
                    </a:lnTo>
                    <a:lnTo>
                      <a:pt x="552" y="2386"/>
                    </a:lnTo>
                    <a:lnTo>
                      <a:pt x="448" y="2579"/>
                    </a:lnTo>
                    <a:lnTo>
                      <a:pt x="358" y="2788"/>
                    </a:lnTo>
                    <a:lnTo>
                      <a:pt x="284" y="2997"/>
                    </a:lnTo>
                    <a:lnTo>
                      <a:pt x="209" y="3205"/>
                    </a:lnTo>
                    <a:lnTo>
                      <a:pt x="150" y="3414"/>
                    </a:lnTo>
                    <a:lnTo>
                      <a:pt x="90" y="3638"/>
                    </a:lnTo>
                    <a:lnTo>
                      <a:pt x="60" y="3861"/>
                    </a:lnTo>
                    <a:lnTo>
                      <a:pt x="30" y="4100"/>
                    </a:lnTo>
                    <a:lnTo>
                      <a:pt x="15" y="4324"/>
                    </a:lnTo>
                    <a:lnTo>
                      <a:pt x="1" y="4562"/>
                    </a:lnTo>
                    <a:lnTo>
                      <a:pt x="15" y="4771"/>
                    </a:lnTo>
                    <a:lnTo>
                      <a:pt x="30" y="4980"/>
                    </a:lnTo>
                    <a:lnTo>
                      <a:pt x="45" y="5188"/>
                    </a:lnTo>
                    <a:lnTo>
                      <a:pt x="75" y="5397"/>
                    </a:lnTo>
                    <a:lnTo>
                      <a:pt x="120" y="5591"/>
                    </a:lnTo>
                    <a:lnTo>
                      <a:pt x="179" y="5800"/>
                    </a:lnTo>
                    <a:lnTo>
                      <a:pt x="239" y="5993"/>
                    </a:lnTo>
                    <a:lnTo>
                      <a:pt x="299" y="6172"/>
                    </a:lnTo>
                    <a:lnTo>
                      <a:pt x="373" y="6366"/>
                    </a:lnTo>
                    <a:lnTo>
                      <a:pt x="463" y="6545"/>
                    </a:lnTo>
                    <a:lnTo>
                      <a:pt x="657" y="6903"/>
                    </a:lnTo>
                    <a:lnTo>
                      <a:pt x="880" y="7231"/>
                    </a:lnTo>
                    <a:lnTo>
                      <a:pt x="1119" y="7544"/>
                    </a:lnTo>
                    <a:lnTo>
                      <a:pt x="1462" y="7589"/>
                    </a:lnTo>
                    <a:lnTo>
                      <a:pt x="1819" y="7603"/>
                    </a:lnTo>
                    <a:lnTo>
                      <a:pt x="2058" y="7589"/>
                    </a:lnTo>
                    <a:lnTo>
                      <a:pt x="2282" y="7574"/>
                    </a:lnTo>
                    <a:lnTo>
                      <a:pt x="2505" y="7544"/>
                    </a:lnTo>
                    <a:lnTo>
                      <a:pt x="2729" y="7499"/>
                    </a:lnTo>
                    <a:lnTo>
                      <a:pt x="2952" y="7454"/>
                    </a:lnTo>
                    <a:lnTo>
                      <a:pt x="3176" y="7395"/>
                    </a:lnTo>
                    <a:lnTo>
                      <a:pt x="3385" y="7320"/>
                    </a:lnTo>
                    <a:lnTo>
                      <a:pt x="3593" y="7246"/>
                    </a:lnTo>
                    <a:lnTo>
                      <a:pt x="3787" y="7141"/>
                    </a:lnTo>
                    <a:lnTo>
                      <a:pt x="3996" y="7052"/>
                    </a:lnTo>
                    <a:lnTo>
                      <a:pt x="4175" y="6933"/>
                    </a:lnTo>
                    <a:lnTo>
                      <a:pt x="4369" y="6813"/>
                    </a:lnTo>
                    <a:lnTo>
                      <a:pt x="4548" y="6694"/>
                    </a:lnTo>
                    <a:lnTo>
                      <a:pt x="4712" y="6560"/>
                    </a:lnTo>
                    <a:lnTo>
                      <a:pt x="4876" y="6411"/>
                    </a:lnTo>
                    <a:lnTo>
                      <a:pt x="5040" y="6262"/>
                    </a:lnTo>
                    <a:lnTo>
                      <a:pt x="5189" y="6098"/>
                    </a:lnTo>
                    <a:lnTo>
                      <a:pt x="5338" y="5934"/>
                    </a:lnTo>
                    <a:lnTo>
                      <a:pt x="5472" y="5770"/>
                    </a:lnTo>
                    <a:lnTo>
                      <a:pt x="5591" y="5591"/>
                    </a:lnTo>
                    <a:lnTo>
                      <a:pt x="5710" y="5397"/>
                    </a:lnTo>
                    <a:lnTo>
                      <a:pt x="5830" y="5218"/>
                    </a:lnTo>
                    <a:lnTo>
                      <a:pt x="5919" y="5024"/>
                    </a:lnTo>
                    <a:lnTo>
                      <a:pt x="6024" y="4816"/>
                    </a:lnTo>
                    <a:lnTo>
                      <a:pt x="6098" y="4607"/>
                    </a:lnTo>
                    <a:lnTo>
                      <a:pt x="6173" y="4398"/>
                    </a:lnTo>
                    <a:lnTo>
                      <a:pt x="6232" y="4175"/>
                    </a:lnTo>
                    <a:lnTo>
                      <a:pt x="6277" y="3966"/>
                    </a:lnTo>
                    <a:lnTo>
                      <a:pt x="6322" y="3742"/>
                    </a:lnTo>
                    <a:lnTo>
                      <a:pt x="6352" y="3504"/>
                    </a:lnTo>
                    <a:lnTo>
                      <a:pt x="6366" y="3280"/>
                    </a:lnTo>
                    <a:lnTo>
                      <a:pt x="6381" y="3042"/>
                    </a:lnTo>
                    <a:lnTo>
                      <a:pt x="6366" y="2833"/>
                    </a:lnTo>
                    <a:lnTo>
                      <a:pt x="6352" y="2624"/>
                    </a:lnTo>
                    <a:lnTo>
                      <a:pt x="6337" y="2415"/>
                    </a:lnTo>
                    <a:lnTo>
                      <a:pt x="6292" y="2207"/>
                    </a:lnTo>
                    <a:lnTo>
                      <a:pt x="6262" y="1998"/>
                    </a:lnTo>
                    <a:lnTo>
                      <a:pt x="6202" y="1804"/>
                    </a:lnTo>
                    <a:lnTo>
                      <a:pt x="6143" y="1610"/>
                    </a:lnTo>
                    <a:lnTo>
                      <a:pt x="6083" y="1416"/>
                    </a:lnTo>
                    <a:lnTo>
                      <a:pt x="5994" y="1238"/>
                    </a:lnTo>
                    <a:lnTo>
                      <a:pt x="5919" y="1044"/>
                    </a:lnTo>
                    <a:lnTo>
                      <a:pt x="5725" y="701"/>
                    </a:lnTo>
                    <a:lnTo>
                      <a:pt x="5502" y="373"/>
                    </a:lnTo>
                    <a:lnTo>
                      <a:pt x="5263" y="60"/>
                    </a:lnTo>
                    <a:lnTo>
                      <a:pt x="4905" y="15"/>
                    </a:lnTo>
                    <a:lnTo>
                      <a:pt x="456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22"/>
              <p:cNvSpPr/>
              <p:nvPr/>
            </p:nvSpPr>
            <p:spPr>
              <a:xfrm>
                <a:off x="2737258" y="3792684"/>
                <a:ext cx="106749" cy="106521"/>
              </a:xfrm>
              <a:custGeom>
                <a:rect b="b" l="l" r="r" t="t"/>
                <a:pathLst>
                  <a:path extrusionOk="0" h="7023" w="7038">
                    <a:moveTo>
                      <a:pt x="3340" y="1"/>
                    </a:moveTo>
                    <a:lnTo>
                      <a:pt x="3161" y="16"/>
                    </a:lnTo>
                    <a:lnTo>
                      <a:pt x="2982" y="31"/>
                    </a:lnTo>
                    <a:lnTo>
                      <a:pt x="2818" y="75"/>
                    </a:lnTo>
                    <a:lnTo>
                      <a:pt x="2475" y="150"/>
                    </a:lnTo>
                    <a:lnTo>
                      <a:pt x="2148" y="269"/>
                    </a:lnTo>
                    <a:lnTo>
                      <a:pt x="1849" y="418"/>
                    </a:lnTo>
                    <a:lnTo>
                      <a:pt x="1551" y="597"/>
                    </a:lnTo>
                    <a:lnTo>
                      <a:pt x="1283" y="806"/>
                    </a:lnTo>
                    <a:lnTo>
                      <a:pt x="1029" y="1030"/>
                    </a:lnTo>
                    <a:lnTo>
                      <a:pt x="806" y="1283"/>
                    </a:lnTo>
                    <a:lnTo>
                      <a:pt x="612" y="1551"/>
                    </a:lnTo>
                    <a:lnTo>
                      <a:pt x="433" y="1835"/>
                    </a:lnTo>
                    <a:lnTo>
                      <a:pt x="284" y="2148"/>
                    </a:lnTo>
                    <a:lnTo>
                      <a:pt x="165" y="2476"/>
                    </a:lnTo>
                    <a:lnTo>
                      <a:pt x="75" y="2804"/>
                    </a:lnTo>
                    <a:lnTo>
                      <a:pt x="31" y="3162"/>
                    </a:lnTo>
                    <a:lnTo>
                      <a:pt x="16" y="3326"/>
                    </a:lnTo>
                    <a:lnTo>
                      <a:pt x="1" y="3519"/>
                    </a:lnTo>
                    <a:lnTo>
                      <a:pt x="16" y="3832"/>
                    </a:lnTo>
                    <a:lnTo>
                      <a:pt x="60" y="4160"/>
                    </a:lnTo>
                    <a:lnTo>
                      <a:pt x="135" y="4473"/>
                    </a:lnTo>
                    <a:lnTo>
                      <a:pt x="239" y="4757"/>
                    </a:lnTo>
                    <a:lnTo>
                      <a:pt x="358" y="5055"/>
                    </a:lnTo>
                    <a:lnTo>
                      <a:pt x="508" y="5323"/>
                    </a:lnTo>
                    <a:lnTo>
                      <a:pt x="672" y="5577"/>
                    </a:lnTo>
                    <a:lnTo>
                      <a:pt x="865" y="5815"/>
                    </a:lnTo>
                    <a:lnTo>
                      <a:pt x="1000" y="5949"/>
                    </a:lnTo>
                    <a:lnTo>
                      <a:pt x="1119" y="6084"/>
                    </a:lnTo>
                    <a:lnTo>
                      <a:pt x="1268" y="6203"/>
                    </a:lnTo>
                    <a:lnTo>
                      <a:pt x="1402" y="6322"/>
                    </a:lnTo>
                    <a:lnTo>
                      <a:pt x="1551" y="6426"/>
                    </a:lnTo>
                    <a:lnTo>
                      <a:pt x="1715" y="6531"/>
                    </a:lnTo>
                    <a:lnTo>
                      <a:pt x="1879" y="6620"/>
                    </a:lnTo>
                    <a:lnTo>
                      <a:pt x="2043" y="6695"/>
                    </a:lnTo>
                    <a:lnTo>
                      <a:pt x="2207" y="6769"/>
                    </a:lnTo>
                    <a:lnTo>
                      <a:pt x="2386" y="6844"/>
                    </a:lnTo>
                    <a:lnTo>
                      <a:pt x="2565" y="6904"/>
                    </a:lnTo>
                    <a:lnTo>
                      <a:pt x="2759" y="6948"/>
                    </a:lnTo>
                    <a:lnTo>
                      <a:pt x="2938" y="6978"/>
                    </a:lnTo>
                    <a:lnTo>
                      <a:pt x="3131" y="7008"/>
                    </a:lnTo>
                    <a:lnTo>
                      <a:pt x="3325" y="7023"/>
                    </a:lnTo>
                    <a:lnTo>
                      <a:pt x="3698" y="7023"/>
                    </a:lnTo>
                    <a:lnTo>
                      <a:pt x="3877" y="7008"/>
                    </a:lnTo>
                    <a:lnTo>
                      <a:pt x="4056" y="6993"/>
                    </a:lnTo>
                    <a:lnTo>
                      <a:pt x="4235" y="6963"/>
                    </a:lnTo>
                    <a:lnTo>
                      <a:pt x="4563" y="6874"/>
                    </a:lnTo>
                    <a:lnTo>
                      <a:pt x="4891" y="6754"/>
                    </a:lnTo>
                    <a:lnTo>
                      <a:pt x="5204" y="6605"/>
                    </a:lnTo>
                    <a:lnTo>
                      <a:pt x="5487" y="6426"/>
                    </a:lnTo>
                    <a:lnTo>
                      <a:pt x="5755" y="6233"/>
                    </a:lnTo>
                    <a:lnTo>
                      <a:pt x="6009" y="5994"/>
                    </a:lnTo>
                    <a:lnTo>
                      <a:pt x="6232" y="5756"/>
                    </a:lnTo>
                    <a:lnTo>
                      <a:pt x="6441" y="5472"/>
                    </a:lnTo>
                    <a:lnTo>
                      <a:pt x="6620" y="5189"/>
                    </a:lnTo>
                    <a:lnTo>
                      <a:pt x="6769" y="4876"/>
                    </a:lnTo>
                    <a:lnTo>
                      <a:pt x="6873" y="4563"/>
                    </a:lnTo>
                    <a:lnTo>
                      <a:pt x="6963" y="4220"/>
                    </a:lnTo>
                    <a:lnTo>
                      <a:pt x="7023" y="3877"/>
                    </a:lnTo>
                    <a:lnTo>
                      <a:pt x="7037" y="3698"/>
                    </a:lnTo>
                    <a:lnTo>
                      <a:pt x="7037" y="3519"/>
                    </a:lnTo>
                    <a:lnTo>
                      <a:pt x="7023" y="3191"/>
                    </a:lnTo>
                    <a:lnTo>
                      <a:pt x="6978" y="2863"/>
                    </a:lnTo>
                    <a:lnTo>
                      <a:pt x="6903" y="2565"/>
                    </a:lnTo>
                    <a:lnTo>
                      <a:pt x="6814" y="2267"/>
                    </a:lnTo>
                    <a:lnTo>
                      <a:pt x="6695" y="1984"/>
                    </a:lnTo>
                    <a:lnTo>
                      <a:pt x="6545" y="1715"/>
                    </a:lnTo>
                    <a:lnTo>
                      <a:pt x="6367" y="1447"/>
                    </a:lnTo>
                    <a:lnTo>
                      <a:pt x="6188" y="1209"/>
                    </a:lnTo>
                    <a:lnTo>
                      <a:pt x="5979" y="985"/>
                    </a:lnTo>
                    <a:lnTo>
                      <a:pt x="5740" y="791"/>
                    </a:lnTo>
                    <a:lnTo>
                      <a:pt x="5502" y="597"/>
                    </a:lnTo>
                    <a:lnTo>
                      <a:pt x="5234" y="448"/>
                    </a:lnTo>
                    <a:lnTo>
                      <a:pt x="4965" y="299"/>
                    </a:lnTo>
                    <a:lnTo>
                      <a:pt x="4667" y="195"/>
                    </a:lnTo>
                    <a:lnTo>
                      <a:pt x="4369" y="105"/>
                    </a:lnTo>
                    <a:lnTo>
                      <a:pt x="4056" y="31"/>
                    </a:lnTo>
                    <a:lnTo>
                      <a:pt x="3787" y="1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22"/>
              <p:cNvSpPr/>
              <p:nvPr/>
            </p:nvSpPr>
            <p:spPr>
              <a:xfrm>
                <a:off x="2737258" y="3792684"/>
                <a:ext cx="74639" cy="88882"/>
              </a:xfrm>
              <a:custGeom>
                <a:rect b="b" l="l" r="r" t="t"/>
                <a:pathLst>
                  <a:path extrusionOk="0" h="5860" w="4921">
                    <a:moveTo>
                      <a:pt x="3340" y="1"/>
                    </a:moveTo>
                    <a:lnTo>
                      <a:pt x="3161" y="16"/>
                    </a:lnTo>
                    <a:lnTo>
                      <a:pt x="2982" y="31"/>
                    </a:lnTo>
                    <a:lnTo>
                      <a:pt x="2818" y="75"/>
                    </a:lnTo>
                    <a:lnTo>
                      <a:pt x="2475" y="150"/>
                    </a:lnTo>
                    <a:lnTo>
                      <a:pt x="2148" y="269"/>
                    </a:lnTo>
                    <a:lnTo>
                      <a:pt x="1849" y="418"/>
                    </a:lnTo>
                    <a:lnTo>
                      <a:pt x="1551" y="597"/>
                    </a:lnTo>
                    <a:lnTo>
                      <a:pt x="1283" y="806"/>
                    </a:lnTo>
                    <a:lnTo>
                      <a:pt x="1029" y="1030"/>
                    </a:lnTo>
                    <a:lnTo>
                      <a:pt x="806" y="1283"/>
                    </a:lnTo>
                    <a:lnTo>
                      <a:pt x="612" y="1551"/>
                    </a:lnTo>
                    <a:lnTo>
                      <a:pt x="433" y="1835"/>
                    </a:lnTo>
                    <a:lnTo>
                      <a:pt x="284" y="2148"/>
                    </a:lnTo>
                    <a:lnTo>
                      <a:pt x="165" y="2476"/>
                    </a:lnTo>
                    <a:lnTo>
                      <a:pt x="75" y="2804"/>
                    </a:lnTo>
                    <a:lnTo>
                      <a:pt x="31" y="3162"/>
                    </a:lnTo>
                    <a:lnTo>
                      <a:pt x="16" y="3326"/>
                    </a:lnTo>
                    <a:lnTo>
                      <a:pt x="1" y="3519"/>
                    </a:lnTo>
                    <a:lnTo>
                      <a:pt x="16" y="3832"/>
                    </a:lnTo>
                    <a:lnTo>
                      <a:pt x="60" y="4160"/>
                    </a:lnTo>
                    <a:lnTo>
                      <a:pt x="135" y="4473"/>
                    </a:lnTo>
                    <a:lnTo>
                      <a:pt x="239" y="4757"/>
                    </a:lnTo>
                    <a:lnTo>
                      <a:pt x="358" y="5055"/>
                    </a:lnTo>
                    <a:lnTo>
                      <a:pt x="508" y="5323"/>
                    </a:lnTo>
                    <a:lnTo>
                      <a:pt x="672" y="5577"/>
                    </a:lnTo>
                    <a:lnTo>
                      <a:pt x="865" y="5815"/>
                    </a:lnTo>
                    <a:lnTo>
                      <a:pt x="1134" y="5845"/>
                    </a:lnTo>
                    <a:lnTo>
                      <a:pt x="1402" y="5860"/>
                    </a:lnTo>
                    <a:lnTo>
                      <a:pt x="1581" y="5860"/>
                    </a:lnTo>
                    <a:lnTo>
                      <a:pt x="1760" y="5845"/>
                    </a:lnTo>
                    <a:lnTo>
                      <a:pt x="1939" y="5815"/>
                    </a:lnTo>
                    <a:lnTo>
                      <a:pt x="2118" y="5785"/>
                    </a:lnTo>
                    <a:lnTo>
                      <a:pt x="2446" y="5696"/>
                    </a:lnTo>
                    <a:lnTo>
                      <a:pt x="2774" y="5577"/>
                    </a:lnTo>
                    <a:lnTo>
                      <a:pt x="3087" y="5428"/>
                    </a:lnTo>
                    <a:lnTo>
                      <a:pt x="3370" y="5264"/>
                    </a:lnTo>
                    <a:lnTo>
                      <a:pt x="3638" y="5055"/>
                    </a:lnTo>
                    <a:lnTo>
                      <a:pt x="3892" y="4831"/>
                    </a:lnTo>
                    <a:lnTo>
                      <a:pt x="4115" y="4578"/>
                    </a:lnTo>
                    <a:lnTo>
                      <a:pt x="4324" y="4309"/>
                    </a:lnTo>
                    <a:lnTo>
                      <a:pt x="4503" y="4011"/>
                    </a:lnTo>
                    <a:lnTo>
                      <a:pt x="4652" y="3713"/>
                    </a:lnTo>
                    <a:lnTo>
                      <a:pt x="4771" y="3385"/>
                    </a:lnTo>
                    <a:lnTo>
                      <a:pt x="4846" y="3057"/>
                    </a:lnTo>
                    <a:lnTo>
                      <a:pt x="4876" y="2878"/>
                    </a:lnTo>
                    <a:lnTo>
                      <a:pt x="4906" y="2699"/>
                    </a:lnTo>
                    <a:lnTo>
                      <a:pt x="4920" y="2520"/>
                    </a:lnTo>
                    <a:lnTo>
                      <a:pt x="4920" y="2342"/>
                    </a:lnTo>
                    <a:lnTo>
                      <a:pt x="4906" y="2014"/>
                    </a:lnTo>
                    <a:lnTo>
                      <a:pt x="4861" y="1701"/>
                    </a:lnTo>
                    <a:lnTo>
                      <a:pt x="4786" y="1387"/>
                    </a:lnTo>
                    <a:lnTo>
                      <a:pt x="4697" y="1089"/>
                    </a:lnTo>
                    <a:lnTo>
                      <a:pt x="4563" y="806"/>
                    </a:lnTo>
                    <a:lnTo>
                      <a:pt x="4428" y="538"/>
                    </a:lnTo>
                    <a:lnTo>
                      <a:pt x="4250" y="284"/>
                    </a:lnTo>
                    <a:lnTo>
                      <a:pt x="4056" y="31"/>
                    </a:lnTo>
                    <a:lnTo>
                      <a:pt x="378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22"/>
              <p:cNvSpPr/>
              <p:nvPr/>
            </p:nvSpPr>
            <p:spPr>
              <a:xfrm>
                <a:off x="2733648" y="3703150"/>
                <a:ext cx="106734" cy="106734"/>
              </a:xfrm>
              <a:custGeom>
                <a:rect b="b" l="l" r="r" t="t"/>
                <a:pathLst>
                  <a:path extrusionOk="0" h="7037" w="7037">
                    <a:moveTo>
                      <a:pt x="3340" y="0"/>
                    </a:moveTo>
                    <a:lnTo>
                      <a:pt x="3161" y="15"/>
                    </a:lnTo>
                    <a:lnTo>
                      <a:pt x="2982" y="45"/>
                    </a:lnTo>
                    <a:lnTo>
                      <a:pt x="2818" y="75"/>
                    </a:lnTo>
                    <a:lnTo>
                      <a:pt x="2475" y="164"/>
                    </a:lnTo>
                    <a:lnTo>
                      <a:pt x="2147" y="283"/>
                    </a:lnTo>
                    <a:lnTo>
                      <a:pt x="1849" y="418"/>
                    </a:lnTo>
                    <a:lnTo>
                      <a:pt x="1551" y="597"/>
                    </a:lnTo>
                    <a:lnTo>
                      <a:pt x="1282" y="805"/>
                    </a:lnTo>
                    <a:lnTo>
                      <a:pt x="1029" y="1029"/>
                    </a:lnTo>
                    <a:lnTo>
                      <a:pt x="805" y="1282"/>
                    </a:lnTo>
                    <a:lnTo>
                      <a:pt x="611" y="1551"/>
                    </a:lnTo>
                    <a:lnTo>
                      <a:pt x="433" y="1834"/>
                    </a:lnTo>
                    <a:lnTo>
                      <a:pt x="283" y="2147"/>
                    </a:lnTo>
                    <a:lnTo>
                      <a:pt x="164" y="2475"/>
                    </a:lnTo>
                    <a:lnTo>
                      <a:pt x="75" y="2803"/>
                    </a:lnTo>
                    <a:lnTo>
                      <a:pt x="45" y="2982"/>
                    </a:lnTo>
                    <a:lnTo>
                      <a:pt x="30" y="3161"/>
                    </a:lnTo>
                    <a:lnTo>
                      <a:pt x="15" y="3340"/>
                    </a:lnTo>
                    <a:lnTo>
                      <a:pt x="0" y="3519"/>
                    </a:lnTo>
                    <a:lnTo>
                      <a:pt x="15" y="3847"/>
                    </a:lnTo>
                    <a:lnTo>
                      <a:pt x="60" y="4160"/>
                    </a:lnTo>
                    <a:lnTo>
                      <a:pt x="134" y="4473"/>
                    </a:lnTo>
                    <a:lnTo>
                      <a:pt x="239" y="4771"/>
                    </a:lnTo>
                    <a:lnTo>
                      <a:pt x="358" y="5054"/>
                    </a:lnTo>
                    <a:lnTo>
                      <a:pt x="507" y="5323"/>
                    </a:lnTo>
                    <a:lnTo>
                      <a:pt x="671" y="5576"/>
                    </a:lnTo>
                    <a:lnTo>
                      <a:pt x="865" y="5815"/>
                    </a:lnTo>
                    <a:lnTo>
                      <a:pt x="999" y="5964"/>
                    </a:lnTo>
                    <a:lnTo>
                      <a:pt x="1118" y="6083"/>
                    </a:lnTo>
                    <a:lnTo>
                      <a:pt x="1267" y="6202"/>
                    </a:lnTo>
                    <a:lnTo>
                      <a:pt x="1402" y="6321"/>
                    </a:lnTo>
                    <a:lnTo>
                      <a:pt x="1551" y="6426"/>
                    </a:lnTo>
                    <a:lnTo>
                      <a:pt x="1715" y="6530"/>
                    </a:lnTo>
                    <a:lnTo>
                      <a:pt x="1879" y="6620"/>
                    </a:lnTo>
                    <a:lnTo>
                      <a:pt x="2043" y="6709"/>
                    </a:lnTo>
                    <a:lnTo>
                      <a:pt x="2207" y="6784"/>
                    </a:lnTo>
                    <a:lnTo>
                      <a:pt x="2386" y="6843"/>
                    </a:lnTo>
                    <a:lnTo>
                      <a:pt x="2564" y="6903"/>
                    </a:lnTo>
                    <a:lnTo>
                      <a:pt x="2758" y="6948"/>
                    </a:lnTo>
                    <a:lnTo>
                      <a:pt x="2937" y="6977"/>
                    </a:lnTo>
                    <a:lnTo>
                      <a:pt x="3131" y="7007"/>
                    </a:lnTo>
                    <a:lnTo>
                      <a:pt x="3325" y="7022"/>
                    </a:lnTo>
                    <a:lnTo>
                      <a:pt x="3519" y="7037"/>
                    </a:lnTo>
                    <a:lnTo>
                      <a:pt x="3697" y="7022"/>
                    </a:lnTo>
                    <a:lnTo>
                      <a:pt x="3876" y="7007"/>
                    </a:lnTo>
                    <a:lnTo>
                      <a:pt x="4055" y="6992"/>
                    </a:lnTo>
                    <a:lnTo>
                      <a:pt x="4234" y="6962"/>
                    </a:lnTo>
                    <a:lnTo>
                      <a:pt x="4562" y="6873"/>
                    </a:lnTo>
                    <a:lnTo>
                      <a:pt x="4890" y="6754"/>
                    </a:lnTo>
                    <a:lnTo>
                      <a:pt x="5203" y="6605"/>
                    </a:lnTo>
                    <a:lnTo>
                      <a:pt x="5486" y="6426"/>
                    </a:lnTo>
                    <a:lnTo>
                      <a:pt x="5755" y="6232"/>
                    </a:lnTo>
                    <a:lnTo>
                      <a:pt x="6008" y="6008"/>
                    </a:lnTo>
                    <a:lnTo>
                      <a:pt x="6232" y="5755"/>
                    </a:lnTo>
                    <a:lnTo>
                      <a:pt x="6441" y="5487"/>
                    </a:lnTo>
                    <a:lnTo>
                      <a:pt x="6620" y="5188"/>
                    </a:lnTo>
                    <a:lnTo>
                      <a:pt x="6769" y="4890"/>
                    </a:lnTo>
                    <a:lnTo>
                      <a:pt x="6873" y="4562"/>
                    </a:lnTo>
                    <a:lnTo>
                      <a:pt x="6962" y="4219"/>
                    </a:lnTo>
                    <a:lnTo>
                      <a:pt x="6992" y="4055"/>
                    </a:lnTo>
                    <a:lnTo>
                      <a:pt x="7022" y="3876"/>
                    </a:lnTo>
                    <a:lnTo>
                      <a:pt x="7037" y="3698"/>
                    </a:lnTo>
                    <a:lnTo>
                      <a:pt x="7037" y="3519"/>
                    </a:lnTo>
                    <a:lnTo>
                      <a:pt x="7022" y="3191"/>
                    </a:lnTo>
                    <a:lnTo>
                      <a:pt x="6977" y="2878"/>
                    </a:lnTo>
                    <a:lnTo>
                      <a:pt x="6903" y="2564"/>
                    </a:lnTo>
                    <a:lnTo>
                      <a:pt x="6813" y="2266"/>
                    </a:lnTo>
                    <a:lnTo>
                      <a:pt x="6694" y="1983"/>
                    </a:lnTo>
                    <a:lnTo>
                      <a:pt x="6545" y="1715"/>
                    </a:lnTo>
                    <a:lnTo>
                      <a:pt x="6366" y="1461"/>
                    </a:lnTo>
                    <a:lnTo>
                      <a:pt x="6187" y="1223"/>
                    </a:lnTo>
                    <a:lnTo>
                      <a:pt x="5978" y="999"/>
                    </a:lnTo>
                    <a:lnTo>
                      <a:pt x="5740" y="790"/>
                    </a:lnTo>
                    <a:lnTo>
                      <a:pt x="5501" y="611"/>
                    </a:lnTo>
                    <a:lnTo>
                      <a:pt x="5233" y="447"/>
                    </a:lnTo>
                    <a:lnTo>
                      <a:pt x="4965" y="298"/>
                    </a:lnTo>
                    <a:lnTo>
                      <a:pt x="4666" y="194"/>
                    </a:lnTo>
                    <a:lnTo>
                      <a:pt x="4368" y="105"/>
                    </a:lnTo>
                    <a:lnTo>
                      <a:pt x="4055" y="45"/>
                    </a:lnTo>
                    <a:lnTo>
                      <a:pt x="3787" y="15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22"/>
              <p:cNvSpPr/>
              <p:nvPr/>
            </p:nvSpPr>
            <p:spPr>
              <a:xfrm>
                <a:off x="2733648" y="3703150"/>
                <a:ext cx="74624" cy="88882"/>
              </a:xfrm>
              <a:custGeom>
                <a:rect b="b" l="l" r="r" t="t"/>
                <a:pathLst>
                  <a:path extrusionOk="0" h="5860" w="4920">
                    <a:moveTo>
                      <a:pt x="3340" y="0"/>
                    </a:moveTo>
                    <a:lnTo>
                      <a:pt x="3161" y="15"/>
                    </a:lnTo>
                    <a:lnTo>
                      <a:pt x="2982" y="45"/>
                    </a:lnTo>
                    <a:lnTo>
                      <a:pt x="2818" y="75"/>
                    </a:lnTo>
                    <a:lnTo>
                      <a:pt x="2475" y="164"/>
                    </a:lnTo>
                    <a:lnTo>
                      <a:pt x="2147" y="283"/>
                    </a:lnTo>
                    <a:lnTo>
                      <a:pt x="1849" y="418"/>
                    </a:lnTo>
                    <a:lnTo>
                      <a:pt x="1551" y="597"/>
                    </a:lnTo>
                    <a:lnTo>
                      <a:pt x="1282" y="805"/>
                    </a:lnTo>
                    <a:lnTo>
                      <a:pt x="1029" y="1029"/>
                    </a:lnTo>
                    <a:lnTo>
                      <a:pt x="805" y="1282"/>
                    </a:lnTo>
                    <a:lnTo>
                      <a:pt x="611" y="1551"/>
                    </a:lnTo>
                    <a:lnTo>
                      <a:pt x="433" y="1834"/>
                    </a:lnTo>
                    <a:lnTo>
                      <a:pt x="283" y="2147"/>
                    </a:lnTo>
                    <a:lnTo>
                      <a:pt x="164" y="2475"/>
                    </a:lnTo>
                    <a:lnTo>
                      <a:pt x="75" y="2803"/>
                    </a:lnTo>
                    <a:lnTo>
                      <a:pt x="45" y="2982"/>
                    </a:lnTo>
                    <a:lnTo>
                      <a:pt x="30" y="3161"/>
                    </a:lnTo>
                    <a:lnTo>
                      <a:pt x="15" y="3340"/>
                    </a:lnTo>
                    <a:lnTo>
                      <a:pt x="0" y="3519"/>
                    </a:lnTo>
                    <a:lnTo>
                      <a:pt x="15" y="3847"/>
                    </a:lnTo>
                    <a:lnTo>
                      <a:pt x="60" y="4160"/>
                    </a:lnTo>
                    <a:lnTo>
                      <a:pt x="134" y="4473"/>
                    </a:lnTo>
                    <a:lnTo>
                      <a:pt x="239" y="4771"/>
                    </a:lnTo>
                    <a:lnTo>
                      <a:pt x="358" y="5054"/>
                    </a:lnTo>
                    <a:lnTo>
                      <a:pt x="507" y="5323"/>
                    </a:lnTo>
                    <a:lnTo>
                      <a:pt x="671" y="5576"/>
                    </a:lnTo>
                    <a:lnTo>
                      <a:pt x="865" y="5815"/>
                    </a:lnTo>
                    <a:lnTo>
                      <a:pt x="1133" y="5844"/>
                    </a:lnTo>
                    <a:lnTo>
                      <a:pt x="1402" y="5859"/>
                    </a:lnTo>
                    <a:lnTo>
                      <a:pt x="1580" y="5859"/>
                    </a:lnTo>
                    <a:lnTo>
                      <a:pt x="1759" y="5844"/>
                    </a:lnTo>
                    <a:lnTo>
                      <a:pt x="1938" y="5815"/>
                    </a:lnTo>
                    <a:lnTo>
                      <a:pt x="2117" y="5785"/>
                    </a:lnTo>
                    <a:lnTo>
                      <a:pt x="2445" y="5695"/>
                    </a:lnTo>
                    <a:lnTo>
                      <a:pt x="2773" y="5591"/>
                    </a:lnTo>
                    <a:lnTo>
                      <a:pt x="3086" y="5442"/>
                    </a:lnTo>
                    <a:lnTo>
                      <a:pt x="3369" y="5263"/>
                    </a:lnTo>
                    <a:lnTo>
                      <a:pt x="3638" y="5054"/>
                    </a:lnTo>
                    <a:lnTo>
                      <a:pt x="3891" y="4831"/>
                    </a:lnTo>
                    <a:lnTo>
                      <a:pt x="4115" y="4577"/>
                    </a:lnTo>
                    <a:lnTo>
                      <a:pt x="4324" y="4309"/>
                    </a:lnTo>
                    <a:lnTo>
                      <a:pt x="4503" y="4025"/>
                    </a:lnTo>
                    <a:lnTo>
                      <a:pt x="4652" y="3712"/>
                    </a:lnTo>
                    <a:lnTo>
                      <a:pt x="4771" y="3384"/>
                    </a:lnTo>
                    <a:lnTo>
                      <a:pt x="4845" y="3056"/>
                    </a:lnTo>
                    <a:lnTo>
                      <a:pt x="4875" y="2878"/>
                    </a:lnTo>
                    <a:lnTo>
                      <a:pt x="4905" y="2699"/>
                    </a:lnTo>
                    <a:lnTo>
                      <a:pt x="4920" y="2520"/>
                    </a:lnTo>
                    <a:lnTo>
                      <a:pt x="4920" y="2341"/>
                    </a:lnTo>
                    <a:lnTo>
                      <a:pt x="4905" y="2013"/>
                    </a:lnTo>
                    <a:lnTo>
                      <a:pt x="4860" y="1700"/>
                    </a:lnTo>
                    <a:lnTo>
                      <a:pt x="4786" y="1387"/>
                    </a:lnTo>
                    <a:lnTo>
                      <a:pt x="4696" y="1089"/>
                    </a:lnTo>
                    <a:lnTo>
                      <a:pt x="4562" y="805"/>
                    </a:lnTo>
                    <a:lnTo>
                      <a:pt x="4428" y="537"/>
                    </a:lnTo>
                    <a:lnTo>
                      <a:pt x="4249" y="283"/>
                    </a:lnTo>
                    <a:lnTo>
                      <a:pt x="4055" y="45"/>
                    </a:lnTo>
                    <a:lnTo>
                      <a:pt x="3787" y="15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22"/>
              <p:cNvSpPr/>
              <p:nvPr/>
            </p:nvSpPr>
            <p:spPr>
              <a:xfrm>
                <a:off x="2649757" y="3666733"/>
                <a:ext cx="106734" cy="106521"/>
              </a:xfrm>
              <a:custGeom>
                <a:rect b="b" l="l" r="r" t="t"/>
                <a:pathLst>
                  <a:path extrusionOk="0" h="7023" w="7037">
                    <a:moveTo>
                      <a:pt x="3340" y="1"/>
                    </a:moveTo>
                    <a:lnTo>
                      <a:pt x="3161" y="16"/>
                    </a:lnTo>
                    <a:lnTo>
                      <a:pt x="2982" y="46"/>
                    </a:lnTo>
                    <a:lnTo>
                      <a:pt x="2803" y="76"/>
                    </a:lnTo>
                    <a:lnTo>
                      <a:pt x="2475" y="150"/>
                    </a:lnTo>
                    <a:lnTo>
                      <a:pt x="2147" y="269"/>
                    </a:lnTo>
                    <a:lnTo>
                      <a:pt x="1849" y="418"/>
                    </a:lnTo>
                    <a:lnTo>
                      <a:pt x="1551" y="597"/>
                    </a:lnTo>
                    <a:lnTo>
                      <a:pt x="1282" y="806"/>
                    </a:lnTo>
                    <a:lnTo>
                      <a:pt x="1029" y="1030"/>
                    </a:lnTo>
                    <a:lnTo>
                      <a:pt x="805" y="1283"/>
                    </a:lnTo>
                    <a:lnTo>
                      <a:pt x="596" y="1551"/>
                    </a:lnTo>
                    <a:lnTo>
                      <a:pt x="432" y="1835"/>
                    </a:lnTo>
                    <a:lnTo>
                      <a:pt x="283" y="2148"/>
                    </a:lnTo>
                    <a:lnTo>
                      <a:pt x="164" y="2476"/>
                    </a:lnTo>
                    <a:lnTo>
                      <a:pt x="75" y="2804"/>
                    </a:lnTo>
                    <a:lnTo>
                      <a:pt x="45" y="2983"/>
                    </a:lnTo>
                    <a:lnTo>
                      <a:pt x="15" y="3162"/>
                    </a:lnTo>
                    <a:lnTo>
                      <a:pt x="0" y="3340"/>
                    </a:lnTo>
                    <a:lnTo>
                      <a:pt x="0" y="3519"/>
                    </a:lnTo>
                    <a:lnTo>
                      <a:pt x="15" y="3847"/>
                    </a:lnTo>
                    <a:lnTo>
                      <a:pt x="60" y="4160"/>
                    </a:lnTo>
                    <a:lnTo>
                      <a:pt x="134" y="4473"/>
                    </a:lnTo>
                    <a:lnTo>
                      <a:pt x="239" y="4772"/>
                    </a:lnTo>
                    <a:lnTo>
                      <a:pt x="358" y="5055"/>
                    </a:lnTo>
                    <a:lnTo>
                      <a:pt x="507" y="5323"/>
                    </a:lnTo>
                    <a:lnTo>
                      <a:pt x="671" y="5577"/>
                    </a:lnTo>
                    <a:lnTo>
                      <a:pt x="865" y="5815"/>
                    </a:lnTo>
                    <a:lnTo>
                      <a:pt x="984" y="5949"/>
                    </a:lnTo>
                    <a:lnTo>
                      <a:pt x="1118" y="6084"/>
                    </a:lnTo>
                    <a:lnTo>
                      <a:pt x="1252" y="6203"/>
                    </a:lnTo>
                    <a:lnTo>
                      <a:pt x="1402" y="6322"/>
                    </a:lnTo>
                    <a:lnTo>
                      <a:pt x="1551" y="6426"/>
                    </a:lnTo>
                    <a:lnTo>
                      <a:pt x="1715" y="6531"/>
                    </a:lnTo>
                    <a:lnTo>
                      <a:pt x="1864" y="6620"/>
                    </a:lnTo>
                    <a:lnTo>
                      <a:pt x="2043" y="6710"/>
                    </a:lnTo>
                    <a:lnTo>
                      <a:pt x="2207" y="6784"/>
                    </a:lnTo>
                    <a:lnTo>
                      <a:pt x="2385" y="6844"/>
                    </a:lnTo>
                    <a:lnTo>
                      <a:pt x="2564" y="6904"/>
                    </a:lnTo>
                    <a:lnTo>
                      <a:pt x="2743" y="6948"/>
                    </a:lnTo>
                    <a:lnTo>
                      <a:pt x="2937" y="6978"/>
                    </a:lnTo>
                    <a:lnTo>
                      <a:pt x="3131" y="7008"/>
                    </a:lnTo>
                    <a:lnTo>
                      <a:pt x="3325" y="7023"/>
                    </a:lnTo>
                    <a:lnTo>
                      <a:pt x="3697" y="7023"/>
                    </a:lnTo>
                    <a:lnTo>
                      <a:pt x="3876" y="7008"/>
                    </a:lnTo>
                    <a:lnTo>
                      <a:pt x="4055" y="6993"/>
                    </a:lnTo>
                    <a:lnTo>
                      <a:pt x="4234" y="6963"/>
                    </a:lnTo>
                    <a:lnTo>
                      <a:pt x="4562" y="6874"/>
                    </a:lnTo>
                    <a:lnTo>
                      <a:pt x="4890" y="6754"/>
                    </a:lnTo>
                    <a:lnTo>
                      <a:pt x="5188" y="6605"/>
                    </a:lnTo>
                    <a:lnTo>
                      <a:pt x="5486" y="6426"/>
                    </a:lnTo>
                    <a:lnTo>
                      <a:pt x="5755" y="6233"/>
                    </a:lnTo>
                    <a:lnTo>
                      <a:pt x="6008" y="5994"/>
                    </a:lnTo>
                    <a:lnTo>
                      <a:pt x="6232" y="5756"/>
                    </a:lnTo>
                    <a:lnTo>
                      <a:pt x="6441" y="5487"/>
                    </a:lnTo>
                    <a:lnTo>
                      <a:pt x="6605" y="5189"/>
                    </a:lnTo>
                    <a:lnTo>
                      <a:pt x="6754" y="4876"/>
                    </a:lnTo>
                    <a:lnTo>
                      <a:pt x="6873" y="4563"/>
                    </a:lnTo>
                    <a:lnTo>
                      <a:pt x="6962" y="4220"/>
                    </a:lnTo>
                    <a:lnTo>
                      <a:pt x="6992" y="4056"/>
                    </a:lnTo>
                    <a:lnTo>
                      <a:pt x="7022" y="3877"/>
                    </a:lnTo>
                    <a:lnTo>
                      <a:pt x="7037" y="3698"/>
                    </a:lnTo>
                    <a:lnTo>
                      <a:pt x="7037" y="3519"/>
                    </a:lnTo>
                    <a:lnTo>
                      <a:pt x="7022" y="3191"/>
                    </a:lnTo>
                    <a:lnTo>
                      <a:pt x="6977" y="2878"/>
                    </a:lnTo>
                    <a:lnTo>
                      <a:pt x="6903" y="2565"/>
                    </a:lnTo>
                    <a:lnTo>
                      <a:pt x="6813" y="2267"/>
                    </a:lnTo>
                    <a:lnTo>
                      <a:pt x="6679" y="1984"/>
                    </a:lnTo>
                    <a:lnTo>
                      <a:pt x="6530" y="1715"/>
                    </a:lnTo>
                    <a:lnTo>
                      <a:pt x="6366" y="1447"/>
                    </a:lnTo>
                    <a:lnTo>
                      <a:pt x="6172" y="1209"/>
                    </a:lnTo>
                    <a:lnTo>
                      <a:pt x="5964" y="985"/>
                    </a:lnTo>
                    <a:lnTo>
                      <a:pt x="5740" y="791"/>
                    </a:lnTo>
                    <a:lnTo>
                      <a:pt x="5501" y="612"/>
                    </a:lnTo>
                    <a:lnTo>
                      <a:pt x="5233" y="448"/>
                    </a:lnTo>
                    <a:lnTo>
                      <a:pt x="4950" y="299"/>
                    </a:lnTo>
                    <a:lnTo>
                      <a:pt x="4666" y="195"/>
                    </a:lnTo>
                    <a:lnTo>
                      <a:pt x="4368" y="105"/>
                    </a:lnTo>
                    <a:lnTo>
                      <a:pt x="4055" y="46"/>
                    </a:lnTo>
                    <a:lnTo>
                      <a:pt x="3787" y="16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22"/>
              <p:cNvSpPr/>
              <p:nvPr/>
            </p:nvSpPr>
            <p:spPr>
              <a:xfrm>
                <a:off x="2649757" y="3666733"/>
                <a:ext cx="74624" cy="88882"/>
              </a:xfrm>
              <a:custGeom>
                <a:rect b="b" l="l" r="r" t="t"/>
                <a:pathLst>
                  <a:path extrusionOk="0" h="5860" w="4920">
                    <a:moveTo>
                      <a:pt x="3340" y="1"/>
                    </a:moveTo>
                    <a:lnTo>
                      <a:pt x="3161" y="16"/>
                    </a:lnTo>
                    <a:lnTo>
                      <a:pt x="2982" y="46"/>
                    </a:lnTo>
                    <a:lnTo>
                      <a:pt x="2803" y="76"/>
                    </a:lnTo>
                    <a:lnTo>
                      <a:pt x="2475" y="150"/>
                    </a:lnTo>
                    <a:lnTo>
                      <a:pt x="2147" y="269"/>
                    </a:lnTo>
                    <a:lnTo>
                      <a:pt x="1849" y="418"/>
                    </a:lnTo>
                    <a:lnTo>
                      <a:pt x="1551" y="597"/>
                    </a:lnTo>
                    <a:lnTo>
                      <a:pt x="1282" y="806"/>
                    </a:lnTo>
                    <a:lnTo>
                      <a:pt x="1029" y="1030"/>
                    </a:lnTo>
                    <a:lnTo>
                      <a:pt x="805" y="1283"/>
                    </a:lnTo>
                    <a:lnTo>
                      <a:pt x="596" y="1551"/>
                    </a:lnTo>
                    <a:lnTo>
                      <a:pt x="432" y="1835"/>
                    </a:lnTo>
                    <a:lnTo>
                      <a:pt x="283" y="2148"/>
                    </a:lnTo>
                    <a:lnTo>
                      <a:pt x="164" y="2476"/>
                    </a:lnTo>
                    <a:lnTo>
                      <a:pt x="75" y="2804"/>
                    </a:lnTo>
                    <a:lnTo>
                      <a:pt x="45" y="2983"/>
                    </a:lnTo>
                    <a:lnTo>
                      <a:pt x="15" y="3162"/>
                    </a:lnTo>
                    <a:lnTo>
                      <a:pt x="0" y="3340"/>
                    </a:lnTo>
                    <a:lnTo>
                      <a:pt x="0" y="3519"/>
                    </a:lnTo>
                    <a:lnTo>
                      <a:pt x="15" y="3847"/>
                    </a:lnTo>
                    <a:lnTo>
                      <a:pt x="60" y="4160"/>
                    </a:lnTo>
                    <a:lnTo>
                      <a:pt x="134" y="4473"/>
                    </a:lnTo>
                    <a:lnTo>
                      <a:pt x="239" y="4772"/>
                    </a:lnTo>
                    <a:lnTo>
                      <a:pt x="358" y="5055"/>
                    </a:lnTo>
                    <a:lnTo>
                      <a:pt x="507" y="5323"/>
                    </a:lnTo>
                    <a:lnTo>
                      <a:pt x="671" y="5577"/>
                    </a:lnTo>
                    <a:lnTo>
                      <a:pt x="865" y="5815"/>
                    </a:lnTo>
                    <a:lnTo>
                      <a:pt x="1133" y="5845"/>
                    </a:lnTo>
                    <a:lnTo>
                      <a:pt x="1402" y="5860"/>
                    </a:lnTo>
                    <a:lnTo>
                      <a:pt x="1580" y="5860"/>
                    </a:lnTo>
                    <a:lnTo>
                      <a:pt x="1759" y="5845"/>
                    </a:lnTo>
                    <a:lnTo>
                      <a:pt x="1938" y="5815"/>
                    </a:lnTo>
                    <a:lnTo>
                      <a:pt x="2117" y="5785"/>
                    </a:lnTo>
                    <a:lnTo>
                      <a:pt x="2445" y="5696"/>
                    </a:lnTo>
                    <a:lnTo>
                      <a:pt x="2773" y="5577"/>
                    </a:lnTo>
                    <a:lnTo>
                      <a:pt x="3071" y="5428"/>
                    </a:lnTo>
                    <a:lnTo>
                      <a:pt x="3369" y="5264"/>
                    </a:lnTo>
                    <a:lnTo>
                      <a:pt x="3638" y="5055"/>
                    </a:lnTo>
                    <a:lnTo>
                      <a:pt x="3891" y="4831"/>
                    </a:lnTo>
                    <a:lnTo>
                      <a:pt x="4115" y="4578"/>
                    </a:lnTo>
                    <a:lnTo>
                      <a:pt x="4324" y="4310"/>
                    </a:lnTo>
                    <a:lnTo>
                      <a:pt x="4488" y="4026"/>
                    </a:lnTo>
                    <a:lnTo>
                      <a:pt x="4637" y="3713"/>
                    </a:lnTo>
                    <a:lnTo>
                      <a:pt x="4756" y="3385"/>
                    </a:lnTo>
                    <a:lnTo>
                      <a:pt x="4845" y="3057"/>
                    </a:lnTo>
                    <a:lnTo>
                      <a:pt x="4875" y="2878"/>
                    </a:lnTo>
                    <a:lnTo>
                      <a:pt x="4905" y="2699"/>
                    </a:lnTo>
                    <a:lnTo>
                      <a:pt x="4920" y="2520"/>
                    </a:lnTo>
                    <a:lnTo>
                      <a:pt x="4920" y="2342"/>
                    </a:lnTo>
                    <a:lnTo>
                      <a:pt x="4905" y="2014"/>
                    </a:lnTo>
                    <a:lnTo>
                      <a:pt x="4860" y="1701"/>
                    </a:lnTo>
                    <a:lnTo>
                      <a:pt x="4786" y="1387"/>
                    </a:lnTo>
                    <a:lnTo>
                      <a:pt x="4696" y="1089"/>
                    </a:lnTo>
                    <a:lnTo>
                      <a:pt x="4562" y="806"/>
                    </a:lnTo>
                    <a:lnTo>
                      <a:pt x="4413" y="538"/>
                    </a:lnTo>
                    <a:lnTo>
                      <a:pt x="4249" y="284"/>
                    </a:lnTo>
                    <a:lnTo>
                      <a:pt x="4055" y="46"/>
                    </a:lnTo>
                    <a:lnTo>
                      <a:pt x="3787" y="16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22"/>
              <p:cNvSpPr/>
              <p:nvPr/>
            </p:nvSpPr>
            <p:spPr>
              <a:xfrm>
                <a:off x="2680274" y="3751534"/>
                <a:ext cx="82102" cy="82102"/>
              </a:xfrm>
              <a:custGeom>
                <a:rect b="b" l="l" r="r" t="t"/>
                <a:pathLst>
                  <a:path extrusionOk="0" h="5413" w="5413">
                    <a:moveTo>
                      <a:pt x="2699" y="1"/>
                    </a:moveTo>
                    <a:lnTo>
                      <a:pt x="2431" y="16"/>
                    </a:lnTo>
                    <a:lnTo>
                      <a:pt x="2162" y="60"/>
                    </a:lnTo>
                    <a:lnTo>
                      <a:pt x="1909" y="135"/>
                    </a:lnTo>
                    <a:lnTo>
                      <a:pt x="1656" y="224"/>
                    </a:lnTo>
                    <a:lnTo>
                      <a:pt x="1417" y="329"/>
                    </a:lnTo>
                    <a:lnTo>
                      <a:pt x="1193" y="463"/>
                    </a:lnTo>
                    <a:lnTo>
                      <a:pt x="985" y="627"/>
                    </a:lnTo>
                    <a:lnTo>
                      <a:pt x="791" y="806"/>
                    </a:lnTo>
                    <a:lnTo>
                      <a:pt x="627" y="985"/>
                    </a:lnTo>
                    <a:lnTo>
                      <a:pt x="463" y="1193"/>
                    </a:lnTo>
                    <a:lnTo>
                      <a:pt x="329" y="1417"/>
                    </a:lnTo>
                    <a:lnTo>
                      <a:pt x="209" y="1655"/>
                    </a:lnTo>
                    <a:lnTo>
                      <a:pt x="120" y="1909"/>
                    </a:lnTo>
                    <a:lnTo>
                      <a:pt x="60" y="2162"/>
                    </a:lnTo>
                    <a:lnTo>
                      <a:pt x="16" y="2431"/>
                    </a:lnTo>
                    <a:lnTo>
                      <a:pt x="1" y="2714"/>
                    </a:lnTo>
                    <a:lnTo>
                      <a:pt x="16" y="2967"/>
                    </a:lnTo>
                    <a:lnTo>
                      <a:pt x="45" y="3206"/>
                    </a:lnTo>
                    <a:lnTo>
                      <a:pt x="105" y="3444"/>
                    </a:lnTo>
                    <a:lnTo>
                      <a:pt x="180" y="3668"/>
                    </a:lnTo>
                    <a:lnTo>
                      <a:pt x="269" y="3892"/>
                    </a:lnTo>
                    <a:lnTo>
                      <a:pt x="388" y="4100"/>
                    </a:lnTo>
                    <a:lnTo>
                      <a:pt x="523" y="4294"/>
                    </a:lnTo>
                    <a:lnTo>
                      <a:pt x="672" y="4488"/>
                    </a:lnTo>
                    <a:lnTo>
                      <a:pt x="865" y="4682"/>
                    </a:lnTo>
                    <a:lnTo>
                      <a:pt x="1074" y="4876"/>
                    </a:lnTo>
                    <a:lnTo>
                      <a:pt x="1313" y="5025"/>
                    </a:lnTo>
                    <a:lnTo>
                      <a:pt x="1566" y="5159"/>
                    </a:lnTo>
                    <a:lnTo>
                      <a:pt x="1835" y="5263"/>
                    </a:lnTo>
                    <a:lnTo>
                      <a:pt x="2118" y="5353"/>
                    </a:lnTo>
                    <a:lnTo>
                      <a:pt x="2401" y="5397"/>
                    </a:lnTo>
                    <a:lnTo>
                      <a:pt x="2699" y="5412"/>
                    </a:lnTo>
                    <a:lnTo>
                      <a:pt x="2982" y="5397"/>
                    </a:lnTo>
                    <a:lnTo>
                      <a:pt x="3251" y="5353"/>
                    </a:lnTo>
                    <a:lnTo>
                      <a:pt x="3504" y="5293"/>
                    </a:lnTo>
                    <a:lnTo>
                      <a:pt x="3758" y="5204"/>
                    </a:lnTo>
                    <a:lnTo>
                      <a:pt x="3996" y="5084"/>
                    </a:lnTo>
                    <a:lnTo>
                      <a:pt x="4220" y="4950"/>
                    </a:lnTo>
                    <a:lnTo>
                      <a:pt x="4429" y="4801"/>
                    </a:lnTo>
                    <a:lnTo>
                      <a:pt x="4622" y="4622"/>
                    </a:lnTo>
                    <a:lnTo>
                      <a:pt x="4786" y="4428"/>
                    </a:lnTo>
                    <a:lnTo>
                      <a:pt x="4950" y="4220"/>
                    </a:lnTo>
                    <a:lnTo>
                      <a:pt x="5085" y="3996"/>
                    </a:lnTo>
                    <a:lnTo>
                      <a:pt x="5204" y="3758"/>
                    </a:lnTo>
                    <a:lnTo>
                      <a:pt x="5293" y="3519"/>
                    </a:lnTo>
                    <a:lnTo>
                      <a:pt x="5353" y="3251"/>
                    </a:lnTo>
                    <a:lnTo>
                      <a:pt x="5398" y="2982"/>
                    </a:lnTo>
                    <a:lnTo>
                      <a:pt x="5413" y="2714"/>
                    </a:lnTo>
                    <a:lnTo>
                      <a:pt x="5398" y="2461"/>
                    </a:lnTo>
                    <a:lnTo>
                      <a:pt x="5368" y="2222"/>
                    </a:lnTo>
                    <a:lnTo>
                      <a:pt x="5308" y="1983"/>
                    </a:lnTo>
                    <a:lnTo>
                      <a:pt x="5234" y="1745"/>
                    </a:lnTo>
                    <a:lnTo>
                      <a:pt x="5144" y="1536"/>
                    </a:lnTo>
                    <a:lnTo>
                      <a:pt x="5025" y="1327"/>
                    </a:lnTo>
                    <a:lnTo>
                      <a:pt x="4891" y="1119"/>
                    </a:lnTo>
                    <a:lnTo>
                      <a:pt x="4757" y="940"/>
                    </a:lnTo>
                    <a:lnTo>
                      <a:pt x="4593" y="776"/>
                    </a:lnTo>
                    <a:lnTo>
                      <a:pt x="4414" y="612"/>
                    </a:lnTo>
                    <a:lnTo>
                      <a:pt x="4220" y="478"/>
                    </a:lnTo>
                    <a:lnTo>
                      <a:pt x="4026" y="344"/>
                    </a:lnTo>
                    <a:lnTo>
                      <a:pt x="3817" y="239"/>
                    </a:lnTo>
                    <a:lnTo>
                      <a:pt x="3594" y="150"/>
                    </a:lnTo>
                    <a:lnTo>
                      <a:pt x="3355" y="90"/>
                    </a:lnTo>
                    <a:lnTo>
                      <a:pt x="3117" y="30"/>
                    </a:lnTo>
                    <a:lnTo>
                      <a:pt x="2908" y="16"/>
                    </a:lnTo>
                    <a:lnTo>
                      <a:pt x="2699" y="1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22"/>
              <p:cNvSpPr/>
              <p:nvPr/>
            </p:nvSpPr>
            <p:spPr>
              <a:xfrm>
                <a:off x="2680274" y="3751534"/>
                <a:ext cx="57454" cy="68527"/>
              </a:xfrm>
              <a:custGeom>
                <a:rect b="b" l="l" r="r" t="t"/>
                <a:pathLst>
                  <a:path extrusionOk="0" h="4518" w="3788">
                    <a:moveTo>
                      <a:pt x="2699" y="1"/>
                    </a:moveTo>
                    <a:lnTo>
                      <a:pt x="2431" y="16"/>
                    </a:lnTo>
                    <a:lnTo>
                      <a:pt x="2162" y="60"/>
                    </a:lnTo>
                    <a:lnTo>
                      <a:pt x="1909" y="135"/>
                    </a:lnTo>
                    <a:lnTo>
                      <a:pt x="1656" y="224"/>
                    </a:lnTo>
                    <a:lnTo>
                      <a:pt x="1417" y="329"/>
                    </a:lnTo>
                    <a:lnTo>
                      <a:pt x="1193" y="463"/>
                    </a:lnTo>
                    <a:lnTo>
                      <a:pt x="985" y="627"/>
                    </a:lnTo>
                    <a:lnTo>
                      <a:pt x="791" y="806"/>
                    </a:lnTo>
                    <a:lnTo>
                      <a:pt x="627" y="985"/>
                    </a:lnTo>
                    <a:lnTo>
                      <a:pt x="463" y="1193"/>
                    </a:lnTo>
                    <a:lnTo>
                      <a:pt x="329" y="1417"/>
                    </a:lnTo>
                    <a:lnTo>
                      <a:pt x="209" y="1655"/>
                    </a:lnTo>
                    <a:lnTo>
                      <a:pt x="120" y="1909"/>
                    </a:lnTo>
                    <a:lnTo>
                      <a:pt x="60" y="2162"/>
                    </a:lnTo>
                    <a:lnTo>
                      <a:pt x="16" y="2431"/>
                    </a:lnTo>
                    <a:lnTo>
                      <a:pt x="1" y="2714"/>
                    </a:lnTo>
                    <a:lnTo>
                      <a:pt x="16" y="2967"/>
                    </a:lnTo>
                    <a:lnTo>
                      <a:pt x="45" y="3206"/>
                    </a:lnTo>
                    <a:lnTo>
                      <a:pt x="105" y="3444"/>
                    </a:lnTo>
                    <a:lnTo>
                      <a:pt x="180" y="3668"/>
                    </a:lnTo>
                    <a:lnTo>
                      <a:pt x="269" y="3892"/>
                    </a:lnTo>
                    <a:lnTo>
                      <a:pt x="388" y="4100"/>
                    </a:lnTo>
                    <a:lnTo>
                      <a:pt x="523" y="4294"/>
                    </a:lnTo>
                    <a:lnTo>
                      <a:pt x="672" y="4488"/>
                    </a:lnTo>
                    <a:lnTo>
                      <a:pt x="865" y="4503"/>
                    </a:lnTo>
                    <a:lnTo>
                      <a:pt x="1074" y="4518"/>
                    </a:lnTo>
                    <a:lnTo>
                      <a:pt x="1357" y="4503"/>
                    </a:lnTo>
                    <a:lnTo>
                      <a:pt x="1626" y="4458"/>
                    </a:lnTo>
                    <a:lnTo>
                      <a:pt x="1879" y="4399"/>
                    </a:lnTo>
                    <a:lnTo>
                      <a:pt x="2133" y="4294"/>
                    </a:lnTo>
                    <a:lnTo>
                      <a:pt x="2371" y="4190"/>
                    </a:lnTo>
                    <a:lnTo>
                      <a:pt x="2595" y="4056"/>
                    </a:lnTo>
                    <a:lnTo>
                      <a:pt x="2804" y="3892"/>
                    </a:lnTo>
                    <a:lnTo>
                      <a:pt x="2997" y="3728"/>
                    </a:lnTo>
                    <a:lnTo>
                      <a:pt x="3161" y="3534"/>
                    </a:lnTo>
                    <a:lnTo>
                      <a:pt x="3325" y="3325"/>
                    </a:lnTo>
                    <a:lnTo>
                      <a:pt x="3460" y="3102"/>
                    </a:lnTo>
                    <a:lnTo>
                      <a:pt x="3564" y="2863"/>
                    </a:lnTo>
                    <a:lnTo>
                      <a:pt x="3668" y="2610"/>
                    </a:lnTo>
                    <a:lnTo>
                      <a:pt x="3728" y="2356"/>
                    </a:lnTo>
                    <a:lnTo>
                      <a:pt x="3773" y="2088"/>
                    </a:lnTo>
                    <a:lnTo>
                      <a:pt x="3788" y="1805"/>
                    </a:lnTo>
                    <a:lnTo>
                      <a:pt x="3773" y="1551"/>
                    </a:lnTo>
                    <a:lnTo>
                      <a:pt x="3743" y="1313"/>
                    </a:lnTo>
                    <a:lnTo>
                      <a:pt x="3683" y="1074"/>
                    </a:lnTo>
                    <a:lnTo>
                      <a:pt x="3609" y="850"/>
                    </a:lnTo>
                    <a:lnTo>
                      <a:pt x="3504" y="627"/>
                    </a:lnTo>
                    <a:lnTo>
                      <a:pt x="3400" y="418"/>
                    </a:lnTo>
                    <a:lnTo>
                      <a:pt x="3266" y="224"/>
                    </a:lnTo>
                    <a:lnTo>
                      <a:pt x="3117" y="30"/>
                    </a:lnTo>
                    <a:lnTo>
                      <a:pt x="2908" y="16"/>
                    </a:lnTo>
                    <a:lnTo>
                      <a:pt x="26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22"/>
              <p:cNvSpPr/>
              <p:nvPr/>
            </p:nvSpPr>
            <p:spPr>
              <a:xfrm>
                <a:off x="2997305" y="3792684"/>
                <a:ext cx="82102" cy="81874"/>
              </a:xfrm>
              <a:custGeom>
                <a:rect b="b" l="l" r="r" t="t"/>
                <a:pathLst>
                  <a:path extrusionOk="0" h="5398" w="5413">
                    <a:moveTo>
                      <a:pt x="2714" y="1"/>
                    </a:moveTo>
                    <a:lnTo>
                      <a:pt x="2430" y="16"/>
                    </a:lnTo>
                    <a:lnTo>
                      <a:pt x="2162" y="46"/>
                    </a:lnTo>
                    <a:lnTo>
                      <a:pt x="1909" y="120"/>
                    </a:lnTo>
                    <a:lnTo>
                      <a:pt x="1655" y="210"/>
                    </a:lnTo>
                    <a:lnTo>
                      <a:pt x="1417" y="329"/>
                    </a:lnTo>
                    <a:lnTo>
                      <a:pt x="1193" y="463"/>
                    </a:lnTo>
                    <a:lnTo>
                      <a:pt x="984" y="612"/>
                    </a:lnTo>
                    <a:lnTo>
                      <a:pt x="791" y="791"/>
                    </a:lnTo>
                    <a:lnTo>
                      <a:pt x="627" y="985"/>
                    </a:lnTo>
                    <a:lnTo>
                      <a:pt x="463" y="1194"/>
                    </a:lnTo>
                    <a:lnTo>
                      <a:pt x="328" y="1417"/>
                    </a:lnTo>
                    <a:lnTo>
                      <a:pt x="224" y="1656"/>
                    </a:lnTo>
                    <a:lnTo>
                      <a:pt x="120" y="1894"/>
                    </a:lnTo>
                    <a:lnTo>
                      <a:pt x="60" y="2163"/>
                    </a:lnTo>
                    <a:lnTo>
                      <a:pt x="15" y="2431"/>
                    </a:lnTo>
                    <a:lnTo>
                      <a:pt x="0" y="2699"/>
                    </a:lnTo>
                    <a:lnTo>
                      <a:pt x="15" y="2953"/>
                    </a:lnTo>
                    <a:lnTo>
                      <a:pt x="45" y="3191"/>
                    </a:lnTo>
                    <a:lnTo>
                      <a:pt x="105" y="3430"/>
                    </a:lnTo>
                    <a:lnTo>
                      <a:pt x="179" y="3668"/>
                    </a:lnTo>
                    <a:lnTo>
                      <a:pt x="269" y="3877"/>
                    </a:lnTo>
                    <a:lnTo>
                      <a:pt x="388" y="4086"/>
                    </a:lnTo>
                    <a:lnTo>
                      <a:pt x="522" y="4295"/>
                    </a:lnTo>
                    <a:lnTo>
                      <a:pt x="671" y="4473"/>
                    </a:lnTo>
                    <a:lnTo>
                      <a:pt x="865" y="4682"/>
                    </a:lnTo>
                    <a:lnTo>
                      <a:pt x="1074" y="4861"/>
                    </a:lnTo>
                    <a:lnTo>
                      <a:pt x="1312" y="5025"/>
                    </a:lnTo>
                    <a:lnTo>
                      <a:pt x="1566" y="5159"/>
                    </a:lnTo>
                    <a:lnTo>
                      <a:pt x="1834" y="5264"/>
                    </a:lnTo>
                    <a:lnTo>
                      <a:pt x="2117" y="5338"/>
                    </a:lnTo>
                    <a:lnTo>
                      <a:pt x="2401" y="5383"/>
                    </a:lnTo>
                    <a:lnTo>
                      <a:pt x="2714" y="5398"/>
                    </a:lnTo>
                    <a:lnTo>
                      <a:pt x="2982" y="5398"/>
                    </a:lnTo>
                    <a:lnTo>
                      <a:pt x="3250" y="5353"/>
                    </a:lnTo>
                    <a:lnTo>
                      <a:pt x="3519" y="5279"/>
                    </a:lnTo>
                    <a:lnTo>
                      <a:pt x="3757" y="5189"/>
                    </a:lnTo>
                    <a:lnTo>
                      <a:pt x="3996" y="5085"/>
                    </a:lnTo>
                    <a:lnTo>
                      <a:pt x="4219" y="4951"/>
                    </a:lnTo>
                    <a:lnTo>
                      <a:pt x="4428" y="4787"/>
                    </a:lnTo>
                    <a:lnTo>
                      <a:pt x="4622" y="4608"/>
                    </a:lnTo>
                    <a:lnTo>
                      <a:pt x="4801" y="4414"/>
                    </a:lnTo>
                    <a:lnTo>
                      <a:pt x="4950" y="4220"/>
                    </a:lnTo>
                    <a:lnTo>
                      <a:pt x="5084" y="3996"/>
                    </a:lnTo>
                    <a:lnTo>
                      <a:pt x="5203" y="3758"/>
                    </a:lnTo>
                    <a:lnTo>
                      <a:pt x="5293" y="3504"/>
                    </a:lnTo>
                    <a:lnTo>
                      <a:pt x="5353" y="3251"/>
                    </a:lnTo>
                    <a:lnTo>
                      <a:pt x="5397" y="2983"/>
                    </a:lnTo>
                    <a:lnTo>
                      <a:pt x="5412" y="2699"/>
                    </a:lnTo>
                    <a:lnTo>
                      <a:pt x="5397" y="2446"/>
                    </a:lnTo>
                    <a:lnTo>
                      <a:pt x="5367" y="2207"/>
                    </a:lnTo>
                    <a:lnTo>
                      <a:pt x="5308" y="1969"/>
                    </a:lnTo>
                    <a:lnTo>
                      <a:pt x="5233" y="1745"/>
                    </a:lnTo>
                    <a:lnTo>
                      <a:pt x="5144" y="1522"/>
                    </a:lnTo>
                    <a:lnTo>
                      <a:pt x="5025" y="1313"/>
                    </a:lnTo>
                    <a:lnTo>
                      <a:pt x="4905" y="1119"/>
                    </a:lnTo>
                    <a:lnTo>
                      <a:pt x="4756" y="925"/>
                    </a:lnTo>
                    <a:lnTo>
                      <a:pt x="4592" y="761"/>
                    </a:lnTo>
                    <a:lnTo>
                      <a:pt x="4413" y="612"/>
                    </a:lnTo>
                    <a:lnTo>
                      <a:pt x="4234" y="463"/>
                    </a:lnTo>
                    <a:lnTo>
                      <a:pt x="4026" y="344"/>
                    </a:lnTo>
                    <a:lnTo>
                      <a:pt x="3817" y="239"/>
                    </a:lnTo>
                    <a:lnTo>
                      <a:pt x="3593" y="150"/>
                    </a:lnTo>
                    <a:lnTo>
                      <a:pt x="3355" y="75"/>
                    </a:lnTo>
                    <a:lnTo>
                      <a:pt x="3116" y="31"/>
                    </a:lnTo>
                    <a:lnTo>
                      <a:pt x="2922" y="1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22"/>
              <p:cNvSpPr/>
              <p:nvPr/>
            </p:nvSpPr>
            <p:spPr>
              <a:xfrm>
                <a:off x="2997305" y="3792684"/>
                <a:ext cx="57454" cy="68314"/>
              </a:xfrm>
              <a:custGeom>
                <a:rect b="b" l="l" r="r" t="t"/>
                <a:pathLst>
                  <a:path extrusionOk="0" h="4504" w="3788">
                    <a:moveTo>
                      <a:pt x="2714" y="1"/>
                    </a:moveTo>
                    <a:lnTo>
                      <a:pt x="2430" y="16"/>
                    </a:lnTo>
                    <a:lnTo>
                      <a:pt x="2162" y="46"/>
                    </a:lnTo>
                    <a:lnTo>
                      <a:pt x="1909" y="120"/>
                    </a:lnTo>
                    <a:lnTo>
                      <a:pt x="1655" y="210"/>
                    </a:lnTo>
                    <a:lnTo>
                      <a:pt x="1417" y="329"/>
                    </a:lnTo>
                    <a:lnTo>
                      <a:pt x="1193" y="463"/>
                    </a:lnTo>
                    <a:lnTo>
                      <a:pt x="984" y="612"/>
                    </a:lnTo>
                    <a:lnTo>
                      <a:pt x="791" y="791"/>
                    </a:lnTo>
                    <a:lnTo>
                      <a:pt x="627" y="985"/>
                    </a:lnTo>
                    <a:lnTo>
                      <a:pt x="463" y="1194"/>
                    </a:lnTo>
                    <a:lnTo>
                      <a:pt x="328" y="1417"/>
                    </a:lnTo>
                    <a:lnTo>
                      <a:pt x="224" y="1656"/>
                    </a:lnTo>
                    <a:lnTo>
                      <a:pt x="120" y="1894"/>
                    </a:lnTo>
                    <a:lnTo>
                      <a:pt x="60" y="2163"/>
                    </a:lnTo>
                    <a:lnTo>
                      <a:pt x="15" y="2431"/>
                    </a:lnTo>
                    <a:lnTo>
                      <a:pt x="0" y="2699"/>
                    </a:lnTo>
                    <a:lnTo>
                      <a:pt x="15" y="2953"/>
                    </a:lnTo>
                    <a:lnTo>
                      <a:pt x="45" y="3191"/>
                    </a:lnTo>
                    <a:lnTo>
                      <a:pt x="105" y="3430"/>
                    </a:lnTo>
                    <a:lnTo>
                      <a:pt x="179" y="3668"/>
                    </a:lnTo>
                    <a:lnTo>
                      <a:pt x="269" y="3877"/>
                    </a:lnTo>
                    <a:lnTo>
                      <a:pt x="388" y="4086"/>
                    </a:lnTo>
                    <a:lnTo>
                      <a:pt x="522" y="4295"/>
                    </a:lnTo>
                    <a:lnTo>
                      <a:pt x="671" y="4473"/>
                    </a:lnTo>
                    <a:lnTo>
                      <a:pt x="880" y="4503"/>
                    </a:lnTo>
                    <a:lnTo>
                      <a:pt x="1074" y="4503"/>
                    </a:lnTo>
                    <a:lnTo>
                      <a:pt x="1357" y="4488"/>
                    </a:lnTo>
                    <a:lnTo>
                      <a:pt x="1625" y="4444"/>
                    </a:lnTo>
                    <a:lnTo>
                      <a:pt x="1879" y="4384"/>
                    </a:lnTo>
                    <a:lnTo>
                      <a:pt x="2132" y="4295"/>
                    </a:lnTo>
                    <a:lnTo>
                      <a:pt x="2371" y="4175"/>
                    </a:lnTo>
                    <a:lnTo>
                      <a:pt x="2594" y="4041"/>
                    </a:lnTo>
                    <a:lnTo>
                      <a:pt x="2803" y="3892"/>
                    </a:lnTo>
                    <a:lnTo>
                      <a:pt x="2997" y="3713"/>
                    </a:lnTo>
                    <a:lnTo>
                      <a:pt x="3161" y="3519"/>
                    </a:lnTo>
                    <a:lnTo>
                      <a:pt x="3325" y="3311"/>
                    </a:lnTo>
                    <a:lnTo>
                      <a:pt x="3459" y="3087"/>
                    </a:lnTo>
                    <a:lnTo>
                      <a:pt x="3578" y="2848"/>
                    </a:lnTo>
                    <a:lnTo>
                      <a:pt x="3668" y="2610"/>
                    </a:lnTo>
                    <a:lnTo>
                      <a:pt x="3728" y="2342"/>
                    </a:lnTo>
                    <a:lnTo>
                      <a:pt x="3772" y="2073"/>
                    </a:lnTo>
                    <a:lnTo>
                      <a:pt x="3787" y="1805"/>
                    </a:lnTo>
                    <a:lnTo>
                      <a:pt x="3772" y="1551"/>
                    </a:lnTo>
                    <a:lnTo>
                      <a:pt x="3742" y="1298"/>
                    </a:lnTo>
                    <a:lnTo>
                      <a:pt x="3683" y="1059"/>
                    </a:lnTo>
                    <a:lnTo>
                      <a:pt x="3608" y="836"/>
                    </a:lnTo>
                    <a:lnTo>
                      <a:pt x="3519" y="612"/>
                    </a:lnTo>
                    <a:lnTo>
                      <a:pt x="3400" y="403"/>
                    </a:lnTo>
                    <a:lnTo>
                      <a:pt x="3265" y="210"/>
                    </a:lnTo>
                    <a:lnTo>
                      <a:pt x="3116" y="31"/>
                    </a:lnTo>
                    <a:lnTo>
                      <a:pt x="29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22"/>
              <p:cNvSpPr/>
              <p:nvPr/>
            </p:nvSpPr>
            <p:spPr>
              <a:xfrm>
                <a:off x="3064467" y="3792684"/>
                <a:ext cx="81874" cy="81874"/>
              </a:xfrm>
              <a:custGeom>
                <a:rect b="b" l="l" r="r" t="t"/>
                <a:pathLst>
                  <a:path extrusionOk="0" h="5398" w="5398">
                    <a:moveTo>
                      <a:pt x="2699" y="1"/>
                    </a:moveTo>
                    <a:lnTo>
                      <a:pt x="2415" y="16"/>
                    </a:lnTo>
                    <a:lnTo>
                      <a:pt x="2147" y="46"/>
                    </a:lnTo>
                    <a:lnTo>
                      <a:pt x="1894" y="120"/>
                    </a:lnTo>
                    <a:lnTo>
                      <a:pt x="1640" y="210"/>
                    </a:lnTo>
                    <a:lnTo>
                      <a:pt x="1402" y="314"/>
                    </a:lnTo>
                    <a:lnTo>
                      <a:pt x="1178" y="463"/>
                    </a:lnTo>
                    <a:lnTo>
                      <a:pt x="984" y="612"/>
                    </a:lnTo>
                    <a:lnTo>
                      <a:pt x="790" y="791"/>
                    </a:lnTo>
                    <a:lnTo>
                      <a:pt x="611" y="985"/>
                    </a:lnTo>
                    <a:lnTo>
                      <a:pt x="462" y="1194"/>
                    </a:lnTo>
                    <a:lnTo>
                      <a:pt x="313" y="1417"/>
                    </a:lnTo>
                    <a:lnTo>
                      <a:pt x="209" y="1641"/>
                    </a:lnTo>
                    <a:lnTo>
                      <a:pt x="119" y="1894"/>
                    </a:lnTo>
                    <a:lnTo>
                      <a:pt x="45" y="2148"/>
                    </a:lnTo>
                    <a:lnTo>
                      <a:pt x="0" y="2416"/>
                    </a:lnTo>
                    <a:lnTo>
                      <a:pt x="0" y="2699"/>
                    </a:lnTo>
                    <a:lnTo>
                      <a:pt x="0" y="2953"/>
                    </a:lnTo>
                    <a:lnTo>
                      <a:pt x="45" y="3191"/>
                    </a:lnTo>
                    <a:lnTo>
                      <a:pt x="90" y="3430"/>
                    </a:lnTo>
                    <a:lnTo>
                      <a:pt x="164" y="3654"/>
                    </a:lnTo>
                    <a:lnTo>
                      <a:pt x="269" y="3877"/>
                    </a:lnTo>
                    <a:lnTo>
                      <a:pt x="373" y="4086"/>
                    </a:lnTo>
                    <a:lnTo>
                      <a:pt x="507" y="4280"/>
                    </a:lnTo>
                    <a:lnTo>
                      <a:pt x="656" y="4473"/>
                    </a:lnTo>
                    <a:lnTo>
                      <a:pt x="850" y="4667"/>
                    </a:lnTo>
                    <a:lnTo>
                      <a:pt x="1074" y="4861"/>
                    </a:lnTo>
                    <a:lnTo>
                      <a:pt x="1312" y="5010"/>
                    </a:lnTo>
                    <a:lnTo>
                      <a:pt x="1551" y="5144"/>
                    </a:lnTo>
                    <a:lnTo>
                      <a:pt x="1819" y="5264"/>
                    </a:lnTo>
                    <a:lnTo>
                      <a:pt x="2102" y="5338"/>
                    </a:lnTo>
                    <a:lnTo>
                      <a:pt x="2400" y="5383"/>
                    </a:lnTo>
                    <a:lnTo>
                      <a:pt x="2699" y="5398"/>
                    </a:lnTo>
                    <a:lnTo>
                      <a:pt x="2967" y="5383"/>
                    </a:lnTo>
                    <a:lnTo>
                      <a:pt x="3235" y="5353"/>
                    </a:lnTo>
                    <a:lnTo>
                      <a:pt x="3504" y="5279"/>
                    </a:lnTo>
                    <a:lnTo>
                      <a:pt x="3757" y="5189"/>
                    </a:lnTo>
                    <a:lnTo>
                      <a:pt x="3981" y="5070"/>
                    </a:lnTo>
                    <a:lnTo>
                      <a:pt x="4204" y="4936"/>
                    </a:lnTo>
                    <a:lnTo>
                      <a:pt x="4413" y="4787"/>
                    </a:lnTo>
                    <a:lnTo>
                      <a:pt x="4607" y="4608"/>
                    </a:lnTo>
                    <a:lnTo>
                      <a:pt x="4786" y="4414"/>
                    </a:lnTo>
                    <a:lnTo>
                      <a:pt x="4935" y="4205"/>
                    </a:lnTo>
                    <a:lnTo>
                      <a:pt x="5069" y="3981"/>
                    </a:lnTo>
                    <a:lnTo>
                      <a:pt x="5188" y="3758"/>
                    </a:lnTo>
                    <a:lnTo>
                      <a:pt x="5278" y="3504"/>
                    </a:lnTo>
                    <a:lnTo>
                      <a:pt x="5352" y="3236"/>
                    </a:lnTo>
                    <a:lnTo>
                      <a:pt x="5382" y="2968"/>
                    </a:lnTo>
                    <a:lnTo>
                      <a:pt x="5397" y="2699"/>
                    </a:lnTo>
                    <a:lnTo>
                      <a:pt x="5397" y="2446"/>
                    </a:lnTo>
                    <a:lnTo>
                      <a:pt x="5352" y="2207"/>
                    </a:lnTo>
                    <a:lnTo>
                      <a:pt x="5308" y="1969"/>
                    </a:lnTo>
                    <a:lnTo>
                      <a:pt x="5233" y="1745"/>
                    </a:lnTo>
                    <a:lnTo>
                      <a:pt x="5129" y="1522"/>
                    </a:lnTo>
                    <a:lnTo>
                      <a:pt x="5024" y="1313"/>
                    </a:lnTo>
                    <a:lnTo>
                      <a:pt x="4890" y="1119"/>
                    </a:lnTo>
                    <a:lnTo>
                      <a:pt x="4741" y="925"/>
                    </a:lnTo>
                    <a:lnTo>
                      <a:pt x="4577" y="761"/>
                    </a:lnTo>
                    <a:lnTo>
                      <a:pt x="4398" y="597"/>
                    </a:lnTo>
                    <a:lnTo>
                      <a:pt x="4219" y="463"/>
                    </a:lnTo>
                    <a:lnTo>
                      <a:pt x="4011" y="344"/>
                    </a:lnTo>
                    <a:lnTo>
                      <a:pt x="3802" y="225"/>
                    </a:lnTo>
                    <a:lnTo>
                      <a:pt x="3578" y="135"/>
                    </a:lnTo>
                    <a:lnTo>
                      <a:pt x="3355" y="75"/>
                    </a:lnTo>
                    <a:lnTo>
                      <a:pt x="3116" y="31"/>
                    </a:lnTo>
                    <a:lnTo>
                      <a:pt x="2907" y="1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22"/>
              <p:cNvSpPr/>
              <p:nvPr/>
            </p:nvSpPr>
            <p:spPr>
              <a:xfrm>
                <a:off x="3064467" y="3792684"/>
                <a:ext cx="57227" cy="68314"/>
              </a:xfrm>
              <a:custGeom>
                <a:rect b="b" l="l" r="r" t="t"/>
                <a:pathLst>
                  <a:path extrusionOk="0" h="4504" w="3773">
                    <a:moveTo>
                      <a:pt x="2699" y="1"/>
                    </a:moveTo>
                    <a:lnTo>
                      <a:pt x="2415" y="16"/>
                    </a:lnTo>
                    <a:lnTo>
                      <a:pt x="2147" y="46"/>
                    </a:lnTo>
                    <a:lnTo>
                      <a:pt x="1894" y="120"/>
                    </a:lnTo>
                    <a:lnTo>
                      <a:pt x="1640" y="210"/>
                    </a:lnTo>
                    <a:lnTo>
                      <a:pt x="1402" y="314"/>
                    </a:lnTo>
                    <a:lnTo>
                      <a:pt x="1178" y="463"/>
                    </a:lnTo>
                    <a:lnTo>
                      <a:pt x="984" y="612"/>
                    </a:lnTo>
                    <a:lnTo>
                      <a:pt x="790" y="791"/>
                    </a:lnTo>
                    <a:lnTo>
                      <a:pt x="611" y="985"/>
                    </a:lnTo>
                    <a:lnTo>
                      <a:pt x="462" y="1194"/>
                    </a:lnTo>
                    <a:lnTo>
                      <a:pt x="313" y="1417"/>
                    </a:lnTo>
                    <a:lnTo>
                      <a:pt x="209" y="1641"/>
                    </a:lnTo>
                    <a:lnTo>
                      <a:pt x="119" y="1894"/>
                    </a:lnTo>
                    <a:lnTo>
                      <a:pt x="45" y="2148"/>
                    </a:lnTo>
                    <a:lnTo>
                      <a:pt x="0" y="2416"/>
                    </a:lnTo>
                    <a:lnTo>
                      <a:pt x="0" y="2699"/>
                    </a:lnTo>
                    <a:lnTo>
                      <a:pt x="0" y="2953"/>
                    </a:lnTo>
                    <a:lnTo>
                      <a:pt x="45" y="3191"/>
                    </a:lnTo>
                    <a:lnTo>
                      <a:pt x="90" y="3430"/>
                    </a:lnTo>
                    <a:lnTo>
                      <a:pt x="164" y="3654"/>
                    </a:lnTo>
                    <a:lnTo>
                      <a:pt x="269" y="3877"/>
                    </a:lnTo>
                    <a:lnTo>
                      <a:pt x="373" y="4086"/>
                    </a:lnTo>
                    <a:lnTo>
                      <a:pt x="507" y="4280"/>
                    </a:lnTo>
                    <a:lnTo>
                      <a:pt x="656" y="4473"/>
                    </a:lnTo>
                    <a:lnTo>
                      <a:pt x="865" y="4488"/>
                    </a:lnTo>
                    <a:lnTo>
                      <a:pt x="1074" y="4503"/>
                    </a:lnTo>
                    <a:lnTo>
                      <a:pt x="1342" y="4488"/>
                    </a:lnTo>
                    <a:lnTo>
                      <a:pt x="1610" y="4444"/>
                    </a:lnTo>
                    <a:lnTo>
                      <a:pt x="1879" y="4384"/>
                    </a:lnTo>
                    <a:lnTo>
                      <a:pt x="2117" y="4295"/>
                    </a:lnTo>
                    <a:lnTo>
                      <a:pt x="2356" y="4175"/>
                    </a:lnTo>
                    <a:lnTo>
                      <a:pt x="2579" y="4041"/>
                    </a:lnTo>
                    <a:lnTo>
                      <a:pt x="2788" y="3877"/>
                    </a:lnTo>
                    <a:lnTo>
                      <a:pt x="2982" y="3713"/>
                    </a:lnTo>
                    <a:lnTo>
                      <a:pt x="3161" y="3519"/>
                    </a:lnTo>
                    <a:lnTo>
                      <a:pt x="3310" y="3311"/>
                    </a:lnTo>
                    <a:lnTo>
                      <a:pt x="3444" y="3087"/>
                    </a:lnTo>
                    <a:lnTo>
                      <a:pt x="3563" y="2848"/>
                    </a:lnTo>
                    <a:lnTo>
                      <a:pt x="3653" y="2595"/>
                    </a:lnTo>
                    <a:lnTo>
                      <a:pt x="3712" y="2342"/>
                    </a:lnTo>
                    <a:lnTo>
                      <a:pt x="3757" y="2073"/>
                    </a:lnTo>
                    <a:lnTo>
                      <a:pt x="3772" y="1805"/>
                    </a:lnTo>
                    <a:lnTo>
                      <a:pt x="3757" y="1551"/>
                    </a:lnTo>
                    <a:lnTo>
                      <a:pt x="3727" y="1298"/>
                    </a:lnTo>
                    <a:lnTo>
                      <a:pt x="3668" y="1059"/>
                    </a:lnTo>
                    <a:lnTo>
                      <a:pt x="3593" y="836"/>
                    </a:lnTo>
                    <a:lnTo>
                      <a:pt x="3504" y="612"/>
                    </a:lnTo>
                    <a:lnTo>
                      <a:pt x="3384" y="403"/>
                    </a:lnTo>
                    <a:lnTo>
                      <a:pt x="3250" y="210"/>
                    </a:lnTo>
                    <a:lnTo>
                      <a:pt x="3116" y="31"/>
                    </a:lnTo>
                    <a:lnTo>
                      <a:pt x="290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22"/>
              <p:cNvSpPr/>
              <p:nvPr/>
            </p:nvSpPr>
            <p:spPr>
              <a:xfrm>
                <a:off x="3111941" y="3833621"/>
                <a:ext cx="82102" cy="82102"/>
              </a:xfrm>
              <a:custGeom>
                <a:rect b="b" l="l" r="r" t="t"/>
                <a:pathLst>
                  <a:path extrusionOk="0" h="5413" w="5413">
                    <a:moveTo>
                      <a:pt x="2714" y="0"/>
                    </a:moveTo>
                    <a:lnTo>
                      <a:pt x="2431" y="15"/>
                    </a:lnTo>
                    <a:lnTo>
                      <a:pt x="2163" y="60"/>
                    </a:lnTo>
                    <a:lnTo>
                      <a:pt x="1909" y="120"/>
                    </a:lnTo>
                    <a:lnTo>
                      <a:pt x="1656" y="209"/>
                    </a:lnTo>
                    <a:lnTo>
                      <a:pt x="1417" y="328"/>
                    </a:lnTo>
                    <a:lnTo>
                      <a:pt x="1194" y="463"/>
                    </a:lnTo>
                    <a:lnTo>
                      <a:pt x="985" y="612"/>
                    </a:lnTo>
                    <a:lnTo>
                      <a:pt x="791" y="791"/>
                    </a:lnTo>
                    <a:lnTo>
                      <a:pt x="627" y="984"/>
                    </a:lnTo>
                    <a:lnTo>
                      <a:pt x="463" y="1193"/>
                    </a:lnTo>
                    <a:lnTo>
                      <a:pt x="329" y="1417"/>
                    </a:lnTo>
                    <a:lnTo>
                      <a:pt x="210" y="1655"/>
                    </a:lnTo>
                    <a:lnTo>
                      <a:pt x="120" y="1894"/>
                    </a:lnTo>
                    <a:lnTo>
                      <a:pt x="61" y="2162"/>
                    </a:lnTo>
                    <a:lnTo>
                      <a:pt x="16" y="2430"/>
                    </a:lnTo>
                    <a:lnTo>
                      <a:pt x="1" y="2699"/>
                    </a:lnTo>
                    <a:lnTo>
                      <a:pt x="16" y="2952"/>
                    </a:lnTo>
                    <a:lnTo>
                      <a:pt x="46" y="3206"/>
                    </a:lnTo>
                    <a:lnTo>
                      <a:pt x="105" y="3429"/>
                    </a:lnTo>
                    <a:lnTo>
                      <a:pt x="180" y="3668"/>
                    </a:lnTo>
                    <a:lnTo>
                      <a:pt x="269" y="3891"/>
                    </a:lnTo>
                    <a:lnTo>
                      <a:pt x="389" y="4100"/>
                    </a:lnTo>
                    <a:lnTo>
                      <a:pt x="523" y="4294"/>
                    </a:lnTo>
                    <a:lnTo>
                      <a:pt x="672" y="4473"/>
                    </a:lnTo>
                    <a:lnTo>
                      <a:pt x="866" y="4682"/>
                    </a:lnTo>
                    <a:lnTo>
                      <a:pt x="1074" y="4861"/>
                    </a:lnTo>
                    <a:lnTo>
                      <a:pt x="1313" y="5025"/>
                    </a:lnTo>
                    <a:lnTo>
                      <a:pt x="1566" y="5159"/>
                    </a:lnTo>
                    <a:lnTo>
                      <a:pt x="1835" y="5263"/>
                    </a:lnTo>
                    <a:lnTo>
                      <a:pt x="2118" y="5338"/>
                    </a:lnTo>
                    <a:lnTo>
                      <a:pt x="2401" y="5397"/>
                    </a:lnTo>
                    <a:lnTo>
                      <a:pt x="2714" y="5412"/>
                    </a:lnTo>
                    <a:lnTo>
                      <a:pt x="2983" y="5397"/>
                    </a:lnTo>
                    <a:lnTo>
                      <a:pt x="3251" y="5352"/>
                    </a:lnTo>
                    <a:lnTo>
                      <a:pt x="3504" y="5278"/>
                    </a:lnTo>
                    <a:lnTo>
                      <a:pt x="3758" y="5188"/>
                    </a:lnTo>
                    <a:lnTo>
                      <a:pt x="3996" y="5084"/>
                    </a:lnTo>
                    <a:lnTo>
                      <a:pt x="4220" y="4950"/>
                    </a:lnTo>
                    <a:lnTo>
                      <a:pt x="4429" y="4786"/>
                    </a:lnTo>
                    <a:lnTo>
                      <a:pt x="4623" y="4622"/>
                    </a:lnTo>
                    <a:lnTo>
                      <a:pt x="4787" y="4428"/>
                    </a:lnTo>
                    <a:lnTo>
                      <a:pt x="4951" y="4219"/>
                    </a:lnTo>
                    <a:lnTo>
                      <a:pt x="5085" y="3996"/>
                    </a:lnTo>
                    <a:lnTo>
                      <a:pt x="5204" y="3757"/>
                    </a:lnTo>
                    <a:lnTo>
                      <a:pt x="5293" y="3504"/>
                    </a:lnTo>
                    <a:lnTo>
                      <a:pt x="5353" y="3250"/>
                    </a:lnTo>
                    <a:lnTo>
                      <a:pt x="5398" y="2982"/>
                    </a:lnTo>
                    <a:lnTo>
                      <a:pt x="5413" y="2699"/>
                    </a:lnTo>
                    <a:lnTo>
                      <a:pt x="5398" y="2445"/>
                    </a:lnTo>
                    <a:lnTo>
                      <a:pt x="5368" y="2207"/>
                    </a:lnTo>
                    <a:lnTo>
                      <a:pt x="5308" y="1968"/>
                    </a:lnTo>
                    <a:lnTo>
                      <a:pt x="5234" y="1745"/>
                    </a:lnTo>
                    <a:lnTo>
                      <a:pt x="5144" y="1521"/>
                    </a:lnTo>
                    <a:lnTo>
                      <a:pt x="5025" y="1312"/>
                    </a:lnTo>
                    <a:lnTo>
                      <a:pt x="4891" y="1119"/>
                    </a:lnTo>
                    <a:lnTo>
                      <a:pt x="4757" y="940"/>
                    </a:lnTo>
                    <a:lnTo>
                      <a:pt x="4593" y="761"/>
                    </a:lnTo>
                    <a:lnTo>
                      <a:pt x="4414" y="612"/>
                    </a:lnTo>
                    <a:lnTo>
                      <a:pt x="4220" y="463"/>
                    </a:lnTo>
                    <a:lnTo>
                      <a:pt x="4026" y="343"/>
                    </a:lnTo>
                    <a:lnTo>
                      <a:pt x="3818" y="239"/>
                    </a:lnTo>
                    <a:lnTo>
                      <a:pt x="3594" y="149"/>
                    </a:lnTo>
                    <a:lnTo>
                      <a:pt x="3355" y="75"/>
                    </a:lnTo>
                    <a:lnTo>
                      <a:pt x="3117" y="30"/>
                    </a:lnTo>
                    <a:lnTo>
                      <a:pt x="2908" y="0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22"/>
              <p:cNvSpPr/>
              <p:nvPr/>
            </p:nvSpPr>
            <p:spPr>
              <a:xfrm>
                <a:off x="3111941" y="3833621"/>
                <a:ext cx="57454" cy="68299"/>
              </a:xfrm>
              <a:custGeom>
                <a:rect b="b" l="l" r="r" t="t"/>
                <a:pathLst>
                  <a:path extrusionOk="0" h="4503" w="3788">
                    <a:moveTo>
                      <a:pt x="2714" y="0"/>
                    </a:moveTo>
                    <a:lnTo>
                      <a:pt x="2431" y="15"/>
                    </a:lnTo>
                    <a:lnTo>
                      <a:pt x="2163" y="60"/>
                    </a:lnTo>
                    <a:lnTo>
                      <a:pt x="1909" y="120"/>
                    </a:lnTo>
                    <a:lnTo>
                      <a:pt x="1656" y="209"/>
                    </a:lnTo>
                    <a:lnTo>
                      <a:pt x="1417" y="328"/>
                    </a:lnTo>
                    <a:lnTo>
                      <a:pt x="1194" y="463"/>
                    </a:lnTo>
                    <a:lnTo>
                      <a:pt x="985" y="612"/>
                    </a:lnTo>
                    <a:lnTo>
                      <a:pt x="791" y="791"/>
                    </a:lnTo>
                    <a:lnTo>
                      <a:pt x="627" y="984"/>
                    </a:lnTo>
                    <a:lnTo>
                      <a:pt x="463" y="1193"/>
                    </a:lnTo>
                    <a:lnTo>
                      <a:pt x="329" y="1417"/>
                    </a:lnTo>
                    <a:lnTo>
                      <a:pt x="210" y="1655"/>
                    </a:lnTo>
                    <a:lnTo>
                      <a:pt x="120" y="1894"/>
                    </a:lnTo>
                    <a:lnTo>
                      <a:pt x="61" y="2162"/>
                    </a:lnTo>
                    <a:lnTo>
                      <a:pt x="16" y="2430"/>
                    </a:lnTo>
                    <a:lnTo>
                      <a:pt x="1" y="2699"/>
                    </a:lnTo>
                    <a:lnTo>
                      <a:pt x="16" y="2952"/>
                    </a:lnTo>
                    <a:lnTo>
                      <a:pt x="46" y="3206"/>
                    </a:lnTo>
                    <a:lnTo>
                      <a:pt x="105" y="3429"/>
                    </a:lnTo>
                    <a:lnTo>
                      <a:pt x="180" y="3668"/>
                    </a:lnTo>
                    <a:lnTo>
                      <a:pt x="269" y="3891"/>
                    </a:lnTo>
                    <a:lnTo>
                      <a:pt x="389" y="4100"/>
                    </a:lnTo>
                    <a:lnTo>
                      <a:pt x="523" y="4294"/>
                    </a:lnTo>
                    <a:lnTo>
                      <a:pt x="672" y="4473"/>
                    </a:lnTo>
                    <a:lnTo>
                      <a:pt x="866" y="4503"/>
                    </a:lnTo>
                    <a:lnTo>
                      <a:pt x="1074" y="4503"/>
                    </a:lnTo>
                    <a:lnTo>
                      <a:pt x="1358" y="4488"/>
                    </a:lnTo>
                    <a:lnTo>
                      <a:pt x="1626" y="4458"/>
                    </a:lnTo>
                    <a:lnTo>
                      <a:pt x="1879" y="4383"/>
                    </a:lnTo>
                    <a:lnTo>
                      <a:pt x="2133" y="4294"/>
                    </a:lnTo>
                    <a:lnTo>
                      <a:pt x="2371" y="4175"/>
                    </a:lnTo>
                    <a:lnTo>
                      <a:pt x="2595" y="4041"/>
                    </a:lnTo>
                    <a:lnTo>
                      <a:pt x="2804" y="3891"/>
                    </a:lnTo>
                    <a:lnTo>
                      <a:pt x="2998" y="3713"/>
                    </a:lnTo>
                    <a:lnTo>
                      <a:pt x="3162" y="3519"/>
                    </a:lnTo>
                    <a:lnTo>
                      <a:pt x="3326" y="3310"/>
                    </a:lnTo>
                    <a:lnTo>
                      <a:pt x="3460" y="3086"/>
                    </a:lnTo>
                    <a:lnTo>
                      <a:pt x="3564" y="2848"/>
                    </a:lnTo>
                    <a:lnTo>
                      <a:pt x="3668" y="2609"/>
                    </a:lnTo>
                    <a:lnTo>
                      <a:pt x="3728" y="2341"/>
                    </a:lnTo>
                    <a:lnTo>
                      <a:pt x="3773" y="2073"/>
                    </a:lnTo>
                    <a:lnTo>
                      <a:pt x="3788" y="1804"/>
                    </a:lnTo>
                    <a:lnTo>
                      <a:pt x="3773" y="1551"/>
                    </a:lnTo>
                    <a:lnTo>
                      <a:pt x="3743" y="1312"/>
                    </a:lnTo>
                    <a:lnTo>
                      <a:pt x="3683" y="1074"/>
                    </a:lnTo>
                    <a:lnTo>
                      <a:pt x="3609" y="835"/>
                    </a:lnTo>
                    <a:lnTo>
                      <a:pt x="3504" y="627"/>
                    </a:lnTo>
                    <a:lnTo>
                      <a:pt x="3400" y="418"/>
                    </a:lnTo>
                    <a:lnTo>
                      <a:pt x="3266" y="209"/>
                    </a:lnTo>
                    <a:lnTo>
                      <a:pt x="3117" y="30"/>
                    </a:lnTo>
                    <a:lnTo>
                      <a:pt x="290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22"/>
              <p:cNvSpPr/>
              <p:nvPr/>
            </p:nvSpPr>
            <p:spPr>
              <a:xfrm>
                <a:off x="2668064" y="3822306"/>
                <a:ext cx="81874" cy="82102"/>
              </a:xfrm>
              <a:custGeom>
                <a:rect b="b" l="l" r="r" t="t"/>
                <a:pathLst>
                  <a:path extrusionOk="0" h="5413" w="5398">
                    <a:moveTo>
                      <a:pt x="2699" y="1"/>
                    </a:moveTo>
                    <a:lnTo>
                      <a:pt x="2416" y="16"/>
                    </a:lnTo>
                    <a:lnTo>
                      <a:pt x="2148" y="61"/>
                    </a:lnTo>
                    <a:lnTo>
                      <a:pt x="1894" y="120"/>
                    </a:lnTo>
                    <a:lnTo>
                      <a:pt x="1641" y="210"/>
                    </a:lnTo>
                    <a:lnTo>
                      <a:pt x="1402" y="329"/>
                    </a:lnTo>
                    <a:lnTo>
                      <a:pt x="1193" y="463"/>
                    </a:lnTo>
                    <a:lnTo>
                      <a:pt x="985" y="612"/>
                    </a:lnTo>
                    <a:lnTo>
                      <a:pt x="791" y="791"/>
                    </a:lnTo>
                    <a:lnTo>
                      <a:pt x="612" y="985"/>
                    </a:lnTo>
                    <a:lnTo>
                      <a:pt x="463" y="1194"/>
                    </a:lnTo>
                    <a:lnTo>
                      <a:pt x="314" y="1417"/>
                    </a:lnTo>
                    <a:lnTo>
                      <a:pt x="209" y="1656"/>
                    </a:lnTo>
                    <a:lnTo>
                      <a:pt x="120" y="1894"/>
                    </a:lnTo>
                    <a:lnTo>
                      <a:pt x="45" y="2163"/>
                    </a:lnTo>
                    <a:lnTo>
                      <a:pt x="1" y="2431"/>
                    </a:lnTo>
                    <a:lnTo>
                      <a:pt x="1" y="2699"/>
                    </a:lnTo>
                    <a:lnTo>
                      <a:pt x="1" y="2953"/>
                    </a:lnTo>
                    <a:lnTo>
                      <a:pt x="45" y="3206"/>
                    </a:lnTo>
                    <a:lnTo>
                      <a:pt x="90" y="3445"/>
                    </a:lnTo>
                    <a:lnTo>
                      <a:pt x="165" y="3668"/>
                    </a:lnTo>
                    <a:lnTo>
                      <a:pt x="269" y="3892"/>
                    </a:lnTo>
                    <a:lnTo>
                      <a:pt x="373" y="4101"/>
                    </a:lnTo>
                    <a:lnTo>
                      <a:pt x="508" y="4295"/>
                    </a:lnTo>
                    <a:lnTo>
                      <a:pt x="657" y="4473"/>
                    </a:lnTo>
                    <a:lnTo>
                      <a:pt x="850" y="4682"/>
                    </a:lnTo>
                    <a:lnTo>
                      <a:pt x="1074" y="4861"/>
                    </a:lnTo>
                    <a:lnTo>
                      <a:pt x="1313" y="5025"/>
                    </a:lnTo>
                    <a:lnTo>
                      <a:pt x="1551" y="5159"/>
                    </a:lnTo>
                    <a:lnTo>
                      <a:pt x="1820" y="5264"/>
                    </a:lnTo>
                    <a:lnTo>
                      <a:pt x="2103" y="5338"/>
                    </a:lnTo>
                    <a:lnTo>
                      <a:pt x="2401" y="5398"/>
                    </a:lnTo>
                    <a:lnTo>
                      <a:pt x="2699" y="5413"/>
                    </a:lnTo>
                    <a:lnTo>
                      <a:pt x="2967" y="5398"/>
                    </a:lnTo>
                    <a:lnTo>
                      <a:pt x="3236" y="5353"/>
                    </a:lnTo>
                    <a:lnTo>
                      <a:pt x="3504" y="5293"/>
                    </a:lnTo>
                    <a:lnTo>
                      <a:pt x="3758" y="5189"/>
                    </a:lnTo>
                    <a:lnTo>
                      <a:pt x="3981" y="5085"/>
                    </a:lnTo>
                    <a:lnTo>
                      <a:pt x="4205" y="4951"/>
                    </a:lnTo>
                    <a:lnTo>
                      <a:pt x="4414" y="4787"/>
                    </a:lnTo>
                    <a:lnTo>
                      <a:pt x="4607" y="4623"/>
                    </a:lnTo>
                    <a:lnTo>
                      <a:pt x="4786" y="4429"/>
                    </a:lnTo>
                    <a:lnTo>
                      <a:pt x="4935" y="4220"/>
                    </a:lnTo>
                    <a:lnTo>
                      <a:pt x="5070" y="3996"/>
                    </a:lnTo>
                    <a:lnTo>
                      <a:pt x="5189" y="3758"/>
                    </a:lnTo>
                    <a:lnTo>
                      <a:pt x="5278" y="3504"/>
                    </a:lnTo>
                    <a:lnTo>
                      <a:pt x="5353" y="3251"/>
                    </a:lnTo>
                    <a:lnTo>
                      <a:pt x="5383" y="2983"/>
                    </a:lnTo>
                    <a:lnTo>
                      <a:pt x="5398" y="2699"/>
                    </a:lnTo>
                    <a:lnTo>
                      <a:pt x="5398" y="2461"/>
                    </a:lnTo>
                    <a:lnTo>
                      <a:pt x="5353" y="2207"/>
                    </a:lnTo>
                    <a:lnTo>
                      <a:pt x="5308" y="1969"/>
                    </a:lnTo>
                    <a:lnTo>
                      <a:pt x="5234" y="1745"/>
                    </a:lnTo>
                    <a:lnTo>
                      <a:pt x="5129" y="1522"/>
                    </a:lnTo>
                    <a:lnTo>
                      <a:pt x="5025" y="1313"/>
                    </a:lnTo>
                    <a:lnTo>
                      <a:pt x="4891" y="1119"/>
                    </a:lnTo>
                    <a:lnTo>
                      <a:pt x="4742" y="940"/>
                    </a:lnTo>
                    <a:lnTo>
                      <a:pt x="4578" y="761"/>
                    </a:lnTo>
                    <a:lnTo>
                      <a:pt x="4399" y="612"/>
                    </a:lnTo>
                    <a:lnTo>
                      <a:pt x="4220" y="463"/>
                    </a:lnTo>
                    <a:lnTo>
                      <a:pt x="4011" y="344"/>
                    </a:lnTo>
                    <a:lnTo>
                      <a:pt x="3802" y="239"/>
                    </a:lnTo>
                    <a:lnTo>
                      <a:pt x="3579" y="150"/>
                    </a:lnTo>
                    <a:lnTo>
                      <a:pt x="3355" y="75"/>
                    </a:lnTo>
                    <a:lnTo>
                      <a:pt x="3117" y="31"/>
                    </a:lnTo>
                    <a:lnTo>
                      <a:pt x="2908" y="16"/>
                    </a:lnTo>
                    <a:lnTo>
                      <a:pt x="2699" y="1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22"/>
              <p:cNvSpPr/>
              <p:nvPr/>
            </p:nvSpPr>
            <p:spPr>
              <a:xfrm>
                <a:off x="2668064" y="3822306"/>
                <a:ext cx="57227" cy="68314"/>
              </a:xfrm>
              <a:custGeom>
                <a:rect b="b" l="l" r="r" t="t"/>
                <a:pathLst>
                  <a:path extrusionOk="0" h="4504" w="3773">
                    <a:moveTo>
                      <a:pt x="2699" y="1"/>
                    </a:moveTo>
                    <a:lnTo>
                      <a:pt x="2416" y="16"/>
                    </a:lnTo>
                    <a:lnTo>
                      <a:pt x="2148" y="61"/>
                    </a:lnTo>
                    <a:lnTo>
                      <a:pt x="1894" y="120"/>
                    </a:lnTo>
                    <a:lnTo>
                      <a:pt x="1641" y="210"/>
                    </a:lnTo>
                    <a:lnTo>
                      <a:pt x="1402" y="329"/>
                    </a:lnTo>
                    <a:lnTo>
                      <a:pt x="1193" y="463"/>
                    </a:lnTo>
                    <a:lnTo>
                      <a:pt x="985" y="612"/>
                    </a:lnTo>
                    <a:lnTo>
                      <a:pt x="791" y="791"/>
                    </a:lnTo>
                    <a:lnTo>
                      <a:pt x="612" y="985"/>
                    </a:lnTo>
                    <a:lnTo>
                      <a:pt x="463" y="1194"/>
                    </a:lnTo>
                    <a:lnTo>
                      <a:pt x="314" y="1417"/>
                    </a:lnTo>
                    <a:lnTo>
                      <a:pt x="209" y="1656"/>
                    </a:lnTo>
                    <a:lnTo>
                      <a:pt x="120" y="1894"/>
                    </a:lnTo>
                    <a:lnTo>
                      <a:pt x="45" y="2163"/>
                    </a:lnTo>
                    <a:lnTo>
                      <a:pt x="1" y="2431"/>
                    </a:lnTo>
                    <a:lnTo>
                      <a:pt x="1" y="2699"/>
                    </a:lnTo>
                    <a:lnTo>
                      <a:pt x="1" y="2953"/>
                    </a:lnTo>
                    <a:lnTo>
                      <a:pt x="45" y="3206"/>
                    </a:lnTo>
                    <a:lnTo>
                      <a:pt x="90" y="3445"/>
                    </a:lnTo>
                    <a:lnTo>
                      <a:pt x="165" y="3668"/>
                    </a:lnTo>
                    <a:lnTo>
                      <a:pt x="269" y="3892"/>
                    </a:lnTo>
                    <a:lnTo>
                      <a:pt x="373" y="4101"/>
                    </a:lnTo>
                    <a:lnTo>
                      <a:pt x="508" y="4295"/>
                    </a:lnTo>
                    <a:lnTo>
                      <a:pt x="657" y="4473"/>
                    </a:lnTo>
                    <a:lnTo>
                      <a:pt x="865" y="4503"/>
                    </a:lnTo>
                    <a:lnTo>
                      <a:pt x="1074" y="4503"/>
                    </a:lnTo>
                    <a:lnTo>
                      <a:pt x="1342" y="4488"/>
                    </a:lnTo>
                    <a:lnTo>
                      <a:pt x="1611" y="4459"/>
                    </a:lnTo>
                    <a:lnTo>
                      <a:pt x="1879" y="4384"/>
                    </a:lnTo>
                    <a:lnTo>
                      <a:pt x="2118" y="4295"/>
                    </a:lnTo>
                    <a:lnTo>
                      <a:pt x="2356" y="4175"/>
                    </a:lnTo>
                    <a:lnTo>
                      <a:pt x="2580" y="4041"/>
                    </a:lnTo>
                    <a:lnTo>
                      <a:pt x="2789" y="3892"/>
                    </a:lnTo>
                    <a:lnTo>
                      <a:pt x="2982" y="3713"/>
                    </a:lnTo>
                    <a:lnTo>
                      <a:pt x="3161" y="3519"/>
                    </a:lnTo>
                    <a:lnTo>
                      <a:pt x="3310" y="3311"/>
                    </a:lnTo>
                    <a:lnTo>
                      <a:pt x="3445" y="3087"/>
                    </a:lnTo>
                    <a:lnTo>
                      <a:pt x="3564" y="2863"/>
                    </a:lnTo>
                    <a:lnTo>
                      <a:pt x="3653" y="2610"/>
                    </a:lnTo>
                    <a:lnTo>
                      <a:pt x="3713" y="2356"/>
                    </a:lnTo>
                    <a:lnTo>
                      <a:pt x="3758" y="2088"/>
                    </a:lnTo>
                    <a:lnTo>
                      <a:pt x="3773" y="1805"/>
                    </a:lnTo>
                    <a:lnTo>
                      <a:pt x="3758" y="1551"/>
                    </a:lnTo>
                    <a:lnTo>
                      <a:pt x="3728" y="1313"/>
                    </a:lnTo>
                    <a:lnTo>
                      <a:pt x="3668" y="1074"/>
                    </a:lnTo>
                    <a:lnTo>
                      <a:pt x="3594" y="836"/>
                    </a:lnTo>
                    <a:lnTo>
                      <a:pt x="3504" y="627"/>
                    </a:lnTo>
                    <a:lnTo>
                      <a:pt x="3385" y="418"/>
                    </a:lnTo>
                    <a:lnTo>
                      <a:pt x="3251" y="210"/>
                    </a:lnTo>
                    <a:lnTo>
                      <a:pt x="3117" y="31"/>
                    </a:lnTo>
                    <a:lnTo>
                      <a:pt x="2908" y="16"/>
                    </a:lnTo>
                    <a:lnTo>
                      <a:pt x="26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22"/>
              <p:cNvSpPr/>
              <p:nvPr/>
            </p:nvSpPr>
            <p:spPr>
              <a:xfrm>
                <a:off x="2612900" y="3830223"/>
                <a:ext cx="82087" cy="81874"/>
              </a:xfrm>
              <a:custGeom>
                <a:rect b="b" l="l" r="r" t="t"/>
                <a:pathLst>
                  <a:path extrusionOk="0" h="5398" w="5412">
                    <a:moveTo>
                      <a:pt x="2713" y="1"/>
                    </a:moveTo>
                    <a:lnTo>
                      <a:pt x="2430" y="16"/>
                    </a:lnTo>
                    <a:lnTo>
                      <a:pt x="2162" y="45"/>
                    </a:lnTo>
                    <a:lnTo>
                      <a:pt x="1908" y="120"/>
                    </a:lnTo>
                    <a:lnTo>
                      <a:pt x="1655" y="209"/>
                    </a:lnTo>
                    <a:lnTo>
                      <a:pt x="1416" y="314"/>
                    </a:lnTo>
                    <a:lnTo>
                      <a:pt x="1193" y="463"/>
                    </a:lnTo>
                    <a:lnTo>
                      <a:pt x="984" y="612"/>
                    </a:lnTo>
                    <a:lnTo>
                      <a:pt x="790" y="791"/>
                    </a:lnTo>
                    <a:lnTo>
                      <a:pt x="626" y="985"/>
                    </a:lnTo>
                    <a:lnTo>
                      <a:pt x="462" y="1193"/>
                    </a:lnTo>
                    <a:lnTo>
                      <a:pt x="328" y="1417"/>
                    </a:lnTo>
                    <a:lnTo>
                      <a:pt x="224" y="1641"/>
                    </a:lnTo>
                    <a:lnTo>
                      <a:pt x="119" y="1894"/>
                    </a:lnTo>
                    <a:lnTo>
                      <a:pt x="60" y="2148"/>
                    </a:lnTo>
                    <a:lnTo>
                      <a:pt x="15" y="2416"/>
                    </a:lnTo>
                    <a:lnTo>
                      <a:pt x="0" y="2699"/>
                    </a:lnTo>
                    <a:lnTo>
                      <a:pt x="15" y="2953"/>
                    </a:lnTo>
                    <a:lnTo>
                      <a:pt x="45" y="3191"/>
                    </a:lnTo>
                    <a:lnTo>
                      <a:pt x="104" y="3430"/>
                    </a:lnTo>
                    <a:lnTo>
                      <a:pt x="179" y="3653"/>
                    </a:lnTo>
                    <a:lnTo>
                      <a:pt x="283" y="3877"/>
                    </a:lnTo>
                    <a:lnTo>
                      <a:pt x="388" y="4086"/>
                    </a:lnTo>
                    <a:lnTo>
                      <a:pt x="522" y="4279"/>
                    </a:lnTo>
                    <a:lnTo>
                      <a:pt x="671" y="4473"/>
                    </a:lnTo>
                    <a:lnTo>
                      <a:pt x="865" y="4667"/>
                    </a:lnTo>
                    <a:lnTo>
                      <a:pt x="1088" y="4861"/>
                    </a:lnTo>
                    <a:lnTo>
                      <a:pt x="1312" y="5010"/>
                    </a:lnTo>
                    <a:lnTo>
                      <a:pt x="1565" y="5144"/>
                    </a:lnTo>
                    <a:lnTo>
                      <a:pt x="1834" y="5263"/>
                    </a:lnTo>
                    <a:lnTo>
                      <a:pt x="2117" y="5338"/>
                    </a:lnTo>
                    <a:lnTo>
                      <a:pt x="2400" y="5383"/>
                    </a:lnTo>
                    <a:lnTo>
                      <a:pt x="2713" y="5398"/>
                    </a:lnTo>
                    <a:lnTo>
                      <a:pt x="2982" y="5383"/>
                    </a:lnTo>
                    <a:lnTo>
                      <a:pt x="3250" y="5353"/>
                    </a:lnTo>
                    <a:lnTo>
                      <a:pt x="3518" y="5278"/>
                    </a:lnTo>
                    <a:lnTo>
                      <a:pt x="3757" y="5189"/>
                    </a:lnTo>
                    <a:lnTo>
                      <a:pt x="3996" y="5070"/>
                    </a:lnTo>
                    <a:lnTo>
                      <a:pt x="4219" y="4935"/>
                    </a:lnTo>
                    <a:lnTo>
                      <a:pt x="4428" y="4786"/>
                    </a:lnTo>
                    <a:lnTo>
                      <a:pt x="4622" y="4607"/>
                    </a:lnTo>
                    <a:lnTo>
                      <a:pt x="4801" y="4414"/>
                    </a:lnTo>
                    <a:lnTo>
                      <a:pt x="4950" y="4205"/>
                    </a:lnTo>
                    <a:lnTo>
                      <a:pt x="5084" y="3981"/>
                    </a:lnTo>
                    <a:lnTo>
                      <a:pt x="5203" y="3758"/>
                    </a:lnTo>
                    <a:lnTo>
                      <a:pt x="5293" y="3504"/>
                    </a:lnTo>
                    <a:lnTo>
                      <a:pt x="5352" y="3251"/>
                    </a:lnTo>
                    <a:lnTo>
                      <a:pt x="5397" y="2968"/>
                    </a:lnTo>
                    <a:lnTo>
                      <a:pt x="5412" y="2699"/>
                    </a:lnTo>
                    <a:lnTo>
                      <a:pt x="5397" y="2446"/>
                    </a:lnTo>
                    <a:lnTo>
                      <a:pt x="5367" y="2207"/>
                    </a:lnTo>
                    <a:lnTo>
                      <a:pt x="5307" y="1969"/>
                    </a:lnTo>
                    <a:lnTo>
                      <a:pt x="5233" y="1745"/>
                    </a:lnTo>
                    <a:lnTo>
                      <a:pt x="5143" y="1521"/>
                    </a:lnTo>
                    <a:lnTo>
                      <a:pt x="5024" y="1313"/>
                    </a:lnTo>
                    <a:lnTo>
                      <a:pt x="4905" y="1119"/>
                    </a:lnTo>
                    <a:lnTo>
                      <a:pt x="4756" y="925"/>
                    </a:lnTo>
                    <a:lnTo>
                      <a:pt x="4592" y="761"/>
                    </a:lnTo>
                    <a:lnTo>
                      <a:pt x="4413" y="597"/>
                    </a:lnTo>
                    <a:lnTo>
                      <a:pt x="4234" y="463"/>
                    </a:lnTo>
                    <a:lnTo>
                      <a:pt x="4025" y="344"/>
                    </a:lnTo>
                    <a:lnTo>
                      <a:pt x="3817" y="224"/>
                    </a:lnTo>
                    <a:lnTo>
                      <a:pt x="3593" y="135"/>
                    </a:lnTo>
                    <a:lnTo>
                      <a:pt x="3354" y="75"/>
                    </a:lnTo>
                    <a:lnTo>
                      <a:pt x="3116" y="31"/>
                    </a:lnTo>
                    <a:lnTo>
                      <a:pt x="2922" y="1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22"/>
              <p:cNvSpPr/>
              <p:nvPr/>
            </p:nvSpPr>
            <p:spPr>
              <a:xfrm>
                <a:off x="2612900" y="3830223"/>
                <a:ext cx="57439" cy="68314"/>
              </a:xfrm>
              <a:custGeom>
                <a:rect b="b" l="l" r="r" t="t"/>
                <a:pathLst>
                  <a:path extrusionOk="0" h="4504" w="3787">
                    <a:moveTo>
                      <a:pt x="2713" y="1"/>
                    </a:moveTo>
                    <a:lnTo>
                      <a:pt x="2430" y="16"/>
                    </a:lnTo>
                    <a:lnTo>
                      <a:pt x="2162" y="45"/>
                    </a:lnTo>
                    <a:lnTo>
                      <a:pt x="1908" y="120"/>
                    </a:lnTo>
                    <a:lnTo>
                      <a:pt x="1655" y="209"/>
                    </a:lnTo>
                    <a:lnTo>
                      <a:pt x="1416" y="314"/>
                    </a:lnTo>
                    <a:lnTo>
                      <a:pt x="1193" y="463"/>
                    </a:lnTo>
                    <a:lnTo>
                      <a:pt x="984" y="612"/>
                    </a:lnTo>
                    <a:lnTo>
                      <a:pt x="790" y="791"/>
                    </a:lnTo>
                    <a:lnTo>
                      <a:pt x="626" y="985"/>
                    </a:lnTo>
                    <a:lnTo>
                      <a:pt x="462" y="1193"/>
                    </a:lnTo>
                    <a:lnTo>
                      <a:pt x="328" y="1417"/>
                    </a:lnTo>
                    <a:lnTo>
                      <a:pt x="224" y="1641"/>
                    </a:lnTo>
                    <a:lnTo>
                      <a:pt x="119" y="1894"/>
                    </a:lnTo>
                    <a:lnTo>
                      <a:pt x="60" y="2148"/>
                    </a:lnTo>
                    <a:lnTo>
                      <a:pt x="15" y="2416"/>
                    </a:lnTo>
                    <a:lnTo>
                      <a:pt x="0" y="2699"/>
                    </a:lnTo>
                    <a:lnTo>
                      <a:pt x="15" y="2953"/>
                    </a:lnTo>
                    <a:lnTo>
                      <a:pt x="45" y="3191"/>
                    </a:lnTo>
                    <a:lnTo>
                      <a:pt x="104" y="3430"/>
                    </a:lnTo>
                    <a:lnTo>
                      <a:pt x="179" y="3653"/>
                    </a:lnTo>
                    <a:lnTo>
                      <a:pt x="283" y="3877"/>
                    </a:lnTo>
                    <a:lnTo>
                      <a:pt x="388" y="4086"/>
                    </a:lnTo>
                    <a:lnTo>
                      <a:pt x="522" y="4279"/>
                    </a:lnTo>
                    <a:lnTo>
                      <a:pt x="671" y="4473"/>
                    </a:lnTo>
                    <a:lnTo>
                      <a:pt x="880" y="4488"/>
                    </a:lnTo>
                    <a:lnTo>
                      <a:pt x="1073" y="4503"/>
                    </a:lnTo>
                    <a:lnTo>
                      <a:pt x="1357" y="4488"/>
                    </a:lnTo>
                    <a:lnTo>
                      <a:pt x="1625" y="4443"/>
                    </a:lnTo>
                    <a:lnTo>
                      <a:pt x="1879" y="4384"/>
                    </a:lnTo>
                    <a:lnTo>
                      <a:pt x="2132" y="4294"/>
                    </a:lnTo>
                    <a:lnTo>
                      <a:pt x="2370" y="4175"/>
                    </a:lnTo>
                    <a:lnTo>
                      <a:pt x="2594" y="4041"/>
                    </a:lnTo>
                    <a:lnTo>
                      <a:pt x="2803" y="3877"/>
                    </a:lnTo>
                    <a:lnTo>
                      <a:pt x="2997" y="3713"/>
                    </a:lnTo>
                    <a:lnTo>
                      <a:pt x="3161" y="3519"/>
                    </a:lnTo>
                    <a:lnTo>
                      <a:pt x="3325" y="3310"/>
                    </a:lnTo>
                    <a:lnTo>
                      <a:pt x="3459" y="3087"/>
                    </a:lnTo>
                    <a:lnTo>
                      <a:pt x="3578" y="2848"/>
                    </a:lnTo>
                    <a:lnTo>
                      <a:pt x="3668" y="2595"/>
                    </a:lnTo>
                    <a:lnTo>
                      <a:pt x="3727" y="2341"/>
                    </a:lnTo>
                    <a:lnTo>
                      <a:pt x="3772" y="2073"/>
                    </a:lnTo>
                    <a:lnTo>
                      <a:pt x="3787" y="1805"/>
                    </a:lnTo>
                    <a:lnTo>
                      <a:pt x="3772" y="1551"/>
                    </a:lnTo>
                    <a:lnTo>
                      <a:pt x="3742" y="1298"/>
                    </a:lnTo>
                    <a:lnTo>
                      <a:pt x="3682" y="1059"/>
                    </a:lnTo>
                    <a:lnTo>
                      <a:pt x="3608" y="836"/>
                    </a:lnTo>
                    <a:lnTo>
                      <a:pt x="3518" y="612"/>
                    </a:lnTo>
                    <a:lnTo>
                      <a:pt x="3399" y="403"/>
                    </a:lnTo>
                    <a:lnTo>
                      <a:pt x="3265" y="209"/>
                    </a:lnTo>
                    <a:lnTo>
                      <a:pt x="3116" y="31"/>
                    </a:lnTo>
                    <a:lnTo>
                      <a:pt x="29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22"/>
              <p:cNvSpPr/>
              <p:nvPr/>
            </p:nvSpPr>
            <p:spPr>
              <a:xfrm>
                <a:off x="2992330" y="3732772"/>
                <a:ext cx="82102" cy="82087"/>
              </a:xfrm>
              <a:custGeom>
                <a:rect b="b" l="l" r="r" t="t"/>
                <a:pathLst>
                  <a:path extrusionOk="0" h="5412" w="5413">
                    <a:moveTo>
                      <a:pt x="2699" y="0"/>
                    </a:moveTo>
                    <a:lnTo>
                      <a:pt x="2430" y="15"/>
                    </a:lnTo>
                    <a:lnTo>
                      <a:pt x="2162" y="60"/>
                    </a:lnTo>
                    <a:lnTo>
                      <a:pt x="1909" y="119"/>
                    </a:lnTo>
                    <a:lnTo>
                      <a:pt x="1655" y="224"/>
                    </a:lnTo>
                    <a:lnTo>
                      <a:pt x="1417" y="328"/>
                    </a:lnTo>
                    <a:lnTo>
                      <a:pt x="1193" y="462"/>
                    </a:lnTo>
                    <a:lnTo>
                      <a:pt x="984" y="626"/>
                    </a:lnTo>
                    <a:lnTo>
                      <a:pt x="791" y="790"/>
                    </a:lnTo>
                    <a:lnTo>
                      <a:pt x="627" y="984"/>
                    </a:lnTo>
                    <a:lnTo>
                      <a:pt x="463" y="1193"/>
                    </a:lnTo>
                    <a:lnTo>
                      <a:pt x="328" y="1417"/>
                    </a:lnTo>
                    <a:lnTo>
                      <a:pt x="209" y="1655"/>
                    </a:lnTo>
                    <a:lnTo>
                      <a:pt x="120" y="1909"/>
                    </a:lnTo>
                    <a:lnTo>
                      <a:pt x="60" y="2162"/>
                    </a:lnTo>
                    <a:lnTo>
                      <a:pt x="15" y="2430"/>
                    </a:lnTo>
                    <a:lnTo>
                      <a:pt x="0" y="2714"/>
                    </a:lnTo>
                    <a:lnTo>
                      <a:pt x="15" y="2952"/>
                    </a:lnTo>
                    <a:lnTo>
                      <a:pt x="45" y="3206"/>
                    </a:lnTo>
                    <a:lnTo>
                      <a:pt x="105" y="3444"/>
                    </a:lnTo>
                    <a:lnTo>
                      <a:pt x="179" y="3668"/>
                    </a:lnTo>
                    <a:lnTo>
                      <a:pt x="269" y="3891"/>
                    </a:lnTo>
                    <a:lnTo>
                      <a:pt x="388" y="4100"/>
                    </a:lnTo>
                    <a:lnTo>
                      <a:pt x="522" y="4294"/>
                    </a:lnTo>
                    <a:lnTo>
                      <a:pt x="671" y="4488"/>
                    </a:lnTo>
                    <a:lnTo>
                      <a:pt x="865" y="4681"/>
                    </a:lnTo>
                    <a:lnTo>
                      <a:pt x="1074" y="4860"/>
                    </a:lnTo>
                    <a:lnTo>
                      <a:pt x="1312" y="5024"/>
                    </a:lnTo>
                    <a:lnTo>
                      <a:pt x="1566" y="5159"/>
                    </a:lnTo>
                    <a:lnTo>
                      <a:pt x="1834" y="5263"/>
                    </a:lnTo>
                    <a:lnTo>
                      <a:pt x="2117" y="5352"/>
                    </a:lnTo>
                    <a:lnTo>
                      <a:pt x="2401" y="5397"/>
                    </a:lnTo>
                    <a:lnTo>
                      <a:pt x="2699" y="5412"/>
                    </a:lnTo>
                    <a:lnTo>
                      <a:pt x="2982" y="5397"/>
                    </a:lnTo>
                    <a:lnTo>
                      <a:pt x="3250" y="5352"/>
                    </a:lnTo>
                    <a:lnTo>
                      <a:pt x="3504" y="5293"/>
                    </a:lnTo>
                    <a:lnTo>
                      <a:pt x="3757" y="5203"/>
                    </a:lnTo>
                    <a:lnTo>
                      <a:pt x="3996" y="5084"/>
                    </a:lnTo>
                    <a:lnTo>
                      <a:pt x="4220" y="4950"/>
                    </a:lnTo>
                    <a:lnTo>
                      <a:pt x="4428" y="4801"/>
                    </a:lnTo>
                    <a:lnTo>
                      <a:pt x="4622" y="4622"/>
                    </a:lnTo>
                    <a:lnTo>
                      <a:pt x="4786" y="4428"/>
                    </a:lnTo>
                    <a:lnTo>
                      <a:pt x="4950" y="4219"/>
                    </a:lnTo>
                    <a:lnTo>
                      <a:pt x="5084" y="3996"/>
                    </a:lnTo>
                    <a:lnTo>
                      <a:pt x="5203" y="3757"/>
                    </a:lnTo>
                    <a:lnTo>
                      <a:pt x="5293" y="3519"/>
                    </a:lnTo>
                    <a:lnTo>
                      <a:pt x="5353" y="3250"/>
                    </a:lnTo>
                    <a:lnTo>
                      <a:pt x="5397" y="2982"/>
                    </a:lnTo>
                    <a:lnTo>
                      <a:pt x="5412" y="2714"/>
                    </a:lnTo>
                    <a:lnTo>
                      <a:pt x="5397" y="2460"/>
                    </a:lnTo>
                    <a:lnTo>
                      <a:pt x="5367" y="2207"/>
                    </a:lnTo>
                    <a:lnTo>
                      <a:pt x="5308" y="1983"/>
                    </a:lnTo>
                    <a:lnTo>
                      <a:pt x="5233" y="1745"/>
                    </a:lnTo>
                    <a:lnTo>
                      <a:pt x="5144" y="1536"/>
                    </a:lnTo>
                    <a:lnTo>
                      <a:pt x="5025" y="1327"/>
                    </a:lnTo>
                    <a:lnTo>
                      <a:pt x="4890" y="1118"/>
                    </a:lnTo>
                    <a:lnTo>
                      <a:pt x="4756" y="939"/>
                    </a:lnTo>
                    <a:lnTo>
                      <a:pt x="4592" y="775"/>
                    </a:lnTo>
                    <a:lnTo>
                      <a:pt x="4413" y="611"/>
                    </a:lnTo>
                    <a:lnTo>
                      <a:pt x="4220" y="477"/>
                    </a:lnTo>
                    <a:lnTo>
                      <a:pt x="4026" y="343"/>
                    </a:lnTo>
                    <a:lnTo>
                      <a:pt x="3817" y="239"/>
                    </a:lnTo>
                    <a:lnTo>
                      <a:pt x="3593" y="149"/>
                    </a:lnTo>
                    <a:lnTo>
                      <a:pt x="3355" y="90"/>
                    </a:lnTo>
                    <a:lnTo>
                      <a:pt x="3116" y="30"/>
                    </a:lnTo>
                    <a:lnTo>
                      <a:pt x="2908" y="15"/>
                    </a:lnTo>
                    <a:lnTo>
                      <a:pt x="2699" y="0"/>
                    </a:lnTo>
                    <a:close/>
                  </a:path>
                </a:pathLst>
              </a:custGeom>
              <a:solidFill>
                <a:srgbClr val="FFF5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2"/>
              <p:cNvSpPr/>
              <p:nvPr/>
            </p:nvSpPr>
            <p:spPr>
              <a:xfrm>
                <a:off x="2992330" y="3732772"/>
                <a:ext cx="57454" cy="68527"/>
              </a:xfrm>
              <a:custGeom>
                <a:rect b="b" l="l" r="r" t="t"/>
                <a:pathLst>
                  <a:path extrusionOk="0" h="4518" w="3788">
                    <a:moveTo>
                      <a:pt x="2699" y="0"/>
                    </a:moveTo>
                    <a:lnTo>
                      <a:pt x="2430" y="15"/>
                    </a:lnTo>
                    <a:lnTo>
                      <a:pt x="2162" y="60"/>
                    </a:lnTo>
                    <a:lnTo>
                      <a:pt x="1909" y="119"/>
                    </a:lnTo>
                    <a:lnTo>
                      <a:pt x="1655" y="224"/>
                    </a:lnTo>
                    <a:lnTo>
                      <a:pt x="1417" y="328"/>
                    </a:lnTo>
                    <a:lnTo>
                      <a:pt x="1193" y="462"/>
                    </a:lnTo>
                    <a:lnTo>
                      <a:pt x="984" y="626"/>
                    </a:lnTo>
                    <a:lnTo>
                      <a:pt x="791" y="790"/>
                    </a:lnTo>
                    <a:lnTo>
                      <a:pt x="627" y="984"/>
                    </a:lnTo>
                    <a:lnTo>
                      <a:pt x="463" y="1193"/>
                    </a:lnTo>
                    <a:lnTo>
                      <a:pt x="328" y="1417"/>
                    </a:lnTo>
                    <a:lnTo>
                      <a:pt x="209" y="1655"/>
                    </a:lnTo>
                    <a:lnTo>
                      <a:pt x="120" y="1909"/>
                    </a:lnTo>
                    <a:lnTo>
                      <a:pt x="60" y="2162"/>
                    </a:lnTo>
                    <a:lnTo>
                      <a:pt x="15" y="2430"/>
                    </a:lnTo>
                    <a:lnTo>
                      <a:pt x="0" y="2714"/>
                    </a:lnTo>
                    <a:lnTo>
                      <a:pt x="15" y="2952"/>
                    </a:lnTo>
                    <a:lnTo>
                      <a:pt x="45" y="3206"/>
                    </a:lnTo>
                    <a:lnTo>
                      <a:pt x="105" y="3444"/>
                    </a:lnTo>
                    <a:lnTo>
                      <a:pt x="179" y="3668"/>
                    </a:lnTo>
                    <a:lnTo>
                      <a:pt x="269" y="3891"/>
                    </a:lnTo>
                    <a:lnTo>
                      <a:pt x="388" y="4100"/>
                    </a:lnTo>
                    <a:lnTo>
                      <a:pt x="522" y="4294"/>
                    </a:lnTo>
                    <a:lnTo>
                      <a:pt x="671" y="4488"/>
                    </a:lnTo>
                    <a:lnTo>
                      <a:pt x="865" y="4503"/>
                    </a:lnTo>
                    <a:lnTo>
                      <a:pt x="1074" y="4517"/>
                    </a:lnTo>
                    <a:lnTo>
                      <a:pt x="1357" y="4503"/>
                    </a:lnTo>
                    <a:lnTo>
                      <a:pt x="1625" y="4458"/>
                    </a:lnTo>
                    <a:lnTo>
                      <a:pt x="1879" y="4383"/>
                    </a:lnTo>
                    <a:lnTo>
                      <a:pt x="2132" y="4294"/>
                    </a:lnTo>
                    <a:lnTo>
                      <a:pt x="2371" y="4189"/>
                    </a:lnTo>
                    <a:lnTo>
                      <a:pt x="2594" y="4055"/>
                    </a:lnTo>
                    <a:lnTo>
                      <a:pt x="2803" y="3891"/>
                    </a:lnTo>
                    <a:lnTo>
                      <a:pt x="2997" y="3712"/>
                    </a:lnTo>
                    <a:lnTo>
                      <a:pt x="3161" y="3534"/>
                    </a:lnTo>
                    <a:lnTo>
                      <a:pt x="3325" y="3325"/>
                    </a:lnTo>
                    <a:lnTo>
                      <a:pt x="3459" y="3101"/>
                    </a:lnTo>
                    <a:lnTo>
                      <a:pt x="3564" y="2863"/>
                    </a:lnTo>
                    <a:lnTo>
                      <a:pt x="3668" y="2609"/>
                    </a:lnTo>
                    <a:lnTo>
                      <a:pt x="3728" y="2356"/>
                    </a:lnTo>
                    <a:lnTo>
                      <a:pt x="3772" y="2087"/>
                    </a:lnTo>
                    <a:lnTo>
                      <a:pt x="3787" y="1804"/>
                    </a:lnTo>
                    <a:lnTo>
                      <a:pt x="3772" y="1551"/>
                    </a:lnTo>
                    <a:lnTo>
                      <a:pt x="3742" y="1312"/>
                    </a:lnTo>
                    <a:lnTo>
                      <a:pt x="3683" y="1074"/>
                    </a:lnTo>
                    <a:lnTo>
                      <a:pt x="3608" y="850"/>
                    </a:lnTo>
                    <a:lnTo>
                      <a:pt x="3504" y="626"/>
                    </a:lnTo>
                    <a:lnTo>
                      <a:pt x="3400" y="418"/>
                    </a:lnTo>
                    <a:lnTo>
                      <a:pt x="3265" y="224"/>
                    </a:lnTo>
                    <a:lnTo>
                      <a:pt x="3116" y="30"/>
                    </a:lnTo>
                    <a:lnTo>
                      <a:pt x="2908" y="15"/>
                    </a:lnTo>
                    <a:lnTo>
                      <a:pt x="26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2"/>
              <p:cNvSpPr/>
              <p:nvPr/>
            </p:nvSpPr>
            <p:spPr>
              <a:xfrm>
                <a:off x="2896001" y="3728465"/>
                <a:ext cx="312966" cy="180918"/>
              </a:xfrm>
              <a:custGeom>
                <a:rect b="b" l="l" r="r" t="t"/>
                <a:pathLst>
                  <a:path extrusionOk="0" h="11928" w="20634">
                    <a:moveTo>
                      <a:pt x="10749" y="2237"/>
                    </a:moveTo>
                    <a:lnTo>
                      <a:pt x="11077" y="2252"/>
                    </a:lnTo>
                    <a:lnTo>
                      <a:pt x="11420" y="2267"/>
                    </a:lnTo>
                    <a:lnTo>
                      <a:pt x="11748" y="2297"/>
                    </a:lnTo>
                    <a:lnTo>
                      <a:pt x="12076" y="2342"/>
                    </a:lnTo>
                    <a:lnTo>
                      <a:pt x="12404" y="2386"/>
                    </a:lnTo>
                    <a:lnTo>
                      <a:pt x="12732" y="2446"/>
                    </a:lnTo>
                    <a:lnTo>
                      <a:pt x="13045" y="2520"/>
                    </a:lnTo>
                    <a:lnTo>
                      <a:pt x="13358" y="2595"/>
                    </a:lnTo>
                    <a:lnTo>
                      <a:pt x="13671" y="2684"/>
                    </a:lnTo>
                    <a:lnTo>
                      <a:pt x="13985" y="2774"/>
                    </a:lnTo>
                    <a:lnTo>
                      <a:pt x="14268" y="2893"/>
                    </a:lnTo>
                    <a:lnTo>
                      <a:pt x="14566" y="2998"/>
                    </a:lnTo>
                    <a:lnTo>
                      <a:pt x="14849" y="3132"/>
                    </a:lnTo>
                    <a:lnTo>
                      <a:pt x="15118" y="3266"/>
                    </a:lnTo>
                    <a:lnTo>
                      <a:pt x="15371" y="3400"/>
                    </a:lnTo>
                    <a:lnTo>
                      <a:pt x="15639" y="3564"/>
                    </a:lnTo>
                    <a:lnTo>
                      <a:pt x="15893" y="3728"/>
                    </a:lnTo>
                    <a:lnTo>
                      <a:pt x="16131" y="3907"/>
                    </a:lnTo>
                    <a:lnTo>
                      <a:pt x="16340" y="4086"/>
                    </a:lnTo>
                    <a:lnTo>
                      <a:pt x="16534" y="4265"/>
                    </a:lnTo>
                    <a:lnTo>
                      <a:pt x="16698" y="4459"/>
                    </a:lnTo>
                    <a:lnTo>
                      <a:pt x="16862" y="4652"/>
                    </a:lnTo>
                    <a:lnTo>
                      <a:pt x="16996" y="4846"/>
                    </a:lnTo>
                    <a:lnTo>
                      <a:pt x="17115" y="5040"/>
                    </a:lnTo>
                    <a:lnTo>
                      <a:pt x="17220" y="5249"/>
                    </a:lnTo>
                    <a:lnTo>
                      <a:pt x="17294" y="5457"/>
                    </a:lnTo>
                    <a:lnTo>
                      <a:pt x="17354" y="5651"/>
                    </a:lnTo>
                    <a:lnTo>
                      <a:pt x="17399" y="5860"/>
                    </a:lnTo>
                    <a:lnTo>
                      <a:pt x="17428" y="6069"/>
                    </a:lnTo>
                    <a:lnTo>
                      <a:pt x="17428" y="6277"/>
                    </a:lnTo>
                    <a:lnTo>
                      <a:pt x="17428" y="6486"/>
                    </a:lnTo>
                    <a:lnTo>
                      <a:pt x="17384" y="6650"/>
                    </a:lnTo>
                    <a:lnTo>
                      <a:pt x="17324" y="6814"/>
                    </a:lnTo>
                    <a:lnTo>
                      <a:pt x="17264" y="6978"/>
                    </a:lnTo>
                    <a:lnTo>
                      <a:pt x="17190" y="7127"/>
                    </a:lnTo>
                    <a:lnTo>
                      <a:pt x="17100" y="7291"/>
                    </a:lnTo>
                    <a:lnTo>
                      <a:pt x="16996" y="7440"/>
                    </a:lnTo>
                    <a:lnTo>
                      <a:pt x="16892" y="7589"/>
                    </a:lnTo>
                    <a:lnTo>
                      <a:pt x="16772" y="7738"/>
                    </a:lnTo>
                    <a:lnTo>
                      <a:pt x="16638" y="7888"/>
                    </a:lnTo>
                    <a:lnTo>
                      <a:pt x="16504" y="8037"/>
                    </a:lnTo>
                    <a:lnTo>
                      <a:pt x="16340" y="8186"/>
                    </a:lnTo>
                    <a:lnTo>
                      <a:pt x="16176" y="8320"/>
                    </a:lnTo>
                    <a:lnTo>
                      <a:pt x="16012" y="8454"/>
                    </a:lnTo>
                    <a:lnTo>
                      <a:pt x="15818" y="8588"/>
                    </a:lnTo>
                    <a:lnTo>
                      <a:pt x="15624" y="8722"/>
                    </a:lnTo>
                    <a:lnTo>
                      <a:pt x="15416" y="8842"/>
                    </a:lnTo>
                    <a:lnTo>
                      <a:pt x="15147" y="8991"/>
                    </a:lnTo>
                    <a:lnTo>
                      <a:pt x="14864" y="9140"/>
                    </a:lnTo>
                    <a:lnTo>
                      <a:pt x="14581" y="9259"/>
                    </a:lnTo>
                    <a:lnTo>
                      <a:pt x="14298" y="9378"/>
                    </a:lnTo>
                    <a:lnTo>
                      <a:pt x="13999" y="9498"/>
                    </a:lnTo>
                    <a:lnTo>
                      <a:pt x="13686" y="9587"/>
                    </a:lnTo>
                    <a:lnTo>
                      <a:pt x="13373" y="9677"/>
                    </a:lnTo>
                    <a:lnTo>
                      <a:pt x="13045" y="9766"/>
                    </a:lnTo>
                    <a:lnTo>
                      <a:pt x="12732" y="9841"/>
                    </a:lnTo>
                    <a:lnTo>
                      <a:pt x="12404" y="9900"/>
                    </a:lnTo>
                    <a:lnTo>
                      <a:pt x="12061" y="9945"/>
                    </a:lnTo>
                    <a:lnTo>
                      <a:pt x="11733" y="9990"/>
                    </a:lnTo>
                    <a:lnTo>
                      <a:pt x="11390" y="10034"/>
                    </a:lnTo>
                    <a:lnTo>
                      <a:pt x="11048" y="10049"/>
                    </a:lnTo>
                    <a:lnTo>
                      <a:pt x="10705" y="10064"/>
                    </a:lnTo>
                    <a:lnTo>
                      <a:pt x="10362" y="10079"/>
                    </a:lnTo>
                    <a:lnTo>
                      <a:pt x="10019" y="10079"/>
                    </a:lnTo>
                    <a:lnTo>
                      <a:pt x="9676" y="10064"/>
                    </a:lnTo>
                    <a:lnTo>
                      <a:pt x="9333" y="10034"/>
                    </a:lnTo>
                    <a:lnTo>
                      <a:pt x="9005" y="10005"/>
                    </a:lnTo>
                    <a:lnTo>
                      <a:pt x="8662" y="9975"/>
                    </a:lnTo>
                    <a:lnTo>
                      <a:pt x="8334" y="9915"/>
                    </a:lnTo>
                    <a:lnTo>
                      <a:pt x="8006" y="9855"/>
                    </a:lnTo>
                    <a:lnTo>
                      <a:pt x="7678" y="9796"/>
                    </a:lnTo>
                    <a:lnTo>
                      <a:pt x="7350" y="9706"/>
                    </a:lnTo>
                    <a:lnTo>
                      <a:pt x="7037" y="9617"/>
                    </a:lnTo>
                    <a:lnTo>
                      <a:pt x="6739" y="9527"/>
                    </a:lnTo>
                    <a:lnTo>
                      <a:pt x="6426" y="9423"/>
                    </a:lnTo>
                    <a:lnTo>
                      <a:pt x="6143" y="9304"/>
                    </a:lnTo>
                    <a:lnTo>
                      <a:pt x="5859" y="9170"/>
                    </a:lnTo>
                    <a:lnTo>
                      <a:pt x="5576" y="9035"/>
                    </a:lnTo>
                    <a:lnTo>
                      <a:pt x="5308" y="8901"/>
                    </a:lnTo>
                    <a:lnTo>
                      <a:pt x="5069" y="8752"/>
                    </a:lnTo>
                    <a:lnTo>
                      <a:pt x="4846" y="8603"/>
                    </a:lnTo>
                    <a:lnTo>
                      <a:pt x="4637" y="8454"/>
                    </a:lnTo>
                    <a:lnTo>
                      <a:pt x="4443" y="8290"/>
                    </a:lnTo>
                    <a:lnTo>
                      <a:pt x="4264" y="8126"/>
                    </a:lnTo>
                    <a:lnTo>
                      <a:pt x="4100" y="7962"/>
                    </a:lnTo>
                    <a:lnTo>
                      <a:pt x="3936" y="7798"/>
                    </a:lnTo>
                    <a:lnTo>
                      <a:pt x="3802" y="7619"/>
                    </a:lnTo>
                    <a:lnTo>
                      <a:pt x="3668" y="7351"/>
                    </a:lnTo>
                    <a:lnTo>
                      <a:pt x="3564" y="7082"/>
                    </a:lnTo>
                    <a:lnTo>
                      <a:pt x="3474" y="6799"/>
                    </a:lnTo>
                    <a:lnTo>
                      <a:pt x="3429" y="6531"/>
                    </a:lnTo>
                    <a:lnTo>
                      <a:pt x="3429" y="6248"/>
                    </a:lnTo>
                    <a:lnTo>
                      <a:pt x="3444" y="5979"/>
                    </a:lnTo>
                    <a:lnTo>
                      <a:pt x="3504" y="5696"/>
                    </a:lnTo>
                    <a:lnTo>
                      <a:pt x="3593" y="5428"/>
                    </a:lnTo>
                    <a:lnTo>
                      <a:pt x="3713" y="5159"/>
                    </a:lnTo>
                    <a:lnTo>
                      <a:pt x="3862" y="4891"/>
                    </a:lnTo>
                    <a:lnTo>
                      <a:pt x="4041" y="4623"/>
                    </a:lnTo>
                    <a:lnTo>
                      <a:pt x="4264" y="4369"/>
                    </a:lnTo>
                    <a:lnTo>
                      <a:pt x="4518" y="4131"/>
                    </a:lnTo>
                    <a:lnTo>
                      <a:pt x="4801" y="3892"/>
                    </a:lnTo>
                    <a:lnTo>
                      <a:pt x="5114" y="3654"/>
                    </a:lnTo>
                    <a:lnTo>
                      <a:pt x="5457" y="3430"/>
                    </a:lnTo>
                    <a:lnTo>
                      <a:pt x="5725" y="3296"/>
                    </a:lnTo>
                    <a:lnTo>
                      <a:pt x="5994" y="3162"/>
                    </a:lnTo>
                    <a:lnTo>
                      <a:pt x="6262" y="3027"/>
                    </a:lnTo>
                    <a:lnTo>
                      <a:pt x="6560" y="2908"/>
                    </a:lnTo>
                    <a:lnTo>
                      <a:pt x="6843" y="2804"/>
                    </a:lnTo>
                    <a:lnTo>
                      <a:pt x="7156" y="2699"/>
                    </a:lnTo>
                    <a:lnTo>
                      <a:pt x="7455" y="2610"/>
                    </a:lnTo>
                    <a:lnTo>
                      <a:pt x="7768" y="2535"/>
                    </a:lnTo>
                    <a:lnTo>
                      <a:pt x="8096" y="2461"/>
                    </a:lnTo>
                    <a:lnTo>
                      <a:pt x="8409" y="2401"/>
                    </a:lnTo>
                    <a:lnTo>
                      <a:pt x="8737" y="2356"/>
                    </a:lnTo>
                    <a:lnTo>
                      <a:pt x="9065" y="2312"/>
                    </a:lnTo>
                    <a:lnTo>
                      <a:pt x="9408" y="2282"/>
                    </a:lnTo>
                    <a:lnTo>
                      <a:pt x="9736" y="2252"/>
                    </a:lnTo>
                    <a:lnTo>
                      <a:pt x="10079" y="2237"/>
                    </a:lnTo>
                    <a:close/>
                    <a:moveTo>
                      <a:pt x="10287" y="1"/>
                    </a:moveTo>
                    <a:lnTo>
                      <a:pt x="9795" y="16"/>
                    </a:lnTo>
                    <a:lnTo>
                      <a:pt x="9303" y="31"/>
                    </a:lnTo>
                    <a:lnTo>
                      <a:pt x="8811" y="76"/>
                    </a:lnTo>
                    <a:lnTo>
                      <a:pt x="8319" y="120"/>
                    </a:lnTo>
                    <a:lnTo>
                      <a:pt x="7842" y="180"/>
                    </a:lnTo>
                    <a:lnTo>
                      <a:pt x="7350" y="269"/>
                    </a:lnTo>
                    <a:lnTo>
                      <a:pt x="6873" y="359"/>
                    </a:lnTo>
                    <a:lnTo>
                      <a:pt x="6411" y="463"/>
                    </a:lnTo>
                    <a:lnTo>
                      <a:pt x="5949" y="582"/>
                    </a:lnTo>
                    <a:lnTo>
                      <a:pt x="5502" y="702"/>
                    </a:lnTo>
                    <a:lnTo>
                      <a:pt x="5054" y="851"/>
                    </a:lnTo>
                    <a:lnTo>
                      <a:pt x="4622" y="1015"/>
                    </a:lnTo>
                    <a:lnTo>
                      <a:pt x="4190" y="1179"/>
                    </a:lnTo>
                    <a:lnTo>
                      <a:pt x="3787" y="1373"/>
                    </a:lnTo>
                    <a:lnTo>
                      <a:pt x="3385" y="1566"/>
                    </a:lnTo>
                    <a:lnTo>
                      <a:pt x="2997" y="1790"/>
                    </a:lnTo>
                    <a:lnTo>
                      <a:pt x="2654" y="1984"/>
                    </a:lnTo>
                    <a:lnTo>
                      <a:pt x="2341" y="2207"/>
                    </a:lnTo>
                    <a:lnTo>
                      <a:pt x="2043" y="2431"/>
                    </a:lnTo>
                    <a:lnTo>
                      <a:pt x="1760" y="2655"/>
                    </a:lnTo>
                    <a:lnTo>
                      <a:pt x="1506" y="2893"/>
                    </a:lnTo>
                    <a:lnTo>
                      <a:pt x="1268" y="3132"/>
                    </a:lnTo>
                    <a:lnTo>
                      <a:pt x="1044" y="3370"/>
                    </a:lnTo>
                    <a:lnTo>
                      <a:pt x="850" y="3624"/>
                    </a:lnTo>
                    <a:lnTo>
                      <a:pt x="671" y="3877"/>
                    </a:lnTo>
                    <a:lnTo>
                      <a:pt x="522" y="4131"/>
                    </a:lnTo>
                    <a:lnTo>
                      <a:pt x="388" y="4384"/>
                    </a:lnTo>
                    <a:lnTo>
                      <a:pt x="269" y="4652"/>
                    </a:lnTo>
                    <a:lnTo>
                      <a:pt x="179" y="4906"/>
                    </a:lnTo>
                    <a:lnTo>
                      <a:pt x="105" y="5174"/>
                    </a:lnTo>
                    <a:lnTo>
                      <a:pt x="45" y="5443"/>
                    </a:lnTo>
                    <a:lnTo>
                      <a:pt x="15" y="5711"/>
                    </a:lnTo>
                    <a:lnTo>
                      <a:pt x="0" y="5711"/>
                    </a:lnTo>
                    <a:lnTo>
                      <a:pt x="0" y="5726"/>
                    </a:lnTo>
                    <a:lnTo>
                      <a:pt x="0" y="5905"/>
                    </a:lnTo>
                    <a:lnTo>
                      <a:pt x="0" y="6099"/>
                    </a:lnTo>
                    <a:lnTo>
                      <a:pt x="15" y="6367"/>
                    </a:lnTo>
                    <a:lnTo>
                      <a:pt x="60" y="6650"/>
                    </a:lnTo>
                    <a:lnTo>
                      <a:pt x="120" y="6933"/>
                    </a:lnTo>
                    <a:lnTo>
                      <a:pt x="209" y="7202"/>
                    </a:lnTo>
                    <a:lnTo>
                      <a:pt x="328" y="7485"/>
                    </a:lnTo>
                    <a:lnTo>
                      <a:pt x="463" y="7753"/>
                    </a:lnTo>
                    <a:lnTo>
                      <a:pt x="612" y="8022"/>
                    </a:lnTo>
                    <a:lnTo>
                      <a:pt x="791" y="8275"/>
                    </a:lnTo>
                    <a:lnTo>
                      <a:pt x="999" y="8543"/>
                    </a:lnTo>
                    <a:lnTo>
                      <a:pt x="1223" y="8797"/>
                    </a:lnTo>
                    <a:lnTo>
                      <a:pt x="1461" y="9050"/>
                    </a:lnTo>
                    <a:lnTo>
                      <a:pt x="1730" y="9289"/>
                    </a:lnTo>
                    <a:lnTo>
                      <a:pt x="2028" y="9527"/>
                    </a:lnTo>
                    <a:lnTo>
                      <a:pt x="2341" y="9766"/>
                    </a:lnTo>
                    <a:lnTo>
                      <a:pt x="2684" y="9990"/>
                    </a:lnTo>
                    <a:lnTo>
                      <a:pt x="3042" y="10198"/>
                    </a:lnTo>
                    <a:lnTo>
                      <a:pt x="3429" y="10407"/>
                    </a:lnTo>
                    <a:lnTo>
                      <a:pt x="3817" y="10616"/>
                    </a:lnTo>
                    <a:lnTo>
                      <a:pt x="4234" y="10795"/>
                    </a:lnTo>
                    <a:lnTo>
                      <a:pt x="4667" y="10959"/>
                    </a:lnTo>
                    <a:lnTo>
                      <a:pt x="5099" y="11123"/>
                    </a:lnTo>
                    <a:lnTo>
                      <a:pt x="5546" y="11257"/>
                    </a:lnTo>
                    <a:lnTo>
                      <a:pt x="5994" y="11391"/>
                    </a:lnTo>
                    <a:lnTo>
                      <a:pt x="6456" y="11495"/>
                    </a:lnTo>
                    <a:lnTo>
                      <a:pt x="6933" y="11600"/>
                    </a:lnTo>
                    <a:lnTo>
                      <a:pt x="7410" y="11689"/>
                    </a:lnTo>
                    <a:lnTo>
                      <a:pt x="7887" y="11764"/>
                    </a:lnTo>
                    <a:lnTo>
                      <a:pt x="8379" y="11823"/>
                    </a:lnTo>
                    <a:lnTo>
                      <a:pt x="8856" y="11868"/>
                    </a:lnTo>
                    <a:lnTo>
                      <a:pt x="9363" y="11898"/>
                    </a:lnTo>
                    <a:lnTo>
                      <a:pt x="9855" y="11913"/>
                    </a:lnTo>
                    <a:lnTo>
                      <a:pt x="10347" y="11928"/>
                    </a:lnTo>
                    <a:lnTo>
                      <a:pt x="10839" y="11913"/>
                    </a:lnTo>
                    <a:lnTo>
                      <a:pt x="11331" y="11883"/>
                    </a:lnTo>
                    <a:lnTo>
                      <a:pt x="11823" y="11853"/>
                    </a:lnTo>
                    <a:lnTo>
                      <a:pt x="12315" y="11808"/>
                    </a:lnTo>
                    <a:lnTo>
                      <a:pt x="12807" y="11734"/>
                    </a:lnTo>
                    <a:lnTo>
                      <a:pt x="13284" y="11659"/>
                    </a:lnTo>
                    <a:lnTo>
                      <a:pt x="13761" y="11570"/>
                    </a:lnTo>
                    <a:lnTo>
                      <a:pt x="14223" y="11466"/>
                    </a:lnTo>
                    <a:lnTo>
                      <a:pt x="14685" y="11346"/>
                    </a:lnTo>
                    <a:lnTo>
                      <a:pt x="15132" y="11227"/>
                    </a:lnTo>
                    <a:lnTo>
                      <a:pt x="15580" y="11078"/>
                    </a:lnTo>
                    <a:lnTo>
                      <a:pt x="16012" y="10914"/>
                    </a:lnTo>
                    <a:lnTo>
                      <a:pt x="16444" y="10750"/>
                    </a:lnTo>
                    <a:lnTo>
                      <a:pt x="16847" y="10556"/>
                    </a:lnTo>
                    <a:lnTo>
                      <a:pt x="17249" y="10362"/>
                    </a:lnTo>
                    <a:lnTo>
                      <a:pt x="17622" y="10154"/>
                    </a:lnTo>
                    <a:lnTo>
                      <a:pt x="17980" y="9930"/>
                    </a:lnTo>
                    <a:lnTo>
                      <a:pt x="18323" y="9706"/>
                    </a:lnTo>
                    <a:lnTo>
                      <a:pt x="18636" y="9468"/>
                    </a:lnTo>
                    <a:lnTo>
                      <a:pt x="18934" y="9229"/>
                    </a:lnTo>
                    <a:lnTo>
                      <a:pt x="19188" y="8976"/>
                    </a:lnTo>
                    <a:lnTo>
                      <a:pt x="19441" y="8722"/>
                    </a:lnTo>
                    <a:lnTo>
                      <a:pt x="19665" y="8469"/>
                    </a:lnTo>
                    <a:lnTo>
                      <a:pt x="19858" y="8201"/>
                    </a:lnTo>
                    <a:lnTo>
                      <a:pt x="20037" y="7947"/>
                    </a:lnTo>
                    <a:lnTo>
                      <a:pt x="20186" y="7679"/>
                    </a:lnTo>
                    <a:lnTo>
                      <a:pt x="20321" y="7396"/>
                    </a:lnTo>
                    <a:lnTo>
                      <a:pt x="20425" y="7127"/>
                    </a:lnTo>
                    <a:lnTo>
                      <a:pt x="20514" y="6844"/>
                    </a:lnTo>
                    <a:lnTo>
                      <a:pt x="20574" y="6576"/>
                    </a:lnTo>
                    <a:lnTo>
                      <a:pt x="20619" y="6292"/>
                    </a:lnTo>
                    <a:lnTo>
                      <a:pt x="20634" y="6009"/>
                    </a:lnTo>
                    <a:lnTo>
                      <a:pt x="20634" y="5830"/>
                    </a:lnTo>
                    <a:lnTo>
                      <a:pt x="20634" y="5636"/>
                    </a:lnTo>
                    <a:lnTo>
                      <a:pt x="20589" y="5368"/>
                    </a:lnTo>
                    <a:lnTo>
                      <a:pt x="20544" y="5100"/>
                    </a:lnTo>
                    <a:lnTo>
                      <a:pt x="20470" y="4846"/>
                    </a:lnTo>
                    <a:lnTo>
                      <a:pt x="20365" y="4578"/>
                    </a:lnTo>
                    <a:lnTo>
                      <a:pt x="20246" y="4309"/>
                    </a:lnTo>
                    <a:lnTo>
                      <a:pt x="20112" y="4056"/>
                    </a:lnTo>
                    <a:lnTo>
                      <a:pt x="19948" y="3803"/>
                    </a:lnTo>
                    <a:lnTo>
                      <a:pt x="19769" y="3549"/>
                    </a:lnTo>
                    <a:lnTo>
                      <a:pt x="19575" y="3296"/>
                    </a:lnTo>
                    <a:lnTo>
                      <a:pt x="19352" y="3057"/>
                    </a:lnTo>
                    <a:lnTo>
                      <a:pt x="19113" y="2819"/>
                    </a:lnTo>
                    <a:lnTo>
                      <a:pt x="18845" y="2580"/>
                    </a:lnTo>
                    <a:lnTo>
                      <a:pt x="18561" y="2356"/>
                    </a:lnTo>
                    <a:lnTo>
                      <a:pt x="18263" y="2133"/>
                    </a:lnTo>
                    <a:lnTo>
                      <a:pt x="17935" y="1924"/>
                    </a:lnTo>
                    <a:lnTo>
                      <a:pt x="17592" y="1715"/>
                    </a:lnTo>
                    <a:lnTo>
                      <a:pt x="17205" y="1507"/>
                    </a:lnTo>
                    <a:lnTo>
                      <a:pt x="16802" y="1313"/>
                    </a:lnTo>
                    <a:lnTo>
                      <a:pt x="16400" y="1119"/>
                    </a:lnTo>
                    <a:lnTo>
                      <a:pt x="15967" y="955"/>
                    </a:lnTo>
                    <a:lnTo>
                      <a:pt x="15535" y="806"/>
                    </a:lnTo>
                    <a:lnTo>
                      <a:pt x="15088" y="657"/>
                    </a:lnTo>
                    <a:lnTo>
                      <a:pt x="14641" y="538"/>
                    </a:lnTo>
                    <a:lnTo>
                      <a:pt x="14178" y="418"/>
                    </a:lnTo>
                    <a:lnTo>
                      <a:pt x="13701" y="314"/>
                    </a:lnTo>
                    <a:lnTo>
                      <a:pt x="13239" y="240"/>
                    </a:lnTo>
                    <a:lnTo>
                      <a:pt x="12747" y="165"/>
                    </a:lnTo>
                    <a:lnTo>
                      <a:pt x="12270" y="105"/>
                    </a:lnTo>
                    <a:lnTo>
                      <a:pt x="11778" y="61"/>
                    </a:lnTo>
                    <a:lnTo>
                      <a:pt x="11286" y="31"/>
                    </a:lnTo>
                    <a:lnTo>
                      <a:pt x="10794" y="1"/>
                    </a:lnTo>
                    <a:close/>
                  </a:path>
                </a:pathLst>
              </a:custGeom>
              <a:solidFill>
                <a:srgbClr val="AFA0B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2"/>
              <p:cNvSpPr/>
              <p:nvPr/>
            </p:nvSpPr>
            <p:spPr>
              <a:xfrm>
                <a:off x="2944841" y="3738869"/>
                <a:ext cx="216425" cy="87759"/>
              </a:xfrm>
              <a:custGeom>
                <a:rect b="b" l="l" r="r" t="t"/>
                <a:pathLst>
                  <a:path extrusionOk="0" h="5786" w="14269">
                    <a:moveTo>
                      <a:pt x="7037" y="1"/>
                    </a:moveTo>
                    <a:lnTo>
                      <a:pt x="6486" y="16"/>
                    </a:lnTo>
                    <a:lnTo>
                      <a:pt x="5934" y="60"/>
                    </a:lnTo>
                    <a:lnTo>
                      <a:pt x="5383" y="135"/>
                    </a:lnTo>
                    <a:lnTo>
                      <a:pt x="4846" y="224"/>
                    </a:lnTo>
                    <a:lnTo>
                      <a:pt x="4324" y="344"/>
                    </a:lnTo>
                    <a:lnTo>
                      <a:pt x="3817" y="493"/>
                    </a:lnTo>
                    <a:lnTo>
                      <a:pt x="3355" y="642"/>
                    </a:lnTo>
                    <a:lnTo>
                      <a:pt x="2908" y="806"/>
                    </a:lnTo>
                    <a:lnTo>
                      <a:pt x="2490" y="1015"/>
                    </a:lnTo>
                    <a:lnTo>
                      <a:pt x="2088" y="1223"/>
                    </a:lnTo>
                    <a:lnTo>
                      <a:pt x="2073" y="1238"/>
                    </a:lnTo>
                    <a:lnTo>
                      <a:pt x="1700" y="1462"/>
                    </a:lnTo>
                    <a:lnTo>
                      <a:pt x="1372" y="1715"/>
                    </a:lnTo>
                    <a:lnTo>
                      <a:pt x="1074" y="1969"/>
                    </a:lnTo>
                    <a:lnTo>
                      <a:pt x="821" y="2237"/>
                    </a:lnTo>
                    <a:lnTo>
                      <a:pt x="701" y="2371"/>
                    </a:lnTo>
                    <a:lnTo>
                      <a:pt x="582" y="2505"/>
                    </a:lnTo>
                    <a:lnTo>
                      <a:pt x="478" y="2640"/>
                    </a:lnTo>
                    <a:lnTo>
                      <a:pt x="388" y="2789"/>
                    </a:lnTo>
                    <a:lnTo>
                      <a:pt x="299" y="2938"/>
                    </a:lnTo>
                    <a:lnTo>
                      <a:pt x="224" y="3087"/>
                    </a:lnTo>
                    <a:lnTo>
                      <a:pt x="165" y="3221"/>
                    </a:lnTo>
                    <a:lnTo>
                      <a:pt x="120" y="3370"/>
                    </a:lnTo>
                    <a:lnTo>
                      <a:pt x="75" y="3519"/>
                    </a:lnTo>
                    <a:lnTo>
                      <a:pt x="30" y="3683"/>
                    </a:lnTo>
                    <a:lnTo>
                      <a:pt x="16" y="3832"/>
                    </a:lnTo>
                    <a:lnTo>
                      <a:pt x="1" y="3981"/>
                    </a:lnTo>
                    <a:lnTo>
                      <a:pt x="1" y="4130"/>
                    </a:lnTo>
                    <a:lnTo>
                      <a:pt x="1" y="4279"/>
                    </a:lnTo>
                    <a:lnTo>
                      <a:pt x="16" y="4429"/>
                    </a:lnTo>
                    <a:lnTo>
                      <a:pt x="30" y="4578"/>
                    </a:lnTo>
                    <a:lnTo>
                      <a:pt x="45" y="4593"/>
                    </a:lnTo>
                    <a:lnTo>
                      <a:pt x="45" y="4607"/>
                    </a:lnTo>
                    <a:lnTo>
                      <a:pt x="90" y="4816"/>
                    </a:lnTo>
                    <a:lnTo>
                      <a:pt x="165" y="5025"/>
                    </a:lnTo>
                    <a:lnTo>
                      <a:pt x="224" y="5189"/>
                    </a:lnTo>
                    <a:lnTo>
                      <a:pt x="314" y="5353"/>
                    </a:lnTo>
                    <a:lnTo>
                      <a:pt x="403" y="5517"/>
                    </a:lnTo>
                    <a:lnTo>
                      <a:pt x="522" y="5696"/>
                    </a:lnTo>
                    <a:lnTo>
                      <a:pt x="537" y="5740"/>
                    </a:lnTo>
                    <a:lnTo>
                      <a:pt x="582" y="5785"/>
                    </a:lnTo>
                    <a:lnTo>
                      <a:pt x="448" y="5517"/>
                    </a:lnTo>
                    <a:lnTo>
                      <a:pt x="344" y="5249"/>
                    </a:lnTo>
                    <a:lnTo>
                      <a:pt x="254" y="4965"/>
                    </a:lnTo>
                    <a:lnTo>
                      <a:pt x="209" y="4697"/>
                    </a:lnTo>
                    <a:lnTo>
                      <a:pt x="209" y="4414"/>
                    </a:lnTo>
                    <a:lnTo>
                      <a:pt x="224" y="4145"/>
                    </a:lnTo>
                    <a:lnTo>
                      <a:pt x="284" y="3862"/>
                    </a:lnTo>
                    <a:lnTo>
                      <a:pt x="373" y="3594"/>
                    </a:lnTo>
                    <a:lnTo>
                      <a:pt x="493" y="3325"/>
                    </a:lnTo>
                    <a:lnTo>
                      <a:pt x="642" y="3057"/>
                    </a:lnTo>
                    <a:lnTo>
                      <a:pt x="821" y="2789"/>
                    </a:lnTo>
                    <a:lnTo>
                      <a:pt x="1044" y="2535"/>
                    </a:lnTo>
                    <a:lnTo>
                      <a:pt x="1298" y="2297"/>
                    </a:lnTo>
                    <a:lnTo>
                      <a:pt x="1581" y="2043"/>
                    </a:lnTo>
                    <a:lnTo>
                      <a:pt x="1894" y="1820"/>
                    </a:lnTo>
                    <a:lnTo>
                      <a:pt x="2237" y="1596"/>
                    </a:lnTo>
                    <a:lnTo>
                      <a:pt x="2505" y="1462"/>
                    </a:lnTo>
                    <a:lnTo>
                      <a:pt x="2774" y="1328"/>
                    </a:lnTo>
                    <a:lnTo>
                      <a:pt x="3042" y="1193"/>
                    </a:lnTo>
                    <a:lnTo>
                      <a:pt x="3340" y="1074"/>
                    </a:lnTo>
                    <a:lnTo>
                      <a:pt x="3623" y="970"/>
                    </a:lnTo>
                    <a:lnTo>
                      <a:pt x="3936" y="865"/>
                    </a:lnTo>
                    <a:lnTo>
                      <a:pt x="4235" y="776"/>
                    </a:lnTo>
                    <a:lnTo>
                      <a:pt x="4548" y="701"/>
                    </a:lnTo>
                    <a:lnTo>
                      <a:pt x="4876" y="627"/>
                    </a:lnTo>
                    <a:lnTo>
                      <a:pt x="5189" y="567"/>
                    </a:lnTo>
                    <a:lnTo>
                      <a:pt x="5517" y="523"/>
                    </a:lnTo>
                    <a:lnTo>
                      <a:pt x="5845" y="478"/>
                    </a:lnTo>
                    <a:lnTo>
                      <a:pt x="6188" y="448"/>
                    </a:lnTo>
                    <a:lnTo>
                      <a:pt x="6516" y="418"/>
                    </a:lnTo>
                    <a:lnTo>
                      <a:pt x="6859" y="403"/>
                    </a:lnTo>
                    <a:lnTo>
                      <a:pt x="7187" y="388"/>
                    </a:lnTo>
                    <a:lnTo>
                      <a:pt x="7529" y="403"/>
                    </a:lnTo>
                    <a:lnTo>
                      <a:pt x="7857" y="418"/>
                    </a:lnTo>
                    <a:lnTo>
                      <a:pt x="8200" y="433"/>
                    </a:lnTo>
                    <a:lnTo>
                      <a:pt x="8528" y="463"/>
                    </a:lnTo>
                    <a:lnTo>
                      <a:pt x="8856" y="508"/>
                    </a:lnTo>
                    <a:lnTo>
                      <a:pt x="9184" y="552"/>
                    </a:lnTo>
                    <a:lnTo>
                      <a:pt x="9512" y="612"/>
                    </a:lnTo>
                    <a:lnTo>
                      <a:pt x="9825" y="687"/>
                    </a:lnTo>
                    <a:lnTo>
                      <a:pt x="10138" y="761"/>
                    </a:lnTo>
                    <a:lnTo>
                      <a:pt x="10451" y="851"/>
                    </a:lnTo>
                    <a:lnTo>
                      <a:pt x="10765" y="940"/>
                    </a:lnTo>
                    <a:lnTo>
                      <a:pt x="11048" y="1044"/>
                    </a:lnTo>
                    <a:lnTo>
                      <a:pt x="11346" y="1164"/>
                    </a:lnTo>
                    <a:lnTo>
                      <a:pt x="11629" y="1298"/>
                    </a:lnTo>
                    <a:lnTo>
                      <a:pt x="11898" y="1432"/>
                    </a:lnTo>
                    <a:lnTo>
                      <a:pt x="12151" y="1566"/>
                    </a:lnTo>
                    <a:lnTo>
                      <a:pt x="12419" y="1730"/>
                    </a:lnTo>
                    <a:lnTo>
                      <a:pt x="12673" y="1894"/>
                    </a:lnTo>
                    <a:lnTo>
                      <a:pt x="12911" y="2073"/>
                    </a:lnTo>
                    <a:lnTo>
                      <a:pt x="13120" y="2252"/>
                    </a:lnTo>
                    <a:lnTo>
                      <a:pt x="13314" y="2431"/>
                    </a:lnTo>
                    <a:lnTo>
                      <a:pt x="13478" y="2625"/>
                    </a:lnTo>
                    <a:lnTo>
                      <a:pt x="13642" y="2818"/>
                    </a:lnTo>
                    <a:lnTo>
                      <a:pt x="13776" y="3012"/>
                    </a:lnTo>
                    <a:lnTo>
                      <a:pt x="13895" y="3206"/>
                    </a:lnTo>
                    <a:lnTo>
                      <a:pt x="14000" y="3415"/>
                    </a:lnTo>
                    <a:lnTo>
                      <a:pt x="14074" y="3623"/>
                    </a:lnTo>
                    <a:lnTo>
                      <a:pt x="14134" y="3817"/>
                    </a:lnTo>
                    <a:lnTo>
                      <a:pt x="14179" y="4026"/>
                    </a:lnTo>
                    <a:lnTo>
                      <a:pt x="14208" y="4235"/>
                    </a:lnTo>
                    <a:lnTo>
                      <a:pt x="14208" y="4443"/>
                    </a:lnTo>
                    <a:lnTo>
                      <a:pt x="14208" y="4652"/>
                    </a:lnTo>
                    <a:lnTo>
                      <a:pt x="14238" y="4429"/>
                    </a:lnTo>
                    <a:lnTo>
                      <a:pt x="14268" y="4190"/>
                    </a:lnTo>
                    <a:lnTo>
                      <a:pt x="14268" y="3951"/>
                    </a:lnTo>
                    <a:lnTo>
                      <a:pt x="14238" y="3728"/>
                    </a:lnTo>
                    <a:lnTo>
                      <a:pt x="14193" y="3489"/>
                    </a:lnTo>
                    <a:lnTo>
                      <a:pt x="14119" y="3266"/>
                    </a:lnTo>
                    <a:lnTo>
                      <a:pt x="14029" y="3042"/>
                    </a:lnTo>
                    <a:lnTo>
                      <a:pt x="13910" y="2818"/>
                    </a:lnTo>
                    <a:lnTo>
                      <a:pt x="13776" y="2595"/>
                    </a:lnTo>
                    <a:lnTo>
                      <a:pt x="13612" y="2371"/>
                    </a:lnTo>
                    <a:lnTo>
                      <a:pt x="13418" y="2162"/>
                    </a:lnTo>
                    <a:lnTo>
                      <a:pt x="13224" y="1954"/>
                    </a:lnTo>
                    <a:lnTo>
                      <a:pt x="12986" y="1745"/>
                    </a:lnTo>
                    <a:lnTo>
                      <a:pt x="12732" y="1551"/>
                    </a:lnTo>
                    <a:lnTo>
                      <a:pt x="12464" y="1372"/>
                    </a:lnTo>
                    <a:lnTo>
                      <a:pt x="12166" y="1193"/>
                    </a:lnTo>
                    <a:lnTo>
                      <a:pt x="11734" y="955"/>
                    </a:lnTo>
                    <a:lnTo>
                      <a:pt x="11271" y="746"/>
                    </a:lnTo>
                    <a:lnTo>
                      <a:pt x="10779" y="567"/>
                    </a:lnTo>
                    <a:lnTo>
                      <a:pt x="10273" y="418"/>
                    </a:lnTo>
                    <a:lnTo>
                      <a:pt x="9766" y="284"/>
                    </a:lnTo>
                    <a:lnTo>
                      <a:pt x="9229" y="180"/>
                    </a:lnTo>
                    <a:lnTo>
                      <a:pt x="8692" y="90"/>
                    </a:lnTo>
                    <a:lnTo>
                      <a:pt x="8141" y="45"/>
                    </a:lnTo>
                    <a:lnTo>
                      <a:pt x="7589" y="16"/>
                    </a:lnTo>
                    <a:lnTo>
                      <a:pt x="7037" y="1"/>
                    </a:lnTo>
                    <a:close/>
                  </a:path>
                </a:pathLst>
              </a:custGeom>
              <a:solidFill>
                <a:srgbClr val="FDC4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22"/>
              <p:cNvSpPr/>
              <p:nvPr/>
            </p:nvSpPr>
            <p:spPr>
              <a:xfrm>
                <a:off x="2896001" y="3711067"/>
                <a:ext cx="312966" cy="180675"/>
              </a:xfrm>
              <a:custGeom>
                <a:rect b="b" l="l" r="r" t="t"/>
                <a:pathLst>
                  <a:path extrusionOk="0" h="11912" w="20634">
                    <a:moveTo>
                      <a:pt x="10407" y="2221"/>
                    </a:moveTo>
                    <a:lnTo>
                      <a:pt x="10749" y="2236"/>
                    </a:lnTo>
                    <a:lnTo>
                      <a:pt x="11077" y="2251"/>
                    </a:lnTo>
                    <a:lnTo>
                      <a:pt x="11420" y="2266"/>
                    </a:lnTo>
                    <a:lnTo>
                      <a:pt x="11748" y="2296"/>
                    </a:lnTo>
                    <a:lnTo>
                      <a:pt x="12076" y="2341"/>
                    </a:lnTo>
                    <a:lnTo>
                      <a:pt x="12404" y="2385"/>
                    </a:lnTo>
                    <a:lnTo>
                      <a:pt x="12732" y="2445"/>
                    </a:lnTo>
                    <a:lnTo>
                      <a:pt x="13045" y="2520"/>
                    </a:lnTo>
                    <a:lnTo>
                      <a:pt x="13358" y="2594"/>
                    </a:lnTo>
                    <a:lnTo>
                      <a:pt x="13671" y="2684"/>
                    </a:lnTo>
                    <a:lnTo>
                      <a:pt x="13985" y="2773"/>
                    </a:lnTo>
                    <a:lnTo>
                      <a:pt x="14268" y="2877"/>
                    </a:lnTo>
                    <a:lnTo>
                      <a:pt x="14566" y="2997"/>
                    </a:lnTo>
                    <a:lnTo>
                      <a:pt x="14849" y="3131"/>
                    </a:lnTo>
                    <a:lnTo>
                      <a:pt x="15118" y="3265"/>
                    </a:lnTo>
                    <a:lnTo>
                      <a:pt x="15371" y="3399"/>
                    </a:lnTo>
                    <a:lnTo>
                      <a:pt x="15639" y="3563"/>
                    </a:lnTo>
                    <a:lnTo>
                      <a:pt x="15893" y="3727"/>
                    </a:lnTo>
                    <a:lnTo>
                      <a:pt x="16131" y="3906"/>
                    </a:lnTo>
                    <a:lnTo>
                      <a:pt x="16340" y="4085"/>
                    </a:lnTo>
                    <a:lnTo>
                      <a:pt x="16534" y="4264"/>
                    </a:lnTo>
                    <a:lnTo>
                      <a:pt x="16698" y="4458"/>
                    </a:lnTo>
                    <a:lnTo>
                      <a:pt x="16862" y="4651"/>
                    </a:lnTo>
                    <a:lnTo>
                      <a:pt x="16996" y="4845"/>
                    </a:lnTo>
                    <a:lnTo>
                      <a:pt x="17115" y="5039"/>
                    </a:lnTo>
                    <a:lnTo>
                      <a:pt x="17220" y="5248"/>
                    </a:lnTo>
                    <a:lnTo>
                      <a:pt x="17294" y="5456"/>
                    </a:lnTo>
                    <a:lnTo>
                      <a:pt x="17354" y="5650"/>
                    </a:lnTo>
                    <a:lnTo>
                      <a:pt x="17399" y="5859"/>
                    </a:lnTo>
                    <a:lnTo>
                      <a:pt x="17428" y="6068"/>
                    </a:lnTo>
                    <a:lnTo>
                      <a:pt x="17428" y="6276"/>
                    </a:lnTo>
                    <a:lnTo>
                      <a:pt x="17428" y="6485"/>
                    </a:lnTo>
                    <a:lnTo>
                      <a:pt x="17384" y="6649"/>
                    </a:lnTo>
                    <a:lnTo>
                      <a:pt x="17324" y="6813"/>
                    </a:lnTo>
                    <a:lnTo>
                      <a:pt x="17264" y="6977"/>
                    </a:lnTo>
                    <a:lnTo>
                      <a:pt x="17190" y="7126"/>
                    </a:lnTo>
                    <a:lnTo>
                      <a:pt x="17100" y="7290"/>
                    </a:lnTo>
                    <a:lnTo>
                      <a:pt x="16996" y="7439"/>
                    </a:lnTo>
                    <a:lnTo>
                      <a:pt x="16892" y="7588"/>
                    </a:lnTo>
                    <a:lnTo>
                      <a:pt x="16772" y="7737"/>
                    </a:lnTo>
                    <a:lnTo>
                      <a:pt x="16638" y="7887"/>
                    </a:lnTo>
                    <a:lnTo>
                      <a:pt x="16504" y="8036"/>
                    </a:lnTo>
                    <a:lnTo>
                      <a:pt x="16340" y="8185"/>
                    </a:lnTo>
                    <a:lnTo>
                      <a:pt x="16176" y="8319"/>
                    </a:lnTo>
                    <a:lnTo>
                      <a:pt x="16012" y="8453"/>
                    </a:lnTo>
                    <a:lnTo>
                      <a:pt x="15818" y="8587"/>
                    </a:lnTo>
                    <a:lnTo>
                      <a:pt x="15624" y="8721"/>
                    </a:lnTo>
                    <a:lnTo>
                      <a:pt x="15416" y="8841"/>
                    </a:lnTo>
                    <a:lnTo>
                      <a:pt x="15147" y="8990"/>
                    </a:lnTo>
                    <a:lnTo>
                      <a:pt x="14864" y="9139"/>
                    </a:lnTo>
                    <a:lnTo>
                      <a:pt x="14581" y="9258"/>
                    </a:lnTo>
                    <a:lnTo>
                      <a:pt x="14298" y="9377"/>
                    </a:lnTo>
                    <a:lnTo>
                      <a:pt x="13999" y="9482"/>
                    </a:lnTo>
                    <a:lnTo>
                      <a:pt x="13686" y="9586"/>
                    </a:lnTo>
                    <a:lnTo>
                      <a:pt x="13373" y="9676"/>
                    </a:lnTo>
                    <a:lnTo>
                      <a:pt x="13045" y="9765"/>
                    </a:lnTo>
                    <a:lnTo>
                      <a:pt x="12732" y="9840"/>
                    </a:lnTo>
                    <a:lnTo>
                      <a:pt x="12404" y="9899"/>
                    </a:lnTo>
                    <a:lnTo>
                      <a:pt x="12061" y="9944"/>
                    </a:lnTo>
                    <a:lnTo>
                      <a:pt x="11733" y="9989"/>
                    </a:lnTo>
                    <a:lnTo>
                      <a:pt x="11390" y="10033"/>
                    </a:lnTo>
                    <a:lnTo>
                      <a:pt x="11048" y="10048"/>
                    </a:lnTo>
                    <a:lnTo>
                      <a:pt x="10705" y="10063"/>
                    </a:lnTo>
                    <a:lnTo>
                      <a:pt x="10362" y="10078"/>
                    </a:lnTo>
                    <a:lnTo>
                      <a:pt x="10019" y="10078"/>
                    </a:lnTo>
                    <a:lnTo>
                      <a:pt x="9676" y="10063"/>
                    </a:lnTo>
                    <a:lnTo>
                      <a:pt x="9333" y="10033"/>
                    </a:lnTo>
                    <a:lnTo>
                      <a:pt x="9005" y="10004"/>
                    </a:lnTo>
                    <a:lnTo>
                      <a:pt x="8662" y="9959"/>
                    </a:lnTo>
                    <a:lnTo>
                      <a:pt x="8334" y="9914"/>
                    </a:lnTo>
                    <a:lnTo>
                      <a:pt x="8006" y="9854"/>
                    </a:lnTo>
                    <a:lnTo>
                      <a:pt x="7678" y="9780"/>
                    </a:lnTo>
                    <a:lnTo>
                      <a:pt x="7350" y="9705"/>
                    </a:lnTo>
                    <a:lnTo>
                      <a:pt x="7037" y="9616"/>
                    </a:lnTo>
                    <a:lnTo>
                      <a:pt x="6739" y="9526"/>
                    </a:lnTo>
                    <a:lnTo>
                      <a:pt x="6426" y="9422"/>
                    </a:lnTo>
                    <a:lnTo>
                      <a:pt x="6143" y="9303"/>
                    </a:lnTo>
                    <a:lnTo>
                      <a:pt x="5859" y="9169"/>
                    </a:lnTo>
                    <a:lnTo>
                      <a:pt x="5576" y="9035"/>
                    </a:lnTo>
                    <a:lnTo>
                      <a:pt x="5308" y="8885"/>
                    </a:lnTo>
                    <a:lnTo>
                      <a:pt x="5069" y="8751"/>
                    </a:lnTo>
                    <a:lnTo>
                      <a:pt x="4846" y="8602"/>
                    </a:lnTo>
                    <a:lnTo>
                      <a:pt x="4637" y="8453"/>
                    </a:lnTo>
                    <a:lnTo>
                      <a:pt x="4443" y="8289"/>
                    </a:lnTo>
                    <a:lnTo>
                      <a:pt x="4264" y="8125"/>
                    </a:lnTo>
                    <a:lnTo>
                      <a:pt x="4100" y="7961"/>
                    </a:lnTo>
                    <a:lnTo>
                      <a:pt x="3936" y="7797"/>
                    </a:lnTo>
                    <a:lnTo>
                      <a:pt x="3802" y="7618"/>
                    </a:lnTo>
                    <a:lnTo>
                      <a:pt x="3668" y="7350"/>
                    </a:lnTo>
                    <a:lnTo>
                      <a:pt x="3564" y="7082"/>
                    </a:lnTo>
                    <a:lnTo>
                      <a:pt x="3474" y="6798"/>
                    </a:lnTo>
                    <a:lnTo>
                      <a:pt x="3429" y="6530"/>
                    </a:lnTo>
                    <a:lnTo>
                      <a:pt x="3429" y="6247"/>
                    </a:lnTo>
                    <a:lnTo>
                      <a:pt x="3444" y="5978"/>
                    </a:lnTo>
                    <a:lnTo>
                      <a:pt x="3504" y="5695"/>
                    </a:lnTo>
                    <a:lnTo>
                      <a:pt x="3593" y="5427"/>
                    </a:lnTo>
                    <a:lnTo>
                      <a:pt x="3713" y="5158"/>
                    </a:lnTo>
                    <a:lnTo>
                      <a:pt x="3862" y="4890"/>
                    </a:lnTo>
                    <a:lnTo>
                      <a:pt x="4041" y="4622"/>
                    </a:lnTo>
                    <a:lnTo>
                      <a:pt x="4264" y="4368"/>
                    </a:lnTo>
                    <a:lnTo>
                      <a:pt x="4518" y="4130"/>
                    </a:lnTo>
                    <a:lnTo>
                      <a:pt x="4801" y="3876"/>
                    </a:lnTo>
                    <a:lnTo>
                      <a:pt x="5114" y="3653"/>
                    </a:lnTo>
                    <a:lnTo>
                      <a:pt x="5457" y="3429"/>
                    </a:lnTo>
                    <a:lnTo>
                      <a:pt x="5725" y="3295"/>
                    </a:lnTo>
                    <a:lnTo>
                      <a:pt x="5994" y="3161"/>
                    </a:lnTo>
                    <a:lnTo>
                      <a:pt x="6262" y="3026"/>
                    </a:lnTo>
                    <a:lnTo>
                      <a:pt x="6560" y="2907"/>
                    </a:lnTo>
                    <a:lnTo>
                      <a:pt x="6843" y="2803"/>
                    </a:lnTo>
                    <a:lnTo>
                      <a:pt x="7156" y="2698"/>
                    </a:lnTo>
                    <a:lnTo>
                      <a:pt x="7455" y="2609"/>
                    </a:lnTo>
                    <a:lnTo>
                      <a:pt x="7768" y="2534"/>
                    </a:lnTo>
                    <a:lnTo>
                      <a:pt x="8096" y="2460"/>
                    </a:lnTo>
                    <a:lnTo>
                      <a:pt x="8409" y="2400"/>
                    </a:lnTo>
                    <a:lnTo>
                      <a:pt x="8737" y="2356"/>
                    </a:lnTo>
                    <a:lnTo>
                      <a:pt x="9065" y="2311"/>
                    </a:lnTo>
                    <a:lnTo>
                      <a:pt x="9408" y="2281"/>
                    </a:lnTo>
                    <a:lnTo>
                      <a:pt x="9736" y="2251"/>
                    </a:lnTo>
                    <a:lnTo>
                      <a:pt x="10079" y="2236"/>
                    </a:lnTo>
                    <a:lnTo>
                      <a:pt x="10407" y="2221"/>
                    </a:lnTo>
                    <a:close/>
                    <a:moveTo>
                      <a:pt x="10287" y="0"/>
                    </a:moveTo>
                    <a:lnTo>
                      <a:pt x="9795" y="15"/>
                    </a:lnTo>
                    <a:lnTo>
                      <a:pt x="9303" y="30"/>
                    </a:lnTo>
                    <a:lnTo>
                      <a:pt x="8811" y="75"/>
                    </a:lnTo>
                    <a:lnTo>
                      <a:pt x="8319" y="119"/>
                    </a:lnTo>
                    <a:lnTo>
                      <a:pt x="7842" y="179"/>
                    </a:lnTo>
                    <a:lnTo>
                      <a:pt x="7350" y="268"/>
                    </a:lnTo>
                    <a:lnTo>
                      <a:pt x="6873" y="358"/>
                    </a:lnTo>
                    <a:lnTo>
                      <a:pt x="6411" y="462"/>
                    </a:lnTo>
                    <a:lnTo>
                      <a:pt x="5949" y="581"/>
                    </a:lnTo>
                    <a:lnTo>
                      <a:pt x="5502" y="701"/>
                    </a:lnTo>
                    <a:lnTo>
                      <a:pt x="5054" y="850"/>
                    </a:lnTo>
                    <a:lnTo>
                      <a:pt x="4622" y="1014"/>
                    </a:lnTo>
                    <a:lnTo>
                      <a:pt x="4190" y="1178"/>
                    </a:lnTo>
                    <a:lnTo>
                      <a:pt x="3787" y="1372"/>
                    </a:lnTo>
                    <a:lnTo>
                      <a:pt x="3385" y="1565"/>
                    </a:lnTo>
                    <a:lnTo>
                      <a:pt x="2997" y="1774"/>
                    </a:lnTo>
                    <a:lnTo>
                      <a:pt x="2654" y="1983"/>
                    </a:lnTo>
                    <a:lnTo>
                      <a:pt x="2341" y="2206"/>
                    </a:lnTo>
                    <a:lnTo>
                      <a:pt x="2043" y="2430"/>
                    </a:lnTo>
                    <a:lnTo>
                      <a:pt x="1760" y="2654"/>
                    </a:lnTo>
                    <a:lnTo>
                      <a:pt x="1506" y="2892"/>
                    </a:lnTo>
                    <a:lnTo>
                      <a:pt x="1268" y="3131"/>
                    </a:lnTo>
                    <a:lnTo>
                      <a:pt x="1044" y="3369"/>
                    </a:lnTo>
                    <a:lnTo>
                      <a:pt x="850" y="3623"/>
                    </a:lnTo>
                    <a:lnTo>
                      <a:pt x="671" y="3861"/>
                    </a:lnTo>
                    <a:lnTo>
                      <a:pt x="522" y="4130"/>
                    </a:lnTo>
                    <a:lnTo>
                      <a:pt x="388" y="4383"/>
                    </a:lnTo>
                    <a:lnTo>
                      <a:pt x="269" y="4637"/>
                    </a:lnTo>
                    <a:lnTo>
                      <a:pt x="179" y="4905"/>
                    </a:lnTo>
                    <a:lnTo>
                      <a:pt x="105" y="5173"/>
                    </a:lnTo>
                    <a:lnTo>
                      <a:pt x="45" y="5442"/>
                    </a:lnTo>
                    <a:lnTo>
                      <a:pt x="15" y="5710"/>
                    </a:lnTo>
                    <a:lnTo>
                      <a:pt x="0" y="5710"/>
                    </a:lnTo>
                    <a:lnTo>
                      <a:pt x="0" y="5725"/>
                    </a:lnTo>
                    <a:lnTo>
                      <a:pt x="0" y="5904"/>
                    </a:lnTo>
                    <a:lnTo>
                      <a:pt x="0" y="6083"/>
                    </a:lnTo>
                    <a:lnTo>
                      <a:pt x="15" y="6366"/>
                    </a:lnTo>
                    <a:lnTo>
                      <a:pt x="60" y="6649"/>
                    </a:lnTo>
                    <a:lnTo>
                      <a:pt x="120" y="6932"/>
                    </a:lnTo>
                    <a:lnTo>
                      <a:pt x="209" y="7201"/>
                    </a:lnTo>
                    <a:lnTo>
                      <a:pt x="328" y="7469"/>
                    </a:lnTo>
                    <a:lnTo>
                      <a:pt x="463" y="7752"/>
                    </a:lnTo>
                    <a:lnTo>
                      <a:pt x="612" y="8021"/>
                    </a:lnTo>
                    <a:lnTo>
                      <a:pt x="791" y="8274"/>
                    </a:lnTo>
                    <a:lnTo>
                      <a:pt x="999" y="8543"/>
                    </a:lnTo>
                    <a:lnTo>
                      <a:pt x="1223" y="8796"/>
                    </a:lnTo>
                    <a:lnTo>
                      <a:pt x="1461" y="9049"/>
                    </a:lnTo>
                    <a:lnTo>
                      <a:pt x="1730" y="9288"/>
                    </a:lnTo>
                    <a:lnTo>
                      <a:pt x="2028" y="9526"/>
                    </a:lnTo>
                    <a:lnTo>
                      <a:pt x="2341" y="9765"/>
                    </a:lnTo>
                    <a:lnTo>
                      <a:pt x="2684" y="9989"/>
                    </a:lnTo>
                    <a:lnTo>
                      <a:pt x="3042" y="10197"/>
                    </a:lnTo>
                    <a:lnTo>
                      <a:pt x="3429" y="10406"/>
                    </a:lnTo>
                    <a:lnTo>
                      <a:pt x="3817" y="10615"/>
                    </a:lnTo>
                    <a:lnTo>
                      <a:pt x="4234" y="10794"/>
                    </a:lnTo>
                    <a:lnTo>
                      <a:pt x="4667" y="10958"/>
                    </a:lnTo>
                    <a:lnTo>
                      <a:pt x="5099" y="11107"/>
                    </a:lnTo>
                    <a:lnTo>
                      <a:pt x="5546" y="11256"/>
                    </a:lnTo>
                    <a:lnTo>
                      <a:pt x="5994" y="11390"/>
                    </a:lnTo>
                    <a:lnTo>
                      <a:pt x="6456" y="11494"/>
                    </a:lnTo>
                    <a:lnTo>
                      <a:pt x="6933" y="11599"/>
                    </a:lnTo>
                    <a:lnTo>
                      <a:pt x="7410" y="11688"/>
                    </a:lnTo>
                    <a:lnTo>
                      <a:pt x="7887" y="11763"/>
                    </a:lnTo>
                    <a:lnTo>
                      <a:pt x="8379" y="11822"/>
                    </a:lnTo>
                    <a:lnTo>
                      <a:pt x="8856" y="11867"/>
                    </a:lnTo>
                    <a:lnTo>
                      <a:pt x="9363" y="11897"/>
                    </a:lnTo>
                    <a:lnTo>
                      <a:pt x="9855" y="11912"/>
                    </a:lnTo>
                    <a:lnTo>
                      <a:pt x="10839" y="11912"/>
                    </a:lnTo>
                    <a:lnTo>
                      <a:pt x="11331" y="11882"/>
                    </a:lnTo>
                    <a:lnTo>
                      <a:pt x="11823" y="11852"/>
                    </a:lnTo>
                    <a:lnTo>
                      <a:pt x="12315" y="11807"/>
                    </a:lnTo>
                    <a:lnTo>
                      <a:pt x="12807" y="11733"/>
                    </a:lnTo>
                    <a:lnTo>
                      <a:pt x="13284" y="11658"/>
                    </a:lnTo>
                    <a:lnTo>
                      <a:pt x="13761" y="11569"/>
                    </a:lnTo>
                    <a:lnTo>
                      <a:pt x="14223" y="11465"/>
                    </a:lnTo>
                    <a:lnTo>
                      <a:pt x="14685" y="11345"/>
                    </a:lnTo>
                    <a:lnTo>
                      <a:pt x="15132" y="11211"/>
                    </a:lnTo>
                    <a:lnTo>
                      <a:pt x="15580" y="11077"/>
                    </a:lnTo>
                    <a:lnTo>
                      <a:pt x="16012" y="10913"/>
                    </a:lnTo>
                    <a:lnTo>
                      <a:pt x="16444" y="10749"/>
                    </a:lnTo>
                    <a:lnTo>
                      <a:pt x="16847" y="10555"/>
                    </a:lnTo>
                    <a:lnTo>
                      <a:pt x="17249" y="10361"/>
                    </a:lnTo>
                    <a:lnTo>
                      <a:pt x="17622" y="10138"/>
                    </a:lnTo>
                    <a:lnTo>
                      <a:pt x="17980" y="9929"/>
                    </a:lnTo>
                    <a:lnTo>
                      <a:pt x="18323" y="9705"/>
                    </a:lnTo>
                    <a:lnTo>
                      <a:pt x="18636" y="9467"/>
                    </a:lnTo>
                    <a:lnTo>
                      <a:pt x="18934" y="9228"/>
                    </a:lnTo>
                    <a:lnTo>
                      <a:pt x="19188" y="8975"/>
                    </a:lnTo>
                    <a:lnTo>
                      <a:pt x="19441" y="8721"/>
                    </a:lnTo>
                    <a:lnTo>
                      <a:pt x="19665" y="8468"/>
                    </a:lnTo>
                    <a:lnTo>
                      <a:pt x="19858" y="8200"/>
                    </a:lnTo>
                    <a:lnTo>
                      <a:pt x="20037" y="7946"/>
                    </a:lnTo>
                    <a:lnTo>
                      <a:pt x="20186" y="7678"/>
                    </a:lnTo>
                    <a:lnTo>
                      <a:pt x="20321" y="7395"/>
                    </a:lnTo>
                    <a:lnTo>
                      <a:pt x="20425" y="7126"/>
                    </a:lnTo>
                    <a:lnTo>
                      <a:pt x="20514" y="6843"/>
                    </a:lnTo>
                    <a:lnTo>
                      <a:pt x="20574" y="6575"/>
                    </a:lnTo>
                    <a:lnTo>
                      <a:pt x="20619" y="6291"/>
                    </a:lnTo>
                    <a:lnTo>
                      <a:pt x="20634" y="6008"/>
                    </a:lnTo>
                    <a:lnTo>
                      <a:pt x="20634" y="5829"/>
                    </a:lnTo>
                    <a:lnTo>
                      <a:pt x="20634" y="5635"/>
                    </a:lnTo>
                    <a:lnTo>
                      <a:pt x="20589" y="5367"/>
                    </a:lnTo>
                    <a:lnTo>
                      <a:pt x="20544" y="5099"/>
                    </a:lnTo>
                    <a:lnTo>
                      <a:pt x="20470" y="4845"/>
                    </a:lnTo>
                    <a:lnTo>
                      <a:pt x="20365" y="4577"/>
                    </a:lnTo>
                    <a:lnTo>
                      <a:pt x="20246" y="4309"/>
                    </a:lnTo>
                    <a:lnTo>
                      <a:pt x="20112" y="4055"/>
                    </a:lnTo>
                    <a:lnTo>
                      <a:pt x="19948" y="3802"/>
                    </a:lnTo>
                    <a:lnTo>
                      <a:pt x="19769" y="3548"/>
                    </a:lnTo>
                    <a:lnTo>
                      <a:pt x="19575" y="3295"/>
                    </a:lnTo>
                    <a:lnTo>
                      <a:pt x="19352" y="3056"/>
                    </a:lnTo>
                    <a:lnTo>
                      <a:pt x="19113" y="2818"/>
                    </a:lnTo>
                    <a:lnTo>
                      <a:pt x="18845" y="2579"/>
                    </a:lnTo>
                    <a:lnTo>
                      <a:pt x="18561" y="2356"/>
                    </a:lnTo>
                    <a:lnTo>
                      <a:pt x="18263" y="2132"/>
                    </a:lnTo>
                    <a:lnTo>
                      <a:pt x="17935" y="1923"/>
                    </a:lnTo>
                    <a:lnTo>
                      <a:pt x="17592" y="1714"/>
                    </a:lnTo>
                    <a:lnTo>
                      <a:pt x="17205" y="1506"/>
                    </a:lnTo>
                    <a:lnTo>
                      <a:pt x="16802" y="1312"/>
                    </a:lnTo>
                    <a:lnTo>
                      <a:pt x="16400" y="1118"/>
                    </a:lnTo>
                    <a:lnTo>
                      <a:pt x="15967" y="954"/>
                    </a:lnTo>
                    <a:lnTo>
                      <a:pt x="15535" y="805"/>
                    </a:lnTo>
                    <a:lnTo>
                      <a:pt x="15088" y="656"/>
                    </a:lnTo>
                    <a:lnTo>
                      <a:pt x="14641" y="537"/>
                    </a:lnTo>
                    <a:lnTo>
                      <a:pt x="14178" y="417"/>
                    </a:lnTo>
                    <a:lnTo>
                      <a:pt x="13701" y="313"/>
                    </a:lnTo>
                    <a:lnTo>
                      <a:pt x="13239" y="239"/>
                    </a:lnTo>
                    <a:lnTo>
                      <a:pt x="12747" y="164"/>
                    </a:lnTo>
                    <a:lnTo>
                      <a:pt x="12270" y="104"/>
                    </a:lnTo>
                    <a:lnTo>
                      <a:pt x="11778" y="60"/>
                    </a:lnTo>
                    <a:lnTo>
                      <a:pt x="11286" y="30"/>
                    </a:lnTo>
                    <a:lnTo>
                      <a:pt x="10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2"/>
              <p:cNvSpPr/>
              <p:nvPr/>
            </p:nvSpPr>
            <p:spPr>
              <a:xfrm>
                <a:off x="2599098" y="3700663"/>
                <a:ext cx="419700" cy="242195"/>
              </a:xfrm>
              <a:custGeom>
                <a:rect b="b" l="l" r="r" t="t"/>
                <a:pathLst>
                  <a:path extrusionOk="0" h="15968" w="27671">
                    <a:moveTo>
                      <a:pt x="14402" y="2982"/>
                    </a:moveTo>
                    <a:lnTo>
                      <a:pt x="14849" y="2997"/>
                    </a:lnTo>
                    <a:lnTo>
                      <a:pt x="15297" y="3027"/>
                    </a:lnTo>
                    <a:lnTo>
                      <a:pt x="15744" y="3071"/>
                    </a:lnTo>
                    <a:lnTo>
                      <a:pt x="16191" y="3131"/>
                    </a:lnTo>
                    <a:lnTo>
                      <a:pt x="16624" y="3191"/>
                    </a:lnTo>
                    <a:lnTo>
                      <a:pt x="17071" y="3280"/>
                    </a:lnTo>
                    <a:lnTo>
                      <a:pt x="17488" y="3370"/>
                    </a:lnTo>
                    <a:lnTo>
                      <a:pt x="17921" y="3474"/>
                    </a:lnTo>
                    <a:lnTo>
                      <a:pt x="18323" y="3593"/>
                    </a:lnTo>
                    <a:lnTo>
                      <a:pt x="18741" y="3712"/>
                    </a:lnTo>
                    <a:lnTo>
                      <a:pt x="19128" y="3862"/>
                    </a:lnTo>
                    <a:lnTo>
                      <a:pt x="19516" y="4011"/>
                    </a:lnTo>
                    <a:lnTo>
                      <a:pt x="19888" y="4175"/>
                    </a:lnTo>
                    <a:lnTo>
                      <a:pt x="20261" y="4353"/>
                    </a:lnTo>
                    <a:lnTo>
                      <a:pt x="20604" y="4547"/>
                    </a:lnTo>
                    <a:lnTo>
                      <a:pt x="20977" y="4771"/>
                    </a:lnTo>
                    <a:lnTo>
                      <a:pt x="21305" y="4995"/>
                    </a:lnTo>
                    <a:lnTo>
                      <a:pt x="21618" y="5218"/>
                    </a:lnTo>
                    <a:lnTo>
                      <a:pt x="21901" y="5457"/>
                    </a:lnTo>
                    <a:lnTo>
                      <a:pt x="22155" y="5710"/>
                    </a:lnTo>
                    <a:lnTo>
                      <a:pt x="22393" y="5964"/>
                    </a:lnTo>
                    <a:lnTo>
                      <a:pt x="22602" y="6217"/>
                    </a:lnTo>
                    <a:lnTo>
                      <a:pt x="22781" y="6485"/>
                    </a:lnTo>
                    <a:lnTo>
                      <a:pt x="22945" y="6754"/>
                    </a:lnTo>
                    <a:lnTo>
                      <a:pt x="23079" y="7022"/>
                    </a:lnTo>
                    <a:lnTo>
                      <a:pt x="23183" y="7290"/>
                    </a:lnTo>
                    <a:lnTo>
                      <a:pt x="23273" y="7574"/>
                    </a:lnTo>
                    <a:lnTo>
                      <a:pt x="23332" y="7857"/>
                    </a:lnTo>
                    <a:lnTo>
                      <a:pt x="23362" y="8125"/>
                    </a:lnTo>
                    <a:lnTo>
                      <a:pt x="23362" y="8409"/>
                    </a:lnTo>
                    <a:lnTo>
                      <a:pt x="23347" y="8692"/>
                    </a:lnTo>
                    <a:lnTo>
                      <a:pt x="23288" y="8915"/>
                    </a:lnTo>
                    <a:lnTo>
                      <a:pt x="23228" y="9124"/>
                    </a:lnTo>
                    <a:lnTo>
                      <a:pt x="23139" y="9333"/>
                    </a:lnTo>
                    <a:lnTo>
                      <a:pt x="23034" y="9542"/>
                    </a:lnTo>
                    <a:lnTo>
                      <a:pt x="22915" y="9750"/>
                    </a:lnTo>
                    <a:lnTo>
                      <a:pt x="22796" y="9959"/>
                    </a:lnTo>
                    <a:lnTo>
                      <a:pt x="22647" y="10168"/>
                    </a:lnTo>
                    <a:lnTo>
                      <a:pt x="22483" y="10376"/>
                    </a:lnTo>
                    <a:lnTo>
                      <a:pt x="22304" y="10570"/>
                    </a:lnTo>
                    <a:lnTo>
                      <a:pt x="22110" y="10764"/>
                    </a:lnTo>
                    <a:lnTo>
                      <a:pt x="21916" y="10958"/>
                    </a:lnTo>
                    <a:lnTo>
                      <a:pt x="21692" y="11137"/>
                    </a:lnTo>
                    <a:lnTo>
                      <a:pt x="21454" y="11331"/>
                    </a:lnTo>
                    <a:lnTo>
                      <a:pt x="21200" y="11510"/>
                    </a:lnTo>
                    <a:lnTo>
                      <a:pt x="20932" y="11674"/>
                    </a:lnTo>
                    <a:lnTo>
                      <a:pt x="20649" y="11852"/>
                    </a:lnTo>
                    <a:lnTo>
                      <a:pt x="20306" y="12046"/>
                    </a:lnTo>
                    <a:lnTo>
                      <a:pt x="19933" y="12225"/>
                    </a:lnTo>
                    <a:lnTo>
                      <a:pt x="19546" y="12404"/>
                    </a:lnTo>
                    <a:lnTo>
                      <a:pt x="19158" y="12568"/>
                    </a:lnTo>
                    <a:lnTo>
                      <a:pt x="18755" y="12717"/>
                    </a:lnTo>
                    <a:lnTo>
                      <a:pt x="18338" y="12851"/>
                    </a:lnTo>
                    <a:lnTo>
                      <a:pt x="17921" y="12971"/>
                    </a:lnTo>
                    <a:lnTo>
                      <a:pt x="17488" y="13075"/>
                    </a:lnTo>
                    <a:lnTo>
                      <a:pt x="17056" y="13179"/>
                    </a:lnTo>
                    <a:lnTo>
                      <a:pt x="16624" y="13254"/>
                    </a:lnTo>
                    <a:lnTo>
                      <a:pt x="16176" y="13328"/>
                    </a:lnTo>
                    <a:lnTo>
                      <a:pt x="15714" y="13388"/>
                    </a:lnTo>
                    <a:lnTo>
                      <a:pt x="15267" y="13433"/>
                    </a:lnTo>
                    <a:lnTo>
                      <a:pt x="14805" y="13463"/>
                    </a:lnTo>
                    <a:lnTo>
                      <a:pt x="14357" y="13492"/>
                    </a:lnTo>
                    <a:lnTo>
                      <a:pt x="13433" y="13492"/>
                    </a:lnTo>
                    <a:lnTo>
                      <a:pt x="12971" y="13477"/>
                    </a:lnTo>
                    <a:lnTo>
                      <a:pt x="12524" y="13448"/>
                    </a:lnTo>
                    <a:lnTo>
                      <a:pt x="12062" y="13403"/>
                    </a:lnTo>
                    <a:lnTo>
                      <a:pt x="11614" y="13358"/>
                    </a:lnTo>
                    <a:lnTo>
                      <a:pt x="11167" y="13284"/>
                    </a:lnTo>
                    <a:lnTo>
                      <a:pt x="10720" y="13209"/>
                    </a:lnTo>
                    <a:lnTo>
                      <a:pt x="10287" y="13105"/>
                    </a:lnTo>
                    <a:lnTo>
                      <a:pt x="9855" y="13000"/>
                    </a:lnTo>
                    <a:lnTo>
                      <a:pt x="9438" y="12881"/>
                    </a:lnTo>
                    <a:lnTo>
                      <a:pt x="9020" y="12762"/>
                    </a:lnTo>
                    <a:lnTo>
                      <a:pt x="8618" y="12613"/>
                    </a:lnTo>
                    <a:lnTo>
                      <a:pt x="8230" y="12464"/>
                    </a:lnTo>
                    <a:lnTo>
                      <a:pt x="7842" y="12285"/>
                    </a:lnTo>
                    <a:lnTo>
                      <a:pt x="7470" y="12106"/>
                    </a:lnTo>
                    <a:lnTo>
                      <a:pt x="7112" y="11912"/>
                    </a:lnTo>
                    <a:lnTo>
                      <a:pt x="6799" y="11718"/>
                    </a:lnTo>
                    <a:lnTo>
                      <a:pt x="6501" y="11524"/>
                    </a:lnTo>
                    <a:lnTo>
                      <a:pt x="6217" y="11316"/>
                    </a:lnTo>
                    <a:lnTo>
                      <a:pt x="5949" y="11107"/>
                    </a:lnTo>
                    <a:lnTo>
                      <a:pt x="5711" y="10883"/>
                    </a:lnTo>
                    <a:lnTo>
                      <a:pt x="5487" y="10660"/>
                    </a:lnTo>
                    <a:lnTo>
                      <a:pt x="5278" y="10436"/>
                    </a:lnTo>
                    <a:lnTo>
                      <a:pt x="5099" y="10198"/>
                    </a:lnTo>
                    <a:lnTo>
                      <a:pt x="4995" y="10019"/>
                    </a:lnTo>
                    <a:lnTo>
                      <a:pt x="4906" y="9840"/>
                    </a:lnTo>
                    <a:lnTo>
                      <a:pt x="4831" y="9661"/>
                    </a:lnTo>
                    <a:lnTo>
                      <a:pt x="4771" y="9482"/>
                    </a:lnTo>
                    <a:lnTo>
                      <a:pt x="4712" y="9303"/>
                    </a:lnTo>
                    <a:lnTo>
                      <a:pt x="4667" y="9109"/>
                    </a:lnTo>
                    <a:lnTo>
                      <a:pt x="4622" y="8930"/>
                    </a:lnTo>
                    <a:lnTo>
                      <a:pt x="4607" y="8737"/>
                    </a:lnTo>
                    <a:lnTo>
                      <a:pt x="4592" y="8558"/>
                    </a:lnTo>
                    <a:lnTo>
                      <a:pt x="4592" y="8364"/>
                    </a:lnTo>
                    <a:lnTo>
                      <a:pt x="4592" y="8185"/>
                    </a:lnTo>
                    <a:lnTo>
                      <a:pt x="4622" y="7991"/>
                    </a:lnTo>
                    <a:lnTo>
                      <a:pt x="4652" y="7812"/>
                    </a:lnTo>
                    <a:lnTo>
                      <a:pt x="4682" y="7633"/>
                    </a:lnTo>
                    <a:lnTo>
                      <a:pt x="4742" y="7440"/>
                    </a:lnTo>
                    <a:lnTo>
                      <a:pt x="4801" y="7261"/>
                    </a:lnTo>
                    <a:lnTo>
                      <a:pt x="4876" y="7082"/>
                    </a:lnTo>
                    <a:lnTo>
                      <a:pt x="4965" y="6903"/>
                    </a:lnTo>
                    <a:lnTo>
                      <a:pt x="5055" y="6724"/>
                    </a:lnTo>
                    <a:lnTo>
                      <a:pt x="5174" y="6545"/>
                    </a:lnTo>
                    <a:lnTo>
                      <a:pt x="5293" y="6366"/>
                    </a:lnTo>
                    <a:lnTo>
                      <a:pt x="5412" y="6187"/>
                    </a:lnTo>
                    <a:lnTo>
                      <a:pt x="5561" y="6023"/>
                    </a:lnTo>
                    <a:lnTo>
                      <a:pt x="5711" y="5844"/>
                    </a:lnTo>
                    <a:lnTo>
                      <a:pt x="5875" y="5680"/>
                    </a:lnTo>
                    <a:lnTo>
                      <a:pt x="6039" y="5516"/>
                    </a:lnTo>
                    <a:lnTo>
                      <a:pt x="6232" y="5352"/>
                    </a:lnTo>
                    <a:lnTo>
                      <a:pt x="6426" y="5203"/>
                    </a:lnTo>
                    <a:lnTo>
                      <a:pt x="6635" y="5039"/>
                    </a:lnTo>
                    <a:lnTo>
                      <a:pt x="6844" y="4890"/>
                    </a:lnTo>
                    <a:lnTo>
                      <a:pt x="7082" y="4741"/>
                    </a:lnTo>
                    <a:lnTo>
                      <a:pt x="7321" y="4592"/>
                    </a:lnTo>
                    <a:lnTo>
                      <a:pt x="7664" y="4398"/>
                    </a:lnTo>
                    <a:lnTo>
                      <a:pt x="8021" y="4219"/>
                    </a:lnTo>
                    <a:lnTo>
                      <a:pt x="8394" y="4055"/>
                    </a:lnTo>
                    <a:lnTo>
                      <a:pt x="8782" y="3891"/>
                    </a:lnTo>
                    <a:lnTo>
                      <a:pt x="9184" y="3742"/>
                    </a:lnTo>
                    <a:lnTo>
                      <a:pt x="9587" y="3623"/>
                    </a:lnTo>
                    <a:lnTo>
                      <a:pt x="9989" y="3504"/>
                    </a:lnTo>
                    <a:lnTo>
                      <a:pt x="10422" y="3384"/>
                    </a:lnTo>
                    <a:lnTo>
                      <a:pt x="10839" y="3295"/>
                    </a:lnTo>
                    <a:lnTo>
                      <a:pt x="11271" y="3206"/>
                    </a:lnTo>
                    <a:lnTo>
                      <a:pt x="11719" y="3146"/>
                    </a:lnTo>
                    <a:lnTo>
                      <a:pt x="12151" y="3086"/>
                    </a:lnTo>
                    <a:lnTo>
                      <a:pt x="12598" y="3042"/>
                    </a:lnTo>
                    <a:lnTo>
                      <a:pt x="13046" y="3012"/>
                    </a:lnTo>
                    <a:lnTo>
                      <a:pt x="13508" y="2982"/>
                    </a:lnTo>
                    <a:close/>
                    <a:moveTo>
                      <a:pt x="13135" y="0"/>
                    </a:moveTo>
                    <a:lnTo>
                      <a:pt x="12464" y="30"/>
                    </a:lnTo>
                    <a:lnTo>
                      <a:pt x="11808" y="90"/>
                    </a:lnTo>
                    <a:lnTo>
                      <a:pt x="11152" y="149"/>
                    </a:lnTo>
                    <a:lnTo>
                      <a:pt x="10496" y="239"/>
                    </a:lnTo>
                    <a:lnTo>
                      <a:pt x="9855" y="343"/>
                    </a:lnTo>
                    <a:lnTo>
                      <a:pt x="9214" y="462"/>
                    </a:lnTo>
                    <a:lnTo>
                      <a:pt x="8588" y="597"/>
                    </a:lnTo>
                    <a:lnTo>
                      <a:pt x="7977" y="761"/>
                    </a:lnTo>
                    <a:lnTo>
                      <a:pt x="7365" y="939"/>
                    </a:lnTo>
                    <a:lnTo>
                      <a:pt x="6769" y="1133"/>
                    </a:lnTo>
                    <a:lnTo>
                      <a:pt x="6188" y="1342"/>
                    </a:lnTo>
                    <a:lnTo>
                      <a:pt x="5621" y="1581"/>
                    </a:lnTo>
                    <a:lnTo>
                      <a:pt x="5070" y="1819"/>
                    </a:lnTo>
                    <a:lnTo>
                      <a:pt x="4533" y="2087"/>
                    </a:lnTo>
                    <a:lnTo>
                      <a:pt x="4026" y="2386"/>
                    </a:lnTo>
                    <a:lnTo>
                      <a:pt x="3564" y="2654"/>
                    </a:lnTo>
                    <a:lnTo>
                      <a:pt x="3131" y="2952"/>
                    </a:lnTo>
                    <a:lnTo>
                      <a:pt x="2729" y="3235"/>
                    </a:lnTo>
                    <a:lnTo>
                      <a:pt x="2356" y="3548"/>
                    </a:lnTo>
                    <a:lnTo>
                      <a:pt x="2013" y="3862"/>
                    </a:lnTo>
                    <a:lnTo>
                      <a:pt x="1685" y="4175"/>
                    </a:lnTo>
                    <a:lnTo>
                      <a:pt x="1402" y="4503"/>
                    </a:lnTo>
                    <a:lnTo>
                      <a:pt x="1134" y="4845"/>
                    </a:lnTo>
                    <a:lnTo>
                      <a:pt x="895" y="5173"/>
                    </a:lnTo>
                    <a:lnTo>
                      <a:pt x="686" y="5516"/>
                    </a:lnTo>
                    <a:lnTo>
                      <a:pt x="508" y="5859"/>
                    </a:lnTo>
                    <a:lnTo>
                      <a:pt x="358" y="6217"/>
                    </a:lnTo>
                    <a:lnTo>
                      <a:pt x="224" y="6575"/>
                    </a:lnTo>
                    <a:lnTo>
                      <a:pt x="135" y="6933"/>
                    </a:lnTo>
                    <a:lnTo>
                      <a:pt x="60" y="7290"/>
                    </a:lnTo>
                    <a:lnTo>
                      <a:pt x="16" y="7648"/>
                    </a:lnTo>
                    <a:lnTo>
                      <a:pt x="1" y="7648"/>
                    </a:lnTo>
                    <a:lnTo>
                      <a:pt x="1" y="7663"/>
                    </a:lnTo>
                    <a:lnTo>
                      <a:pt x="1" y="7902"/>
                    </a:lnTo>
                    <a:lnTo>
                      <a:pt x="1" y="8155"/>
                    </a:lnTo>
                    <a:lnTo>
                      <a:pt x="30" y="8528"/>
                    </a:lnTo>
                    <a:lnTo>
                      <a:pt x="75" y="8901"/>
                    </a:lnTo>
                    <a:lnTo>
                      <a:pt x="165" y="9273"/>
                    </a:lnTo>
                    <a:lnTo>
                      <a:pt x="284" y="9646"/>
                    </a:lnTo>
                    <a:lnTo>
                      <a:pt x="433" y="10019"/>
                    </a:lnTo>
                    <a:lnTo>
                      <a:pt x="612" y="10376"/>
                    </a:lnTo>
                    <a:lnTo>
                      <a:pt x="821" y="10734"/>
                    </a:lnTo>
                    <a:lnTo>
                      <a:pt x="1059" y="11092"/>
                    </a:lnTo>
                    <a:lnTo>
                      <a:pt x="1327" y="11435"/>
                    </a:lnTo>
                    <a:lnTo>
                      <a:pt x="1626" y="11778"/>
                    </a:lnTo>
                    <a:lnTo>
                      <a:pt x="1954" y="12121"/>
                    </a:lnTo>
                    <a:lnTo>
                      <a:pt x="2326" y="12449"/>
                    </a:lnTo>
                    <a:lnTo>
                      <a:pt x="2714" y="12762"/>
                    </a:lnTo>
                    <a:lnTo>
                      <a:pt x="3131" y="13075"/>
                    </a:lnTo>
                    <a:lnTo>
                      <a:pt x="3594" y="13373"/>
                    </a:lnTo>
                    <a:lnTo>
                      <a:pt x="4071" y="13671"/>
                    </a:lnTo>
                    <a:lnTo>
                      <a:pt x="4592" y="13954"/>
                    </a:lnTo>
                    <a:lnTo>
                      <a:pt x="5129" y="14208"/>
                    </a:lnTo>
                    <a:lnTo>
                      <a:pt x="5681" y="14461"/>
                    </a:lnTo>
                    <a:lnTo>
                      <a:pt x="6247" y="14685"/>
                    </a:lnTo>
                    <a:lnTo>
                      <a:pt x="6829" y="14894"/>
                    </a:lnTo>
                    <a:lnTo>
                      <a:pt x="7425" y="15073"/>
                    </a:lnTo>
                    <a:lnTo>
                      <a:pt x="8036" y="15252"/>
                    </a:lnTo>
                    <a:lnTo>
                      <a:pt x="8662" y="15401"/>
                    </a:lnTo>
                    <a:lnTo>
                      <a:pt x="9289" y="15535"/>
                    </a:lnTo>
                    <a:lnTo>
                      <a:pt x="9930" y="15654"/>
                    </a:lnTo>
                    <a:lnTo>
                      <a:pt x="10571" y="15758"/>
                    </a:lnTo>
                    <a:lnTo>
                      <a:pt x="11227" y="15833"/>
                    </a:lnTo>
                    <a:lnTo>
                      <a:pt x="11883" y="15893"/>
                    </a:lnTo>
                    <a:lnTo>
                      <a:pt x="12539" y="15937"/>
                    </a:lnTo>
                    <a:lnTo>
                      <a:pt x="13195" y="15967"/>
                    </a:lnTo>
                    <a:lnTo>
                      <a:pt x="13865" y="15967"/>
                    </a:lnTo>
                    <a:lnTo>
                      <a:pt x="14521" y="15952"/>
                    </a:lnTo>
                    <a:lnTo>
                      <a:pt x="15192" y="15922"/>
                    </a:lnTo>
                    <a:lnTo>
                      <a:pt x="15848" y="15878"/>
                    </a:lnTo>
                    <a:lnTo>
                      <a:pt x="16504" y="15818"/>
                    </a:lnTo>
                    <a:lnTo>
                      <a:pt x="17160" y="15729"/>
                    </a:lnTo>
                    <a:lnTo>
                      <a:pt x="17801" y="15624"/>
                    </a:lnTo>
                    <a:lnTo>
                      <a:pt x="18442" y="15505"/>
                    </a:lnTo>
                    <a:lnTo>
                      <a:pt x="19069" y="15371"/>
                    </a:lnTo>
                    <a:lnTo>
                      <a:pt x="19680" y="15207"/>
                    </a:lnTo>
                    <a:lnTo>
                      <a:pt x="20291" y="15028"/>
                    </a:lnTo>
                    <a:lnTo>
                      <a:pt x="20887" y="14834"/>
                    </a:lnTo>
                    <a:lnTo>
                      <a:pt x="21469" y="14625"/>
                    </a:lnTo>
                    <a:lnTo>
                      <a:pt x="22035" y="14387"/>
                    </a:lnTo>
                    <a:lnTo>
                      <a:pt x="22587" y="14148"/>
                    </a:lnTo>
                    <a:lnTo>
                      <a:pt x="23109" y="13880"/>
                    </a:lnTo>
                    <a:lnTo>
                      <a:pt x="23631" y="13597"/>
                    </a:lnTo>
                    <a:lnTo>
                      <a:pt x="24108" y="13299"/>
                    </a:lnTo>
                    <a:lnTo>
                      <a:pt x="24555" y="12985"/>
                    </a:lnTo>
                    <a:lnTo>
                      <a:pt x="24987" y="12672"/>
                    </a:lnTo>
                    <a:lnTo>
                      <a:pt x="25375" y="12359"/>
                    </a:lnTo>
                    <a:lnTo>
                      <a:pt x="25733" y="12031"/>
                    </a:lnTo>
                    <a:lnTo>
                      <a:pt x="26061" y="11688"/>
                    </a:lnTo>
                    <a:lnTo>
                      <a:pt x="26359" y="11346"/>
                    </a:lnTo>
                    <a:lnTo>
                      <a:pt x="26627" y="10988"/>
                    </a:lnTo>
                    <a:lnTo>
                      <a:pt x="26866" y="10630"/>
                    </a:lnTo>
                    <a:lnTo>
                      <a:pt x="27059" y="10272"/>
                    </a:lnTo>
                    <a:lnTo>
                      <a:pt x="27238" y="9914"/>
                    </a:lnTo>
                    <a:lnTo>
                      <a:pt x="27387" y="9542"/>
                    </a:lnTo>
                    <a:lnTo>
                      <a:pt x="27507" y="9169"/>
                    </a:lnTo>
                    <a:lnTo>
                      <a:pt x="27581" y="8796"/>
                    </a:lnTo>
                    <a:lnTo>
                      <a:pt x="27641" y="8423"/>
                    </a:lnTo>
                    <a:lnTo>
                      <a:pt x="27671" y="8051"/>
                    </a:lnTo>
                    <a:lnTo>
                      <a:pt x="27656" y="7797"/>
                    </a:lnTo>
                    <a:lnTo>
                      <a:pt x="27641" y="7559"/>
                    </a:lnTo>
                    <a:lnTo>
                      <a:pt x="27596" y="7186"/>
                    </a:lnTo>
                    <a:lnTo>
                      <a:pt x="27522" y="6828"/>
                    </a:lnTo>
                    <a:lnTo>
                      <a:pt x="27432" y="6470"/>
                    </a:lnTo>
                    <a:lnTo>
                      <a:pt x="27298" y="6128"/>
                    </a:lnTo>
                    <a:lnTo>
                      <a:pt x="27149" y="5770"/>
                    </a:lnTo>
                    <a:lnTo>
                      <a:pt x="26955" y="5427"/>
                    </a:lnTo>
                    <a:lnTo>
                      <a:pt x="26746" y="5084"/>
                    </a:lnTo>
                    <a:lnTo>
                      <a:pt x="26508" y="4741"/>
                    </a:lnTo>
                    <a:lnTo>
                      <a:pt x="26239" y="4413"/>
                    </a:lnTo>
                    <a:lnTo>
                      <a:pt x="25941" y="4085"/>
                    </a:lnTo>
                    <a:lnTo>
                      <a:pt x="25613" y="3772"/>
                    </a:lnTo>
                    <a:lnTo>
                      <a:pt x="25270" y="3459"/>
                    </a:lnTo>
                    <a:lnTo>
                      <a:pt x="24883" y="3146"/>
                    </a:lnTo>
                    <a:lnTo>
                      <a:pt x="24480" y="2848"/>
                    </a:lnTo>
                    <a:lnTo>
                      <a:pt x="24048" y="2564"/>
                    </a:lnTo>
                    <a:lnTo>
                      <a:pt x="23586" y="2281"/>
                    </a:lnTo>
                    <a:lnTo>
                      <a:pt x="23064" y="1998"/>
                    </a:lnTo>
                    <a:lnTo>
                      <a:pt x="22527" y="1745"/>
                    </a:lnTo>
                    <a:lnTo>
                      <a:pt x="21976" y="1491"/>
                    </a:lnTo>
                    <a:lnTo>
                      <a:pt x="21409" y="1267"/>
                    </a:lnTo>
                    <a:lnTo>
                      <a:pt x="20828" y="1059"/>
                    </a:lnTo>
                    <a:lnTo>
                      <a:pt x="20231" y="880"/>
                    </a:lnTo>
                    <a:lnTo>
                      <a:pt x="19620" y="701"/>
                    </a:lnTo>
                    <a:lnTo>
                      <a:pt x="19009" y="552"/>
                    </a:lnTo>
                    <a:lnTo>
                      <a:pt x="18368" y="418"/>
                    </a:lnTo>
                    <a:lnTo>
                      <a:pt x="17742" y="298"/>
                    </a:lnTo>
                    <a:lnTo>
                      <a:pt x="17086" y="209"/>
                    </a:lnTo>
                    <a:lnTo>
                      <a:pt x="16445" y="119"/>
                    </a:lnTo>
                    <a:lnTo>
                      <a:pt x="15789" y="60"/>
                    </a:lnTo>
                    <a:lnTo>
                      <a:pt x="15118" y="30"/>
                    </a:lnTo>
                    <a:lnTo>
                      <a:pt x="14462" y="0"/>
                    </a:lnTo>
                    <a:close/>
                  </a:path>
                </a:pathLst>
              </a:custGeom>
              <a:solidFill>
                <a:srgbClr val="AFA0B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2"/>
              <p:cNvSpPr/>
              <p:nvPr/>
            </p:nvSpPr>
            <p:spPr>
              <a:xfrm>
                <a:off x="2664454" y="3714450"/>
                <a:ext cx="290124" cy="117594"/>
              </a:xfrm>
              <a:custGeom>
                <a:rect b="b" l="l" r="r" t="t"/>
                <a:pathLst>
                  <a:path extrusionOk="0" h="7753" w="19128">
                    <a:moveTo>
                      <a:pt x="9437" y="1"/>
                    </a:moveTo>
                    <a:lnTo>
                      <a:pt x="8692" y="30"/>
                    </a:lnTo>
                    <a:lnTo>
                      <a:pt x="7946" y="90"/>
                    </a:lnTo>
                    <a:lnTo>
                      <a:pt x="7216" y="180"/>
                    </a:lnTo>
                    <a:lnTo>
                      <a:pt x="6500" y="299"/>
                    </a:lnTo>
                    <a:lnTo>
                      <a:pt x="6157" y="373"/>
                    </a:lnTo>
                    <a:lnTo>
                      <a:pt x="5800" y="463"/>
                    </a:lnTo>
                    <a:lnTo>
                      <a:pt x="5457" y="552"/>
                    </a:lnTo>
                    <a:lnTo>
                      <a:pt x="5114" y="657"/>
                    </a:lnTo>
                    <a:lnTo>
                      <a:pt x="4816" y="746"/>
                    </a:lnTo>
                    <a:lnTo>
                      <a:pt x="4503" y="850"/>
                    </a:lnTo>
                    <a:lnTo>
                      <a:pt x="4204" y="970"/>
                    </a:lnTo>
                    <a:lnTo>
                      <a:pt x="3906" y="1089"/>
                    </a:lnTo>
                    <a:lnTo>
                      <a:pt x="3623" y="1223"/>
                    </a:lnTo>
                    <a:lnTo>
                      <a:pt x="3340" y="1357"/>
                    </a:lnTo>
                    <a:lnTo>
                      <a:pt x="3071" y="1491"/>
                    </a:lnTo>
                    <a:lnTo>
                      <a:pt x="2803" y="1641"/>
                    </a:lnTo>
                    <a:lnTo>
                      <a:pt x="2788" y="1641"/>
                    </a:lnTo>
                    <a:lnTo>
                      <a:pt x="2773" y="1655"/>
                    </a:lnTo>
                    <a:lnTo>
                      <a:pt x="2520" y="1805"/>
                    </a:lnTo>
                    <a:lnTo>
                      <a:pt x="2281" y="1969"/>
                    </a:lnTo>
                    <a:lnTo>
                      <a:pt x="2058" y="2118"/>
                    </a:lnTo>
                    <a:lnTo>
                      <a:pt x="1834" y="2297"/>
                    </a:lnTo>
                    <a:lnTo>
                      <a:pt x="1640" y="2461"/>
                    </a:lnTo>
                    <a:lnTo>
                      <a:pt x="1446" y="2639"/>
                    </a:lnTo>
                    <a:lnTo>
                      <a:pt x="1267" y="2818"/>
                    </a:lnTo>
                    <a:lnTo>
                      <a:pt x="1103" y="2997"/>
                    </a:lnTo>
                    <a:lnTo>
                      <a:pt x="939" y="3176"/>
                    </a:lnTo>
                    <a:lnTo>
                      <a:pt x="790" y="3355"/>
                    </a:lnTo>
                    <a:lnTo>
                      <a:pt x="641" y="3549"/>
                    </a:lnTo>
                    <a:lnTo>
                      <a:pt x="522" y="3743"/>
                    </a:lnTo>
                    <a:lnTo>
                      <a:pt x="418" y="3936"/>
                    </a:lnTo>
                    <a:lnTo>
                      <a:pt x="313" y="4130"/>
                    </a:lnTo>
                    <a:lnTo>
                      <a:pt x="224" y="4324"/>
                    </a:lnTo>
                    <a:lnTo>
                      <a:pt x="164" y="4518"/>
                    </a:lnTo>
                    <a:lnTo>
                      <a:pt x="105" y="4727"/>
                    </a:lnTo>
                    <a:lnTo>
                      <a:pt x="60" y="4920"/>
                    </a:lnTo>
                    <a:lnTo>
                      <a:pt x="30" y="5129"/>
                    </a:lnTo>
                    <a:lnTo>
                      <a:pt x="0" y="5338"/>
                    </a:lnTo>
                    <a:lnTo>
                      <a:pt x="0" y="5532"/>
                    </a:lnTo>
                    <a:lnTo>
                      <a:pt x="0" y="5740"/>
                    </a:lnTo>
                    <a:lnTo>
                      <a:pt x="15" y="5934"/>
                    </a:lnTo>
                    <a:lnTo>
                      <a:pt x="45" y="6143"/>
                    </a:lnTo>
                    <a:lnTo>
                      <a:pt x="60" y="6158"/>
                    </a:lnTo>
                    <a:lnTo>
                      <a:pt x="60" y="6188"/>
                    </a:lnTo>
                    <a:lnTo>
                      <a:pt x="119" y="6456"/>
                    </a:lnTo>
                    <a:lnTo>
                      <a:pt x="164" y="6605"/>
                    </a:lnTo>
                    <a:lnTo>
                      <a:pt x="224" y="6739"/>
                    </a:lnTo>
                    <a:lnTo>
                      <a:pt x="298" y="6948"/>
                    </a:lnTo>
                    <a:lnTo>
                      <a:pt x="358" y="7067"/>
                    </a:lnTo>
                    <a:lnTo>
                      <a:pt x="418" y="7172"/>
                    </a:lnTo>
                    <a:lnTo>
                      <a:pt x="552" y="7395"/>
                    </a:lnTo>
                    <a:lnTo>
                      <a:pt x="701" y="7634"/>
                    </a:lnTo>
                    <a:lnTo>
                      <a:pt x="731" y="7693"/>
                    </a:lnTo>
                    <a:lnTo>
                      <a:pt x="790" y="7753"/>
                    </a:lnTo>
                    <a:lnTo>
                      <a:pt x="686" y="7574"/>
                    </a:lnTo>
                    <a:lnTo>
                      <a:pt x="597" y="7395"/>
                    </a:lnTo>
                    <a:lnTo>
                      <a:pt x="522" y="7216"/>
                    </a:lnTo>
                    <a:lnTo>
                      <a:pt x="462" y="7037"/>
                    </a:lnTo>
                    <a:lnTo>
                      <a:pt x="403" y="6844"/>
                    </a:lnTo>
                    <a:lnTo>
                      <a:pt x="358" y="6665"/>
                    </a:lnTo>
                    <a:lnTo>
                      <a:pt x="313" y="6471"/>
                    </a:lnTo>
                    <a:lnTo>
                      <a:pt x="298" y="6292"/>
                    </a:lnTo>
                    <a:lnTo>
                      <a:pt x="283" y="6113"/>
                    </a:lnTo>
                    <a:lnTo>
                      <a:pt x="283" y="5919"/>
                    </a:lnTo>
                    <a:lnTo>
                      <a:pt x="283" y="5740"/>
                    </a:lnTo>
                    <a:lnTo>
                      <a:pt x="313" y="5547"/>
                    </a:lnTo>
                    <a:lnTo>
                      <a:pt x="343" y="5368"/>
                    </a:lnTo>
                    <a:lnTo>
                      <a:pt x="373" y="5174"/>
                    </a:lnTo>
                    <a:lnTo>
                      <a:pt x="433" y="4995"/>
                    </a:lnTo>
                    <a:lnTo>
                      <a:pt x="492" y="4816"/>
                    </a:lnTo>
                    <a:lnTo>
                      <a:pt x="567" y="4622"/>
                    </a:lnTo>
                    <a:lnTo>
                      <a:pt x="656" y="4443"/>
                    </a:lnTo>
                    <a:lnTo>
                      <a:pt x="746" y="4264"/>
                    </a:lnTo>
                    <a:lnTo>
                      <a:pt x="865" y="4086"/>
                    </a:lnTo>
                    <a:lnTo>
                      <a:pt x="984" y="3922"/>
                    </a:lnTo>
                    <a:lnTo>
                      <a:pt x="1103" y="3743"/>
                    </a:lnTo>
                    <a:lnTo>
                      <a:pt x="1252" y="3564"/>
                    </a:lnTo>
                    <a:lnTo>
                      <a:pt x="1402" y="3400"/>
                    </a:lnTo>
                    <a:lnTo>
                      <a:pt x="1566" y="3236"/>
                    </a:lnTo>
                    <a:lnTo>
                      <a:pt x="1730" y="3072"/>
                    </a:lnTo>
                    <a:lnTo>
                      <a:pt x="1923" y="2908"/>
                    </a:lnTo>
                    <a:lnTo>
                      <a:pt x="2117" y="2744"/>
                    </a:lnTo>
                    <a:lnTo>
                      <a:pt x="2326" y="2595"/>
                    </a:lnTo>
                    <a:lnTo>
                      <a:pt x="2535" y="2446"/>
                    </a:lnTo>
                    <a:lnTo>
                      <a:pt x="2773" y="2297"/>
                    </a:lnTo>
                    <a:lnTo>
                      <a:pt x="3012" y="2147"/>
                    </a:lnTo>
                    <a:lnTo>
                      <a:pt x="3355" y="1954"/>
                    </a:lnTo>
                    <a:lnTo>
                      <a:pt x="3712" y="1775"/>
                    </a:lnTo>
                    <a:lnTo>
                      <a:pt x="4085" y="1596"/>
                    </a:lnTo>
                    <a:lnTo>
                      <a:pt x="4473" y="1447"/>
                    </a:lnTo>
                    <a:lnTo>
                      <a:pt x="4875" y="1298"/>
                    </a:lnTo>
                    <a:lnTo>
                      <a:pt x="5278" y="1164"/>
                    </a:lnTo>
                    <a:lnTo>
                      <a:pt x="5680" y="1044"/>
                    </a:lnTo>
                    <a:lnTo>
                      <a:pt x="6113" y="940"/>
                    </a:lnTo>
                    <a:lnTo>
                      <a:pt x="6530" y="850"/>
                    </a:lnTo>
                    <a:lnTo>
                      <a:pt x="6962" y="761"/>
                    </a:lnTo>
                    <a:lnTo>
                      <a:pt x="7410" y="686"/>
                    </a:lnTo>
                    <a:lnTo>
                      <a:pt x="7842" y="642"/>
                    </a:lnTo>
                    <a:lnTo>
                      <a:pt x="8289" y="597"/>
                    </a:lnTo>
                    <a:lnTo>
                      <a:pt x="8737" y="552"/>
                    </a:lnTo>
                    <a:lnTo>
                      <a:pt x="9199" y="537"/>
                    </a:lnTo>
                    <a:lnTo>
                      <a:pt x="9646" y="522"/>
                    </a:lnTo>
                    <a:lnTo>
                      <a:pt x="10093" y="537"/>
                    </a:lnTo>
                    <a:lnTo>
                      <a:pt x="10540" y="552"/>
                    </a:lnTo>
                    <a:lnTo>
                      <a:pt x="10988" y="582"/>
                    </a:lnTo>
                    <a:lnTo>
                      <a:pt x="11435" y="627"/>
                    </a:lnTo>
                    <a:lnTo>
                      <a:pt x="11882" y="672"/>
                    </a:lnTo>
                    <a:lnTo>
                      <a:pt x="12315" y="746"/>
                    </a:lnTo>
                    <a:lnTo>
                      <a:pt x="12762" y="821"/>
                    </a:lnTo>
                    <a:lnTo>
                      <a:pt x="13179" y="910"/>
                    </a:lnTo>
                    <a:lnTo>
                      <a:pt x="13612" y="1014"/>
                    </a:lnTo>
                    <a:lnTo>
                      <a:pt x="14014" y="1134"/>
                    </a:lnTo>
                    <a:lnTo>
                      <a:pt x="14432" y="1268"/>
                    </a:lnTo>
                    <a:lnTo>
                      <a:pt x="14819" y="1402"/>
                    </a:lnTo>
                    <a:lnTo>
                      <a:pt x="15207" y="1566"/>
                    </a:lnTo>
                    <a:lnTo>
                      <a:pt x="15579" y="1730"/>
                    </a:lnTo>
                    <a:lnTo>
                      <a:pt x="15952" y="1909"/>
                    </a:lnTo>
                    <a:lnTo>
                      <a:pt x="16295" y="2103"/>
                    </a:lnTo>
                    <a:lnTo>
                      <a:pt x="16668" y="2311"/>
                    </a:lnTo>
                    <a:lnTo>
                      <a:pt x="16996" y="2535"/>
                    </a:lnTo>
                    <a:lnTo>
                      <a:pt x="17309" y="2774"/>
                    </a:lnTo>
                    <a:lnTo>
                      <a:pt x="17592" y="3012"/>
                    </a:lnTo>
                    <a:lnTo>
                      <a:pt x="17846" y="3266"/>
                    </a:lnTo>
                    <a:lnTo>
                      <a:pt x="18084" y="3519"/>
                    </a:lnTo>
                    <a:lnTo>
                      <a:pt x="18293" y="3772"/>
                    </a:lnTo>
                    <a:lnTo>
                      <a:pt x="18472" y="4041"/>
                    </a:lnTo>
                    <a:lnTo>
                      <a:pt x="18636" y="4294"/>
                    </a:lnTo>
                    <a:lnTo>
                      <a:pt x="18770" y="4578"/>
                    </a:lnTo>
                    <a:lnTo>
                      <a:pt x="18874" y="4846"/>
                    </a:lnTo>
                    <a:lnTo>
                      <a:pt x="18964" y="5129"/>
                    </a:lnTo>
                    <a:lnTo>
                      <a:pt x="19023" y="5397"/>
                    </a:lnTo>
                    <a:lnTo>
                      <a:pt x="19053" y="5681"/>
                    </a:lnTo>
                    <a:lnTo>
                      <a:pt x="19053" y="5964"/>
                    </a:lnTo>
                    <a:lnTo>
                      <a:pt x="19038" y="6247"/>
                    </a:lnTo>
                    <a:lnTo>
                      <a:pt x="19098" y="5934"/>
                    </a:lnTo>
                    <a:lnTo>
                      <a:pt x="19128" y="5621"/>
                    </a:lnTo>
                    <a:lnTo>
                      <a:pt x="19128" y="5308"/>
                    </a:lnTo>
                    <a:lnTo>
                      <a:pt x="19083" y="4995"/>
                    </a:lnTo>
                    <a:lnTo>
                      <a:pt x="19023" y="4682"/>
                    </a:lnTo>
                    <a:lnTo>
                      <a:pt x="18934" y="4369"/>
                    </a:lnTo>
                    <a:lnTo>
                      <a:pt x="18800" y="4071"/>
                    </a:lnTo>
                    <a:lnTo>
                      <a:pt x="18651" y="3772"/>
                    </a:lnTo>
                    <a:lnTo>
                      <a:pt x="18457" y="3474"/>
                    </a:lnTo>
                    <a:lnTo>
                      <a:pt x="18248" y="3176"/>
                    </a:lnTo>
                    <a:lnTo>
                      <a:pt x="17995" y="2893"/>
                    </a:lnTo>
                    <a:lnTo>
                      <a:pt x="17726" y="2625"/>
                    </a:lnTo>
                    <a:lnTo>
                      <a:pt x="17413" y="2341"/>
                    </a:lnTo>
                    <a:lnTo>
                      <a:pt x="17085" y="2088"/>
                    </a:lnTo>
                    <a:lnTo>
                      <a:pt x="16713" y="1834"/>
                    </a:lnTo>
                    <a:lnTo>
                      <a:pt x="16310" y="1596"/>
                    </a:lnTo>
                    <a:lnTo>
                      <a:pt x="16027" y="1432"/>
                    </a:lnTo>
                    <a:lnTo>
                      <a:pt x="15729" y="1283"/>
                    </a:lnTo>
                    <a:lnTo>
                      <a:pt x="15416" y="1134"/>
                    </a:lnTo>
                    <a:lnTo>
                      <a:pt x="15102" y="1000"/>
                    </a:lnTo>
                    <a:lnTo>
                      <a:pt x="14789" y="880"/>
                    </a:lnTo>
                    <a:lnTo>
                      <a:pt x="14461" y="761"/>
                    </a:lnTo>
                    <a:lnTo>
                      <a:pt x="14118" y="657"/>
                    </a:lnTo>
                    <a:lnTo>
                      <a:pt x="13790" y="552"/>
                    </a:lnTo>
                    <a:lnTo>
                      <a:pt x="13433" y="463"/>
                    </a:lnTo>
                    <a:lnTo>
                      <a:pt x="13090" y="373"/>
                    </a:lnTo>
                    <a:lnTo>
                      <a:pt x="12732" y="299"/>
                    </a:lnTo>
                    <a:lnTo>
                      <a:pt x="12374" y="239"/>
                    </a:lnTo>
                    <a:lnTo>
                      <a:pt x="11659" y="135"/>
                    </a:lnTo>
                    <a:lnTo>
                      <a:pt x="10913" y="60"/>
                    </a:lnTo>
                    <a:lnTo>
                      <a:pt x="10183" y="16"/>
                    </a:lnTo>
                    <a:lnTo>
                      <a:pt x="9437" y="1"/>
                    </a:lnTo>
                    <a:close/>
                  </a:path>
                </a:pathLst>
              </a:custGeom>
              <a:solidFill>
                <a:srgbClr val="FDC4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22"/>
              <p:cNvSpPr/>
              <p:nvPr/>
            </p:nvSpPr>
            <p:spPr>
              <a:xfrm>
                <a:off x="2599098" y="3677138"/>
                <a:ext cx="419700" cy="242422"/>
              </a:xfrm>
              <a:custGeom>
                <a:rect b="b" l="l" r="r" t="t"/>
                <a:pathLst>
                  <a:path extrusionOk="0" h="15983" w="27671">
                    <a:moveTo>
                      <a:pt x="13955" y="2982"/>
                    </a:moveTo>
                    <a:lnTo>
                      <a:pt x="14402" y="2997"/>
                    </a:lnTo>
                    <a:lnTo>
                      <a:pt x="14849" y="3012"/>
                    </a:lnTo>
                    <a:lnTo>
                      <a:pt x="15297" y="3042"/>
                    </a:lnTo>
                    <a:lnTo>
                      <a:pt x="15744" y="3087"/>
                    </a:lnTo>
                    <a:lnTo>
                      <a:pt x="16191" y="3132"/>
                    </a:lnTo>
                    <a:lnTo>
                      <a:pt x="16624" y="3206"/>
                    </a:lnTo>
                    <a:lnTo>
                      <a:pt x="17071" y="3281"/>
                    </a:lnTo>
                    <a:lnTo>
                      <a:pt x="17488" y="3370"/>
                    </a:lnTo>
                    <a:lnTo>
                      <a:pt x="17921" y="3474"/>
                    </a:lnTo>
                    <a:lnTo>
                      <a:pt x="18323" y="3594"/>
                    </a:lnTo>
                    <a:lnTo>
                      <a:pt x="18741" y="3728"/>
                    </a:lnTo>
                    <a:lnTo>
                      <a:pt x="19128" y="3862"/>
                    </a:lnTo>
                    <a:lnTo>
                      <a:pt x="19516" y="4026"/>
                    </a:lnTo>
                    <a:lnTo>
                      <a:pt x="19888" y="4190"/>
                    </a:lnTo>
                    <a:lnTo>
                      <a:pt x="20261" y="4369"/>
                    </a:lnTo>
                    <a:lnTo>
                      <a:pt x="20604" y="4563"/>
                    </a:lnTo>
                    <a:lnTo>
                      <a:pt x="20977" y="4771"/>
                    </a:lnTo>
                    <a:lnTo>
                      <a:pt x="21305" y="4995"/>
                    </a:lnTo>
                    <a:lnTo>
                      <a:pt x="21618" y="5234"/>
                    </a:lnTo>
                    <a:lnTo>
                      <a:pt x="21901" y="5472"/>
                    </a:lnTo>
                    <a:lnTo>
                      <a:pt x="22155" y="5726"/>
                    </a:lnTo>
                    <a:lnTo>
                      <a:pt x="22393" y="5979"/>
                    </a:lnTo>
                    <a:lnTo>
                      <a:pt x="22602" y="6232"/>
                    </a:lnTo>
                    <a:lnTo>
                      <a:pt x="22781" y="6501"/>
                    </a:lnTo>
                    <a:lnTo>
                      <a:pt x="22945" y="6754"/>
                    </a:lnTo>
                    <a:lnTo>
                      <a:pt x="23079" y="7038"/>
                    </a:lnTo>
                    <a:lnTo>
                      <a:pt x="23183" y="7306"/>
                    </a:lnTo>
                    <a:lnTo>
                      <a:pt x="23273" y="7589"/>
                    </a:lnTo>
                    <a:lnTo>
                      <a:pt x="23332" y="7857"/>
                    </a:lnTo>
                    <a:lnTo>
                      <a:pt x="23362" y="8141"/>
                    </a:lnTo>
                    <a:lnTo>
                      <a:pt x="23362" y="8424"/>
                    </a:lnTo>
                    <a:lnTo>
                      <a:pt x="23347" y="8707"/>
                    </a:lnTo>
                    <a:lnTo>
                      <a:pt x="23288" y="8916"/>
                    </a:lnTo>
                    <a:lnTo>
                      <a:pt x="23228" y="9140"/>
                    </a:lnTo>
                    <a:lnTo>
                      <a:pt x="23139" y="9348"/>
                    </a:lnTo>
                    <a:lnTo>
                      <a:pt x="23034" y="9557"/>
                    </a:lnTo>
                    <a:lnTo>
                      <a:pt x="22915" y="9766"/>
                    </a:lnTo>
                    <a:lnTo>
                      <a:pt x="22796" y="9974"/>
                    </a:lnTo>
                    <a:lnTo>
                      <a:pt x="22647" y="10183"/>
                    </a:lnTo>
                    <a:lnTo>
                      <a:pt x="22483" y="10377"/>
                    </a:lnTo>
                    <a:lnTo>
                      <a:pt x="22304" y="10586"/>
                    </a:lnTo>
                    <a:lnTo>
                      <a:pt x="22110" y="10780"/>
                    </a:lnTo>
                    <a:lnTo>
                      <a:pt x="21916" y="10958"/>
                    </a:lnTo>
                    <a:lnTo>
                      <a:pt x="21692" y="11152"/>
                    </a:lnTo>
                    <a:lnTo>
                      <a:pt x="21454" y="11331"/>
                    </a:lnTo>
                    <a:lnTo>
                      <a:pt x="21200" y="11510"/>
                    </a:lnTo>
                    <a:lnTo>
                      <a:pt x="20932" y="11689"/>
                    </a:lnTo>
                    <a:lnTo>
                      <a:pt x="20649" y="11868"/>
                    </a:lnTo>
                    <a:lnTo>
                      <a:pt x="20306" y="12062"/>
                    </a:lnTo>
                    <a:lnTo>
                      <a:pt x="19933" y="12241"/>
                    </a:lnTo>
                    <a:lnTo>
                      <a:pt x="19546" y="12419"/>
                    </a:lnTo>
                    <a:lnTo>
                      <a:pt x="19158" y="12569"/>
                    </a:lnTo>
                    <a:lnTo>
                      <a:pt x="18755" y="12718"/>
                    </a:lnTo>
                    <a:lnTo>
                      <a:pt x="18338" y="12852"/>
                    </a:lnTo>
                    <a:lnTo>
                      <a:pt x="17921" y="12986"/>
                    </a:lnTo>
                    <a:lnTo>
                      <a:pt x="17488" y="13090"/>
                    </a:lnTo>
                    <a:lnTo>
                      <a:pt x="17056" y="13180"/>
                    </a:lnTo>
                    <a:lnTo>
                      <a:pt x="16624" y="13269"/>
                    </a:lnTo>
                    <a:lnTo>
                      <a:pt x="16176" y="13344"/>
                    </a:lnTo>
                    <a:lnTo>
                      <a:pt x="15714" y="13403"/>
                    </a:lnTo>
                    <a:lnTo>
                      <a:pt x="15267" y="13448"/>
                    </a:lnTo>
                    <a:lnTo>
                      <a:pt x="14805" y="13478"/>
                    </a:lnTo>
                    <a:lnTo>
                      <a:pt x="14357" y="13508"/>
                    </a:lnTo>
                    <a:lnTo>
                      <a:pt x="13433" y="13508"/>
                    </a:lnTo>
                    <a:lnTo>
                      <a:pt x="12971" y="13493"/>
                    </a:lnTo>
                    <a:lnTo>
                      <a:pt x="12524" y="13463"/>
                    </a:lnTo>
                    <a:lnTo>
                      <a:pt x="12062" y="13418"/>
                    </a:lnTo>
                    <a:lnTo>
                      <a:pt x="11614" y="13359"/>
                    </a:lnTo>
                    <a:lnTo>
                      <a:pt x="11167" y="13299"/>
                    </a:lnTo>
                    <a:lnTo>
                      <a:pt x="10720" y="13210"/>
                    </a:lnTo>
                    <a:lnTo>
                      <a:pt x="10287" y="13120"/>
                    </a:lnTo>
                    <a:lnTo>
                      <a:pt x="9855" y="13016"/>
                    </a:lnTo>
                    <a:lnTo>
                      <a:pt x="9438" y="12897"/>
                    </a:lnTo>
                    <a:lnTo>
                      <a:pt x="9020" y="12762"/>
                    </a:lnTo>
                    <a:lnTo>
                      <a:pt x="8618" y="12628"/>
                    </a:lnTo>
                    <a:lnTo>
                      <a:pt x="8230" y="12464"/>
                    </a:lnTo>
                    <a:lnTo>
                      <a:pt x="7842" y="12300"/>
                    </a:lnTo>
                    <a:lnTo>
                      <a:pt x="7470" y="12121"/>
                    </a:lnTo>
                    <a:lnTo>
                      <a:pt x="7112" y="11927"/>
                    </a:lnTo>
                    <a:lnTo>
                      <a:pt x="6799" y="11734"/>
                    </a:lnTo>
                    <a:lnTo>
                      <a:pt x="6501" y="11525"/>
                    </a:lnTo>
                    <a:lnTo>
                      <a:pt x="6217" y="11331"/>
                    </a:lnTo>
                    <a:lnTo>
                      <a:pt x="5949" y="11108"/>
                    </a:lnTo>
                    <a:lnTo>
                      <a:pt x="5711" y="10899"/>
                    </a:lnTo>
                    <a:lnTo>
                      <a:pt x="5487" y="10675"/>
                    </a:lnTo>
                    <a:lnTo>
                      <a:pt x="5278" y="10452"/>
                    </a:lnTo>
                    <a:lnTo>
                      <a:pt x="5099" y="10213"/>
                    </a:lnTo>
                    <a:lnTo>
                      <a:pt x="4995" y="10034"/>
                    </a:lnTo>
                    <a:lnTo>
                      <a:pt x="4906" y="9855"/>
                    </a:lnTo>
                    <a:lnTo>
                      <a:pt x="4831" y="9676"/>
                    </a:lnTo>
                    <a:lnTo>
                      <a:pt x="4771" y="9497"/>
                    </a:lnTo>
                    <a:lnTo>
                      <a:pt x="4712" y="9304"/>
                    </a:lnTo>
                    <a:lnTo>
                      <a:pt x="4667" y="9125"/>
                    </a:lnTo>
                    <a:lnTo>
                      <a:pt x="4622" y="8931"/>
                    </a:lnTo>
                    <a:lnTo>
                      <a:pt x="4607" y="8752"/>
                    </a:lnTo>
                    <a:lnTo>
                      <a:pt x="4592" y="8573"/>
                    </a:lnTo>
                    <a:lnTo>
                      <a:pt x="4592" y="8379"/>
                    </a:lnTo>
                    <a:lnTo>
                      <a:pt x="4592" y="8200"/>
                    </a:lnTo>
                    <a:lnTo>
                      <a:pt x="4622" y="8007"/>
                    </a:lnTo>
                    <a:lnTo>
                      <a:pt x="4652" y="7828"/>
                    </a:lnTo>
                    <a:lnTo>
                      <a:pt x="4682" y="7634"/>
                    </a:lnTo>
                    <a:lnTo>
                      <a:pt x="4742" y="7455"/>
                    </a:lnTo>
                    <a:lnTo>
                      <a:pt x="4801" y="7276"/>
                    </a:lnTo>
                    <a:lnTo>
                      <a:pt x="4876" y="7082"/>
                    </a:lnTo>
                    <a:lnTo>
                      <a:pt x="4965" y="6903"/>
                    </a:lnTo>
                    <a:lnTo>
                      <a:pt x="5055" y="6724"/>
                    </a:lnTo>
                    <a:lnTo>
                      <a:pt x="5174" y="6546"/>
                    </a:lnTo>
                    <a:lnTo>
                      <a:pt x="5293" y="6382"/>
                    </a:lnTo>
                    <a:lnTo>
                      <a:pt x="5412" y="6203"/>
                    </a:lnTo>
                    <a:lnTo>
                      <a:pt x="5561" y="6024"/>
                    </a:lnTo>
                    <a:lnTo>
                      <a:pt x="5711" y="5860"/>
                    </a:lnTo>
                    <a:lnTo>
                      <a:pt x="5875" y="5696"/>
                    </a:lnTo>
                    <a:lnTo>
                      <a:pt x="6039" y="5532"/>
                    </a:lnTo>
                    <a:lnTo>
                      <a:pt x="6232" y="5368"/>
                    </a:lnTo>
                    <a:lnTo>
                      <a:pt x="6426" y="5204"/>
                    </a:lnTo>
                    <a:lnTo>
                      <a:pt x="6635" y="5055"/>
                    </a:lnTo>
                    <a:lnTo>
                      <a:pt x="6844" y="4906"/>
                    </a:lnTo>
                    <a:lnTo>
                      <a:pt x="7082" y="4757"/>
                    </a:lnTo>
                    <a:lnTo>
                      <a:pt x="7321" y="4607"/>
                    </a:lnTo>
                    <a:lnTo>
                      <a:pt x="7664" y="4414"/>
                    </a:lnTo>
                    <a:lnTo>
                      <a:pt x="8021" y="4235"/>
                    </a:lnTo>
                    <a:lnTo>
                      <a:pt x="8394" y="4056"/>
                    </a:lnTo>
                    <a:lnTo>
                      <a:pt x="8782" y="3907"/>
                    </a:lnTo>
                    <a:lnTo>
                      <a:pt x="9184" y="3758"/>
                    </a:lnTo>
                    <a:lnTo>
                      <a:pt x="9587" y="3624"/>
                    </a:lnTo>
                    <a:lnTo>
                      <a:pt x="9989" y="3504"/>
                    </a:lnTo>
                    <a:lnTo>
                      <a:pt x="10422" y="3400"/>
                    </a:lnTo>
                    <a:lnTo>
                      <a:pt x="10839" y="3310"/>
                    </a:lnTo>
                    <a:lnTo>
                      <a:pt x="11271" y="3221"/>
                    </a:lnTo>
                    <a:lnTo>
                      <a:pt x="11719" y="3146"/>
                    </a:lnTo>
                    <a:lnTo>
                      <a:pt x="12151" y="3102"/>
                    </a:lnTo>
                    <a:lnTo>
                      <a:pt x="12598" y="3057"/>
                    </a:lnTo>
                    <a:lnTo>
                      <a:pt x="13046" y="3012"/>
                    </a:lnTo>
                    <a:lnTo>
                      <a:pt x="13508" y="2997"/>
                    </a:lnTo>
                    <a:lnTo>
                      <a:pt x="13955" y="2982"/>
                    </a:lnTo>
                    <a:close/>
                    <a:moveTo>
                      <a:pt x="13791" y="1"/>
                    </a:moveTo>
                    <a:lnTo>
                      <a:pt x="13135" y="16"/>
                    </a:lnTo>
                    <a:lnTo>
                      <a:pt x="12464" y="45"/>
                    </a:lnTo>
                    <a:lnTo>
                      <a:pt x="11808" y="90"/>
                    </a:lnTo>
                    <a:lnTo>
                      <a:pt x="11152" y="165"/>
                    </a:lnTo>
                    <a:lnTo>
                      <a:pt x="10496" y="254"/>
                    </a:lnTo>
                    <a:lnTo>
                      <a:pt x="9855" y="359"/>
                    </a:lnTo>
                    <a:lnTo>
                      <a:pt x="9214" y="478"/>
                    </a:lnTo>
                    <a:lnTo>
                      <a:pt x="8588" y="612"/>
                    </a:lnTo>
                    <a:lnTo>
                      <a:pt x="7977" y="776"/>
                    </a:lnTo>
                    <a:lnTo>
                      <a:pt x="7365" y="955"/>
                    </a:lnTo>
                    <a:lnTo>
                      <a:pt x="6769" y="1149"/>
                    </a:lnTo>
                    <a:lnTo>
                      <a:pt x="6188" y="1357"/>
                    </a:lnTo>
                    <a:lnTo>
                      <a:pt x="5621" y="1581"/>
                    </a:lnTo>
                    <a:lnTo>
                      <a:pt x="5070" y="1834"/>
                    </a:lnTo>
                    <a:lnTo>
                      <a:pt x="4533" y="2103"/>
                    </a:lnTo>
                    <a:lnTo>
                      <a:pt x="4026" y="2386"/>
                    </a:lnTo>
                    <a:lnTo>
                      <a:pt x="3564" y="2669"/>
                    </a:lnTo>
                    <a:lnTo>
                      <a:pt x="3131" y="2953"/>
                    </a:lnTo>
                    <a:lnTo>
                      <a:pt x="2729" y="3251"/>
                    </a:lnTo>
                    <a:lnTo>
                      <a:pt x="2356" y="3564"/>
                    </a:lnTo>
                    <a:lnTo>
                      <a:pt x="2013" y="3877"/>
                    </a:lnTo>
                    <a:lnTo>
                      <a:pt x="1685" y="4190"/>
                    </a:lnTo>
                    <a:lnTo>
                      <a:pt x="1402" y="4518"/>
                    </a:lnTo>
                    <a:lnTo>
                      <a:pt x="1134" y="4846"/>
                    </a:lnTo>
                    <a:lnTo>
                      <a:pt x="895" y="5189"/>
                    </a:lnTo>
                    <a:lnTo>
                      <a:pt x="686" y="5532"/>
                    </a:lnTo>
                    <a:lnTo>
                      <a:pt x="508" y="5875"/>
                    </a:lnTo>
                    <a:lnTo>
                      <a:pt x="358" y="6232"/>
                    </a:lnTo>
                    <a:lnTo>
                      <a:pt x="224" y="6575"/>
                    </a:lnTo>
                    <a:lnTo>
                      <a:pt x="135" y="6933"/>
                    </a:lnTo>
                    <a:lnTo>
                      <a:pt x="60" y="7291"/>
                    </a:lnTo>
                    <a:lnTo>
                      <a:pt x="16" y="7664"/>
                    </a:lnTo>
                    <a:lnTo>
                      <a:pt x="1" y="7664"/>
                    </a:lnTo>
                    <a:lnTo>
                      <a:pt x="1" y="7679"/>
                    </a:lnTo>
                    <a:lnTo>
                      <a:pt x="1" y="7917"/>
                    </a:lnTo>
                    <a:lnTo>
                      <a:pt x="1" y="8171"/>
                    </a:lnTo>
                    <a:lnTo>
                      <a:pt x="30" y="8543"/>
                    </a:lnTo>
                    <a:lnTo>
                      <a:pt x="75" y="8916"/>
                    </a:lnTo>
                    <a:lnTo>
                      <a:pt x="165" y="9289"/>
                    </a:lnTo>
                    <a:lnTo>
                      <a:pt x="284" y="9661"/>
                    </a:lnTo>
                    <a:lnTo>
                      <a:pt x="433" y="10019"/>
                    </a:lnTo>
                    <a:lnTo>
                      <a:pt x="612" y="10392"/>
                    </a:lnTo>
                    <a:lnTo>
                      <a:pt x="821" y="10750"/>
                    </a:lnTo>
                    <a:lnTo>
                      <a:pt x="1059" y="11108"/>
                    </a:lnTo>
                    <a:lnTo>
                      <a:pt x="1327" y="11450"/>
                    </a:lnTo>
                    <a:lnTo>
                      <a:pt x="1626" y="11793"/>
                    </a:lnTo>
                    <a:lnTo>
                      <a:pt x="1954" y="12121"/>
                    </a:lnTo>
                    <a:lnTo>
                      <a:pt x="2326" y="12449"/>
                    </a:lnTo>
                    <a:lnTo>
                      <a:pt x="2714" y="12777"/>
                    </a:lnTo>
                    <a:lnTo>
                      <a:pt x="3131" y="13090"/>
                    </a:lnTo>
                    <a:lnTo>
                      <a:pt x="3594" y="13389"/>
                    </a:lnTo>
                    <a:lnTo>
                      <a:pt x="4071" y="13672"/>
                    </a:lnTo>
                    <a:lnTo>
                      <a:pt x="4592" y="13955"/>
                    </a:lnTo>
                    <a:lnTo>
                      <a:pt x="5129" y="14223"/>
                    </a:lnTo>
                    <a:lnTo>
                      <a:pt x="5681" y="14462"/>
                    </a:lnTo>
                    <a:lnTo>
                      <a:pt x="6247" y="14700"/>
                    </a:lnTo>
                    <a:lnTo>
                      <a:pt x="6829" y="14894"/>
                    </a:lnTo>
                    <a:lnTo>
                      <a:pt x="7425" y="15088"/>
                    </a:lnTo>
                    <a:lnTo>
                      <a:pt x="8036" y="15267"/>
                    </a:lnTo>
                    <a:lnTo>
                      <a:pt x="8662" y="15416"/>
                    </a:lnTo>
                    <a:lnTo>
                      <a:pt x="9289" y="15550"/>
                    </a:lnTo>
                    <a:lnTo>
                      <a:pt x="9930" y="15669"/>
                    </a:lnTo>
                    <a:lnTo>
                      <a:pt x="10571" y="15759"/>
                    </a:lnTo>
                    <a:lnTo>
                      <a:pt x="11227" y="15848"/>
                    </a:lnTo>
                    <a:lnTo>
                      <a:pt x="11883" y="15908"/>
                    </a:lnTo>
                    <a:lnTo>
                      <a:pt x="12539" y="15953"/>
                    </a:lnTo>
                    <a:lnTo>
                      <a:pt x="13195" y="15968"/>
                    </a:lnTo>
                    <a:lnTo>
                      <a:pt x="13865" y="15983"/>
                    </a:lnTo>
                    <a:lnTo>
                      <a:pt x="14521" y="15968"/>
                    </a:lnTo>
                    <a:lnTo>
                      <a:pt x="15192" y="15938"/>
                    </a:lnTo>
                    <a:lnTo>
                      <a:pt x="15848" y="15893"/>
                    </a:lnTo>
                    <a:lnTo>
                      <a:pt x="16504" y="15819"/>
                    </a:lnTo>
                    <a:lnTo>
                      <a:pt x="17160" y="15744"/>
                    </a:lnTo>
                    <a:lnTo>
                      <a:pt x="17801" y="15640"/>
                    </a:lnTo>
                    <a:lnTo>
                      <a:pt x="18442" y="15520"/>
                    </a:lnTo>
                    <a:lnTo>
                      <a:pt x="19069" y="15371"/>
                    </a:lnTo>
                    <a:lnTo>
                      <a:pt x="19680" y="15222"/>
                    </a:lnTo>
                    <a:lnTo>
                      <a:pt x="20291" y="15043"/>
                    </a:lnTo>
                    <a:lnTo>
                      <a:pt x="20887" y="14850"/>
                    </a:lnTo>
                    <a:lnTo>
                      <a:pt x="21469" y="14641"/>
                    </a:lnTo>
                    <a:lnTo>
                      <a:pt x="22035" y="14402"/>
                    </a:lnTo>
                    <a:lnTo>
                      <a:pt x="22587" y="14149"/>
                    </a:lnTo>
                    <a:lnTo>
                      <a:pt x="23109" y="13880"/>
                    </a:lnTo>
                    <a:lnTo>
                      <a:pt x="23631" y="13597"/>
                    </a:lnTo>
                    <a:lnTo>
                      <a:pt x="24108" y="13314"/>
                    </a:lnTo>
                    <a:lnTo>
                      <a:pt x="24555" y="13001"/>
                    </a:lnTo>
                    <a:lnTo>
                      <a:pt x="24987" y="12688"/>
                    </a:lnTo>
                    <a:lnTo>
                      <a:pt x="25375" y="12360"/>
                    </a:lnTo>
                    <a:lnTo>
                      <a:pt x="25733" y="12032"/>
                    </a:lnTo>
                    <a:lnTo>
                      <a:pt x="26061" y="11704"/>
                    </a:lnTo>
                    <a:lnTo>
                      <a:pt x="26359" y="11346"/>
                    </a:lnTo>
                    <a:lnTo>
                      <a:pt x="26627" y="11003"/>
                    </a:lnTo>
                    <a:lnTo>
                      <a:pt x="26866" y="10645"/>
                    </a:lnTo>
                    <a:lnTo>
                      <a:pt x="27059" y="10288"/>
                    </a:lnTo>
                    <a:lnTo>
                      <a:pt x="27238" y="9915"/>
                    </a:lnTo>
                    <a:lnTo>
                      <a:pt x="27387" y="9557"/>
                    </a:lnTo>
                    <a:lnTo>
                      <a:pt x="27507" y="9184"/>
                    </a:lnTo>
                    <a:lnTo>
                      <a:pt x="27581" y="8812"/>
                    </a:lnTo>
                    <a:lnTo>
                      <a:pt x="27641" y="8439"/>
                    </a:lnTo>
                    <a:lnTo>
                      <a:pt x="27671" y="8051"/>
                    </a:lnTo>
                    <a:lnTo>
                      <a:pt x="27656" y="7813"/>
                    </a:lnTo>
                    <a:lnTo>
                      <a:pt x="27641" y="7559"/>
                    </a:lnTo>
                    <a:lnTo>
                      <a:pt x="27596" y="7202"/>
                    </a:lnTo>
                    <a:lnTo>
                      <a:pt x="27522" y="6844"/>
                    </a:lnTo>
                    <a:lnTo>
                      <a:pt x="27432" y="6486"/>
                    </a:lnTo>
                    <a:lnTo>
                      <a:pt x="27298" y="6128"/>
                    </a:lnTo>
                    <a:lnTo>
                      <a:pt x="27149" y="5785"/>
                    </a:lnTo>
                    <a:lnTo>
                      <a:pt x="26955" y="5442"/>
                    </a:lnTo>
                    <a:lnTo>
                      <a:pt x="26746" y="5099"/>
                    </a:lnTo>
                    <a:lnTo>
                      <a:pt x="26508" y="4757"/>
                    </a:lnTo>
                    <a:lnTo>
                      <a:pt x="26239" y="4429"/>
                    </a:lnTo>
                    <a:lnTo>
                      <a:pt x="25941" y="4101"/>
                    </a:lnTo>
                    <a:lnTo>
                      <a:pt x="25613" y="3773"/>
                    </a:lnTo>
                    <a:lnTo>
                      <a:pt x="25270" y="3460"/>
                    </a:lnTo>
                    <a:lnTo>
                      <a:pt x="24883" y="3161"/>
                    </a:lnTo>
                    <a:lnTo>
                      <a:pt x="24480" y="2863"/>
                    </a:lnTo>
                    <a:lnTo>
                      <a:pt x="24048" y="2580"/>
                    </a:lnTo>
                    <a:lnTo>
                      <a:pt x="23586" y="2297"/>
                    </a:lnTo>
                    <a:lnTo>
                      <a:pt x="23064" y="2013"/>
                    </a:lnTo>
                    <a:lnTo>
                      <a:pt x="22527" y="1760"/>
                    </a:lnTo>
                    <a:lnTo>
                      <a:pt x="21976" y="1507"/>
                    </a:lnTo>
                    <a:lnTo>
                      <a:pt x="21409" y="1283"/>
                    </a:lnTo>
                    <a:lnTo>
                      <a:pt x="20828" y="1074"/>
                    </a:lnTo>
                    <a:lnTo>
                      <a:pt x="20231" y="880"/>
                    </a:lnTo>
                    <a:lnTo>
                      <a:pt x="19620" y="716"/>
                    </a:lnTo>
                    <a:lnTo>
                      <a:pt x="19009" y="567"/>
                    </a:lnTo>
                    <a:lnTo>
                      <a:pt x="18368" y="433"/>
                    </a:lnTo>
                    <a:lnTo>
                      <a:pt x="17742" y="314"/>
                    </a:lnTo>
                    <a:lnTo>
                      <a:pt x="17086" y="209"/>
                    </a:lnTo>
                    <a:lnTo>
                      <a:pt x="16445" y="135"/>
                    </a:lnTo>
                    <a:lnTo>
                      <a:pt x="15789" y="75"/>
                    </a:lnTo>
                    <a:lnTo>
                      <a:pt x="15118" y="31"/>
                    </a:lnTo>
                    <a:lnTo>
                      <a:pt x="14462" y="16"/>
                    </a:lnTo>
                    <a:lnTo>
                      <a:pt x="1379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22"/>
              <p:cNvSpPr/>
              <p:nvPr/>
            </p:nvSpPr>
            <p:spPr>
              <a:xfrm>
                <a:off x="2795380" y="3661091"/>
                <a:ext cx="331728" cy="275882"/>
              </a:xfrm>
              <a:custGeom>
                <a:rect b="b" l="l" r="r" t="t"/>
                <a:pathLst>
                  <a:path extrusionOk="0" h="18189" w="21871">
                    <a:moveTo>
                      <a:pt x="5352" y="0"/>
                    </a:moveTo>
                    <a:lnTo>
                      <a:pt x="4920" y="15"/>
                    </a:lnTo>
                    <a:lnTo>
                      <a:pt x="4503" y="45"/>
                    </a:lnTo>
                    <a:lnTo>
                      <a:pt x="4100" y="90"/>
                    </a:lnTo>
                    <a:lnTo>
                      <a:pt x="3712" y="164"/>
                    </a:lnTo>
                    <a:lnTo>
                      <a:pt x="3340" y="254"/>
                    </a:lnTo>
                    <a:lnTo>
                      <a:pt x="2982" y="373"/>
                    </a:lnTo>
                    <a:lnTo>
                      <a:pt x="2624" y="507"/>
                    </a:lnTo>
                    <a:lnTo>
                      <a:pt x="2311" y="656"/>
                    </a:lnTo>
                    <a:lnTo>
                      <a:pt x="1998" y="835"/>
                    </a:lnTo>
                    <a:lnTo>
                      <a:pt x="1700" y="1014"/>
                    </a:lnTo>
                    <a:lnTo>
                      <a:pt x="1431" y="1238"/>
                    </a:lnTo>
                    <a:lnTo>
                      <a:pt x="1178" y="1461"/>
                    </a:lnTo>
                    <a:lnTo>
                      <a:pt x="954" y="1715"/>
                    </a:lnTo>
                    <a:lnTo>
                      <a:pt x="746" y="1983"/>
                    </a:lnTo>
                    <a:lnTo>
                      <a:pt x="552" y="2296"/>
                    </a:lnTo>
                    <a:lnTo>
                      <a:pt x="388" y="2624"/>
                    </a:lnTo>
                    <a:lnTo>
                      <a:pt x="254" y="2967"/>
                    </a:lnTo>
                    <a:lnTo>
                      <a:pt x="149" y="3310"/>
                    </a:lnTo>
                    <a:lnTo>
                      <a:pt x="75" y="3623"/>
                    </a:lnTo>
                    <a:lnTo>
                      <a:pt x="30" y="3936"/>
                    </a:lnTo>
                    <a:lnTo>
                      <a:pt x="0" y="4264"/>
                    </a:lnTo>
                    <a:lnTo>
                      <a:pt x="0" y="4607"/>
                    </a:lnTo>
                    <a:lnTo>
                      <a:pt x="15" y="4935"/>
                    </a:lnTo>
                    <a:lnTo>
                      <a:pt x="45" y="5293"/>
                    </a:lnTo>
                    <a:lnTo>
                      <a:pt x="105" y="5636"/>
                    </a:lnTo>
                    <a:lnTo>
                      <a:pt x="164" y="5993"/>
                    </a:lnTo>
                    <a:lnTo>
                      <a:pt x="269" y="6366"/>
                    </a:lnTo>
                    <a:lnTo>
                      <a:pt x="373" y="6724"/>
                    </a:lnTo>
                    <a:lnTo>
                      <a:pt x="507" y="7097"/>
                    </a:lnTo>
                    <a:lnTo>
                      <a:pt x="641" y="7469"/>
                    </a:lnTo>
                    <a:lnTo>
                      <a:pt x="805" y="7842"/>
                    </a:lnTo>
                    <a:lnTo>
                      <a:pt x="999" y="8230"/>
                    </a:lnTo>
                    <a:lnTo>
                      <a:pt x="1193" y="8602"/>
                    </a:lnTo>
                    <a:lnTo>
                      <a:pt x="1402" y="8990"/>
                    </a:lnTo>
                    <a:lnTo>
                      <a:pt x="1640" y="9363"/>
                    </a:lnTo>
                    <a:lnTo>
                      <a:pt x="1894" y="9750"/>
                    </a:lnTo>
                    <a:lnTo>
                      <a:pt x="2162" y="10123"/>
                    </a:lnTo>
                    <a:lnTo>
                      <a:pt x="2430" y="10511"/>
                    </a:lnTo>
                    <a:lnTo>
                      <a:pt x="2728" y="10883"/>
                    </a:lnTo>
                    <a:lnTo>
                      <a:pt x="3041" y="11256"/>
                    </a:lnTo>
                    <a:lnTo>
                      <a:pt x="3369" y="11629"/>
                    </a:lnTo>
                    <a:lnTo>
                      <a:pt x="3712" y="12002"/>
                    </a:lnTo>
                    <a:lnTo>
                      <a:pt x="4070" y="12374"/>
                    </a:lnTo>
                    <a:lnTo>
                      <a:pt x="4443" y="12732"/>
                    </a:lnTo>
                    <a:lnTo>
                      <a:pt x="4830" y="13090"/>
                    </a:lnTo>
                    <a:lnTo>
                      <a:pt x="5233" y="13433"/>
                    </a:lnTo>
                    <a:lnTo>
                      <a:pt x="5650" y="13776"/>
                    </a:lnTo>
                    <a:lnTo>
                      <a:pt x="6083" y="14119"/>
                    </a:lnTo>
                    <a:lnTo>
                      <a:pt x="6515" y="14447"/>
                    </a:lnTo>
                    <a:lnTo>
                      <a:pt x="6977" y="14774"/>
                    </a:lnTo>
                    <a:lnTo>
                      <a:pt x="7499" y="15132"/>
                    </a:lnTo>
                    <a:lnTo>
                      <a:pt x="8036" y="15475"/>
                    </a:lnTo>
                    <a:lnTo>
                      <a:pt x="8573" y="15788"/>
                    </a:lnTo>
                    <a:lnTo>
                      <a:pt x="9109" y="16101"/>
                    </a:lnTo>
                    <a:lnTo>
                      <a:pt x="9646" y="16370"/>
                    </a:lnTo>
                    <a:lnTo>
                      <a:pt x="10183" y="16638"/>
                    </a:lnTo>
                    <a:lnTo>
                      <a:pt x="10719" y="16877"/>
                    </a:lnTo>
                    <a:lnTo>
                      <a:pt x="11241" y="17100"/>
                    </a:lnTo>
                    <a:lnTo>
                      <a:pt x="11778" y="17294"/>
                    </a:lnTo>
                    <a:lnTo>
                      <a:pt x="12300" y="17473"/>
                    </a:lnTo>
                    <a:lnTo>
                      <a:pt x="12821" y="17637"/>
                    </a:lnTo>
                    <a:lnTo>
                      <a:pt x="13343" y="17786"/>
                    </a:lnTo>
                    <a:lnTo>
                      <a:pt x="13850" y="17905"/>
                    </a:lnTo>
                    <a:lnTo>
                      <a:pt x="14357" y="17995"/>
                    </a:lnTo>
                    <a:lnTo>
                      <a:pt x="14849" y="18084"/>
                    </a:lnTo>
                    <a:lnTo>
                      <a:pt x="15341" y="18144"/>
                    </a:lnTo>
                    <a:lnTo>
                      <a:pt x="15818" y="18174"/>
                    </a:lnTo>
                    <a:lnTo>
                      <a:pt x="16280" y="18189"/>
                    </a:lnTo>
                    <a:lnTo>
                      <a:pt x="16727" y="18189"/>
                    </a:lnTo>
                    <a:lnTo>
                      <a:pt x="17160" y="18159"/>
                    </a:lnTo>
                    <a:lnTo>
                      <a:pt x="17592" y="18114"/>
                    </a:lnTo>
                    <a:lnTo>
                      <a:pt x="18010" y="18054"/>
                    </a:lnTo>
                    <a:lnTo>
                      <a:pt x="18397" y="17965"/>
                    </a:lnTo>
                    <a:lnTo>
                      <a:pt x="18785" y="17861"/>
                    </a:lnTo>
                    <a:lnTo>
                      <a:pt x="19143" y="17726"/>
                    </a:lnTo>
                    <a:lnTo>
                      <a:pt x="19485" y="17577"/>
                    </a:lnTo>
                    <a:lnTo>
                      <a:pt x="19813" y="17398"/>
                    </a:lnTo>
                    <a:lnTo>
                      <a:pt x="20112" y="17205"/>
                    </a:lnTo>
                    <a:lnTo>
                      <a:pt x="20395" y="16981"/>
                    </a:lnTo>
                    <a:lnTo>
                      <a:pt x="20663" y="16742"/>
                    </a:lnTo>
                    <a:lnTo>
                      <a:pt x="20902" y="16489"/>
                    </a:lnTo>
                    <a:lnTo>
                      <a:pt x="21125" y="16206"/>
                    </a:lnTo>
                    <a:lnTo>
                      <a:pt x="21245" y="16012"/>
                    </a:lnTo>
                    <a:lnTo>
                      <a:pt x="21364" y="15818"/>
                    </a:lnTo>
                    <a:lnTo>
                      <a:pt x="21453" y="15624"/>
                    </a:lnTo>
                    <a:lnTo>
                      <a:pt x="21543" y="15416"/>
                    </a:lnTo>
                    <a:lnTo>
                      <a:pt x="21617" y="15207"/>
                    </a:lnTo>
                    <a:lnTo>
                      <a:pt x="21692" y="14998"/>
                    </a:lnTo>
                    <a:lnTo>
                      <a:pt x="21752" y="14774"/>
                    </a:lnTo>
                    <a:lnTo>
                      <a:pt x="21796" y="14551"/>
                    </a:lnTo>
                    <a:lnTo>
                      <a:pt x="21826" y="14327"/>
                    </a:lnTo>
                    <a:lnTo>
                      <a:pt x="21856" y="14089"/>
                    </a:lnTo>
                    <a:lnTo>
                      <a:pt x="21871" y="13850"/>
                    </a:lnTo>
                    <a:lnTo>
                      <a:pt x="21871" y="13612"/>
                    </a:lnTo>
                    <a:lnTo>
                      <a:pt x="21856" y="13373"/>
                    </a:lnTo>
                    <a:lnTo>
                      <a:pt x="21841" y="13120"/>
                    </a:lnTo>
                    <a:lnTo>
                      <a:pt x="21811" y="12881"/>
                    </a:lnTo>
                    <a:lnTo>
                      <a:pt x="21781" y="12628"/>
                    </a:lnTo>
                    <a:lnTo>
                      <a:pt x="21707" y="12255"/>
                    </a:lnTo>
                    <a:lnTo>
                      <a:pt x="21617" y="11867"/>
                    </a:lnTo>
                    <a:lnTo>
                      <a:pt x="21498" y="11495"/>
                    </a:lnTo>
                    <a:lnTo>
                      <a:pt x="21379" y="11107"/>
                    </a:lnTo>
                    <a:lnTo>
                      <a:pt x="21170" y="10615"/>
                    </a:lnTo>
                    <a:lnTo>
                      <a:pt x="20947" y="10123"/>
                    </a:lnTo>
                    <a:lnTo>
                      <a:pt x="20693" y="9616"/>
                    </a:lnTo>
                    <a:lnTo>
                      <a:pt x="20410" y="9124"/>
                    </a:lnTo>
                    <a:lnTo>
                      <a:pt x="20097" y="8617"/>
                    </a:lnTo>
                    <a:lnTo>
                      <a:pt x="19754" y="8125"/>
                    </a:lnTo>
                    <a:lnTo>
                      <a:pt x="19381" y="7618"/>
                    </a:lnTo>
                    <a:lnTo>
                      <a:pt x="18979" y="7126"/>
                    </a:lnTo>
                    <a:lnTo>
                      <a:pt x="18561" y="6635"/>
                    </a:lnTo>
                    <a:lnTo>
                      <a:pt x="18114" y="6143"/>
                    </a:lnTo>
                    <a:lnTo>
                      <a:pt x="17637" y="5665"/>
                    </a:lnTo>
                    <a:lnTo>
                      <a:pt x="17130" y="5188"/>
                    </a:lnTo>
                    <a:lnTo>
                      <a:pt x="16608" y="4726"/>
                    </a:lnTo>
                    <a:lnTo>
                      <a:pt x="16057" y="4279"/>
                    </a:lnTo>
                    <a:lnTo>
                      <a:pt x="15490" y="3832"/>
                    </a:lnTo>
                    <a:lnTo>
                      <a:pt x="14894" y="3414"/>
                    </a:lnTo>
                    <a:lnTo>
                      <a:pt x="14342" y="3042"/>
                    </a:lnTo>
                    <a:lnTo>
                      <a:pt x="13790" y="2684"/>
                    </a:lnTo>
                    <a:lnTo>
                      <a:pt x="13239" y="2356"/>
                    </a:lnTo>
                    <a:lnTo>
                      <a:pt x="12687" y="2058"/>
                    </a:lnTo>
                    <a:lnTo>
                      <a:pt x="12121" y="1759"/>
                    </a:lnTo>
                    <a:lnTo>
                      <a:pt x="11569" y="1491"/>
                    </a:lnTo>
                    <a:lnTo>
                      <a:pt x="11017" y="1253"/>
                    </a:lnTo>
                    <a:lnTo>
                      <a:pt x="10451" y="1029"/>
                    </a:lnTo>
                    <a:lnTo>
                      <a:pt x="9914" y="820"/>
                    </a:lnTo>
                    <a:lnTo>
                      <a:pt x="9363" y="641"/>
                    </a:lnTo>
                    <a:lnTo>
                      <a:pt x="8826" y="492"/>
                    </a:lnTo>
                    <a:lnTo>
                      <a:pt x="8289" y="358"/>
                    </a:lnTo>
                    <a:lnTo>
                      <a:pt x="7767" y="239"/>
                    </a:lnTo>
                    <a:lnTo>
                      <a:pt x="7246" y="149"/>
                    </a:lnTo>
                    <a:lnTo>
                      <a:pt x="6739" y="75"/>
                    </a:lnTo>
                    <a:lnTo>
                      <a:pt x="6247" y="30"/>
                    </a:lnTo>
                    <a:lnTo>
                      <a:pt x="5785" y="0"/>
                    </a:lnTo>
                    <a:close/>
                  </a:path>
                </a:pathLst>
              </a:custGeom>
              <a:solidFill>
                <a:srgbClr val="FDFC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22"/>
              <p:cNvSpPr/>
              <p:nvPr/>
            </p:nvSpPr>
            <p:spPr>
              <a:xfrm>
                <a:off x="2853259" y="3709247"/>
                <a:ext cx="215970" cy="179568"/>
              </a:xfrm>
              <a:custGeom>
                <a:rect b="b" l="l" r="r" t="t"/>
                <a:pathLst>
                  <a:path extrusionOk="0" h="11839" w="14239">
                    <a:moveTo>
                      <a:pt x="3295" y="1"/>
                    </a:moveTo>
                    <a:lnTo>
                      <a:pt x="3042" y="16"/>
                    </a:lnTo>
                    <a:lnTo>
                      <a:pt x="2818" y="45"/>
                    </a:lnTo>
                    <a:lnTo>
                      <a:pt x="2580" y="75"/>
                    </a:lnTo>
                    <a:lnTo>
                      <a:pt x="2356" y="120"/>
                    </a:lnTo>
                    <a:lnTo>
                      <a:pt x="2148" y="180"/>
                    </a:lnTo>
                    <a:lnTo>
                      <a:pt x="1939" y="239"/>
                    </a:lnTo>
                    <a:lnTo>
                      <a:pt x="1730" y="314"/>
                    </a:lnTo>
                    <a:lnTo>
                      <a:pt x="1551" y="403"/>
                    </a:lnTo>
                    <a:lnTo>
                      <a:pt x="1357" y="508"/>
                    </a:lnTo>
                    <a:lnTo>
                      <a:pt x="1193" y="612"/>
                    </a:lnTo>
                    <a:lnTo>
                      <a:pt x="1029" y="731"/>
                    </a:lnTo>
                    <a:lnTo>
                      <a:pt x="880" y="851"/>
                    </a:lnTo>
                    <a:lnTo>
                      <a:pt x="731" y="985"/>
                    </a:lnTo>
                    <a:lnTo>
                      <a:pt x="597" y="1134"/>
                    </a:lnTo>
                    <a:lnTo>
                      <a:pt x="478" y="1298"/>
                    </a:lnTo>
                    <a:lnTo>
                      <a:pt x="359" y="1492"/>
                    </a:lnTo>
                    <a:lnTo>
                      <a:pt x="254" y="1715"/>
                    </a:lnTo>
                    <a:lnTo>
                      <a:pt x="165" y="1924"/>
                    </a:lnTo>
                    <a:lnTo>
                      <a:pt x="90" y="2162"/>
                    </a:lnTo>
                    <a:lnTo>
                      <a:pt x="45" y="2416"/>
                    </a:lnTo>
                    <a:lnTo>
                      <a:pt x="16" y="2684"/>
                    </a:lnTo>
                    <a:lnTo>
                      <a:pt x="1" y="2878"/>
                    </a:lnTo>
                    <a:lnTo>
                      <a:pt x="1" y="3087"/>
                    </a:lnTo>
                    <a:lnTo>
                      <a:pt x="16" y="3296"/>
                    </a:lnTo>
                    <a:lnTo>
                      <a:pt x="45" y="3504"/>
                    </a:lnTo>
                    <a:lnTo>
                      <a:pt x="75" y="3713"/>
                    </a:lnTo>
                    <a:lnTo>
                      <a:pt x="120" y="3922"/>
                    </a:lnTo>
                    <a:lnTo>
                      <a:pt x="165" y="4145"/>
                    </a:lnTo>
                    <a:lnTo>
                      <a:pt x="239" y="4354"/>
                    </a:lnTo>
                    <a:lnTo>
                      <a:pt x="403" y="4801"/>
                    </a:lnTo>
                    <a:lnTo>
                      <a:pt x="597" y="5249"/>
                    </a:lnTo>
                    <a:lnTo>
                      <a:pt x="836" y="5711"/>
                    </a:lnTo>
                    <a:lnTo>
                      <a:pt x="1119" y="6158"/>
                    </a:lnTo>
                    <a:lnTo>
                      <a:pt x="1432" y="6620"/>
                    </a:lnTo>
                    <a:lnTo>
                      <a:pt x="1775" y="7067"/>
                    </a:lnTo>
                    <a:lnTo>
                      <a:pt x="2148" y="7529"/>
                    </a:lnTo>
                    <a:lnTo>
                      <a:pt x="2565" y="7962"/>
                    </a:lnTo>
                    <a:lnTo>
                      <a:pt x="3012" y="8394"/>
                    </a:lnTo>
                    <a:lnTo>
                      <a:pt x="3489" y="8812"/>
                    </a:lnTo>
                    <a:lnTo>
                      <a:pt x="3996" y="9229"/>
                    </a:lnTo>
                    <a:lnTo>
                      <a:pt x="4533" y="9617"/>
                    </a:lnTo>
                    <a:lnTo>
                      <a:pt x="4891" y="9855"/>
                    </a:lnTo>
                    <a:lnTo>
                      <a:pt x="5234" y="10079"/>
                    </a:lnTo>
                    <a:lnTo>
                      <a:pt x="5576" y="10273"/>
                    </a:lnTo>
                    <a:lnTo>
                      <a:pt x="5934" y="10481"/>
                    </a:lnTo>
                    <a:lnTo>
                      <a:pt x="6277" y="10660"/>
                    </a:lnTo>
                    <a:lnTo>
                      <a:pt x="6620" y="10824"/>
                    </a:lnTo>
                    <a:lnTo>
                      <a:pt x="6978" y="10988"/>
                    </a:lnTo>
                    <a:lnTo>
                      <a:pt x="7321" y="11122"/>
                    </a:lnTo>
                    <a:lnTo>
                      <a:pt x="7664" y="11257"/>
                    </a:lnTo>
                    <a:lnTo>
                      <a:pt x="8007" y="11376"/>
                    </a:lnTo>
                    <a:lnTo>
                      <a:pt x="8349" y="11480"/>
                    </a:lnTo>
                    <a:lnTo>
                      <a:pt x="8692" y="11570"/>
                    </a:lnTo>
                    <a:lnTo>
                      <a:pt x="9020" y="11644"/>
                    </a:lnTo>
                    <a:lnTo>
                      <a:pt x="9348" y="11719"/>
                    </a:lnTo>
                    <a:lnTo>
                      <a:pt x="9661" y="11763"/>
                    </a:lnTo>
                    <a:lnTo>
                      <a:pt x="9989" y="11808"/>
                    </a:lnTo>
                    <a:lnTo>
                      <a:pt x="10288" y="11823"/>
                    </a:lnTo>
                    <a:lnTo>
                      <a:pt x="10601" y="11838"/>
                    </a:lnTo>
                    <a:lnTo>
                      <a:pt x="10884" y="11838"/>
                    </a:lnTo>
                    <a:lnTo>
                      <a:pt x="11182" y="11823"/>
                    </a:lnTo>
                    <a:lnTo>
                      <a:pt x="11450" y="11793"/>
                    </a:lnTo>
                    <a:lnTo>
                      <a:pt x="11719" y="11749"/>
                    </a:lnTo>
                    <a:lnTo>
                      <a:pt x="11972" y="11689"/>
                    </a:lnTo>
                    <a:lnTo>
                      <a:pt x="12226" y="11614"/>
                    </a:lnTo>
                    <a:lnTo>
                      <a:pt x="12464" y="11540"/>
                    </a:lnTo>
                    <a:lnTo>
                      <a:pt x="12688" y="11435"/>
                    </a:lnTo>
                    <a:lnTo>
                      <a:pt x="12897" y="11316"/>
                    </a:lnTo>
                    <a:lnTo>
                      <a:pt x="13090" y="11197"/>
                    </a:lnTo>
                    <a:lnTo>
                      <a:pt x="13284" y="11048"/>
                    </a:lnTo>
                    <a:lnTo>
                      <a:pt x="13448" y="10899"/>
                    </a:lnTo>
                    <a:lnTo>
                      <a:pt x="13612" y="10735"/>
                    </a:lnTo>
                    <a:lnTo>
                      <a:pt x="13746" y="10541"/>
                    </a:lnTo>
                    <a:lnTo>
                      <a:pt x="13895" y="10302"/>
                    </a:lnTo>
                    <a:lnTo>
                      <a:pt x="14030" y="10034"/>
                    </a:lnTo>
                    <a:lnTo>
                      <a:pt x="14119" y="9751"/>
                    </a:lnTo>
                    <a:lnTo>
                      <a:pt x="14194" y="9468"/>
                    </a:lnTo>
                    <a:lnTo>
                      <a:pt x="14223" y="9169"/>
                    </a:lnTo>
                    <a:lnTo>
                      <a:pt x="14238" y="8856"/>
                    </a:lnTo>
                    <a:lnTo>
                      <a:pt x="14223" y="8543"/>
                    </a:lnTo>
                    <a:lnTo>
                      <a:pt x="14179" y="8215"/>
                    </a:lnTo>
                    <a:lnTo>
                      <a:pt x="14134" y="7977"/>
                    </a:lnTo>
                    <a:lnTo>
                      <a:pt x="14074" y="7723"/>
                    </a:lnTo>
                    <a:lnTo>
                      <a:pt x="14000" y="7485"/>
                    </a:lnTo>
                    <a:lnTo>
                      <a:pt x="13910" y="7231"/>
                    </a:lnTo>
                    <a:lnTo>
                      <a:pt x="13821" y="6993"/>
                    </a:lnTo>
                    <a:lnTo>
                      <a:pt x="13716" y="6769"/>
                    </a:lnTo>
                    <a:lnTo>
                      <a:pt x="13493" y="6292"/>
                    </a:lnTo>
                    <a:lnTo>
                      <a:pt x="13344" y="6024"/>
                    </a:lnTo>
                    <a:lnTo>
                      <a:pt x="13180" y="5755"/>
                    </a:lnTo>
                    <a:lnTo>
                      <a:pt x="13001" y="5487"/>
                    </a:lnTo>
                    <a:lnTo>
                      <a:pt x="12807" y="5219"/>
                    </a:lnTo>
                    <a:lnTo>
                      <a:pt x="12613" y="4965"/>
                    </a:lnTo>
                    <a:lnTo>
                      <a:pt x="12405" y="4697"/>
                    </a:lnTo>
                    <a:lnTo>
                      <a:pt x="12181" y="4429"/>
                    </a:lnTo>
                    <a:lnTo>
                      <a:pt x="11957" y="4175"/>
                    </a:lnTo>
                    <a:lnTo>
                      <a:pt x="11704" y="3922"/>
                    </a:lnTo>
                    <a:lnTo>
                      <a:pt x="11450" y="3653"/>
                    </a:lnTo>
                    <a:lnTo>
                      <a:pt x="11182" y="3415"/>
                    </a:lnTo>
                    <a:lnTo>
                      <a:pt x="10899" y="3161"/>
                    </a:lnTo>
                    <a:lnTo>
                      <a:pt x="10616" y="2923"/>
                    </a:lnTo>
                    <a:lnTo>
                      <a:pt x="10317" y="2684"/>
                    </a:lnTo>
                    <a:lnTo>
                      <a:pt x="10019" y="2446"/>
                    </a:lnTo>
                    <a:lnTo>
                      <a:pt x="9691" y="2222"/>
                    </a:lnTo>
                    <a:lnTo>
                      <a:pt x="9333" y="1984"/>
                    </a:lnTo>
                    <a:lnTo>
                      <a:pt x="8976" y="1745"/>
                    </a:lnTo>
                    <a:lnTo>
                      <a:pt x="8618" y="1536"/>
                    </a:lnTo>
                    <a:lnTo>
                      <a:pt x="8260" y="1328"/>
                    </a:lnTo>
                    <a:lnTo>
                      <a:pt x="7887" y="1149"/>
                    </a:lnTo>
                    <a:lnTo>
                      <a:pt x="7529" y="970"/>
                    </a:lnTo>
                    <a:lnTo>
                      <a:pt x="7172" y="821"/>
                    </a:lnTo>
                    <a:lnTo>
                      <a:pt x="6814" y="672"/>
                    </a:lnTo>
                    <a:lnTo>
                      <a:pt x="6456" y="537"/>
                    </a:lnTo>
                    <a:lnTo>
                      <a:pt x="6098" y="418"/>
                    </a:lnTo>
                    <a:lnTo>
                      <a:pt x="5740" y="314"/>
                    </a:lnTo>
                    <a:lnTo>
                      <a:pt x="5398" y="224"/>
                    </a:lnTo>
                    <a:lnTo>
                      <a:pt x="5055" y="150"/>
                    </a:lnTo>
                    <a:lnTo>
                      <a:pt x="4712" y="90"/>
                    </a:lnTo>
                    <a:lnTo>
                      <a:pt x="4384" y="45"/>
                    </a:lnTo>
                    <a:lnTo>
                      <a:pt x="4071" y="16"/>
                    </a:lnTo>
                    <a:lnTo>
                      <a:pt x="380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22"/>
              <p:cNvSpPr/>
              <p:nvPr/>
            </p:nvSpPr>
            <p:spPr>
              <a:xfrm>
                <a:off x="2936923" y="3727342"/>
                <a:ext cx="48642" cy="40497"/>
              </a:xfrm>
              <a:custGeom>
                <a:rect b="b" l="l" r="r" t="t"/>
                <a:pathLst>
                  <a:path extrusionOk="0" h="2670" w="3207">
                    <a:moveTo>
                      <a:pt x="791" y="0"/>
                    </a:moveTo>
                    <a:lnTo>
                      <a:pt x="687" y="15"/>
                    </a:lnTo>
                    <a:lnTo>
                      <a:pt x="582" y="15"/>
                    </a:lnTo>
                    <a:lnTo>
                      <a:pt x="478" y="45"/>
                    </a:lnTo>
                    <a:lnTo>
                      <a:pt x="388" y="75"/>
                    </a:lnTo>
                    <a:lnTo>
                      <a:pt x="299" y="120"/>
                    </a:lnTo>
                    <a:lnTo>
                      <a:pt x="224" y="164"/>
                    </a:lnTo>
                    <a:lnTo>
                      <a:pt x="165" y="224"/>
                    </a:lnTo>
                    <a:lnTo>
                      <a:pt x="105" y="299"/>
                    </a:lnTo>
                    <a:lnTo>
                      <a:pt x="60" y="388"/>
                    </a:lnTo>
                    <a:lnTo>
                      <a:pt x="16" y="492"/>
                    </a:lnTo>
                    <a:lnTo>
                      <a:pt x="1" y="612"/>
                    </a:lnTo>
                    <a:lnTo>
                      <a:pt x="1" y="701"/>
                    </a:lnTo>
                    <a:lnTo>
                      <a:pt x="1" y="791"/>
                    </a:lnTo>
                    <a:lnTo>
                      <a:pt x="46" y="984"/>
                    </a:lnTo>
                    <a:lnTo>
                      <a:pt x="135" y="1193"/>
                    </a:lnTo>
                    <a:lnTo>
                      <a:pt x="254" y="1387"/>
                    </a:lnTo>
                    <a:lnTo>
                      <a:pt x="403" y="1596"/>
                    </a:lnTo>
                    <a:lnTo>
                      <a:pt x="582" y="1804"/>
                    </a:lnTo>
                    <a:lnTo>
                      <a:pt x="791" y="1983"/>
                    </a:lnTo>
                    <a:lnTo>
                      <a:pt x="1015" y="2177"/>
                    </a:lnTo>
                    <a:lnTo>
                      <a:pt x="1179" y="2267"/>
                    </a:lnTo>
                    <a:lnTo>
                      <a:pt x="1328" y="2371"/>
                    </a:lnTo>
                    <a:lnTo>
                      <a:pt x="1492" y="2445"/>
                    </a:lnTo>
                    <a:lnTo>
                      <a:pt x="1641" y="2505"/>
                    </a:lnTo>
                    <a:lnTo>
                      <a:pt x="1805" y="2565"/>
                    </a:lnTo>
                    <a:lnTo>
                      <a:pt x="1954" y="2609"/>
                    </a:lnTo>
                    <a:lnTo>
                      <a:pt x="2103" y="2639"/>
                    </a:lnTo>
                    <a:lnTo>
                      <a:pt x="2252" y="2669"/>
                    </a:lnTo>
                    <a:lnTo>
                      <a:pt x="2520" y="2669"/>
                    </a:lnTo>
                    <a:lnTo>
                      <a:pt x="2640" y="2654"/>
                    </a:lnTo>
                    <a:lnTo>
                      <a:pt x="2759" y="2624"/>
                    </a:lnTo>
                    <a:lnTo>
                      <a:pt x="2863" y="2580"/>
                    </a:lnTo>
                    <a:lnTo>
                      <a:pt x="2953" y="2520"/>
                    </a:lnTo>
                    <a:lnTo>
                      <a:pt x="3027" y="2460"/>
                    </a:lnTo>
                    <a:lnTo>
                      <a:pt x="3102" y="2386"/>
                    </a:lnTo>
                    <a:lnTo>
                      <a:pt x="3161" y="2267"/>
                    </a:lnTo>
                    <a:lnTo>
                      <a:pt x="3191" y="2132"/>
                    </a:lnTo>
                    <a:lnTo>
                      <a:pt x="3206" y="1998"/>
                    </a:lnTo>
                    <a:lnTo>
                      <a:pt x="3191" y="1849"/>
                    </a:lnTo>
                    <a:lnTo>
                      <a:pt x="3161" y="1745"/>
                    </a:lnTo>
                    <a:lnTo>
                      <a:pt x="3132" y="1625"/>
                    </a:lnTo>
                    <a:lnTo>
                      <a:pt x="3042" y="1417"/>
                    </a:lnTo>
                    <a:lnTo>
                      <a:pt x="2968" y="1297"/>
                    </a:lnTo>
                    <a:lnTo>
                      <a:pt x="2878" y="1178"/>
                    </a:lnTo>
                    <a:lnTo>
                      <a:pt x="2789" y="1059"/>
                    </a:lnTo>
                    <a:lnTo>
                      <a:pt x="2684" y="940"/>
                    </a:lnTo>
                    <a:lnTo>
                      <a:pt x="2580" y="835"/>
                    </a:lnTo>
                    <a:lnTo>
                      <a:pt x="2461" y="716"/>
                    </a:lnTo>
                    <a:lnTo>
                      <a:pt x="2327" y="612"/>
                    </a:lnTo>
                    <a:lnTo>
                      <a:pt x="2177" y="507"/>
                    </a:lnTo>
                    <a:lnTo>
                      <a:pt x="2013" y="403"/>
                    </a:lnTo>
                    <a:lnTo>
                      <a:pt x="1864" y="299"/>
                    </a:lnTo>
                    <a:lnTo>
                      <a:pt x="1700" y="224"/>
                    </a:lnTo>
                    <a:lnTo>
                      <a:pt x="1536" y="150"/>
                    </a:lnTo>
                    <a:lnTo>
                      <a:pt x="1372" y="105"/>
                    </a:lnTo>
                    <a:lnTo>
                      <a:pt x="1208" y="60"/>
                    </a:lnTo>
                    <a:lnTo>
                      <a:pt x="1059" y="30"/>
                    </a:lnTo>
                    <a:lnTo>
                      <a:pt x="910" y="15"/>
                    </a:lnTo>
                    <a:lnTo>
                      <a:pt x="791" y="0"/>
                    </a:lnTo>
                    <a:close/>
                  </a:path>
                </a:pathLst>
              </a:custGeom>
              <a:solidFill>
                <a:srgbClr val="FDC57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22"/>
              <p:cNvSpPr/>
              <p:nvPr/>
            </p:nvSpPr>
            <p:spPr>
              <a:xfrm>
                <a:off x="2904814" y="3722595"/>
                <a:ext cx="24222" cy="19915"/>
              </a:xfrm>
              <a:custGeom>
                <a:rect b="b" l="l" r="r" t="t"/>
                <a:pathLst>
                  <a:path extrusionOk="0" h="1313" w="1597">
                    <a:moveTo>
                      <a:pt x="284" y="0"/>
                    </a:moveTo>
                    <a:lnTo>
                      <a:pt x="195" y="30"/>
                    </a:lnTo>
                    <a:lnTo>
                      <a:pt x="120" y="75"/>
                    </a:lnTo>
                    <a:lnTo>
                      <a:pt x="60" y="135"/>
                    </a:lnTo>
                    <a:lnTo>
                      <a:pt x="31" y="194"/>
                    </a:lnTo>
                    <a:lnTo>
                      <a:pt x="16" y="239"/>
                    </a:lnTo>
                    <a:lnTo>
                      <a:pt x="1" y="299"/>
                    </a:lnTo>
                    <a:lnTo>
                      <a:pt x="1" y="388"/>
                    </a:lnTo>
                    <a:lnTo>
                      <a:pt x="31" y="477"/>
                    </a:lnTo>
                    <a:lnTo>
                      <a:pt x="75" y="582"/>
                    </a:lnTo>
                    <a:lnTo>
                      <a:pt x="120" y="686"/>
                    </a:lnTo>
                    <a:lnTo>
                      <a:pt x="195" y="790"/>
                    </a:lnTo>
                    <a:lnTo>
                      <a:pt x="284" y="880"/>
                    </a:lnTo>
                    <a:lnTo>
                      <a:pt x="388" y="984"/>
                    </a:lnTo>
                    <a:lnTo>
                      <a:pt x="508" y="1074"/>
                    </a:lnTo>
                    <a:lnTo>
                      <a:pt x="672" y="1163"/>
                    </a:lnTo>
                    <a:lnTo>
                      <a:pt x="821" y="1238"/>
                    </a:lnTo>
                    <a:lnTo>
                      <a:pt x="970" y="1297"/>
                    </a:lnTo>
                    <a:lnTo>
                      <a:pt x="1119" y="1312"/>
                    </a:lnTo>
                    <a:lnTo>
                      <a:pt x="1253" y="1312"/>
                    </a:lnTo>
                    <a:lnTo>
                      <a:pt x="1372" y="1297"/>
                    </a:lnTo>
                    <a:lnTo>
                      <a:pt x="1462" y="1253"/>
                    </a:lnTo>
                    <a:lnTo>
                      <a:pt x="1507" y="1223"/>
                    </a:lnTo>
                    <a:lnTo>
                      <a:pt x="1536" y="1178"/>
                    </a:lnTo>
                    <a:lnTo>
                      <a:pt x="1566" y="1118"/>
                    </a:lnTo>
                    <a:lnTo>
                      <a:pt x="1596" y="1059"/>
                    </a:lnTo>
                    <a:lnTo>
                      <a:pt x="1596" y="984"/>
                    </a:lnTo>
                    <a:lnTo>
                      <a:pt x="1596" y="910"/>
                    </a:lnTo>
                    <a:lnTo>
                      <a:pt x="1566" y="805"/>
                    </a:lnTo>
                    <a:lnTo>
                      <a:pt x="1507" y="701"/>
                    </a:lnTo>
                    <a:lnTo>
                      <a:pt x="1432" y="582"/>
                    </a:lnTo>
                    <a:lnTo>
                      <a:pt x="1343" y="463"/>
                    </a:lnTo>
                    <a:lnTo>
                      <a:pt x="1223" y="343"/>
                    </a:lnTo>
                    <a:lnTo>
                      <a:pt x="1089" y="239"/>
                    </a:lnTo>
                    <a:lnTo>
                      <a:pt x="925" y="149"/>
                    </a:lnTo>
                    <a:lnTo>
                      <a:pt x="761" y="75"/>
                    </a:lnTo>
                    <a:lnTo>
                      <a:pt x="612" y="15"/>
                    </a:lnTo>
                    <a:lnTo>
                      <a:pt x="463" y="0"/>
                    </a:lnTo>
                    <a:close/>
                  </a:path>
                </a:pathLst>
              </a:custGeom>
              <a:solidFill>
                <a:srgbClr val="FDC57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22"/>
              <p:cNvSpPr/>
              <p:nvPr/>
            </p:nvSpPr>
            <p:spPr>
              <a:xfrm>
                <a:off x="2785658" y="3711280"/>
                <a:ext cx="342816" cy="268207"/>
              </a:xfrm>
              <a:custGeom>
                <a:rect b="b" l="l" r="r" t="t"/>
                <a:pathLst>
                  <a:path extrusionOk="0" h="17683" w="22602">
                    <a:moveTo>
                      <a:pt x="790" y="1"/>
                    </a:moveTo>
                    <a:lnTo>
                      <a:pt x="596" y="374"/>
                    </a:lnTo>
                    <a:lnTo>
                      <a:pt x="447" y="746"/>
                    </a:lnTo>
                    <a:lnTo>
                      <a:pt x="313" y="1119"/>
                    </a:lnTo>
                    <a:lnTo>
                      <a:pt x="209" y="1522"/>
                    </a:lnTo>
                    <a:lnTo>
                      <a:pt x="119" y="1924"/>
                    </a:lnTo>
                    <a:lnTo>
                      <a:pt x="60" y="2327"/>
                    </a:lnTo>
                    <a:lnTo>
                      <a:pt x="15" y="2759"/>
                    </a:lnTo>
                    <a:lnTo>
                      <a:pt x="0" y="3176"/>
                    </a:lnTo>
                    <a:lnTo>
                      <a:pt x="0" y="3624"/>
                    </a:lnTo>
                    <a:lnTo>
                      <a:pt x="30" y="4056"/>
                    </a:lnTo>
                    <a:lnTo>
                      <a:pt x="90" y="4503"/>
                    </a:lnTo>
                    <a:lnTo>
                      <a:pt x="164" y="4951"/>
                    </a:lnTo>
                    <a:lnTo>
                      <a:pt x="254" y="5413"/>
                    </a:lnTo>
                    <a:lnTo>
                      <a:pt x="373" y="5875"/>
                    </a:lnTo>
                    <a:lnTo>
                      <a:pt x="507" y="6337"/>
                    </a:lnTo>
                    <a:lnTo>
                      <a:pt x="656" y="6799"/>
                    </a:lnTo>
                    <a:lnTo>
                      <a:pt x="835" y="7261"/>
                    </a:lnTo>
                    <a:lnTo>
                      <a:pt x="1044" y="7723"/>
                    </a:lnTo>
                    <a:lnTo>
                      <a:pt x="1252" y="8186"/>
                    </a:lnTo>
                    <a:lnTo>
                      <a:pt x="1491" y="8648"/>
                    </a:lnTo>
                    <a:lnTo>
                      <a:pt x="1759" y="9110"/>
                    </a:lnTo>
                    <a:lnTo>
                      <a:pt x="2043" y="9572"/>
                    </a:lnTo>
                    <a:lnTo>
                      <a:pt x="2341" y="10019"/>
                    </a:lnTo>
                    <a:lnTo>
                      <a:pt x="2654" y="10467"/>
                    </a:lnTo>
                    <a:lnTo>
                      <a:pt x="2997" y="10914"/>
                    </a:lnTo>
                    <a:lnTo>
                      <a:pt x="3340" y="11361"/>
                    </a:lnTo>
                    <a:lnTo>
                      <a:pt x="3712" y="11793"/>
                    </a:lnTo>
                    <a:lnTo>
                      <a:pt x="4115" y="12226"/>
                    </a:lnTo>
                    <a:lnTo>
                      <a:pt x="4517" y="12643"/>
                    </a:lnTo>
                    <a:lnTo>
                      <a:pt x="4950" y="13046"/>
                    </a:lnTo>
                    <a:lnTo>
                      <a:pt x="5397" y="13448"/>
                    </a:lnTo>
                    <a:lnTo>
                      <a:pt x="5859" y="13851"/>
                    </a:lnTo>
                    <a:lnTo>
                      <a:pt x="6381" y="14253"/>
                    </a:lnTo>
                    <a:lnTo>
                      <a:pt x="6903" y="14641"/>
                    </a:lnTo>
                    <a:lnTo>
                      <a:pt x="7439" y="14999"/>
                    </a:lnTo>
                    <a:lnTo>
                      <a:pt x="7961" y="15342"/>
                    </a:lnTo>
                    <a:lnTo>
                      <a:pt x="8513" y="15655"/>
                    </a:lnTo>
                    <a:lnTo>
                      <a:pt x="9050" y="15953"/>
                    </a:lnTo>
                    <a:lnTo>
                      <a:pt x="9601" y="16236"/>
                    </a:lnTo>
                    <a:lnTo>
                      <a:pt x="10138" y="16475"/>
                    </a:lnTo>
                    <a:lnTo>
                      <a:pt x="10689" y="16698"/>
                    </a:lnTo>
                    <a:lnTo>
                      <a:pt x="11241" y="16907"/>
                    </a:lnTo>
                    <a:lnTo>
                      <a:pt x="11778" y="17086"/>
                    </a:lnTo>
                    <a:lnTo>
                      <a:pt x="12329" y="17235"/>
                    </a:lnTo>
                    <a:lnTo>
                      <a:pt x="12866" y="17369"/>
                    </a:lnTo>
                    <a:lnTo>
                      <a:pt x="13403" y="17488"/>
                    </a:lnTo>
                    <a:lnTo>
                      <a:pt x="13939" y="17563"/>
                    </a:lnTo>
                    <a:lnTo>
                      <a:pt x="14461" y="17638"/>
                    </a:lnTo>
                    <a:lnTo>
                      <a:pt x="14968" y="17667"/>
                    </a:lnTo>
                    <a:lnTo>
                      <a:pt x="15475" y="17682"/>
                    </a:lnTo>
                    <a:lnTo>
                      <a:pt x="15982" y="17667"/>
                    </a:lnTo>
                    <a:lnTo>
                      <a:pt x="16474" y="17638"/>
                    </a:lnTo>
                    <a:lnTo>
                      <a:pt x="16951" y="17578"/>
                    </a:lnTo>
                    <a:lnTo>
                      <a:pt x="17413" y="17488"/>
                    </a:lnTo>
                    <a:lnTo>
                      <a:pt x="17875" y="17384"/>
                    </a:lnTo>
                    <a:lnTo>
                      <a:pt x="18308" y="17250"/>
                    </a:lnTo>
                    <a:lnTo>
                      <a:pt x="18740" y="17101"/>
                    </a:lnTo>
                    <a:lnTo>
                      <a:pt x="19143" y="16922"/>
                    </a:lnTo>
                    <a:lnTo>
                      <a:pt x="19530" y="16713"/>
                    </a:lnTo>
                    <a:lnTo>
                      <a:pt x="19903" y="16475"/>
                    </a:lnTo>
                    <a:lnTo>
                      <a:pt x="20261" y="16221"/>
                    </a:lnTo>
                    <a:lnTo>
                      <a:pt x="20604" y="15938"/>
                    </a:lnTo>
                    <a:lnTo>
                      <a:pt x="20917" y="15640"/>
                    </a:lnTo>
                    <a:lnTo>
                      <a:pt x="21200" y="15297"/>
                    </a:lnTo>
                    <a:lnTo>
                      <a:pt x="21438" y="14999"/>
                    </a:lnTo>
                    <a:lnTo>
                      <a:pt x="21647" y="14686"/>
                    </a:lnTo>
                    <a:lnTo>
                      <a:pt x="21841" y="14358"/>
                    </a:lnTo>
                    <a:lnTo>
                      <a:pt x="22005" y="14015"/>
                    </a:lnTo>
                    <a:lnTo>
                      <a:pt x="22154" y="13672"/>
                    </a:lnTo>
                    <a:lnTo>
                      <a:pt x="22273" y="13314"/>
                    </a:lnTo>
                    <a:lnTo>
                      <a:pt x="22378" y="12941"/>
                    </a:lnTo>
                    <a:lnTo>
                      <a:pt x="22467" y="12569"/>
                    </a:lnTo>
                    <a:lnTo>
                      <a:pt x="22527" y="12181"/>
                    </a:lnTo>
                    <a:lnTo>
                      <a:pt x="22571" y="11793"/>
                    </a:lnTo>
                    <a:lnTo>
                      <a:pt x="22601" y="11391"/>
                    </a:lnTo>
                    <a:lnTo>
                      <a:pt x="22601" y="10988"/>
                    </a:lnTo>
                    <a:lnTo>
                      <a:pt x="22586" y="10571"/>
                    </a:lnTo>
                    <a:lnTo>
                      <a:pt x="22557" y="10154"/>
                    </a:lnTo>
                    <a:lnTo>
                      <a:pt x="22497" y="9736"/>
                    </a:lnTo>
                    <a:lnTo>
                      <a:pt x="22422" y="9319"/>
                    </a:lnTo>
                    <a:lnTo>
                      <a:pt x="22452" y="9572"/>
                    </a:lnTo>
                    <a:lnTo>
                      <a:pt x="22482" y="9811"/>
                    </a:lnTo>
                    <a:lnTo>
                      <a:pt x="22497" y="10064"/>
                    </a:lnTo>
                    <a:lnTo>
                      <a:pt x="22512" y="10303"/>
                    </a:lnTo>
                    <a:lnTo>
                      <a:pt x="22512" y="10541"/>
                    </a:lnTo>
                    <a:lnTo>
                      <a:pt x="22497" y="10780"/>
                    </a:lnTo>
                    <a:lnTo>
                      <a:pt x="22467" y="11018"/>
                    </a:lnTo>
                    <a:lnTo>
                      <a:pt x="22437" y="11242"/>
                    </a:lnTo>
                    <a:lnTo>
                      <a:pt x="22393" y="11465"/>
                    </a:lnTo>
                    <a:lnTo>
                      <a:pt x="22333" y="11689"/>
                    </a:lnTo>
                    <a:lnTo>
                      <a:pt x="22258" y="11898"/>
                    </a:lnTo>
                    <a:lnTo>
                      <a:pt x="22184" y="12107"/>
                    </a:lnTo>
                    <a:lnTo>
                      <a:pt x="22094" y="12315"/>
                    </a:lnTo>
                    <a:lnTo>
                      <a:pt x="22005" y="12509"/>
                    </a:lnTo>
                    <a:lnTo>
                      <a:pt x="21886" y="12703"/>
                    </a:lnTo>
                    <a:lnTo>
                      <a:pt x="21766" y="12897"/>
                    </a:lnTo>
                    <a:lnTo>
                      <a:pt x="21543" y="13180"/>
                    </a:lnTo>
                    <a:lnTo>
                      <a:pt x="21304" y="13433"/>
                    </a:lnTo>
                    <a:lnTo>
                      <a:pt x="21036" y="13672"/>
                    </a:lnTo>
                    <a:lnTo>
                      <a:pt x="20753" y="13896"/>
                    </a:lnTo>
                    <a:lnTo>
                      <a:pt x="20454" y="14089"/>
                    </a:lnTo>
                    <a:lnTo>
                      <a:pt x="20126" y="14268"/>
                    </a:lnTo>
                    <a:lnTo>
                      <a:pt x="19784" y="14417"/>
                    </a:lnTo>
                    <a:lnTo>
                      <a:pt x="19426" y="14552"/>
                    </a:lnTo>
                    <a:lnTo>
                      <a:pt x="19038" y="14656"/>
                    </a:lnTo>
                    <a:lnTo>
                      <a:pt x="18651" y="14745"/>
                    </a:lnTo>
                    <a:lnTo>
                      <a:pt x="18233" y="14805"/>
                    </a:lnTo>
                    <a:lnTo>
                      <a:pt x="17801" y="14850"/>
                    </a:lnTo>
                    <a:lnTo>
                      <a:pt x="17368" y="14880"/>
                    </a:lnTo>
                    <a:lnTo>
                      <a:pt x="16921" y="14880"/>
                    </a:lnTo>
                    <a:lnTo>
                      <a:pt x="16459" y="14865"/>
                    </a:lnTo>
                    <a:lnTo>
                      <a:pt x="15982" y="14835"/>
                    </a:lnTo>
                    <a:lnTo>
                      <a:pt x="15490" y="14775"/>
                    </a:lnTo>
                    <a:lnTo>
                      <a:pt x="14998" y="14686"/>
                    </a:lnTo>
                    <a:lnTo>
                      <a:pt x="14491" y="14596"/>
                    </a:lnTo>
                    <a:lnTo>
                      <a:pt x="13984" y="14477"/>
                    </a:lnTo>
                    <a:lnTo>
                      <a:pt x="13462" y="14328"/>
                    </a:lnTo>
                    <a:lnTo>
                      <a:pt x="12941" y="14164"/>
                    </a:lnTo>
                    <a:lnTo>
                      <a:pt x="12419" y="13985"/>
                    </a:lnTo>
                    <a:lnTo>
                      <a:pt x="11882" y="13791"/>
                    </a:lnTo>
                    <a:lnTo>
                      <a:pt x="11360" y="13568"/>
                    </a:lnTo>
                    <a:lnTo>
                      <a:pt x="10824" y="13329"/>
                    </a:lnTo>
                    <a:lnTo>
                      <a:pt x="10287" y="13061"/>
                    </a:lnTo>
                    <a:lnTo>
                      <a:pt x="9750" y="12792"/>
                    </a:lnTo>
                    <a:lnTo>
                      <a:pt x="9214" y="12479"/>
                    </a:lnTo>
                    <a:lnTo>
                      <a:pt x="8677" y="12166"/>
                    </a:lnTo>
                    <a:lnTo>
                      <a:pt x="8140" y="11823"/>
                    </a:lnTo>
                    <a:lnTo>
                      <a:pt x="7618" y="11465"/>
                    </a:lnTo>
                    <a:lnTo>
                      <a:pt x="7156" y="11138"/>
                    </a:lnTo>
                    <a:lnTo>
                      <a:pt x="6724" y="10810"/>
                    </a:lnTo>
                    <a:lnTo>
                      <a:pt x="6291" y="10467"/>
                    </a:lnTo>
                    <a:lnTo>
                      <a:pt x="5874" y="10124"/>
                    </a:lnTo>
                    <a:lnTo>
                      <a:pt x="5471" y="9781"/>
                    </a:lnTo>
                    <a:lnTo>
                      <a:pt x="5084" y="9423"/>
                    </a:lnTo>
                    <a:lnTo>
                      <a:pt x="4711" y="9065"/>
                    </a:lnTo>
                    <a:lnTo>
                      <a:pt x="4353" y="8693"/>
                    </a:lnTo>
                    <a:lnTo>
                      <a:pt x="4010" y="8320"/>
                    </a:lnTo>
                    <a:lnTo>
                      <a:pt x="3682" y="7947"/>
                    </a:lnTo>
                    <a:lnTo>
                      <a:pt x="3369" y="7574"/>
                    </a:lnTo>
                    <a:lnTo>
                      <a:pt x="3071" y="7202"/>
                    </a:lnTo>
                    <a:lnTo>
                      <a:pt x="2803" y="6814"/>
                    </a:lnTo>
                    <a:lnTo>
                      <a:pt x="2535" y="6441"/>
                    </a:lnTo>
                    <a:lnTo>
                      <a:pt x="2281" y="6054"/>
                    </a:lnTo>
                    <a:lnTo>
                      <a:pt x="2043" y="5681"/>
                    </a:lnTo>
                    <a:lnTo>
                      <a:pt x="1834" y="5293"/>
                    </a:lnTo>
                    <a:lnTo>
                      <a:pt x="1640" y="4921"/>
                    </a:lnTo>
                    <a:lnTo>
                      <a:pt x="1446" y="4533"/>
                    </a:lnTo>
                    <a:lnTo>
                      <a:pt x="1282" y="4160"/>
                    </a:lnTo>
                    <a:lnTo>
                      <a:pt x="1148" y="3788"/>
                    </a:lnTo>
                    <a:lnTo>
                      <a:pt x="1014" y="3415"/>
                    </a:lnTo>
                    <a:lnTo>
                      <a:pt x="910" y="3057"/>
                    </a:lnTo>
                    <a:lnTo>
                      <a:pt x="805" y="2684"/>
                    </a:lnTo>
                    <a:lnTo>
                      <a:pt x="746" y="2327"/>
                    </a:lnTo>
                    <a:lnTo>
                      <a:pt x="686" y="1984"/>
                    </a:lnTo>
                    <a:lnTo>
                      <a:pt x="656" y="1626"/>
                    </a:lnTo>
                    <a:lnTo>
                      <a:pt x="641" y="1298"/>
                    </a:lnTo>
                    <a:lnTo>
                      <a:pt x="641" y="955"/>
                    </a:lnTo>
                    <a:lnTo>
                      <a:pt x="671" y="627"/>
                    </a:lnTo>
                    <a:lnTo>
                      <a:pt x="716" y="314"/>
                    </a:lnTo>
                    <a:lnTo>
                      <a:pt x="790" y="1"/>
                    </a:lnTo>
                    <a:close/>
                  </a:path>
                </a:pathLst>
              </a:custGeom>
              <a:solidFill>
                <a:srgbClr val="FFEB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22"/>
              <p:cNvSpPr/>
              <p:nvPr/>
            </p:nvSpPr>
            <p:spPr>
              <a:xfrm>
                <a:off x="2846252" y="3695915"/>
                <a:ext cx="30092" cy="13347"/>
              </a:xfrm>
              <a:custGeom>
                <a:rect b="b" l="l" r="r" t="t"/>
                <a:pathLst>
                  <a:path extrusionOk="0" h="880" w="1984">
                    <a:moveTo>
                      <a:pt x="985" y="0"/>
                    </a:moveTo>
                    <a:lnTo>
                      <a:pt x="791" y="15"/>
                    </a:lnTo>
                    <a:lnTo>
                      <a:pt x="597" y="45"/>
                    </a:lnTo>
                    <a:lnTo>
                      <a:pt x="433" y="75"/>
                    </a:lnTo>
                    <a:lnTo>
                      <a:pt x="284" y="134"/>
                    </a:lnTo>
                    <a:lnTo>
                      <a:pt x="165" y="194"/>
                    </a:lnTo>
                    <a:lnTo>
                      <a:pt x="75" y="269"/>
                    </a:lnTo>
                    <a:lnTo>
                      <a:pt x="15" y="358"/>
                    </a:lnTo>
                    <a:lnTo>
                      <a:pt x="1" y="388"/>
                    </a:lnTo>
                    <a:lnTo>
                      <a:pt x="1" y="432"/>
                    </a:lnTo>
                    <a:lnTo>
                      <a:pt x="1" y="477"/>
                    </a:lnTo>
                    <a:lnTo>
                      <a:pt x="15" y="522"/>
                    </a:lnTo>
                    <a:lnTo>
                      <a:pt x="75" y="611"/>
                    </a:lnTo>
                    <a:lnTo>
                      <a:pt x="165" y="686"/>
                    </a:lnTo>
                    <a:lnTo>
                      <a:pt x="284" y="746"/>
                    </a:lnTo>
                    <a:lnTo>
                      <a:pt x="433" y="805"/>
                    </a:lnTo>
                    <a:lnTo>
                      <a:pt x="597" y="835"/>
                    </a:lnTo>
                    <a:lnTo>
                      <a:pt x="791" y="865"/>
                    </a:lnTo>
                    <a:lnTo>
                      <a:pt x="985" y="880"/>
                    </a:lnTo>
                    <a:lnTo>
                      <a:pt x="1193" y="865"/>
                    </a:lnTo>
                    <a:lnTo>
                      <a:pt x="1372" y="835"/>
                    </a:lnTo>
                    <a:lnTo>
                      <a:pt x="1551" y="805"/>
                    </a:lnTo>
                    <a:lnTo>
                      <a:pt x="1700" y="746"/>
                    </a:lnTo>
                    <a:lnTo>
                      <a:pt x="1819" y="686"/>
                    </a:lnTo>
                    <a:lnTo>
                      <a:pt x="1909" y="611"/>
                    </a:lnTo>
                    <a:lnTo>
                      <a:pt x="1968" y="522"/>
                    </a:lnTo>
                    <a:lnTo>
                      <a:pt x="1983" y="477"/>
                    </a:lnTo>
                    <a:lnTo>
                      <a:pt x="1983" y="432"/>
                    </a:lnTo>
                    <a:lnTo>
                      <a:pt x="1983" y="388"/>
                    </a:lnTo>
                    <a:lnTo>
                      <a:pt x="1968" y="358"/>
                    </a:lnTo>
                    <a:lnTo>
                      <a:pt x="1909" y="269"/>
                    </a:lnTo>
                    <a:lnTo>
                      <a:pt x="1819" y="194"/>
                    </a:lnTo>
                    <a:lnTo>
                      <a:pt x="1700" y="134"/>
                    </a:lnTo>
                    <a:lnTo>
                      <a:pt x="1551" y="75"/>
                    </a:lnTo>
                    <a:lnTo>
                      <a:pt x="1372" y="45"/>
                    </a:lnTo>
                    <a:lnTo>
                      <a:pt x="1193" y="15"/>
                    </a:lnTo>
                    <a:lnTo>
                      <a:pt x="985" y="0"/>
                    </a:lnTo>
                    <a:close/>
                  </a:path>
                </a:pathLst>
              </a:custGeom>
              <a:solidFill>
                <a:srgbClr val="FFEB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22"/>
              <p:cNvSpPr/>
              <p:nvPr/>
            </p:nvSpPr>
            <p:spPr>
              <a:xfrm>
                <a:off x="2849195" y="3408051"/>
                <a:ext cx="22175" cy="297602"/>
              </a:xfrm>
              <a:custGeom>
                <a:rect b="b" l="l" r="r" t="t"/>
                <a:pathLst>
                  <a:path extrusionOk="0" h="19621" w="1462">
                    <a:moveTo>
                      <a:pt x="0" y="1"/>
                    </a:moveTo>
                    <a:lnTo>
                      <a:pt x="0" y="19486"/>
                    </a:lnTo>
                    <a:lnTo>
                      <a:pt x="149" y="19546"/>
                    </a:lnTo>
                    <a:lnTo>
                      <a:pt x="328" y="19590"/>
                    </a:lnTo>
                    <a:lnTo>
                      <a:pt x="522" y="19620"/>
                    </a:lnTo>
                    <a:lnTo>
                      <a:pt x="940" y="19620"/>
                    </a:lnTo>
                    <a:lnTo>
                      <a:pt x="1133" y="19590"/>
                    </a:lnTo>
                    <a:lnTo>
                      <a:pt x="1312" y="19546"/>
                    </a:lnTo>
                    <a:lnTo>
                      <a:pt x="1461" y="19486"/>
                    </a:lnTo>
                    <a:lnTo>
                      <a:pt x="14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22"/>
              <p:cNvSpPr/>
              <p:nvPr/>
            </p:nvSpPr>
            <p:spPr>
              <a:xfrm>
                <a:off x="2849195" y="3408051"/>
                <a:ext cx="11087" cy="297602"/>
              </a:xfrm>
              <a:custGeom>
                <a:rect b="b" l="l" r="r" t="t"/>
                <a:pathLst>
                  <a:path extrusionOk="0" h="19621" w="731">
                    <a:moveTo>
                      <a:pt x="0" y="1"/>
                    </a:moveTo>
                    <a:lnTo>
                      <a:pt x="0" y="19486"/>
                    </a:lnTo>
                    <a:lnTo>
                      <a:pt x="149" y="19546"/>
                    </a:lnTo>
                    <a:lnTo>
                      <a:pt x="328" y="19590"/>
                    </a:lnTo>
                    <a:lnTo>
                      <a:pt x="522" y="19620"/>
                    </a:lnTo>
                    <a:lnTo>
                      <a:pt x="731" y="19620"/>
                    </a:lnTo>
                    <a:lnTo>
                      <a:pt x="731" y="1"/>
                    </a:lnTo>
                    <a:close/>
                  </a:path>
                </a:pathLst>
              </a:custGeom>
              <a:solidFill>
                <a:srgbClr val="DD69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0" name="Google Shape;820;p22"/>
          <p:cNvGrpSpPr/>
          <p:nvPr/>
        </p:nvGrpSpPr>
        <p:grpSpPr>
          <a:xfrm>
            <a:off x="5616732" y="2456349"/>
            <a:ext cx="717932" cy="809744"/>
            <a:chOff x="6105325" y="1776075"/>
            <a:chExt cx="1276550" cy="1439800"/>
          </a:xfrm>
        </p:grpSpPr>
        <p:sp>
          <p:nvSpPr>
            <p:cNvPr id="821" name="Google Shape;821;p22"/>
            <p:cNvSpPr/>
            <p:nvPr/>
          </p:nvSpPr>
          <p:spPr>
            <a:xfrm>
              <a:off x="6105325" y="2288175"/>
              <a:ext cx="1262400" cy="927700"/>
            </a:xfrm>
            <a:custGeom>
              <a:rect b="b" l="l" r="r" t="t"/>
              <a:pathLst>
                <a:path extrusionOk="0" h="37108" w="50496">
                  <a:moveTo>
                    <a:pt x="17727" y="0"/>
                  </a:moveTo>
                  <a:lnTo>
                    <a:pt x="17056" y="30"/>
                  </a:lnTo>
                  <a:lnTo>
                    <a:pt x="16400" y="60"/>
                  </a:lnTo>
                  <a:lnTo>
                    <a:pt x="15759" y="105"/>
                  </a:lnTo>
                  <a:lnTo>
                    <a:pt x="15103" y="164"/>
                  </a:lnTo>
                  <a:lnTo>
                    <a:pt x="14462" y="224"/>
                  </a:lnTo>
                  <a:lnTo>
                    <a:pt x="13821" y="299"/>
                  </a:lnTo>
                  <a:lnTo>
                    <a:pt x="13195" y="403"/>
                  </a:lnTo>
                  <a:lnTo>
                    <a:pt x="12583" y="492"/>
                  </a:lnTo>
                  <a:lnTo>
                    <a:pt x="11972" y="612"/>
                  </a:lnTo>
                  <a:lnTo>
                    <a:pt x="11376" y="746"/>
                  </a:lnTo>
                  <a:lnTo>
                    <a:pt x="10794" y="880"/>
                  </a:lnTo>
                  <a:lnTo>
                    <a:pt x="9945" y="1104"/>
                  </a:lnTo>
                  <a:lnTo>
                    <a:pt x="9125" y="1342"/>
                  </a:lnTo>
                  <a:lnTo>
                    <a:pt x="8320" y="1611"/>
                  </a:lnTo>
                  <a:lnTo>
                    <a:pt x="7559" y="1909"/>
                  </a:lnTo>
                  <a:lnTo>
                    <a:pt x="6844" y="2222"/>
                  </a:lnTo>
                  <a:lnTo>
                    <a:pt x="6158" y="2550"/>
                  </a:lnTo>
                  <a:lnTo>
                    <a:pt x="5487" y="2908"/>
                  </a:lnTo>
                  <a:lnTo>
                    <a:pt x="4861" y="3280"/>
                  </a:lnTo>
                  <a:lnTo>
                    <a:pt x="4264" y="3668"/>
                  </a:lnTo>
                  <a:lnTo>
                    <a:pt x="3981" y="3877"/>
                  </a:lnTo>
                  <a:lnTo>
                    <a:pt x="3713" y="4085"/>
                  </a:lnTo>
                  <a:lnTo>
                    <a:pt x="3444" y="4294"/>
                  </a:lnTo>
                  <a:lnTo>
                    <a:pt x="3176" y="4518"/>
                  </a:lnTo>
                  <a:lnTo>
                    <a:pt x="2938" y="4741"/>
                  </a:lnTo>
                  <a:lnTo>
                    <a:pt x="2699" y="4965"/>
                  </a:lnTo>
                  <a:lnTo>
                    <a:pt x="2461" y="5203"/>
                  </a:lnTo>
                  <a:lnTo>
                    <a:pt x="2237" y="5442"/>
                  </a:lnTo>
                  <a:lnTo>
                    <a:pt x="2028" y="5695"/>
                  </a:lnTo>
                  <a:lnTo>
                    <a:pt x="1819" y="5934"/>
                  </a:lnTo>
                  <a:lnTo>
                    <a:pt x="1626" y="6187"/>
                  </a:lnTo>
                  <a:lnTo>
                    <a:pt x="1447" y="6456"/>
                  </a:lnTo>
                  <a:lnTo>
                    <a:pt x="1283" y="6709"/>
                  </a:lnTo>
                  <a:lnTo>
                    <a:pt x="1119" y="6978"/>
                  </a:lnTo>
                  <a:lnTo>
                    <a:pt x="970" y="7246"/>
                  </a:lnTo>
                  <a:lnTo>
                    <a:pt x="821" y="7529"/>
                  </a:lnTo>
                  <a:lnTo>
                    <a:pt x="686" y="7812"/>
                  </a:lnTo>
                  <a:lnTo>
                    <a:pt x="567" y="8096"/>
                  </a:lnTo>
                  <a:lnTo>
                    <a:pt x="463" y="8379"/>
                  </a:lnTo>
                  <a:lnTo>
                    <a:pt x="358" y="8677"/>
                  </a:lnTo>
                  <a:lnTo>
                    <a:pt x="284" y="8975"/>
                  </a:lnTo>
                  <a:lnTo>
                    <a:pt x="194" y="9273"/>
                  </a:lnTo>
                  <a:lnTo>
                    <a:pt x="135" y="9616"/>
                  </a:lnTo>
                  <a:lnTo>
                    <a:pt x="75" y="9959"/>
                  </a:lnTo>
                  <a:lnTo>
                    <a:pt x="45" y="10302"/>
                  </a:lnTo>
                  <a:lnTo>
                    <a:pt x="16" y="10645"/>
                  </a:lnTo>
                  <a:lnTo>
                    <a:pt x="16" y="10660"/>
                  </a:lnTo>
                  <a:lnTo>
                    <a:pt x="1" y="11092"/>
                  </a:lnTo>
                  <a:lnTo>
                    <a:pt x="16" y="11540"/>
                  </a:lnTo>
                  <a:lnTo>
                    <a:pt x="16" y="17727"/>
                  </a:lnTo>
                  <a:lnTo>
                    <a:pt x="1" y="18114"/>
                  </a:lnTo>
                  <a:lnTo>
                    <a:pt x="1" y="18487"/>
                  </a:lnTo>
                  <a:lnTo>
                    <a:pt x="30" y="18874"/>
                  </a:lnTo>
                  <a:lnTo>
                    <a:pt x="75" y="19277"/>
                  </a:lnTo>
                  <a:lnTo>
                    <a:pt x="135" y="19665"/>
                  </a:lnTo>
                  <a:lnTo>
                    <a:pt x="209" y="20052"/>
                  </a:lnTo>
                  <a:lnTo>
                    <a:pt x="299" y="20440"/>
                  </a:lnTo>
                  <a:lnTo>
                    <a:pt x="418" y="20827"/>
                  </a:lnTo>
                  <a:lnTo>
                    <a:pt x="537" y="21215"/>
                  </a:lnTo>
                  <a:lnTo>
                    <a:pt x="686" y="21603"/>
                  </a:lnTo>
                  <a:lnTo>
                    <a:pt x="835" y="21990"/>
                  </a:lnTo>
                  <a:lnTo>
                    <a:pt x="1014" y="22378"/>
                  </a:lnTo>
                  <a:lnTo>
                    <a:pt x="1208" y="22766"/>
                  </a:lnTo>
                  <a:lnTo>
                    <a:pt x="1417" y="23153"/>
                  </a:lnTo>
                  <a:lnTo>
                    <a:pt x="1641" y="23526"/>
                  </a:lnTo>
                  <a:lnTo>
                    <a:pt x="1879" y="23913"/>
                  </a:lnTo>
                  <a:lnTo>
                    <a:pt x="2118" y="24286"/>
                  </a:lnTo>
                  <a:lnTo>
                    <a:pt x="2386" y="24674"/>
                  </a:lnTo>
                  <a:lnTo>
                    <a:pt x="2669" y="25047"/>
                  </a:lnTo>
                  <a:lnTo>
                    <a:pt x="2967" y="25419"/>
                  </a:lnTo>
                  <a:lnTo>
                    <a:pt x="3280" y="25792"/>
                  </a:lnTo>
                  <a:lnTo>
                    <a:pt x="3608" y="26165"/>
                  </a:lnTo>
                  <a:lnTo>
                    <a:pt x="3936" y="26522"/>
                  </a:lnTo>
                  <a:lnTo>
                    <a:pt x="4294" y="26895"/>
                  </a:lnTo>
                  <a:lnTo>
                    <a:pt x="4652" y="27253"/>
                  </a:lnTo>
                  <a:lnTo>
                    <a:pt x="5025" y="27611"/>
                  </a:lnTo>
                  <a:lnTo>
                    <a:pt x="5427" y="27954"/>
                  </a:lnTo>
                  <a:lnTo>
                    <a:pt x="5830" y="28311"/>
                  </a:lnTo>
                  <a:lnTo>
                    <a:pt x="6247" y="28654"/>
                  </a:lnTo>
                  <a:lnTo>
                    <a:pt x="6665" y="28997"/>
                  </a:lnTo>
                  <a:lnTo>
                    <a:pt x="7112" y="29325"/>
                  </a:lnTo>
                  <a:lnTo>
                    <a:pt x="7559" y="29668"/>
                  </a:lnTo>
                  <a:lnTo>
                    <a:pt x="8320" y="30190"/>
                  </a:lnTo>
                  <a:lnTo>
                    <a:pt x="9125" y="30712"/>
                  </a:lnTo>
                  <a:lnTo>
                    <a:pt x="9945" y="31219"/>
                  </a:lnTo>
                  <a:lnTo>
                    <a:pt x="10794" y="31711"/>
                  </a:lnTo>
                  <a:lnTo>
                    <a:pt x="11376" y="32039"/>
                  </a:lnTo>
                  <a:lnTo>
                    <a:pt x="11972" y="32337"/>
                  </a:lnTo>
                  <a:lnTo>
                    <a:pt x="12568" y="32650"/>
                  </a:lnTo>
                  <a:lnTo>
                    <a:pt x="13195" y="32933"/>
                  </a:lnTo>
                  <a:lnTo>
                    <a:pt x="13821" y="33231"/>
                  </a:lnTo>
                  <a:lnTo>
                    <a:pt x="14447" y="33500"/>
                  </a:lnTo>
                  <a:lnTo>
                    <a:pt x="15103" y="33768"/>
                  </a:lnTo>
                  <a:lnTo>
                    <a:pt x="15759" y="34036"/>
                  </a:lnTo>
                  <a:lnTo>
                    <a:pt x="16400" y="34275"/>
                  </a:lnTo>
                  <a:lnTo>
                    <a:pt x="17056" y="34513"/>
                  </a:lnTo>
                  <a:lnTo>
                    <a:pt x="17652" y="34722"/>
                  </a:lnTo>
                  <a:lnTo>
                    <a:pt x="18263" y="34916"/>
                  </a:lnTo>
                  <a:lnTo>
                    <a:pt x="18890" y="35110"/>
                  </a:lnTo>
                  <a:lnTo>
                    <a:pt x="19501" y="35304"/>
                  </a:lnTo>
                  <a:lnTo>
                    <a:pt x="20142" y="35482"/>
                  </a:lnTo>
                  <a:lnTo>
                    <a:pt x="20768" y="35646"/>
                  </a:lnTo>
                  <a:lnTo>
                    <a:pt x="21424" y="35810"/>
                  </a:lnTo>
                  <a:lnTo>
                    <a:pt x="22065" y="35974"/>
                  </a:lnTo>
                  <a:lnTo>
                    <a:pt x="23109" y="36198"/>
                  </a:lnTo>
                  <a:lnTo>
                    <a:pt x="24152" y="36392"/>
                  </a:lnTo>
                  <a:lnTo>
                    <a:pt x="25181" y="36571"/>
                  </a:lnTo>
                  <a:lnTo>
                    <a:pt x="26210" y="36720"/>
                  </a:lnTo>
                  <a:lnTo>
                    <a:pt x="27223" y="36839"/>
                  </a:lnTo>
                  <a:lnTo>
                    <a:pt x="28222" y="36943"/>
                  </a:lnTo>
                  <a:lnTo>
                    <a:pt x="29221" y="37018"/>
                  </a:lnTo>
                  <a:lnTo>
                    <a:pt x="30205" y="37078"/>
                  </a:lnTo>
                  <a:lnTo>
                    <a:pt x="30533" y="37093"/>
                  </a:lnTo>
                  <a:lnTo>
                    <a:pt x="30861" y="37093"/>
                  </a:lnTo>
                  <a:lnTo>
                    <a:pt x="31547" y="37107"/>
                  </a:lnTo>
                  <a:lnTo>
                    <a:pt x="32218" y="37107"/>
                  </a:lnTo>
                  <a:lnTo>
                    <a:pt x="32889" y="37093"/>
                  </a:lnTo>
                  <a:lnTo>
                    <a:pt x="33560" y="37078"/>
                  </a:lnTo>
                  <a:lnTo>
                    <a:pt x="34215" y="37033"/>
                  </a:lnTo>
                  <a:lnTo>
                    <a:pt x="34857" y="36988"/>
                  </a:lnTo>
                  <a:lnTo>
                    <a:pt x="35498" y="36929"/>
                  </a:lnTo>
                  <a:lnTo>
                    <a:pt x="36139" y="36869"/>
                  </a:lnTo>
                  <a:lnTo>
                    <a:pt x="36750" y="36794"/>
                  </a:lnTo>
                  <a:lnTo>
                    <a:pt x="37376" y="36690"/>
                  </a:lnTo>
                  <a:lnTo>
                    <a:pt x="37972" y="36601"/>
                  </a:lnTo>
                  <a:lnTo>
                    <a:pt x="38569" y="36481"/>
                  </a:lnTo>
                  <a:lnTo>
                    <a:pt x="39150" y="36362"/>
                  </a:lnTo>
                  <a:lnTo>
                    <a:pt x="39732" y="36228"/>
                  </a:lnTo>
                  <a:lnTo>
                    <a:pt x="40283" y="36079"/>
                  </a:lnTo>
                  <a:lnTo>
                    <a:pt x="40835" y="35930"/>
                  </a:lnTo>
                  <a:lnTo>
                    <a:pt x="41401" y="35751"/>
                  </a:lnTo>
                  <a:lnTo>
                    <a:pt x="41953" y="35572"/>
                  </a:lnTo>
                  <a:lnTo>
                    <a:pt x="42505" y="35363"/>
                  </a:lnTo>
                  <a:lnTo>
                    <a:pt x="43026" y="35154"/>
                  </a:lnTo>
                  <a:lnTo>
                    <a:pt x="43533" y="34946"/>
                  </a:lnTo>
                  <a:lnTo>
                    <a:pt x="44040" y="34707"/>
                  </a:lnTo>
                  <a:lnTo>
                    <a:pt x="44517" y="34469"/>
                  </a:lnTo>
                  <a:lnTo>
                    <a:pt x="44979" y="34215"/>
                  </a:lnTo>
                  <a:lnTo>
                    <a:pt x="45442" y="33947"/>
                  </a:lnTo>
                  <a:lnTo>
                    <a:pt x="45874" y="33679"/>
                  </a:lnTo>
                  <a:lnTo>
                    <a:pt x="46291" y="33395"/>
                  </a:lnTo>
                  <a:lnTo>
                    <a:pt x="46679" y="33097"/>
                  </a:lnTo>
                  <a:lnTo>
                    <a:pt x="47067" y="32799"/>
                  </a:lnTo>
                  <a:lnTo>
                    <a:pt x="47439" y="32486"/>
                  </a:lnTo>
                  <a:lnTo>
                    <a:pt x="47782" y="32158"/>
                  </a:lnTo>
                  <a:lnTo>
                    <a:pt x="48110" y="31830"/>
                  </a:lnTo>
                  <a:lnTo>
                    <a:pt x="48498" y="31383"/>
                  </a:lnTo>
                  <a:lnTo>
                    <a:pt x="48856" y="30920"/>
                  </a:lnTo>
                  <a:lnTo>
                    <a:pt x="49034" y="30682"/>
                  </a:lnTo>
                  <a:lnTo>
                    <a:pt x="49184" y="30443"/>
                  </a:lnTo>
                  <a:lnTo>
                    <a:pt x="49333" y="30205"/>
                  </a:lnTo>
                  <a:lnTo>
                    <a:pt x="49482" y="29951"/>
                  </a:lnTo>
                  <a:lnTo>
                    <a:pt x="49616" y="29698"/>
                  </a:lnTo>
                  <a:lnTo>
                    <a:pt x="49735" y="29445"/>
                  </a:lnTo>
                  <a:lnTo>
                    <a:pt x="49854" y="29191"/>
                  </a:lnTo>
                  <a:lnTo>
                    <a:pt x="49959" y="28923"/>
                  </a:lnTo>
                  <a:lnTo>
                    <a:pt x="50063" y="28654"/>
                  </a:lnTo>
                  <a:lnTo>
                    <a:pt x="50153" y="28386"/>
                  </a:lnTo>
                  <a:lnTo>
                    <a:pt x="50227" y="28103"/>
                  </a:lnTo>
                  <a:lnTo>
                    <a:pt x="50302" y="27834"/>
                  </a:lnTo>
                  <a:lnTo>
                    <a:pt x="50376" y="27417"/>
                  </a:lnTo>
                  <a:lnTo>
                    <a:pt x="50436" y="27014"/>
                  </a:lnTo>
                  <a:lnTo>
                    <a:pt x="50481" y="26597"/>
                  </a:lnTo>
                  <a:lnTo>
                    <a:pt x="50495" y="26180"/>
                  </a:lnTo>
                  <a:lnTo>
                    <a:pt x="50495" y="19024"/>
                  </a:lnTo>
                  <a:lnTo>
                    <a:pt x="50495" y="19009"/>
                  </a:lnTo>
                  <a:lnTo>
                    <a:pt x="50481" y="18606"/>
                  </a:lnTo>
                  <a:lnTo>
                    <a:pt x="50466" y="18189"/>
                  </a:lnTo>
                  <a:lnTo>
                    <a:pt x="50406" y="17786"/>
                  </a:lnTo>
                  <a:lnTo>
                    <a:pt x="50346" y="17369"/>
                  </a:lnTo>
                  <a:lnTo>
                    <a:pt x="50257" y="16951"/>
                  </a:lnTo>
                  <a:lnTo>
                    <a:pt x="50153" y="16534"/>
                  </a:lnTo>
                  <a:lnTo>
                    <a:pt x="50033" y="16131"/>
                  </a:lnTo>
                  <a:lnTo>
                    <a:pt x="49884" y="15714"/>
                  </a:lnTo>
                  <a:lnTo>
                    <a:pt x="49720" y="15296"/>
                  </a:lnTo>
                  <a:lnTo>
                    <a:pt x="49541" y="14894"/>
                  </a:lnTo>
                  <a:lnTo>
                    <a:pt x="49348" y="14476"/>
                  </a:lnTo>
                  <a:lnTo>
                    <a:pt x="49139" y="14074"/>
                  </a:lnTo>
                  <a:lnTo>
                    <a:pt x="48900" y="13657"/>
                  </a:lnTo>
                  <a:lnTo>
                    <a:pt x="48662" y="13254"/>
                  </a:lnTo>
                  <a:lnTo>
                    <a:pt x="48393" y="12851"/>
                  </a:lnTo>
                  <a:lnTo>
                    <a:pt x="48110" y="12449"/>
                  </a:lnTo>
                  <a:lnTo>
                    <a:pt x="47782" y="12017"/>
                  </a:lnTo>
                  <a:lnTo>
                    <a:pt x="47439" y="11584"/>
                  </a:lnTo>
                  <a:lnTo>
                    <a:pt x="47081" y="11152"/>
                  </a:lnTo>
                  <a:lnTo>
                    <a:pt x="46694" y="10734"/>
                  </a:lnTo>
                  <a:lnTo>
                    <a:pt x="46306" y="10317"/>
                  </a:lnTo>
                  <a:lnTo>
                    <a:pt x="45889" y="9900"/>
                  </a:lnTo>
                  <a:lnTo>
                    <a:pt x="45456" y="9497"/>
                  </a:lnTo>
                  <a:lnTo>
                    <a:pt x="45009" y="9095"/>
                  </a:lnTo>
                  <a:lnTo>
                    <a:pt x="44547" y="8692"/>
                  </a:lnTo>
                  <a:lnTo>
                    <a:pt x="44055" y="8289"/>
                  </a:lnTo>
                  <a:lnTo>
                    <a:pt x="43563" y="7902"/>
                  </a:lnTo>
                  <a:lnTo>
                    <a:pt x="43041" y="7529"/>
                  </a:lnTo>
                  <a:lnTo>
                    <a:pt x="42519" y="7142"/>
                  </a:lnTo>
                  <a:lnTo>
                    <a:pt x="41968" y="6784"/>
                  </a:lnTo>
                  <a:lnTo>
                    <a:pt x="41416" y="6411"/>
                  </a:lnTo>
                  <a:lnTo>
                    <a:pt x="40835" y="6053"/>
                  </a:lnTo>
                  <a:lnTo>
                    <a:pt x="40298" y="5740"/>
                  </a:lnTo>
                  <a:lnTo>
                    <a:pt x="39747" y="5412"/>
                  </a:lnTo>
                  <a:lnTo>
                    <a:pt x="39180" y="5099"/>
                  </a:lnTo>
                  <a:lnTo>
                    <a:pt x="38599" y="4801"/>
                  </a:lnTo>
                  <a:lnTo>
                    <a:pt x="38002" y="4503"/>
                  </a:lnTo>
                  <a:lnTo>
                    <a:pt x="37406" y="4219"/>
                  </a:lnTo>
                  <a:lnTo>
                    <a:pt x="36795" y="3936"/>
                  </a:lnTo>
                  <a:lnTo>
                    <a:pt x="36183" y="3653"/>
                  </a:lnTo>
                  <a:lnTo>
                    <a:pt x="35542" y="3400"/>
                  </a:lnTo>
                  <a:lnTo>
                    <a:pt x="34901" y="3131"/>
                  </a:lnTo>
                  <a:lnTo>
                    <a:pt x="34245" y="2878"/>
                  </a:lnTo>
                  <a:lnTo>
                    <a:pt x="33589" y="2639"/>
                  </a:lnTo>
                  <a:lnTo>
                    <a:pt x="32918" y="2416"/>
                  </a:lnTo>
                  <a:lnTo>
                    <a:pt x="32248" y="2192"/>
                  </a:lnTo>
                  <a:lnTo>
                    <a:pt x="31547" y="1968"/>
                  </a:lnTo>
                  <a:lnTo>
                    <a:pt x="30861" y="1760"/>
                  </a:lnTo>
                  <a:lnTo>
                    <a:pt x="30205" y="1581"/>
                  </a:lnTo>
                  <a:lnTo>
                    <a:pt x="29326" y="1357"/>
                  </a:lnTo>
                  <a:lnTo>
                    <a:pt x="28431" y="1148"/>
                  </a:lnTo>
                  <a:lnTo>
                    <a:pt x="27686" y="969"/>
                  </a:lnTo>
                  <a:lnTo>
                    <a:pt x="26940" y="820"/>
                  </a:lnTo>
                  <a:lnTo>
                    <a:pt x="26210" y="686"/>
                  </a:lnTo>
                  <a:lnTo>
                    <a:pt x="25479" y="567"/>
                  </a:lnTo>
                  <a:lnTo>
                    <a:pt x="24749" y="448"/>
                  </a:lnTo>
                  <a:lnTo>
                    <a:pt x="24018" y="343"/>
                  </a:lnTo>
                  <a:lnTo>
                    <a:pt x="23303" y="269"/>
                  </a:lnTo>
                  <a:lnTo>
                    <a:pt x="22587" y="194"/>
                  </a:lnTo>
                  <a:lnTo>
                    <a:pt x="21871" y="120"/>
                  </a:lnTo>
                  <a:lnTo>
                    <a:pt x="21156" y="75"/>
                  </a:lnTo>
                  <a:lnTo>
                    <a:pt x="20455" y="30"/>
                  </a:lnTo>
                  <a:lnTo>
                    <a:pt x="19769" y="15"/>
                  </a:lnTo>
                  <a:lnTo>
                    <a:pt x="19083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>
              <a:off x="6119500" y="2231900"/>
              <a:ext cx="1262375" cy="927700"/>
            </a:xfrm>
            <a:custGeom>
              <a:rect b="b" l="l" r="r" t="t"/>
              <a:pathLst>
                <a:path extrusionOk="0" h="37108" w="50495">
                  <a:moveTo>
                    <a:pt x="17995" y="0"/>
                  </a:moveTo>
                  <a:lnTo>
                    <a:pt x="17040" y="30"/>
                  </a:lnTo>
                  <a:lnTo>
                    <a:pt x="16399" y="60"/>
                  </a:lnTo>
                  <a:lnTo>
                    <a:pt x="15758" y="105"/>
                  </a:lnTo>
                  <a:lnTo>
                    <a:pt x="15177" y="149"/>
                  </a:lnTo>
                  <a:lnTo>
                    <a:pt x="14595" y="209"/>
                  </a:lnTo>
                  <a:lnTo>
                    <a:pt x="14044" y="284"/>
                  </a:lnTo>
                  <a:lnTo>
                    <a:pt x="13477" y="358"/>
                  </a:lnTo>
                  <a:lnTo>
                    <a:pt x="12792" y="462"/>
                  </a:lnTo>
                  <a:lnTo>
                    <a:pt x="12106" y="582"/>
                  </a:lnTo>
                  <a:lnTo>
                    <a:pt x="11450" y="731"/>
                  </a:lnTo>
                  <a:lnTo>
                    <a:pt x="10794" y="880"/>
                  </a:lnTo>
                  <a:lnTo>
                    <a:pt x="10034" y="1074"/>
                  </a:lnTo>
                  <a:lnTo>
                    <a:pt x="9303" y="1282"/>
                  </a:lnTo>
                  <a:lnTo>
                    <a:pt x="8856" y="1431"/>
                  </a:lnTo>
                  <a:lnTo>
                    <a:pt x="8408" y="1581"/>
                  </a:lnTo>
                  <a:lnTo>
                    <a:pt x="7976" y="1745"/>
                  </a:lnTo>
                  <a:lnTo>
                    <a:pt x="7559" y="1909"/>
                  </a:lnTo>
                  <a:lnTo>
                    <a:pt x="7052" y="2117"/>
                  </a:lnTo>
                  <a:lnTo>
                    <a:pt x="6575" y="2356"/>
                  </a:lnTo>
                  <a:lnTo>
                    <a:pt x="5949" y="2654"/>
                  </a:lnTo>
                  <a:lnTo>
                    <a:pt x="5352" y="2982"/>
                  </a:lnTo>
                  <a:lnTo>
                    <a:pt x="4786" y="3325"/>
                  </a:lnTo>
                  <a:lnTo>
                    <a:pt x="4234" y="3683"/>
                  </a:lnTo>
                  <a:lnTo>
                    <a:pt x="3727" y="4070"/>
                  </a:lnTo>
                  <a:lnTo>
                    <a:pt x="3250" y="4458"/>
                  </a:lnTo>
                  <a:lnTo>
                    <a:pt x="2788" y="4875"/>
                  </a:lnTo>
                  <a:lnTo>
                    <a:pt x="2371" y="5293"/>
                  </a:lnTo>
                  <a:lnTo>
                    <a:pt x="1983" y="5740"/>
                  </a:lnTo>
                  <a:lnTo>
                    <a:pt x="1625" y="6202"/>
                  </a:lnTo>
                  <a:lnTo>
                    <a:pt x="1446" y="6441"/>
                  </a:lnTo>
                  <a:lnTo>
                    <a:pt x="1297" y="6679"/>
                  </a:lnTo>
                  <a:lnTo>
                    <a:pt x="1148" y="6918"/>
                  </a:lnTo>
                  <a:lnTo>
                    <a:pt x="999" y="7171"/>
                  </a:lnTo>
                  <a:lnTo>
                    <a:pt x="865" y="7425"/>
                  </a:lnTo>
                  <a:lnTo>
                    <a:pt x="746" y="7678"/>
                  </a:lnTo>
                  <a:lnTo>
                    <a:pt x="626" y="7932"/>
                  </a:lnTo>
                  <a:lnTo>
                    <a:pt x="522" y="8200"/>
                  </a:lnTo>
                  <a:lnTo>
                    <a:pt x="432" y="8453"/>
                  </a:lnTo>
                  <a:lnTo>
                    <a:pt x="343" y="8722"/>
                  </a:lnTo>
                  <a:lnTo>
                    <a:pt x="268" y="9005"/>
                  </a:lnTo>
                  <a:lnTo>
                    <a:pt x="194" y="9273"/>
                  </a:lnTo>
                  <a:lnTo>
                    <a:pt x="134" y="9616"/>
                  </a:lnTo>
                  <a:lnTo>
                    <a:pt x="75" y="9959"/>
                  </a:lnTo>
                  <a:lnTo>
                    <a:pt x="30" y="10302"/>
                  </a:lnTo>
                  <a:lnTo>
                    <a:pt x="15" y="10645"/>
                  </a:lnTo>
                  <a:lnTo>
                    <a:pt x="0" y="10645"/>
                  </a:lnTo>
                  <a:lnTo>
                    <a:pt x="0" y="10660"/>
                  </a:lnTo>
                  <a:lnTo>
                    <a:pt x="0" y="11092"/>
                  </a:lnTo>
                  <a:lnTo>
                    <a:pt x="0" y="11539"/>
                  </a:lnTo>
                  <a:lnTo>
                    <a:pt x="0" y="17726"/>
                  </a:lnTo>
                  <a:lnTo>
                    <a:pt x="0" y="18084"/>
                  </a:lnTo>
                  <a:lnTo>
                    <a:pt x="0" y="18442"/>
                  </a:lnTo>
                  <a:lnTo>
                    <a:pt x="15" y="18800"/>
                  </a:lnTo>
                  <a:lnTo>
                    <a:pt x="60" y="19158"/>
                  </a:lnTo>
                  <a:lnTo>
                    <a:pt x="104" y="19530"/>
                  </a:lnTo>
                  <a:lnTo>
                    <a:pt x="164" y="19888"/>
                  </a:lnTo>
                  <a:lnTo>
                    <a:pt x="254" y="20246"/>
                  </a:lnTo>
                  <a:lnTo>
                    <a:pt x="343" y="20604"/>
                  </a:lnTo>
                  <a:lnTo>
                    <a:pt x="447" y="20976"/>
                  </a:lnTo>
                  <a:lnTo>
                    <a:pt x="582" y="21334"/>
                  </a:lnTo>
                  <a:lnTo>
                    <a:pt x="716" y="21692"/>
                  </a:lnTo>
                  <a:lnTo>
                    <a:pt x="865" y="22050"/>
                  </a:lnTo>
                  <a:lnTo>
                    <a:pt x="1029" y="22422"/>
                  </a:lnTo>
                  <a:lnTo>
                    <a:pt x="1208" y="22780"/>
                  </a:lnTo>
                  <a:lnTo>
                    <a:pt x="1402" y="23138"/>
                  </a:lnTo>
                  <a:lnTo>
                    <a:pt x="1610" y="23496"/>
                  </a:lnTo>
                  <a:lnTo>
                    <a:pt x="1819" y="23839"/>
                  </a:lnTo>
                  <a:lnTo>
                    <a:pt x="2057" y="24197"/>
                  </a:lnTo>
                  <a:lnTo>
                    <a:pt x="2296" y="24554"/>
                  </a:lnTo>
                  <a:lnTo>
                    <a:pt x="2549" y="24897"/>
                  </a:lnTo>
                  <a:lnTo>
                    <a:pt x="2818" y="25255"/>
                  </a:lnTo>
                  <a:lnTo>
                    <a:pt x="3101" y="25598"/>
                  </a:lnTo>
                  <a:lnTo>
                    <a:pt x="3399" y="25941"/>
                  </a:lnTo>
                  <a:lnTo>
                    <a:pt x="3712" y="26284"/>
                  </a:lnTo>
                  <a:lnTo>
                    <a:pt x="4025" y="26627"/>
                  </a:lnTo>
                  <a:lnTo>
                    <a:pt x="4353" y="26955"/>
                  </a:lnTo>
                  <a:lnTo>
                    <a:pt x="4696" y="27298"/>
                  </a:lnTo>
                  <a:lnTo>
                    <a:pt x="5054" y="27626"/>
                  </a:lnTo>
                  <a:lnTo>
                    <a:pt x="5412" y="27954"/>
                  </a:lnTo>
                  <a:lnTo>
                    <a:pt x="5785" y="28281"/>
                  </a:lnTo>
                  <a:lnTo>
                    <a:pt x="6172" y="28595"/>
                  </a:lnTo>
                  <a:lnTo>
                    <a:pt x="6575" y="28923"/>
                  </a:lnTo>
                  <a:lnTo>
                    <a:pt x="7052" y="29295"/>
                  </a:lnTo>
                  <a:lnTo>
                    <a:pt x="7559" y="29668"/>
                  </a:lnTo>
                  <a:lnTo>
                    <a:pt x="7976" y="29966"/>
                  </a:lnTo>
                  <a:lnTo>
                    <a:pt x="8408" y="30264"/>
                  </a:lnTo>
                  <a:lnTo>
                    <a:pt x="8856" y="30548"/>
                  </a:lnTo>
                  <a:lnTo>
                    <a:pt x="9303" y="30831"/>
                  </a:lnTo>
                  <a:lnTo>
                    <a:pt x="10034" y="31278"/>
                  </a:lnTo>
                  <a:lnTo>
                    <a:pt x="10794" y="31710"/>
                  </a:lnTo>
                  <a:lnTo>
                    <a:pt x="11435" y="32068"/>
                  </a:lnTo>
                  <a:lnTo>
                    <a:pt x="12106" y="32411"/>
                  </a:lnTo>
                  <a:lnTo>
                    <a:pt x="12792" y="32754"/>
                  </a:lnTo>
                  <a:lnTo>
                    <a:pt x="13477" y="33067"/>
                  </a:lnTo>
                  <a:lnTo>
                    <a:pt x="14029" y="33321"/>
                  </a:lnTo>
                  <a:lnTo>
                    <a:pt x="14595" y="33574"/>
                  </a:lnTo>
                  <a:lnTo>
                    <a:pt x="15758" y="34036"/>
                  </a:lnTo>
                  <a:lnTo>
                    <a:pt x="16399" y="34290"/>
                  </a:lnTo>
                  <a:lnTo>
                    <a:pt x="17040" y="34513"/>
                  </a:lnTo>
                  <a:lnTo>
                    <a:pt x="17995" y="34841"/>
                  </a:lnTo>
                  <a:lnTo>
                    <a:pt x="18949" y="35139"/>
                  </a:lnTo>
                  <a:lnTo>
                    <a:pt x="19918" y="35423"/>
                  </a:lnTo>
                  <a:lnTo>
                    <a:pt x="20902" y="35691"/>
                  </a:lnTo>
                  <a:lnTo>
                    <a:pt x="21483" y="35825"/>
                  </a:lnTo>
                  <a:lnTo>
                    <a:pt x="22065" y="35974"/>
                  </a:lnTo>
                  <a:lnTo>
                    <a:pt x="23108" y="36198"/>
                  </a:lnTo>
                  <a:lnTo>
                    <a:pt x="24152" y="36392"/>
                  </a:lnTo>
                  <a:lnTo>
                    <a:pt x="25180" y="36571"/>
                  </a:lnTo>
                  <a:lnTo>
                    <a:pt x="26194" y="36720"/>
                  </a:lnTo>
                  <a:lnTo>
                    <a:pt x="27208" y="36854"/>
                  </a:lnTo>
                  <a:lnTo>
                    <a:pt x="28222" y="36943"/>
                  </a:lnTo>
                  <a:lnTo>
                    <a:pt x="29221" y="37018"/>
                  </a:lnTo>
                  <a:lnTo>
                    <a:pt x="30205" y="37077"/>
                  </a:lnTo>
                  <a:lnTo>
                    <a:pt x="30533" y="37092"/>
                  </a:lnTo>
                  <a:lnTo>
                    <a:pt x="30846" y="37092"/>
                  </a:lnTo>
                  <a:lnTo>
                    <a:pt x="31710" y="37107"/>
                  </a:lnTo>
                  <a:lnTo>
                    <a:pt x="32560" y="37107"/>
                  </a:lnTo>
                  <a:lnTo>
                    <a:pt x="33395" y="37077"/>
                  </a:lnTo>
                  <a:lnTo>
                    <a:pt x="34215" y="37033"/>
                  </a:lnTo>
                  <a:lnTo>
                    <a:pt x="35154" y="36973"/>
                  </a:lnTo>
                  <a:lnTo>
                    <a:pt x="36064" y="36869"/>
                  </a:lnTo>
                  <a:lnTo>
                    <a:pt x="36600" y="36809"/>
                  </a:lnTo>
                  <a:lnTo>
                    <a:pt x="37122" y="36735"/>
                  </a:lnTo>
                  <a:lnTo>
                    <a:pt x="37629" y="36645"/>
                  </a:lnTo>
                  <a:lnTo>
                    <a:pt x="38136" y="36556"/>
                  </a:lnTo>
                  <a:lnTo>
                    <a:pt x="38643" y="36466"/>
                  </a:lnTo>
                  <a:lnTo>
                    <a:pt x="39135" y="36362"/>
                  </a:lnTo>
                  <a:lnTo>
                    <a:pt x="39612" y="36243"/>
                  </a:lnTo>
                  <a:lnTo>
                    <a:pt x="40089" y="36123"/>
                  </a:lnTo>
                  <a:lnTo>
                    <a:pt x="40462" y="36034"/>
                  </a:lnTo>
                  <a:lnTo>
                    <a:pt x="40834" y="35930"/>
                  </a:lnTo>
                  <a:lnTo>
                    <a:pt x="41535" y="35706"/>
                  </a:lnTo>
                  <a:lnTo>
                    <a:pt x="42206" y="35482"/>
                  </a:lnTo>
                  <a:lnTo>
                    <a:pt x="42862" y="35229"/>
                  </a:lnTo>
                  <a:lnTo>
                    <a:pt x="43488" y="34960"/>
                  </a:lnTo>
                  <a:lnTo>
                    <a:pt x="44189" y="34632"/>
                  </a:lnTo>
                  <a:lnTo>
                    <a:pt x="44845" y="34290"/>
                  </a:lnTo>
                  <a:lnTo>
                    <a:pt x="45471" y="33932"/>
                  </a:lnTo>
                  <a:lnTo>
                    <a:pt x="46052" y="33544"/>
                  </a:lnTo>
                  <a:lnTo>
                    <a:pt x="46619" y="33142"/>
                  </a:lnTo>
                  <a:lnTo>
                    <a:pt x="46887" y="32933"/>
                  </a:lnTo>
                  <a:lnTo>
                    <a:pt x="47156" y="32724"/>
                  </a:lnTo>
                  <a:lnTo>
                    <a:pt x="47394" y="32501"/>
                  </a:lnTo>
                  <a:lnTo>
                    <a:pt x="47648" y="32277"/>
                  </a:lnTo>
                  <a:lnTo>
                    <a:pt x="47871" y="32053"/>
                  </a:lnTo>
                  <a:lnTo>
                    <a:pt x="48095" y="31830"/>
                  </a:lnTo>
                  <a:lnTo>
                    <a:pt x="48497" y="31382"/>
                  </a:lnTo>
                  <a:lnTo>
                    <a:pt x="48855" y="30920"/>
                  </a:lnTo>
                  <a:lnTo>
                    <a:pt x="49019" y="30682"/>
                  </a:lnTo>
                  <a:lnTo>
                    <a:pt x="49183" y="30443"/>
                  </a:lnTo>
                  <a:lnTo>
                    <a:pt x="49332" y="30205"/>
                  </a:lnTo>
                  <a:lnTo>
                    <a:pt x="49481" y="29951"/>
                  </a:lnTo>
                  <a:lnTo>
                    <a:pt x="49615" y="29698"/>
                  </a:lnTo>
                  <a:lnTo>
                    <a:pt x="49735" y="29444"/>
                  </a:lnTo>
                  <a:lnTo>
                    <a:pt x="49854" y="29191"/>
                  </a:lnTo>
                  <a:lnTo>
                    <a:pt x="49958" y="28923"/>
                  </a:lnTo>
                  <a:lnTo>
                    <a:pt x="50048" y="28654"/>
                  </a:lnTo>
                  <a:lnTo>
                    <a:pt x="50137" y="28386"/>
                  </a:lnTo>
                  <a:lnTo>
                    <a:pt x="50227" y="28117"/>
                  </a:lnTo>
                  <a:lnTo>
                    <a:pt x="50286" y="27834"/>
                  </a:lnTo>
                  <a:lnTo>
                    <a:pt x="50376" y="27417"/>
                  </a:lnTo>
                  <a:lnTo>
                    <a:pt x="50435" y="27014"/>
                  </a:lnTo>
                  <a:lnTo>
                    <a:pt x="50465" y="26597"/>
                  </a:lnTo>
                  <a:lnTo>
                    <a:pt x="50480" y="26179"/>
                  </a:lnTo>
                  <a:lnTo>
                    <a:pt x="50495" y="19023"/>
                  </a:lnTo>
                  <a:lnTo>
                    <a:pt x="50480" y="19023"/>
                  </a:lnTo>
                  <a:lnTo>
                    <a:pt x="50480" y="18606"/>
                  </a:lnTo>
                  <a:lnTo>
                    <a:pt x="50450" y="18189"/>
                  </a:lnTo>
                  <a:lnTo>
                    <a:pt x="50406" y="17786"/>
                  </a:lnTo>
                  <a:lnTo>
                    <a:pt x="50346" y="17369"/>
                  </a:lnTo>
                  <a:lnTo>
                    <a:pt x="50256" y="16951"/>
                  </a:lnTo>
                  <a:lnTo>
                    <a:pt x="50152" y="16534"/>
                  </a:lnTo>
                  <a:lnTo>
                    <a:pt x="50018" y="16131"/>
                  </a:lnTo>
                  <a:lnTo>
                    <a:pt x="49884" y="15714"/>
                  </a:lnTo>
                  <a:lnTo>
                    <a:pt x="49720" y="15296"/>
                  </a:lnTo>
                  <a:lnTo>
                    <a:pt x="49541" y="14894"/>
                  </a:lnTo>
                  <a:lnTo>
                    <a:pt x="49347" y="14476"/>
                  </a:lnTo>
                  <a:lnTo>
                    <a:pt x="49138" y="14074"/>
                  </a:lnTo>
                  <a:lnTo>
                    <a:pt x="48900" y="13656"/>
                  </a:lnTo>
                  <a:lnTo>
                    <a:pt x="48646" y="13254"/>
                  </a:lnTo>
                  <a:lnTo>
                    <a:pt x="48378" y="12851"/>
                  </a:lnTo>
                  <a:lnTo>
                    <a:pt x="48095" y="12449"/>
                  </a:lnTo>
                  <a:lnTo>
                    <a:pt x="47648" y="11852"/>
                  </a:lnTo>
                  <a:lnTo>
                    <a:pt x="47156" y="11256"/>
                  </a:lnTo>
                  <a:lnTo>
                    <a:pt x="46634" y="10660"/>
                  </a:lnTo>
                  <a:lnTo>
                    <a:pt x="46067" y="10078"/>
                  </a:lnTo>
                  <a:lnTo>
                    <a:pt x="45471" y="9512"/>
                  </a:lnTo>
                  <a:lnTo>
                    <a:pt x="44845" y="8960"/>
                  </a:lnTo>
                  <a:lnTo>
                    <a:pt x="44189" y="8409"/>
                  </a:lnTo>
                  <a:lnTo>
                    <a:pt x="43488" y="7857"/>
                  </a:lnTo>
                  <a:lnTo>
                    <a:pt x="42862" y="7395"/>
                  </a:lnTo>
                  <a:lnTo>
                    <a:pt x="42206" y="6933"/>
                  </a:lnTo>
                  <a:lnTo>
                    <a:pt x="41535" y="6500"/>
                  </a:lnTo>
                  <a:lnTo>
                    <a:pt x="40834" y="6053"/>
                  </a:lnTo>
                  <a:lnTo>
                    <a:pt x="40089" y="5621"/>
                  </a:lnTo>
                  <a:lnTo>
                    <a:pt x="39135" y="5099"/>
                  </a:lnTo>
                  <a:lnTo>
                    <a:pt x="38151" y="4577"/>
                  </a:lnTo>
                  <a:lnTo>
                    <a:pt x="37122" y="4085"/>
                  </a:lnTo>
                  <a:lnTo>
                    <a:pt x="36064" y="3623"/>
                  </a:lnTo>
                  <a:lnTo>
                    <a:pt x="35154" y="3235"/>
                  </a:lnTo>
                  <a:lnTo>
                    <a:pt x="34215" y="2878"/>
                  </a:lnTo>
                  <a:lnTo>
                    <a:pt x="33395" y="2579"/>
                  </a:lnTo>
                  <a:lnTo>
                    <a:pt x="32560" y="2296"/>
                  </a:lnTo>
                  <a:lnTo>
                    <a:pt x="31710" y="2028"/>
                  </a:lnTo>
                  <a:lnTo>
                    <a:pt x="30846" y="1774"/>
                  </a:lnTo>
                  <a:lnTo>
                    <a:pt x="30205" y="1581"/>
                  </a:lnTo>
                  <a:lnTo>
                    <a:pt x="29325" y="1357"/>
                  </a:lnTo>
                  <a:lnTo>
                    <a:pt x="28431" y="1148"/>
                  </a:lnTo>
                  <a:lnTo>
                    <a:pt x="27461" y="925"/>
                  </a:lnTo>
                  <a:lnTo>
                    <a:pt x="26507" y="746"/>
                  </a:lnTo>
                  <a:lnTo>
                    <a:pt x="25553" y="582"/>
                  </a:lnTo>
                  <a:lnTo>
                    <a:pt x="24614" y="433"/>
                  </a:lnTo>
                  <a:lnTo>
                    <a:pt x="23675" y="298"/>
                  </a:lnTo>
                  <a:lnTo>
                    <a:pt x="22736" y="209"/>
                  </a:lnTo>
                  <a:lnTo>
                    <a:pt x="21826" y="120"/>
                  </a:lnTo>
                  <a:lnTo>
                    <a:pt x="20902" y="60"/>
                  </a:lnTo>
                  <a:lnTo>
                    <a:pt x="19918" y="15"/>
                  </a:lnTo>
                  <a:lnTo>
                    <a:pt x="189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>
              <a:off x="6119500" y="2231900"/>
              <a:ext cx="1262375" cy="751025"/>
            </a:xfrm>
            <a:custGeom>
              <a:rect b="b" l="l" r="r" t="t"/>
              <a:pathLst>
                <a:path extrusionOk="0" h="30041" w="50495">
                  <a:moveTo>
                    <a:pt x="17831" y="0"/>
                  </a:moveTo>
                  <a:lnTo>
                    <a:pt x="17249" y="15"/>
                  </a:lnTo>
                  <a:lnTo>
                    <a:pt x="16668" y="45"/>
                  </a:lnTo>
                  <a:lnTo>
                    <a:pt x="16101" y="75"/>
                  </a:lnTo>
                  <a:lnTo>
                    <a:pt x="15535" y="120"/>
                  </a:lnTo>
                  <a:lnTo>
                    <a:pt x="14983" y="164"/>
                  </a:lnTo>
                  <a:lnTo>
                    <a:pt x="14432" y="224"/>
                  </a:lnTo>
                  <a:lnTo>
                    <a:pt x="13880" y="298"/>
                  </a:lnTo>
                  <a:lnTo>
                    <a:pt x="13343" y="373"/>
                  </a:lnTo>
                  <a:lnTo>
                    <a:pt x="12806" y="462"/>
                  </a:lnTo>
                  <a:lnTo>
                    <a:pt x="12285" y="552"/>
                  </a:lnTo>
                  <a:lnTo>
                    <a:pt x="11763" y="656"/>
                  </a:lnTo>
                  <a:lnTo>
                    <a:pt x="11256" y="761"/>
                  </a:lnTo>
                  <a:lnTo>
                    <a:pt x="10764" y="880"/>
                  </a:lnTo>
                  <a:lnTo>
                    <a:pt x="10272" y="1014"/>
                  </a:lnTo>
                  <a:lnTo>
                    <a:pt x="9780" y="1148"/>
                  </a:lnTo>
                  <a:lnTo>
                    <a:pt x="9303" y="1282"/>
                  </a:lnTo>
                  <a:lnTo>
                    <a:pt x="8841" y="1431"/>
                  </a:lnTo>
                  <a:lnTo>
                    <a:pt x="8394" y="1595"/>
                  </a:lnTo>
                  <a:lnTo>
                    <a:pt x="7946" y="1759"/>
                  </a:lnTo>
                  <a:lnTo>
                    <a:pt x="7499" y="1938"/>
                  </a:lnTo>
                  <a:lnTo>
                    <a:pt x="7082" y="2117"/>
                  </a:lnTo>
                  <a:lnTo>
                    <a:pt x="6664" y="2296"/>
                  </a:lnTo>
                  <a:lnTo>
                    <a:pt x="6247" y="2490"/>
                  </a:lnTo>
                  <a:lnTo>
                    <a:pt x="5859" y="2699"/>
                  </a:lnTo>
                  <a:lnTo>
                    <a:pt x="5472" y="2907"/>
                  </a:lnTo>
                  <a:lnTo>
                    <a:pt x="5099" y="3131"/>
                  </a:lnTo>
                  <a:lnTo>
                    <a:pt x="4741" y="3355"/>
                  </a:lnTo>
                  <a:lnTo>
                    <a:pt x="4383" y="3593"/>
                  </a:lnTo>
                  <a:lnTo>
                    <a:pt x="4040" y="3832"/>
                  </a:lnTo>
                  <a:lnTo>
                    <a:pt x="3712" y="4070"/>
                  </a:lnTo>
                  <a:lnTo>
                    <a:pt x="3399" y="4324"/>
                  </a:lnTo>
                  <a:lnTo>
                    <a:pt x="3101" y="4592"/>
                  </a:lnTo>
                  <a:lnTo>
                    <a:pt x="2818" y="4845"/>
                  </a:lnTo>
                  <a:lnTo>
                    <a:pt x="2535" y="5129"/>
                  </a:lnTo>
                  <a:lnTo>
                    <a:pt x="2266" y="5412"/>
                  </a:lnTo>
                  <a:lnTo>
                    <a:pt x="2013" y="5695"/>
                  </a:lnTo>
                  <a:lnTo>
                    <a:pt x="1774" y="5993"/>
                  </a:lnTo>
                  <a:lnTo>
                    <a:pt x="1551" y="6292"/>
                  </a:lnTo>
                  <a:lnTo>
                    <a:pt x="1342" y="6590"/>
                  </a:lnTo>
                  <a:lnTo>
                    <a:pt x="1148" y="6903"/>
                  </a:lnTo>
                  <a:lnTo>
                    <a:pt x="969" y="7231"/>
                  </a:lnTo>
                  <a:lnTo>
                    <a:pt x="805" y="7559"/>
                  </a:lnTo>
                  <a:lnTo>
                    <a:pt x="656" y="7887"/>
                  </a:lnTo>
                  <a:lnTo>
                    <a:pt x="522" y="8230"/>
                  </a:lnTo>
                  <a:lnTo>
                    <a:pt x="388" y="8573"/>
                  </a:lnTo>
                  <a:lnTo>
                    <a:pt x="283" y="8915"/>
                  </a:lnTo>
                  <a:lnTo>
                    <a:pt x="194" y="9273"/>
                  </a:lnTo>
                  <a:lnTo>
                    <a:pt x="119" y="9676"/>
                  </a:lnTo>
                  <a:lnTo>
                    <a:pt x="60" y="10093"/>
                  </a:lnTo>
                  <a:lnTo>
                    <a:pt x="15" y="10496"/>
                  </a:lnTo>
                  <a:lnTo>
                    <a:pt x="0" y="10898"/>
                  </a:lnTo>
                  <a:lnTo>
                    <a:pt x="0" y="11316"/>
                  </a:lnTo>
                  <a:lnTo>
                    <a:pt x="15" y="11733"/>
                  </a:lnTo>
                  <a:lnTo>
                    <a:pt x="60" y="12136"/>
                  </a:lnTo>
                  <a:lnTo>
                    <a:pt x="119" y="12553"/>
                  </a:lnTo>
                  <a:lnTo>
                    <a:pt x="194" y="12971"/>
                  </a:lnTo>
                  <a:lnTo>
                    <a:pt x="298" y="13373"/>
                  </a:lnTo>
                  <a:lnTo>
                    <a:pt x="418" y="13791"/>
                  </a:lnTo>
                  <a:lnTo>
                    <a:pt x="552" y="14208"/>
                  </a:lnTo>
                  <a:lnTo>
                    <a:pt x="716" y="14625"/>
                  </a:lnTo>
                  <a:lnTo>
                    <a:pt x="880" y="15028"/>
                  </a:lnTo>
                  <a:lnTo>
                    <a:pt x="1074" y="15445"/>
                  </a:lnTo>
                  <a:lnTo>
                    <a:pt x="1282" y="15848"/>
                  </a:lnTo>
                  <a:lnTo>
                    <a:pt x="1506" y="16265"/>
                  </a:lnTo>
                  <a:lnTo>
                    <a:pt x="1759" y="16668"/>
                  </a:lnTo>
                  <a:lnTo>
                    <a:pt x="2013" y="17070"/>
                  </a:lnTo>
                  <a:lnTo>
                    <a:pt x="2296" y="17473"/>
                  </a:lnTo>
                  <a:lnTo>
                    <a:pt x="2594" y="17875"/>
                  </a:lnTo>
                  <a:lnTo>
                    <a:pt x="2892" y="18278"/>
                  </a:lnTo>
                  <a:lnTo>
                    <a:pt x="3220" y="18666"/>
                  </a:lnTo>
                  <a:lnTo>
                    <a:pt x="3563" y="19053"/>
                  </a:lnTo>
                  <a:lnTo>
                    <a:pt x="3921" y="19441"/>
                  </a:lnTo>
                  <a:lnTo>
                    <a:pt x="4294" y="19828"/>
                  </a:lnTo>
                  <a:lnTo>
                    <a:pt x="4681" y="20216"/>
                  </a:lnTo>
                  <a:lnTo>
                    <a:pt x="5084" y="20589"/>
                  </a:lnTo>
                  <a:lnTo>
                    <a:pt x="5501" y="20961"/>
                  </a:lnTo>
                  <a:lnTo>
                    <a:pt x="5934" y="21334"/>
                  </a:lnTo>
                  <a:lnTo>
                    <a:pt x="6381" y="21707"/>
                  </a:lnTo>
                  <a:lnTo>
                    <a:pt x="6843" y="22065"/>
                  </a:lnTo>
                  <a:lnTo>
                    <a:pt x="7589" y="22616"/>
                  </a:lnTo>
                  <a:lnTo>
                    <a:pt x="8364" y="23153"/>
                  </a:lnTo>
                  <a:lnTo>
                    <a:pt x="9169" y="23675"/>
                  </a:lnTo>
                  <a:lnTo>
                    <a:pt x="10004" y="24197"/>
                  </a:lnTo>
                  <a:lnTo>
                    <a:pt x="10868" y="24689"/>
                  </a:lnTo>
                  <a:lnTo>
                    <a:pt x="11763" y="25166"/>
                  </a:lnTo>
                  <a:lnTo>
                    <a:pt x="12687" y="25628"/>
                  </a:lnTo>
                  <a:lnTo>
                    <a:pt x="13626" y="26075"/>
                  </a:lnTo>
                  <a:lnTo>
                    <a:pt x="14610" y="26507"/>
                  </a:lnTo>
                  <a:lnTo>
                    <a:pt x="15609" y="26910"/>
                  </a:lnTo>
                  <a:lnTo>
                    <a:pt x="16623" y="27298"/>
                  </a:lnTo>
                  <a:lnTo>
                    <a:pt x="17667" y="27670"/>
                  </a:lnTo>
                  <a:lnTo>
                    <a:pt x="18740" y="28013"/>
                  </a:lnTo>
                  <a:lnTo>
                    <a:pt x="19828" y="28326"/>
                  </a:lnTo>
                  <a:lnTo>
                    <a:pt x="20932" y="28624"/>
                  </a:lnTo>
                  <a:lnTo>
                    <a:pt x="22065" y="28908"/>
                  </a:lnTo>
                  <a:lnTo>
                    <a:pt x="22706" y="29042"/>
                  </a:lnTo>
                  <a:lnTo>
                    <a:pt x="23362" y="29176"/>
                  </a:lnTo>
                  <a:lnTo>
                    <a:pt x="24003" y="29295"/>
                  </a:lnTo>
                  <a:lnTo>
                    <a:pt x="24644" y="29415"/>
                  </a:lnTo>
                  <a:lnTo>
                    <a:pt x="25285" y="29519"/>
                  </a:lnTo>
                  <a:lnTo>
                    <a:pt x="25911" y="29608"/>
                  </a:lnTo>
                  <a:lnTo>
                    <a:pt x="26552" y="29698"/>
                  </a:lnTo>
                  <a:lnTo>
                    <a:pt x="27178" y="29772"/>
                  </a:lnTo>
                  <a:lnTo>
                    <a:pt x="27804" y="29847"/>
                  </a:lnTo>
                  <a:lnTo>
                    <a:pt x="28431" y="29892"/>
                  </a:lnTo>
                  <a:lnTo>
                    <a:pt x="29042" y="29951"/>
                  </a:lnTo>
                  <a:lnTo>
                    <a:pt x="29653" y="29981"/>
                  </a:lnTo>
                  <a:lnTo>
                    <a:pt x="30264" y="30011"/>
                  </a:lnTo>
                  <a:lnTo>
                    <a:pt x="30876" y="30026"/>
                  </a:lnTo>
                  <a:lnTo>
                    <a:pt x="31472" y="30041"/>
                  </a:lnTo>
                  <a:lnTo>
                    <a:pt x="32650" y="30041"/>
                  </a:lnTo>
                  <a:lnTo>
                    <a:pt x="33231" y="30026"/>
                  </a:lnTo>
                  <a:lnTo>
                    <a:pt x="33812" y="29996"/>
                  </a:lnTo>
                  <a:lnTo>
                    <a:pt x="34394" y="29966"/>
                  </a:lnTo>
                  <a:lnTo>
                    <a:pt x="34946" y="29921"/>
                  </a:lnTo>
                  <a:lnTo>
                    <a:pt x="35512" y="29862"/>
                  </a:lnTo>
                  <a:lnTo>
                    <a:pt x="36064" y="29802"/>
                  </a:lnTo>
                  <a:lnTo>
                    <a:pt x="36615" y="29743"/>
                  </a:lnTo>
                  <a:lnTo>
                    <a:pt x="37152" y="29668"/>
                  </a:lnTo>
                  <a:lnTo>
                    <a:pt x="37689" y="29579"/>
                  </a:lnTo>
                  <a:lnTo>
                    <a:pt x="38210" y="29489"/>
                  </a:lnTo>
                  <a:lnTo>
                    <a:pt x="38717" y="29385"/>
                  </a:lnTo>
                  <a:lnTo>
                    <a:pt x="39224" y="29265"/>
                  </a:lnTo>
                  <a:lnTo>
                    <a:pt x="39731" y="29161"/>
                  </a:lnTo>
                  <a:lnTo>
                    <a:pt x="40223" y="29027"/>
                  </a:lnTo>
                  <a:lnTo>
                    <a:pt x="40700" y="28893"/>
                  </a:lnTo>
                  <a:lnTo>
                    <a:pt x="41177" y="28759"/>
                  </a:lnTo>
                  <a:lnTo>
                    <a:pt x="41639" y="28609"/>
                  </a:lnTo>
                  <a:lnTo>
                    <a:pt x="42102" y="28445"/>
                  </a:lnTo>
                  <a:lnTo>
                    <a:pt x="42549" y="28281"/>
                  </a:lnTo>
                  <a:lnTo>
                    <a:pt x="42981" y="28103"/>
                  </a:lnTo>
                  <a:lnTo>
                    <a:pt x="43414" y="27924"/>
                  </a:lnTo>
                  <a:lnTo>
                    <a:pt x="43831" y="27730"/>
                  </a:lnTo>
                  <a:lnTo>
                    <a:pt x="44233" y="27536"/>
                  </a:lnTo>
                  <a:lnTo>
                    <a:pt x="44636" y="27342"/>
                  </a:lnTo>
                  <a:lnTo>
                    <a:pt x="45024" y="27134"/>
                  </a:lnTo>
                  <a:lnTo>
                    <a:pt x="45396" y="26910"/>
                  </a:lnTo>
                  <a:lnTo>
                    <a:pt x="45754" y="26686"/>
                  </a:lnTo>
                  <a:lnTo>
                    <a:pt x="46097" y="26448"/>
                  </a:lnTo>
                  <a:lnTo>
                    <a:pt x="46440" y="26209"/>
                  </a:lnTo>
                  <a:lnTo>
                    <a:pt x="46768" y="25971"/>
                  </a:lnTo>
                  <a:lnTo>
                    <a:pt x="47081" y="25717"/>
                  </a:lnTo>
                  <a:lnTo>
                    <a:pt x="47394" y="25449"/>
                  </a:lnTo>
                  <a:lnTo>
                    <a:pt x="47677" y="25181"/>
                  </a:lnTo>
                  <a:lnTo>
                    <a:pt x="47961" y="24912"/>
                  </a:lnTo>
                  <a:lnTo>
                    <a:pt x="48214" y="24629"/>
                  </a:lnTo>
                  <a:lnTo>
                    <a:pt x="48467" y="24346"/>
                  </a:lnTo>
                  <a:lnTo>
                    <a:pt x="48706" y="24048"/>
                  </a:lnTo>
                  <a:lnTo>
                    <a:pt x="48930" y="23749"/>
                  </a:lnTo>
                  <a:lnTo>
                    <a:pt x="49138" y="23436"/>
                  </a:lnTo>
                  <a:lnTo>
                    <a:pt x="49332" y="23123"/>
                  </a:lnTo>
                  <a:lnTo>
                    <a:pt x="49526" y="22810"/>
                  </a:lnTo>
                  <a:lnTo>
                    <a:pt x="49690" y="22482"/>
                  </a:lnTo>
                  <a:lnTo>
                    <a:pt x="49839" y="22154"/>
                  </a:lnTo>
                  <a:lnTo>
                    <a:pt x="49973" y="21811"/>
                  </a:lnTo>
                  <a:lnTo>
                    <a:pt x="50092" y="21468"/>
                  </a:lnTo>
                  <a:lnTo>
                    <a:pt x="50197" y="21111"/>
                  </a:lnTo>
                  <a:lnTo>
                    <a:pt x="50286" y="20753"/>
                  </a:lnTo>
                  <a:lnTo>
                    <a:pt x="50346" y="20484"/>
                  </a:lnTo>
                  <a:lnTo>
                    <a:pt x="50391" y="20216"/>
                  </a:lnTo>
                  <a:lnTo>
                    <a:pt x="50435" y="19933"/>
                  </a:lnTo>
                  <a:lnTo>
                    <a:pt x="50465" y="19664"/>
                  </a:lnTo>
                  <a:lnTo>
                    <a:pt x="50480" y="19381"/>
                  </a:lnTo>
                  <a:lnTo>
                    <a:pt x="50495" y="19113"/>
                  </a:lnTo>
                  <a:lnTo>
                    <a:pt x="50495" y="18830"/>
                  </a:lnTo>
                  <a:lnTo>
                    <a:pt x="50480" y="18561"/>
                  </a:lnTo>
                  <a:lnTo>
                    <a:pt x="50465" y="18278"/>
                  </a:lnTo>
                  <a:lnTo>
                    <a:pt x="50450" y="17995"/>
                  </a:lnTo>
                  <a:lnTo>
                    <a:pt x="50361" y="17443"/>
                  </a:lnTo>
                  <a:lnTo>
                    <a:pt x="50242" y="16891"/>
                  </a:lnTo>
                  <a:lnTo>
                    <a:pt x="50092" y="16325"/>
                  </a:lnTo>
                  <a:lnTo>
                    <a:pt x="49914" y="15773"/>
                  </a:lnTo>
                  <a:lnTo>
                    <a:pt x="49690" y="15207"/>
                  </a:lnTo>
                  <a:lnTo>
                    <a:pt x="49451" y="14655"/>
                  </a:lnTo>
                  <a:lnTo>
                    <a:pt x="49168" y="14104"/>
                  </a:lnTo>
                  <a:lnTo>
                    <a:pt x="48855" y="13552"/>
                  </a:lnTo>
                  <a:lnTo>
                    <a:pt x="48497" y="13015"/>
                  </a:lnTo>
                  <a:lnTo>
                    <a:pt x="48125" y="12464"/>
                  </a:lnTo>
                  <a:lnTo>
                    <a:pt x="47722" y="11927"/>
                  </a:lnTo>
                  <a:lnTo>
                    <a:pt x="47290" y="11390"/>
                  </a:lnTo>
                  <a:lnTo>
                    <a:pt x="46813" y="10868"/>
                  </a:lnTo>
                  <a:lnTo>
                    <a:pt x="46321" y="10347"/>
                  </a:lnTo>
                  <a:lnTo>
                    <a:pt x="45814" y="9825"/>
                  </a:lnTo>
                  <a:lnTo>
                    <a:pt x="45262" y="9318"/>
                  </a:lnTo>
                  <a:lnTo>
                    <a:pt x="44681" y="8811"/>
                  </a:lnTo>
                  <a:lnTo>
                    <a:pt x="44084" y="8319"/>
                  </a:lnTo>
                  <a:lnTo>
                    <a:pt x="43458" y="7842"/>
                  </a:lnTo>
                  <a:lnTo>
                    <a:pt x="42817" y="7365"/>
                  </a:lnTo>
                  <a:lnTo>
                    <a:pt x="42146" y="6888"/>
                  </a:lnTo>
                  <a:lnTo>
                    <a:pt x="41446" y="6441"/>
                  </a:lnTo>
                  <a:lnTo>
                    <a:pt x="40730" y="5993"/>
                  </a:lnTo>
                  <a:lnTo>
                    <a:pt x="39985" y="5561"/>
                  </a:lnTo>
                  <a:lnTo>
                    <a:pt x="39224" y="5129"/>
                  </a:lnTo>
                  <a:lnTo>
                    <a:pt x="38434" y="4726"/>
                  </a:lnTo>
                  <a:lnTo>
                    <a:pt x="37629" y="4324"/>
                  </a:lnTo>
                  <a:lnTo>
                    <a:pt x="36585" y="3847"/>
                  </a:lnTo>
                  <a:lnTo>
                    <a:pt x="35497" y="3370"/>
                  </a:lnTo>
                  <a:lnTo>
                    <a:pt x="34394" y="2937"/>
                  </a:lnTo>
                  <a:lnTo>
                    <a:pt x="33246" y="2520"/>
                  </a:lnTo>
                  <a:lnTo>
                    <a:pt x="32083" y="2132"/>
                  </a:lnTo>
                  <a:lnTo>
                    <a:pt x="30890" y="1774"/>
                  </a:lnTo>
                  <a:lnTo>
                    <a:pt x="29668" y="1446"/>
                  </a:lnTo>
                  <a:lnTo>
                    <a:pt x="28431" y="1133"/>
                  </a:lnTo>
                  <a:lnTo>
                    <a:pt x="27775" y="999"/>
                  </a:lnTo>
                  <a:lnTo>
                    <a:pt x="27133" y="865"/>
                  </a:lnTo>
                  <a:lnTo>
                    <a:pt x="26492" y="746"/>
                  </a:lnTo>
                  <a:lnTo>
                    <a:pt x="25851" y="626"/>
                  </a:lnTo>
                  <a:lnTo>
                    <a:pt x="25210" y="522"/>
                  </a:lnTo>
                  <a:lnTo>
                    <a:pt x="24569" y="418"/>
                  </a:lnTo>
                  <a:lnTo>
                    <a:pt x="23943" y="343"/>
                  </a:lnTo>
                  <a:lnTo>
                    <a:pt x="23317" y="269"/>
                  </a:lnTo>
                  <a:lnTo>
                    <a:pt x="22691" y="194"/>
                  </a:lnTo>
                  <a:lnTo>
                    <a:pt x="22065" y="134"/>
                  </a:lnTo>
                  <a:lnTo>
                    <a:pt x="21453" y="90"/>
                  </a:lnTo>
                  <a:lnTo>
                    <a:pt x="20827" y="60"/>
                  </a:lnTo>
                  <a:lnTo>
                    <a:pt x="20231" y="30"/>
                  </a:lnTo>
                  <a:lnTo>
                    <a:pt x="196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>
              <a:off x="6290575" y="2225925"/>
              <a:ext cx="916150" cy="673525"/>
            </a:xfrm>
            <a:custGeom>
              <a:rect b="b" l="l" r="r" t="t"/>
              <a:pathLst>
                <a:path extrusionOk="0" h="26941" w="36646">
                  <a:moveTo>
                    <a:pt x="13060" y="1"/>
                  </a:moveTo>
                  <a:lnTo>
                    <a:pt x="12374" y="31"/>
                  </a:lnTo>
                  <a:lnTo>
                    <a:pt x="11897" y="45"/>
                  </a:lnTo>
                  <a:lnTo>
                    <a:pt x="11435" y="75"/>
                  </a:lnTo>
                  <a:lnTo>
                    <a:pt x="10600" y="165"/>
                  </a:lnTo>
                  <a:lnTo>
                    <a:pt x="9795" y="269"/>
                  </a:lnTo>
                  <a:lnTo>
                    <a:pt x="9288" y="344"/>
                  </a:lnTo>
                  <a:lnTo>
                    <a:pt x="8796" y="433"/>
                  </a:lnTo>
                  <a:lnTo>
                    <a:pt x="8304" y="537"/>
                  </a:lnTo>
                  <a:lnTo>
                    <a:pt x="7842" y="642"/>
                  </a:lnTo>
                  <a:lnTo>
                    <a:pt x="7290" y="776"/>
                  </a:lnTo>
                  <a:lnTo>
                    <a:pt x="6754" y="940"/>
                  </a:lnTo>
                  <a:lnTo>
                    <a:pt x="6113" y="1149"/>
                  </a:lnTo>
                  <a:lnTo>
                    <a:pt x="5486" y="1387"/>
                  </a:lnTo>
                  <a:lnTo>
                    <a:pt x="5129" y="1551"/>
                  </a:lnTo>
                  <a:lnTo>
                    <a:pt x="4771" y="1715"/>
                  </a:lnTo>
                  <a:lnTo>
                    <a:pt x="4324" y="1939"/>
                  </a:lnTo>
                  <a:lnTo>
                    <a:pt x="3891" y="2177"/>
                  </a:lnTo>
                  <a:lnTo>
                    <a:pt x="3474" y="2416"/>
                  </a:lnTo>
                  <a:lnTo>
                    <a:pt x="3086" y="2684"/>
                  </a:lnTo>
                  <a:lnTo>
                    <a:pt x="2713" y="2953"/>
                  </a:lnTo>
                  <a:lnTo>
                    <a:pt x="2356" y="3236"/>
                  </a:lnTo>
                  <a:lnTo>
                    <a:pt x="2028" y="3534"/>
                  </a:lnTo>
                  <a:lnTo>
                    <a:pt x="1715" y="3847"/>
                  </a:lnTo>
                  <a:lnTo>
                    <a:pt x="1431" y="4175"/>
                  </a:lnTo>
                  <a:lnTo>
                    <a:pt x="1178" y="4503"/>
                  </a:lnTo>
                  <a:lnTo>
                    <a:pt x="939" y="4846"/>
                  </a:lnTo>
                  <a:lnTo>
                    <a:pt x="731" y="5204"/>
                  </a:lnTo>
                  <a:lnTo>
                    <a:pt x="552" y="5576"/>
                  </a:lnTo>
                  <a:lnTo>
                    <a:pt x="388" y="5949"/>
                  </a:lnTo>
                  <a:lnTo>
                    <a:pt x="254" y="6337"/>
                  </a:lnTo>
                  <a:lnTo>
                    <a:pt x="149" y="6739"/>
                  </a:lnTo>
                  <a:lnTo>
                    <a:pt x="90" y="6978"/>
                  </a:lnTo>
                  <a:lnTo>
                    <a:pt x="60" y="7231"/>
                  </a:lnTo>
                  <a:lnTo>
                    <a:pt x="30" y="7485"/>
                  </a:lnTo>
                  <a:lnTo>
                    <a:pt x="15" y="7738"/>
                  </a:lnTo>
                  <a:lnTo>
                    <a:pt x="0" y="7738"/>
                  </a:lnTo>
                  <a:lnTo>
                    <a:pt x="0" y="8051"/>
                  </a:lnTo>
                  <a:lnTo>
                    <a:pt x="0" y="8379"/>
                  </a:lnTo>
                  <a:lnTo>
                    <a:pt x="0" y="12867"/>
                  </a:lnTo>
                  <a:lnTo>
                    <a:pt x="0" y="13120"/>
                  </a:lnTo>
                  <a:lnTo>
                    <a:pt x="0" y="13388"/>
                  </a:lnTo>
                  <a:lnTo>
                    <a:pt x="15" y="13657"/>
                  </a:lnTo>
                  <a:lnTo>
                    <a:pt x="45" y="13910"/>
                  </a:lnTo>
                  <a:lnTo>
                    <a:pt x="75" y="14179"/>
                  </a:lnTo>
                  <a:lnTo>
                    <a:pt x="119" y="14432"/>
                  </a:lnTo>
                  <a:lnTo>
                    <a:pt x="179" y="14700"/>
                  </a:lnTo>
                  <a:lnTo>
                    <a:pt x="254" y="14969"/>
                  </a:lnTo>
                  <a:lnTo>
                    <a:pt x="328" y="15222"/>
                  </a:lnTo>
                  <a:lnTo>
                    <a:pt x="418" y="15491"/>
                  </a:lnTo>
                  <a:lnTo>
                    <a:pt x="522" y="15744"/>
                  </a:lnTo>
                  <a:lnTo>
                    <a:pt x="626" y="16012"/>
                  </a:lnTo>
                  <a:lnTo>
                    <a:pt x="746" y="16281"/>
                  </a:lnTo>
                  <a:lnTo>
                    <a:pt x="880" y="16534"/>
                  </a:lnTo>
                  <a:lnTo>
                    <a:pt x="1163" y="17056"/>
                  </a:lnTo>
                  <a:lnTo>
                    <a:pt x="1491" y="17563"/>
                  </a:lnTo>
                  <a:lnTo>
                    <a:pt x="1864" y="18085"/>
                  </a:lnTo>
                  <a:lnTo>
                    <a:pt x="2251" y="18577"/>
                  </a:lnTo>
                  <a:lnTo>
                    <a:pt x="2699" y="19083"/>
                  </a:lnTo>
                  <a:lnTo>
                    <a:pt x="3161" y="19575"/>
                  </a:lnTo>
                  <a:lnTo>
                    <a:pt x="3668" y="20053"/>
                  </a:lnTo>
                  <a:lnTo>
                    <a:pt x="4204" y="20530"/>
                  </a:lnTo>
                  <a:lnTo>
                    <a:pt x="4771" y="20992"/>
                  </a:lnTo>
                  <a:lnTo>
                    <a:pt x="5129" y="21260"/>
                  </a:lnTo>
                  <a:lnTo>
                    <a:pt x="5486" y="21528"/>
                  </a:lnTo>
                  <a:lnTo>
                    <a:pt x="6113" y="21961"/>
                  </a:lnTo>
                  <a:lnTo>
                    <a:pt x="6754" y="22378"/>
                  </a:lnTo>
                  <a:lnTo>
                    <a:pt x="7290" y="22706"/>
                  </a:lnTo>
                  <a:lnTo>
                    <a:pt x="7842" y="23019"/>
                  </a:lnTo>
                  <a:lnTo>
                    <a:pt x="8304" y="23288"/>
                  </a:lnTo>
                  <a:lnTo>
                    <a:pt x="8796" y="23526"/>
                  </a:lnTo>
                  <a:lnTo>
                    <a:pt x="9288" y="23780"/>
                  </a:lnTo>
                  <a:lnTo>
                    <a:pt x="9795" y="24003"/>
                  </a:lnTo>
                  <a:lnTo>
                    <a:pt x="10600" y="24361"/>
                  </a:lnTo>
                  <a:lnTo>
                    <a:pt x="11435" y="24704"/>
                  </a:lnTo>
                  <a:lnTo>
                    <a:pt x="11897" y="24883"/>
                  </a:lnTo>
                  <a:lnTo>
                    <a:pt x="12374" y="25062"/>
                  </a:lnTo>
                  <a:lnTo>
                    <a:pt x="13060" y="25285"/>
                  </a:lnTo>
                  <a:lnTo>
                    <a:pt x="13746" y="25509"/>
                  </a:lnTo>
                  <a:lnTo>
                    <a:pt x="14461" y="25718"/>
                  </a:lnTo>
                  <a:lnTo>
                    <a:pt x="15177" y="25912"/>
                  </a:lnTo>
                  <a:lnTo>
                    <a:pt x="16012" y="26105"/>
                  </a:lnTo>
                  <a:lnTo>
                    <a:pt x="16772" y="26269"/>
                  </a:lnTo>
                  <a:lnTo>
                    <a:pt x="17532" y="26418"/>
                  </a:lnTo>
                  <a:lnTo>
                    <a:pt x="18278" y="26553"/>
                  </a:lnTo>
                  <a:lnTo>
                    <a:pt x="19023" y="26657"/>
                  </a:lnTo>
                  <a:lnTo>
                    <a:pt x="19754" y="26746"/>
                  </a:lnTo>
                  <a:lnTo>
                    <a:pt x="20484" y="26821"/>
                  </a:lnTo>
                  <a:lnTo>
                    <a:pt x="21215" y="26881"/>
                  </a:lnTo>
                  <a:lnTo>
                    <a:pt x="21930" y="26910"/>
                  </a:lnTo>
                  <a:lnTo>
                    <a:pt x="22393" y="26925"/>
                  </a:lnTo>
                  <a:lnTo>
                    <a:pt x="23019" y="26940"/>
                  </a:lnTo>
                  <a:lnTo>
                    <a:pt x="23630" y="26940"/>
                  </a:lnTo>
                  <a:lnTo>
                    <a:pt x="24241" y="26910"/>
                  </a:lnTo>
                  <a:lnTo>
                    <a:pt x="24838" y="26881"/>
                  </a:lnTo>
                  <a:lnTo>
                    <a:pt x="25508" y="26836"/>
                  </a:lnTo>
                  <a:lnTo>
                    <a:pt x="26179" y="26761"/>
                  </a:lnTo>
                  <a:lnTo>
                    <a:pt x="26940" y="26672"/>
                  </a:lnTo>
                  <a:lnTo>
                    <a:pt x="27685" y="26538"/>
                  </a:lnTo>
                  <a:lnTo>
                    <a:pt x="28401" y="26389"/>
                  </a:lnTo>
                  <a:lnTo>
                    <a:pt x="29101" y="26225"/>
                  </a:lnTo>
                  <a:lnTo>
                    <a:pt x="29370" y="26150"/>
                  </a:lnTo>
                  <a:lnTo>
                    <a:pt x="29638" y="26076"/>
                  </a:lnTo>
                  <a:lnTo>
                    <a:pt x="30145" y="25926"/>
                  </a:lnTo>
                  <a:lnTo>
                    <a:pt x="30637" y="25748"/>
                  </a:lnTo>
                  <a:lnTo>
                    <a:pt x="31114" y="25569"/>
                  </a:lnTo>
                  <a:lnTo>
                    <a:pt x="31576" y="25375"/>
                  </a:lnTo>
                  <a:lnTo>
                    <a:pt x="32068" y="25151"/>
                  </a:lnTo>
                  <a:lnTo>
                    <a:pt x="32545" y="24898"/>
                  </a:lnTo>
                  <a:lnTo>
                    <a:pt x="32992" y="24629"/>
                  </a:lnTo>
                  <a:lnTo>
                    <a:pt x="33425" y="24361"/>
                  </a:lnTo>
                  <a:lnTo>
                    <a:pt x="33842" y="24063"/>
                  </a:lnTo>
                  <a:lnTo>
                    <a:pt x="34230" y="23750"/>
                  </a:lnTo>
                  <a:lnTo>
                    <a:pt x="34588" y="23437"/>
                  </a:lnTo>
                  <a:lnTo>
                    <a:pt x="34916" y="23109"/>
                  </a:lnTo>
                  <a:lnTo>
                    <a:pt x="35199" y="22781"/>
                  </a:lnTo>
                  <a:lnTo>
                    <a:pt x="35467" y="22453"/>
                  </a:lnTo>
                  <a:lnTo>
                    <a:pt x="35691" y="22095"/>
                  </a:lnTo>
                  <a:lnTo>
                    <a:pt x="35915" y="21737"/>
                  </a:lnTo>
                  <a:lnTo>
                    <a:pt x="36093" y="21379"/>
                  </a:lnTo>
                  <a:lnTo>
                    <a:pt x="36257" y="20992"/>
                  </a:lnTo>
                  <a:lnTo>
                    <a:pt x="36392" y="20604"/>
                  </a:lnTo>
                  <a:lnTo>
                    <a:pt x="36496" y="20202"/>
                  </a:lnTo>
                  <a:lnTo>
                    <a:pt x="36556" y="19903"/>
                  </a:lnTo>
                  <a:lnTo>
                    <a:pt x="36600" y="19605"/>
                  </a:lnTo>
                  <a:lnTo>
                    <a:pt x="36630" y="19307"/>
                  </a:lnTo>
                  <a:lnTo>
                    <a:pt x="36645" y="19009"/>
                  </a:lnTo>
                  <a:lnTo>
                    <a:pt x="36645" y="13806"/>
                  </a:lnTo>
                  <a:lnTo>
                    <a:pt x="36645" y="13508"/>
                  </a:lnTo>
                  <a:lnTo>
                    <a:pt x="36615" y="13210"/>
                  </a:lnTo>
                  <a:lnTo>
                    <a:pt x="36585" y="12911"/>
                  </a:lnTo>
                  <a:lnTo>
                    <a:pt x="36541" y="12613"/>
                  </a:lnTo>
                  <a:lnTo>
                    <a:pt x="36481" y="12315"/>
                  </a:lnTo>
                  <a:lnTo>
                    <a:pt x="36407" y="12002"/>
                  </a:lnTo>
                  <a:lnTo>
                    <a:pt x="36317" y="11704"/>
                  </a:lnTo>
                  <a:lnTo>
                    <a:pt x="36213" y="11406"/>
                  </a:lnTo>
                  <a:lnTo>
                    <a:pt x="36093" y="11107"/>
                  </a:lnTo>
                  <a:lnTo>
                    <a:pt x="35959" y="10809"/>
                  </a:lnTo>
                  <a:lnTo>
                    <a:pt x="35810" y="10511"/>
                  </a:lnTo>
                  <a:lnTo>
                    <a:pt x="35661" y="10213"/>
                  </a:lnTo>
                  <a:lnTo>
                    <a:pt x="35497" y="9915"/>
                  </a:lnTo>
                  <a:lnTo>
                    <a:pt x="35318" y="9617"/>
                  </a:lnTo>
                  <a:lnTo>
                    <a:pt x="35124" y="9333"/>
                  </a:lnTo>
                  <a:lnTo>
                    <a:pt x="34916" y="9035"/>
                  </a:lnTo>
                  <a:lnTo>
                    <a:pt x="34588" y="8603"/>
                  </a:lnTo>
                  <a:lnTo>
                    <a:pt x="34230" y="8171"/>
                  </a:lnTo>
                  <a:lnTo>
                    <a:pt x="33842" y="7738"/>
                  </a:lnTo>
                  <a:lnTo>
                    <a:pt x="33440" y="7321"/>
                  </a:lnTo>
                  <a:lnTo>
                    <a:pt x="33007" y="6918"/>
                  </a:lnTo>
                  <a:lnTo>
                    <a:pt x="32545" y="6501"/>
                  </a:lnTo>
                  <a:lnTo>
                    <a:pt x="32068" y="6098"/>
                  </a:lnTo>
                  <a:lnTo>
                    <a:pt x="31576" y="5711"/>
                  </a:lnTo>
                  <a:lnTo>
                    <a:pt x="31114" y="5368"/>
                  </a:lnTo>
                  <a:lnTo>
                    <a:pt x="30637" y="5040"/>
                  </a:lnTo>
                  <a:lnTo>
                    <a:pt x="30145" y="4712"/>
                  </a:lnTo>
                  <a:lnTo>
                    <a:pt x="29638" y="4399"/>
                  </a:lnTo>
                  <a:lnTo>
                    <a:pt x="29101" y="4086"/>
                  </a:lnTo>
                  <a:lnTo>
                    <a:pt x="28401" y="3698"/>
                  </a:lnTo>
                  <a:lnTo>
                    <a:pt x="27685" y="3325"/>
                  </a:lnTo>
                  <a:lnTo>
                    <a:pt x="26940" y="2967"/>
                  </a:lnTo>
                  <a:lnTo>
                    <a:pt x="26179" y="2625"/>
                  </a:lnTo>
                  <a:lnTo>
                    <a:pt x="25508" y="2356"/>
                  </a:lnTo>
                  <a:lnTo>
                    <a:pt x="24838" y="2088"/>
                  </a:lnTo>
                  <a:lnTo>
                    <a:pt x="24241" y="1879"/>
                  </a:lnTo>
                  <a:lnTo>
                    <a:pt x="23630" y="1670"/>
                  </a:lnTo>
                  <a:lnTo>
                    <a:pt x="23019" y="1477"/>
                  </a:lnTo>
                  <a:lnTo>
                    <a:pt x="22393" y="1283"/>
                  </a:lnTo>
                  <a:lnTo>
                    <a:pt x="21930" y="1149"/>
                  </a:lnTo>
                  <a:lnTo>
                    <a:pt x="21289" y="985"/>
                  </a:lnTo>
                  <a:lnTo>
                    <a:pt x="20633" y="836"/>
                  </a:lnTo>
                  <a:lnTo>
                    <a:pt x="19933" y="686"/>
                  </a:lnTo>
                  <a:lnTo>
                    <a:pt x="19247" y="537"/>
                  </a:lnTo>
                  <a:lnTo>
                    <a:pt x="18546" y="418"/>
                  </a:lnTo>
                  <a:lnTo>
                    <a:pt x="17860" y="314"/>
                  </a:lnTo>
                  <a:lnTo>
                    <a:pt x="17190" y="224"/>
                  </a:lnTo>
                  <a:lnTo>
                    <a:pt x="16504" y="150"/>
                  </a:lnTo>
                  <a:lnTo>
                    <a:pt x="15833" y="90"/>
                  </a:lnTo>
                  <a:lnTo>
                    <a:pt x="15177" y="45"/>
                  </a:lnTo>
                  <a:lnTo>
                    <a:pt x="14461" y="16"/>
                  </a:lnTo>
                  <a:lnTo>
                    <a:pt x="13761" y="1"/>
                  </a:lnTo>
                  <a:close/>
                </a:path>
              </a:pathLst>
            </a:custGeom>
            <a:solidFill>
              <a:srgbClr val="E94E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>
              <a:off x="6290575" y="2225925"/>
              <a:ext cx="916150" cy="545300"/>
            </a:xfrm>
            <a:custGeom>
              <a:rect b="b" l="l" r="r" t="t"/>
              <a:pathLst>
                <a:path extrusionOk="0" h="21812" w="36646">
                  <a:moveTo>
                    <a:pt x="13373" y="1"/>
                  </a:moveTo>
                  <a:lnTo>
                    <a:pt x="12523" y="16"/>
                  </a:lnTo>
                  <a:lnTo>
                    <a:pt x="11688" y="60"/>
                  </a:lnTo>
                  <a:lnTo>
                    <a:pt x="10868" y="135"/>
                  </a:lnTo>
                  <a:lnTo>
                    <a:pt x="10078" y="224"/>
                  </a:lnTo>
                  <a:lnTo>
                    <a:pt x="9303" y="344"/>
                  </a:lnTo>
                  <a:lnTo>
                    <a:pt x="8543" y="478"/>
                  </a:lnTo>
                  <a:lnTo>
                    <a:pt x="7812" y="642"/>
                  </a:lnTo>
                  <a:lnTo>
                    <a:pt x="7097" y="836"/>
                  </a:lnTo>
                  <a:lnTo>
                    <a:pt x="6426" y="1044"/>
                  </a:lnTo>
                  <a:lnTo>
                    <a:pt x="5770" y="1283"/>
                  </a:lnTo>
                  <a:lnTo>
                    <a:pt x="5144" y="1536"/>
                  </a:lnTo>
                  <a:lnTo>
                    <a:pt x="4547" y="1820"/>
                  </a:lnTo>
                  <a:lnTo>
                    <a:pt x="3981" y="2118"/>
                  </a:lnTo>
                  <a:lnTo>
                    <a:pt x="3444" y="2446"/>
                  </a:lnTo>
                  <a:lnTo>
                    <a:pt x="3191" y="2610"/>
                  </a:lnTo>
                  <a:lnTo>
                    <a:pt x="2937" y="2789"/>
                  </a:lnTo>
                  <a:lnTo>
                    <a:pt x="2699" y="2967"/>
                  </a:lnTo>
                  <a:lnTo>
                    <a:pt x="2475" y="3146"/>
                  </a:lnTo>
                  <a:lnTo>
                    <a:pt x="2251" y="3340"/>
                  </a:lnTo>
                  <a:lnTo>
                    <a:pt x="2043" y="3534"/>
                  </a:lnTo>
                  <a:lnTo>
                    <a:pt x="1849" y="3728"/>
                  </a:lnTo>
                  <a:lnTo>
                    <a:pt x="1655" y="3937"/>
                  </a:lnTo>
                  <a:lnTo>
                    <a:pt x="1461" y="4145"/>
                  </a:lnTo>
                  <a:lnTo>
                    <a:pt x="1297" y="4354"/>
                  </a:lnTo>
                  <a:lnTo>
                    <a:pt x="1133" y="4563"/>
                  </a:lnTo>
                  <a:lnTo>
                    <a:pt x="984" y="4786"/>
                  </a:lnTo>
                  <a:lnTo>
                    <a:pt x="835" y="5025"/>
                  </a:lnTo>
                  <a:lnTo>
                    <a:pt x="701" y="5248"/>
                  </a:lnTo>
                  <a:lnTo>
                    <a:pt x="582" y="5487"/>
                  </a:lnTo>
                  <a:lnTo>
                    <a:pt x="477" y="5726"/>
                  </a:lnTo>
                  <a:lnTo>
                    <a:pt x="373" y="5979"/>
                  </a:lnTo>
                  <a:lnTo>
                    <a:pt x="283" y="6218"/>
                  </a:lnTo>
                  <a:lnTo>
                    <a:pt x="209" y="6471"/>
                  </a:lnTo>
                  <a:lnTo>
                    <a:pt x="149" y="6739"/>
                  </a:lnTo>
                  <a:lnTo>
                    <a:pt x="90" y="7037"/>
                  </a:lnTo>
                  <a:lnTo>
                    <a:pt x="45" y="7321"/>
                  </a:lnTo>
                  <a:lnTo>
                    <a:pt x="15" y="7619"/>
                  </a:lnTo>
                  <a:lnTo>
                    <a:pt x="0" y="7917"/>
                  </a:lnTo>
                  <a:lnTo>
                    <a:pt x="0" y="8215"/>
                  </a:lnTo>
                  <a:lnTo>
                    <a:pt x="15" y="8513"/>
                  </a:lnTo>
                  <a:lnTo>
                    <a:pt x="45" y="8812"/>
                  </a:lnTo>
                  <a:lnTo>
                    <a:pt x="90" y="9110"/>
                  </a:lnTo>
                  <a:lnTo>
                    <a:pt x="149" y="9423"/>
                  </a:lnTo>
                  <a:lnTo>
                    <a:pt x="224" y="9721"/>
                  </a:lnTo>
                  <a:lnTo>
                    <a:pt x="313" y="10019"/>
                  </a:lnTo>
                  <a:lnTo>
                    <a:pt x="403" y="10317"/>
                  </a:lnTo>
                  <a:lnTo>
                    <a:pt x="522" y="10615"/>
                  </a:lnTo>
                  <a:lnTo>
                    <a:pt x="641" y="10914"/>
                  </a:lnTo>
                  <a:lnTo>
                    <a:pt x="790" y="11212"/>
                  </a:lnTo>
                  <a:lnTo>
                    <a:pt x="939" y="11510"/>
                  </a:lnTo>
                  <a:lnTo>
                    <a:pt x="1103" y="11808"/>
                  </a:lnTo>
                  <a:lnTo>
                    <a:pt x="1282" y="12106"/>
                  </a:lnTo>
                  <a:lnTo>
                    <a:pt x="1461" y="12390"/>
                  </a:lnTo>
                  <a:lnTo>
                    <a:pt x="1670" y="12688"/>
                  </a:lnTo>
                  <a:lnTo>
                    <a:pt x="1879" y="12971"/>
                  </a:lnTo>
                  <a:lnTo>
                    <a:pt x="2102" y="13269"/>
                  </a:lnTo>
                  <a:lnTo>
                    <a:pt x="2341" y="13552"/>
                  </a:lnTo>
                  <a:lnTo>
                    <a:pt x="2594" y="13836"/>
                  </a:lnTo>
                  <a:lnTo>
                    <a:pt x="2848" y="14119"/>
                  </a:lnTo>
                  <a:lnTo>
                    <a:pt x="3116" y="14402"/>
                  </a:lnTo>
                  <a:lnTo>
                    <a:pt x="3399" y="14671"/>
                  </a:lnTo>
                  <a:lnTo>
                    <a:pt x="3697" y="14954"/>
                  </a:lnTo>
                  <a:lnTo>
                    <a:pt x="3996" y="15222"/>
                  </a:lnTo>
                  <a:lnTo>
                    <a:pt x="4309" y="15491"/>
                  </a:lnTo>
                  <a:lnTo>
                    <a:pt x="4637" y="15759"/>
                  </a:lnTo>
                  <a:lnTo>
                    <a:pt x="4965" y="16012"/>
                  </a:lnTo>
                  <a:lnTo>
                    <a:pt x="5501" y="16415"/>
                  </a:lnTo>
                  <a:lnTo>
                    <a:pt x="6068" y="16802"/>
                  </a:lnTo>
                  <a:lnTo>
                    <a:pt x="6649" y="17190"/>
                  </a:lnTo>
                  <a:lnTo>
                    <a:pt x="7261" y="17563"/>
                  </a:lnTo>
                  <a:lnTo>
                    <a:pt x="7887" y="17921"/>
                  </a:lnTo>
                  <a:lnTo>
                    <a:pt x="8543" y="18264"/>
                  </a:lnTo>
                  <a:lnTo>
                    <a:pt x="9214" y="18606"/>
                  </a:lnTo>
                  <a:lnTo>
                    <a:pt x="9899" y="18934"/>
                  </a:lnTo>
                  <a:lnTo>
                    <a:pt x="10600" y="19247"/>
                  </a:lnTo>
                  <a:lnTo>
                    <a:pt x="11331" y="19531"/>
                  </a:lnTo>
                  <a:lnTo>
                    <a:pt x="12076" y="19814"/>
                  </a:lnTo>
                  <a:lnTo>
                    <a:pt x="12836" y="20082"/>
                  </a:lnTo>
                  <a:lnTo>
                    <a:pt x="13597" y="20336"/>
                  </a:lnTo>
                  <a:lnTo>
                    <a:pt x="14387" y="20559"/>
                  </a:lnTo>
                  <a:lnTo>
                    <a:pt x="15192" y="20783"/>
                  </a:lnTo>
                  <a:lnTo>
                    <a:pt x="16012" y="20977"/>
                  </a:lnTo>
                  <a:lnTo>
                    <a:pt x="16951" y="21186"/>
                  </a:lnTo>
                  <a:lnTo>
                    <a:pt x="17890" y="21350"/>
                  </a:lnTo>
                  <a:lnTo>
                    <a:pt x="18815" y="21499"/>
                  </a:lnTo>
                  <a:lnTo>
                    <a:pt x="19724" y="21618"/>
                  </a:lnTo>
                  <a:lnTo>
                    <a:pt x="20633" y="21707"/>
                  </a:lnTo>
                  <a:lnTo>
                    <a:pt x="21528" y="21767"/>
                  </a:lnTo>
                  <a:lnTo>
                    <a:pt x="22407" y="21797"/>
                  </a:lnTo>
                  <a:lnTo>
                    <a:pt x="23272" y="21812"/>
                  </a:lnTo>
                  <a:lnTo>
                    <a:pt x="24122" y="21797"/>
                  </a:lnTo>
                  <a:lnTo>
                    <a:pt x="24957" y="21752"/>
                  </a:lnTo>
                  <a:lnTo>
                    <a:pt x="25777" y="21678"/>
                  </a:lnTo>
                  <a:lnTo>
                    <a:pt x="26567" y="21588"/>
                  </a:lnTo>
                  <a:lnTo>
                    <a:pt x="27357" y="21469"/>
                  </a:lnTo>
                  <a:lnTo>
                    <a:pt x="28103" y="21335"/>
                  </a:lnTo>
                  <a:lnTo>
                    <a:pt x="28833" y="21171"/>
                  </a:lnTo>
                  <a:lnTo>
                    <a:pt x="29549" y="20977"/>
                  </a:lnTo>
                  <a:lnTo>
                    <a:pt x="30234" y="20768"/>
                  </a:lnTo>
                  <a:lnTo>
                    <a:pt x="30890" y="20530"/>
                  </a:lnTo>
                  <a:lnTo>
                    <a:pt x="31517" y="20276"/>
                  </a:lnTo>
                  <a:lnTo>
                    <a:pt x="32113" y="19993"/>
                  </a:lnTo>
                  <a:lnTo>
                    <a:pt x="32679" y="19695"/>
                  </a:lnTo>
                  <a:lnTo>
                    <a:pt x="33216" y="19367"/>
                  </a:lnTo>
                  <a:lnTo>
                    <a:pt x="33470" y="19203"/>
                  </a:lnTo>
                  <a:lnTo>
                    <a:pt x="33708" y="19024"/>
                  </a:lnTo>
                  <a:lnTo>
                    <a:pt x="33947" y="18845"/>
                  </a:lnTo>
                  <a:lnTo>
                    <a:pt x="34170" y="18666"/>
                  </a:lnTo>
                  <a:lnTo>
                    <a:pt x="34394" y="18472"/>
                  </a:lnTo>
                  <a:lnTo>
                    <a:pt x="34603" y="18278"/>
                  </a:lnTo>
                  <a:lnTo>
                    <a:pt x="34811" y="18085"/>
                  </a:lnTo>
                  <a:lnTo>
                    <a:pt x="35005" y="17876"/>
                  </a:lnTo>
                  <a:lnTo>
                    <a:pt x="35184" y="17667"/>
                  </a:lnTo>
                  <a:lnTo>
                    <a:pt x="35348" y="17458"/>
                  </a:lnTo>
                  <a:lnTo>
                    <a:pt x="35512" y="17235"/>
                  </a:lnTo>
                  <a:lnTo>
                    <a:pt x="35676" y="17011"/>
                  </a:lnTo>
                  <a:lnTo>
                    <a:pt x="35810" y="16788"/>
                  </a:lnTo>
                  <a:lnTo>
                    <a:pt x="35944" y="16564"/>
                  </a:lnTo>
                  <a:lnTo>
                    <a:pt x="36064" y="16325"/>
                  </a:lnTo>
                  <a:lnTo>
                    <a:pt x="36168" y="16087"/>
                  </a:lnTo>
                  <a:lnTo>
                    <a:pt x="36272" y="15833"/>
                  </a:lnTo>
                  <a:lnTo>
                    <a:pt x="36362" y="15580"/>
                  </a:lnTo>
                  <a:lnTo>
                    <a:pt x="36436" y="15327"/>
                  </a:lnTo>
                  <a:lnTo>
                    <a:pt x="36511" y="15073"/>
                  </a:lnTo>
                  <a:lnTo>
                    <a:pt x="36585" y="14671"/>
                  </a:lnTo>
                  <a:lnTo>
                    <a:pt x="36630" y="14283"/>
                  </a:lnTo>
                  <a:lnTo>
                    <a:pt x="36645" y="13880"/>
                  </a:lnTo>
                  <a:lnTo>
                    <a:pt x="36645" y="13478"/>
                  </a:lnTo>
                  <a:lnTo>
                    <a:pt x="36615" y="13075"/>
                  </a:lnTo>
                  <a:lnTo>
                    <a:pt x="36556" y="12658"/>
                  </a:lnTo>
                  <a:lnTo>
                    <a:pt x="36466" y="12255"/>
                  </a:lnTo>
                  <a:lnTo>
                    <a:pt x="36362" y="11853"/>
                  </a:lnTo>
                  <a:lnTo>
                    <a:pt x="36228" y="11450"/>
                  </a:lnTo>
                  <a:lnTo>
                    <a:pt x="36079" y="11048"/>
                  </a:lnTo>
                  <a:lnTo>
                    <a:pt x="35885" y="10645"/>
                  </a:lnTo>
                  <a:lnTo>
                    <a:pt x="35691" y="10243"/>
                  </a:lnTo>
                  <a:lnTo>
                    <a:pt x="35452" y="9840"/>
                  </a:lnTo>
                  <a:lnTo>
                    <a:pt x="35199" y="9453"/>
                  </a:lnTo>
                  <a:lnTo>
                    <a:pt x="34931" y="9050"/>
                  </a:lnTo>
                  <a:lnTo>
                    <a:pt x="34632" y="8662"/>
                  </a:lnTo>
                  <a:lnTo>
                    <a:pt x="34319" y="8275"/>
                  </a:lnTo>
                  <a:lnTo>
                    <a:pt x="33976" y="7887"/>
                  </a:lnTo>
                  <a:lnTo>
                    <a:pt x="33619" y="7515"/>
                  </a:lnTo>
                  <a:lnTo>
                    <a:pt x="33246" y="7142"/>
                  </a:lnTo>
                  <a:lnTo>
                    <a:pt x="32858" y="6769"/>
                  </a:lnTo>
                  <a:lnTo>
                    <a:pt x="32441" y="6396"/>
                  </a:lnTo>
                  <a:lnTo>
                    <a:pt x="31994" y="6039"/>
                  </a:lnTo>
                  <a:lnTo>
                    <a:pt x="31546" y="5696"/>
                  </a:lnTo>
                  <a:lnTo>
                    <a:pt x="31069" y="5353"/>
                  </a:lnTo>
                  <a:lnTo>
                    <a:pt x="30592" y="5010"/>
                  </a:lnTo>
                  <a:lnTo>
                    <a:pt x="30085" y="4682"/>
                  </a:lnTo>
                  <a:lnTo>
                    <a:pt x="29564" y="4354"/>
                  </a:lnTo>
                  <a:lnTo>
                    <a:pt x="29027" y="4041"/>
                  </a:lnTo>
                  <a:lnTo>
                    <a:pt x="28475" y="3728"/>
                  </a:lnTo>
                  <a:lnTo>
                    <a:pt x="27909" y="3430"/>
                  </a:lnTo>
                  <a:lnTo>
                    <a:pt x="27312" y="3146"/>
                  </a:lnTo>
                  <a:lnTo>
                    <a:pt x="26552" y="2789"/>
                  </a:lnTo>
                  <a:lnTo>
                    <a:pt x="25762" y="2461"/>
                  </a:lnTo>
                  <a:lnTo>
                    <a:pt x="24957" y="2133"/>
                  </a:lnTo>
                  <a:lnTo>
                    <a:pt x="24137" y="1834"/>
                  </a:lnTo>
                  <a:lnTo>
                    <a:pt x="23287" y="1551"/>
                  </a:lnTo>
                  <a:lnTo>
                    <a:pt x="22422" y="1298"/>
                  </a:lnTo>
                  <a:lnTo>
                    <a:pt x="21528" y="1059"/>
                  </a:lnTo>
                  <a:lnTo>
                    <a:pt x="20633" y="836"/>
                  </a:lnTo>
                  <a:lnTo>
                    <a:pt x="19694" y="627"/>
                  </a:lnTo>
                  <a:lnTo>
                    <a:pt x="18770" y="463"/>
                  </a:lnTo>
                  <a:lnTo>
                    <a:pt x="17846" y="314"/>
                  </a:lnTo>
                  <a:lnTo>
                    <a:pt x="16921" y="195"/>
                  </a:lnTo>
                  <a:lnTo>
                    <a:pt x="16012" y="105"/>
                  </a:lnTo>
                  <a:lnTo>
                    <a:pt x="15117" y="45"/>
                  </a:lnTo>
                  <a:lnTo>
                    <a:pt x="14238" y="16"/>
                  </a:lnTo>
                  <a:lnTo>
                    <a:pt x="133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>
              <a:off x="6425475" y="2301975"/>
              <a:ext cx="216575" cy="177425"/>
            </a:xfrm>
            <a:custGeom>
              <a:rect b="b" l="l" r="r" t="t"/>
              <a:pathLst>
                <a:path extrusionOk="0" h="7097" w="8663">
                  <a:moveTo>
                    <a:pt x="8663" y="0"/>
                  </a:moveTo>
                  <a:lnTo>
                    <a:pt x="8081" y="388"/>
                  </a:lnTo>
                  <a:lnTo>
                    <a:pt x="7500" y="790"/>
                  </a:lnTo>
                  <a:lnTo>
                    <a:pt x="6933" y="1193"/>
                  </a:lnTo>
                  <a:lnTo>
                    <a:pt x="6367" y="1610"/>
                  </a:lnTo>
                  <a:lnTo>
                    <a:pt x="5249" y="2460"/>
                  </a:lnTo>
                  <a:lnTo>
                    <a:pt x="4160" y="3340"/>
                  </a:lnTo>
                  <a:lnTo>
                    <a:pt x="3087" y="4234"/>
                  </a:lnTo>
                  <a:lnTo>
                    <a:pt x="2029" y="5158"/>
                  </a:lnTo>
                  <a:lnTo>
                    <a:pt x="1507" y="5620"/>
                  </a:lnTo>
                  <a:lnTo>
                    <a:pt x="1000" y="6098"/>
                  </a:lnTo>
                  <a:lnTo>
                    <a:pt x="493" y="6590"/>
                  </a:lnTo>
                  <a:lnTo>
                    <a:pt x="1" y="7096"/>
                  </a:lnTo>
                  <a:lnTo>
                    <a:pt x="1" y="7096"/>
                  </a:lnTo>
                  <a:lnTo>
                    <a:pt x="597" y="6709"/>
                  </a:lnTo>
                  <a:lnTo>
                    <a:pt x="1179" y="6321"/>
                  </a:lnTo>
                  <a:lnTo>
                    <a:pt x="1745" y="5904"/>
                  </a:lnTo>
                  <a:lnTo>
                    <a:pt x="2312" y="5501"/>
                  </a:lnTo>
                  <a:lnTo>
                    <a:pt x="3430" y="4651"/>
                  </a:lnTo>
                  <a:lnTo>
                    <a:pt x="4518" y="3772"/>
                  </a:lnTo>
                  <a:lnTo>
                    <a:pt x="5592" y="2877"/>
                  </a:lnTo>
                  <a:lnTo>
                    <a:pt x="6650" y="1953"/>
                  </a:lnTo>
                  <a:lnTo>
                    <a:pt x="7157" y="1476"/>
                  </a:lnTo>
                  <a:lnTo>
                    <a:pt x="7679" y="999"/>
                  </a:lnTo>
                  <a:lnTo>
                    <a:pt x="8171" y="507"/>
                  </a:lnTo>
                  <a:lnTo>
                    <a:pt x="8663" y="0"/>
                  </a:lnTo>
                  <a:close/>
                </a:path>
              </a:pathLst>
            </a:custGeom>
            <a:solidFill>
              <a:srgbClr val="7B00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>
              <a:off x="6829875" y="2487950"/>
              <a:ext cx="216575" cy="177425"/>
            </a:xfrm>
            <a:custGeom>
              <a:rect b="b" l="l" r="r" t="t"/>
              <a:pathLst>
                <a:path extrusionOk="0" h="7097" w="8663">
                  <a:moveTo>
                    <a:pt x="8662" y="0"/>
                  </a:moveTo>
                  <a:lnTo>
                    <a:pt x="8066" y="388"/>
                  </a:lnTo>
                  <a:lnTo>
                    <a:pt x="7485" y="790"/>
                  </a:lnTo>
                  <a:lnTo>
                    <a:pt x="6918" y="1193"/>
                  </a:lnTo>
                  <a:lnTo>
                    <a:pt x="6352" y="1610"/>
                  </a:lnTo>
                  <a:lnTo>
                    <a:pt x="5233" y="2460"/>
                  </a:lnTo>
                  <a:lnTo>
                    <a:pt x="4145" y="3340"/>
                  </a:lnTo>
                  <a:lnTo>
                    <a:pt x="3072" y="4234"/>
                  </a:lnTo>
                  <a:lnTo>
                    <a:pt x="2013" y="5159"/>
                  </a:lnTo>
                  <a:lnTo>
                    <a:pt x="1506" y="5621"/>
                  </a:lnTo>
                  <a:lnTo>
                    <a:pt x="985" y="6113"/>
                  </a:lnTo>
                  <a:lnTo>
                    <a:pt x="493" y="6590"/>
                  </a:lnTo>
                  <a:lnTo>
                    <a:pt x="1" y="7097"/>
                  </a:lnTo>
                  <a:lnTo>
                    <a:pt x="582" y="6709"/>
                  </a:lnTo>
                  <a:lnTo>
                    <a:pt x="1163" y="6321"/>
                  </a:lnTo>
                  <a:lnTo>
                    <a:pt x="1730" y="5904"/>
                  </a:lnTo>
                  <a:lnTo>
                    <a:pt x="2297" y="5502"/>
                  </a:lnTo>
                  <a:lnTo>
                    <a:pt x="3415" y="4652"/>
                  </a:lnTo>
                  <a:lnTo>
                    <a:pt x="4503" y="3772"/>
                  </a:lnTo>
                  <a:lnTo>
                    <a:pt x="5576" y="2878"/>
                  </a:lnTo>
                  <a:lnTo>
                    <a:pt x="6635" y="1953"/>
                  </a:lnTo>
                  <a:lnTo>
                    <a:pt x="7157" y="1476"/>
                  </a:lnTo>
                  <a:lnTo>
                    <a:pt x="7664" y="999"/>
                  </a:lnTo>
                  <a:lnTo>
                    <a:pt x="8170" y="507"/>
                  </a:lnTo>
                  <a:lnTo>
                    <a:pt x="8662" y="0"/>
                  </a:lnTo>
                  <a:close/>
                </a:path>
              </a:pathLst>
            </a:custGeom>
            <a:solidFill>
              <a:srgbClr val="7B00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>
              <a:off x="6654700" y="2580000"/>
              <a:ext cx="157675" cy="118925"/>
            </a:xfrm>
            <a:custGeom>
              <a:rect b="b" l="l" r="r" t="t"/>
              <a:pathLst>
                <a:path extrusionOk="0" h="4757" w="6307">
                  <a:moveTo>
                    <a:pt x="4816" y="1"/>
                  </a:moveTo>
                  <a:lnTo>
                    <a:pt x="4727" y="358"/>
                  </a:lnTo>
                  <a:lnTo>
                    <a:pt x="4607" y="701"/>
                  </a:lnTo>
                  <a:lnTo>
                    <a:pt x="4443" y="1014"/>
                  </a:lnTo>
                  <a:lnTo>
                    <a:pt x="4279" y="1328"/>
                  </a:lnTo>
                  <a:lnTo>
                    <a:pt x="4071" y="1626"/>
                  </a:lnTo>
                  <a:lnTo>
                    <a:pt x="3847" y="1894"/>
                  </a:lnTo>
                  <a:lnTo>
                    <a:pt x="3608" y="2162"/>
                  </a:lnTo>
                  <a:lnTo>
                    <a:pt x="3340" y="2386"/>
                  </a:lnTo>
                  <a:lnTo>
                    <a:pt x="3057" y="2610"/>
                  </a:lnTo>
                  <a:lnTo>
                    <a:pt x="2759" y="2789"/>
                  </a:lnTo>
                  <a:lnTo>
                    <a:pt x="2431" y="2953"/>
                  </a:lnTo>
                  <a:lnTo>
                    <a:pt x="2103" y="3087"/>
                  </a:lnTo>
                  <a:lnTo>
                    <a:pt x="1760" y="3206"/>
                  </a:lnTo>
                  <a:lnTo>
                    <a:pt x="1402" y="3281"/>
                  </a:lnTo>
                  <a:lnTo>
                    <a:pt x="1029" y="3325"/>
                  </a:lnTo>
                  <a:lnTo>
                    <a:pt x="657" y="3340"/>
                  </a:lnTo>
                  <a:lnTo>
                    <a:pt x="329" y="3325"/>
                  </a:lnTo>
                  <a:lnTo>
                    <a:pt x="1" y="3295"/>
                  </a:lnTo>
                  <a:lnTo>
                    <a:pt x="150" y="3459"/>
                  </a:lnTo>
                  <a:lnTo>
                    <a:pt x="314" y="3623"/>
                  </a:lnTo>
                  <a:lnTo>
                    <a:pt x="478" y="3758"/>
                  </a:lnTo>
                  <a:lnTo>
                    <a:pt x="657" y="3907"/>
                  </a:lnTo>
                  <a:lnTo>
                    <a:pt x="836" y="4041"/>
                  </a:lnTo>
                  <a:lnTo>
                    <a:pt x="1029" y="4160"/>
                  </a:lnTo>
                  <a:lnTo>
                    <a:pt x="1223" y="4265"/>
                  </a:lnTo>
                  <a:lnTo>
                    <a:pt x="1417" y="4369"/>
                  </a:lnTo>
                  <a:lnTo>
                    <a:pt x="1626" y="4458"/>
                  </a:lnTo>
                  <a:lnTo>
                    <a:pt x="1849" y="4533"/>
                  </a:lnTo>
                  <a:lnTo>
                    <a:pt x="2058" y="4607"/>
                  </a:lnTo>
                  <a:lnTo>
                    <a:pt x="2282" y="4667"/>
                  </a:lnTo>
                  <a:lnTo>
                    <a:pt x="2505" y="4712"/>
                  </a:lnTo>
                  <a:lnTo>
                    <a:pt x="2744" y="4742"/>
                  </a:lnTo>
                  <a:lnTo>
                    <a:pt x="2982" y="4756"/>
                  </a:lnTo>
                  <a:lnTo>
                    <a:pt x="3445" y="4756"/>
                  </a:lnTo>
                  <a:lnTo>
                    <a:pt x="3668" y="4742"/>
                  </a:lnTo>
                  <a:lnTo>
                    <a:pt x="3892" y="4712"/>
                  </a:lnTo>
                  <a:lnTo>
                    <a:pt x="4115" y="4667"/>
                  </a:lnTo>
                  <a:lnTo>
                    <a:pt x="4324" y="4622"/>
                  </a:lnTo>
                  <a:lnTo>
                    <a:pt x="4533" y="4563"/>
                  </a:lnTo>
                  <a:lnTo>
                    <a:pt x="4727" y="4488"/>
                  </a:lnTo>
                  <a:lnTo>
                    <a:pt x="4935" y="4399"/>
                  </a:lnTo>
                  <a:lnTo>
                    <a:pt x="5129" y="4309"/>
                  </a:lnTo>
                  <a:lnTo>
                    <a:pt x="5308" y="4205"/>
                  </a:lnTo>
                  <a:lnTo>
                    <a:pt x="5502" y="4101"/>
                  </a:lnTo>
                  <a:lnTo>
                    <a:pt x="5681" y="3981"/>
                  </a:lnTo>
                  <a:lnTo>
                    <a:pt x="5845" y="3862"/>
                  </a:lnTo>
                  <a:lnTo>
                    <a:pt x="6009" y="3728"/>
                  </a:lnTo>
                  <a:lnTo>
                    <a:pt x="6158" y="3579"/>
                  </a:lnTo>
                  <a:lnTo>
                    <a:pt x="6307" y="3430"/>
                  </a:lnTo>
                  <a:lnTo>
                    <a:pt x="6128" y="3161"/>
                  </a:lnTo>
                  <a:lnTo>
                    <a:pt x="5979" y="2878"/>
                  </a:lnTo>
                  <a:lnTo>
                    <a:pt x="5830" y="2580"/>
                  </a:lnTo>
                  <a:lnTo>
                    <a:pt x="5725" y="2267"/>
                  </a:lnTo>
                  <a:lnTo>
                    <a:pt x="5636" y="1954"/>
                  </a:lnTo>
                  <a:lnTo>
                    <a:pt x="5562" y="1626"/>
                  </a:lnTo>
                  <a:lnTo>
                    <a:pt x="5517" y="1283"/>
                  </a:lnTo>
                  <a:lnTo>
                    <a:pt x="5517" y="940"/>
                  </a:lnTo>
                  <a:lnTo>
                    <a:pt x="5517" y="701"/>
                  </a:lnTo>
                  <a:lnTo>
                    <a:pt x="5532" y="478"/>
                  </a:lnTo>
                  <a:lnTo>
                    <a:pt x="5353" y="373"/>
                  </a:lnTo>
                  <a:lnTo>
                    <a:pt x="5159" y="254"/>
                  </a:lnTo>
                  <a:lnTo>
                    <a:pt x="4980" y="135"/>
                  </a:lnTo>
                  <a:lnTo>
                    <a:pt x="4816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2"/>
            <p:cNvSpPr/>
            <p:nvPr/>
          </p:nvSpPr>
          <p:spPr>
            <a:xfrm>
              <a:off x="6628975" y="2563600"/>
              <a:ext cx="146150" cy="99925"/>
            </a:xfrm>
            <a:custGeom>
              <a:rect b="b" l="l" r="r" t="t"/>
              <a:pathLst>
                <a:path extrusionOk="0" h="3997" w="5846">
                  <a:moveTo>
                    <a:pt x="5189" y="1"/>
                  </a:moveTo>
                  <a:lnTo>
                    <a:pt x="4921" y="209"/>
                  </a:lnTo>
                  <a:lnTo>
                    <a:pt x="4623" y="373"/>
                  </a:lnTo>
                  <a:lnTo>
                    <a:pt x="4310" y="523"/>
                  </a:lnTo>
                  <a:lnTo>
                    <a:pt x="3996" y="657"/>
                  </a:lnTo>
                  <a:lnTo>
                    <a:pt x="3654" y="746"/>
                  </a:lnTo>
                  <a:lnTo>
                    <a:pt x="3311" y="821"/>
                  </a:lnTo>
                  <a:lnTo>
                    <a:pt x="2968" y="865"/>
                  </a:lnTo>
                  <a:lnTo>
                    <a:pt x="2595" y="880"/>
                  </a:lnTo>
                  <a:lnTo>
                    <a:pt x="2222" y="865"/>
                  </a:lnTo>
                  <a:lnTo>
                    <a:pt x="1850" y="821"/>
                  </a:lnTo>
                  <a:lnTo>
                    <a:pt x="1477" y="731"/>
                  </a:lnTo>
                  <a:lnTo>
                    <a:pt x="1134" y="627"/>
                  </a:lnTo>
                  <a:lnTo>
                    <a:pt x="1015" y="761"/>
                  </a:lnTo>
                  <a:lnTo>
                    <a:pt x="895" y="895"/>
                  </a:lnTo>
                  <a:lnTo>
                    <a:pt x="761" y="1014"/>
                  </a:lnTo>
                  <a:lnTo>
                    <a:pt x="627" y="1134"/>
                  </a:lnTo>
                  <a:lnTo>
                    <a:pt x="478" y="1253"/>
                  </a:lnTo>
                  <a:lnTo>
                    <a:pt x="329" y="1357"/>
                  </a:lnTo>
                  <a:lnTo>
                    <a:pt x="165" y="1447"/>
                  </a:lnTo>
                  <a:lnTo>
                    <a:pt x="1" y="1536"/>
                  </a:lnTo>
                  <a:lnTo>
                    <a:pt x="46" y="1879"/>
                  </a:lnTo>
                  <a:lnTo>
                    <a:pt x="120" y="2207"/>
                  </a:lnTo>
                  <a:lnTo>
                    <a:pt x="210" y="2520"/>
                  </a:lnTo>
                  <a:lnTo>
                    <a:pt x="329" y="2833"/>
                  </a:lnTo>
                  <a:lnTo>
                    <a:pt x="478" y="3131"/>
                  </a:lnTo>
                  <a:lnTo>
                    <a:pt x="642" y="3430"/>
                  </a:lnTo>
                  <a:lnTo>
                    <a:pt x="821" y="3698"/>
                  </a:lnTo>
                  <a:lnTo>
                    <a:pt x="1030" y="3951"/>
                  </a:lnTo>
                  <a:lnTo>
                    <a:pt x="1358" y="3981"/>
                  </a:lnTo>
                  <a:lnTo>
                    <a:pt x="1686" y="3996"/>
                  </a:lnTo>
                  <a:lnTo>
                    <a:pt x="2058" y="3981"/>
                  </a:lnTo>
                  <a:lnTo>
                    <a:pt x="2431" y="3937"/>
                  </a:lnTo>
                  <a:lnTo>
                    <a:pt x="2789" y="3862"/>
                  </a:lnTo>
                  <a:lnTo>
                    <a:pt x="3132" y="3743"/>
                  </a:lnTo>
                  <a:lnTo>
                    <a:pt x="3460" y="3609"/>
                  </a:lnTo>
                  <a:lnTo>
                    <a:pt x="3788" y="3445"/>
                  </a:lnTo>
                  <a:lnTo>
                    <a:pt x="4086" y="3266"/>
                  </a:lnTo>
                  <a:lnTo>
                    <a:pt x="4369" y="3042"/>
                  </a:lnTo>
                  <a:lnTo>
                    <a:pt x="4637" y="2818"/>
                  </a:lnTo>
                  <a:lnTo>
                    <a:pt x="4876" y="2550"/>
                  </a:lnTo>
                  <a:lnTo>
                    <a:pt x="5100" y="2282"/>
                  </a:lnTo>
                  <a:lnTo>
                    <a:pt x="5308" y="1984"/>
                  </a:lnTo>
                  <a:lnTo>
                    <a:pt x="5472" y="1670"/>
                  </a:lnTo>
                  <a:lnTo>
                    <a:pt x="5636" y="1357"/>
                  </a:lnTo>
                  <a:lnTo>
                    <a:pt x="5756" y="1014"/>
                  </a:lnTo>
                  <a:lnTo>
                    <a:pt x="5845" y="657"/>
                  </a:lnTo>
                  <a:lnTo>
                    <a:pt x="5562" y="403"/>
                  </a:lnTo>
                  <a:lnTo>
                    <a:pt x="5428" y="269"/>
                  </a:lnTo>
                  <a:lnTo>
                    <a:pt x="5293" y="135"/>
                  </a:lnTo>
                  <a:lnTo>
                    <a:pt x="5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2"/>
            <p:cNvSpPr/>
            <p:nvPr/>
          </p:nvSpPr>
          <p:spPr>
            <a:xfrm>
              <a:off x="6818700" y="2562500"/>
              <a:ext cx="186750" cy="147600"/>
            </a:xfrm>
            <a:custGeom>
              <a:rect b="b" l="l" r="r" t="t"/>
              <a:pathLst>
                <a:path extrusionOk="0" h="5904" w="7470">
                  <a:moveTo>
                    <a:pt x="4905" y="0"/>
                  </a:moveTo>
                  <a:lnTo>
                    <a:pt x="4905" y="224"/>
                  </a:lnTo>
                  <a:lnTo>
                    <a:pt x="4905" y="447"/>
                  </a:lnTo>
                  <a:lnTo>
                    <a:pt x="4890" y="656"/>
                  </a:lnTo>
                  <a:lnTo>
                    <a:pt x="4861" y="865"/>
                  </a:lnTo>
                  <a:lnTo>
                    <a:pt x="4816" y="1073"/>
                  </a:lnTo>
                  <a:lnTo>
                    <a:pt x="4771" y="1282"/>
                  </a:lnTo>
                  <a:lnTo>
                    <a:pt x="4711" y="1491"/>
                  </a:lnTo>
                  <a:lnTo>
                    <a:pt x="4652" y="1685"/>
                  </a:lnTo>
                  <a:lnTo>
                    <a:pt x="4577" y="1878"/>
                  </a:lnTo>
                  <a:lnTo>
                    <a:pt x="4488" y="2072"/>
                  </a:lnTo>
                  <a:lnTo>
                    <a:pt x="4398" y="2251"/>
                  </a:lnTo>
                  <a:lnTo>
                    <a:pt x="4294" y="2430"/>
                  </a:lnTo>
                  <a:lnTo>
                    <a:pt x="4175" y="2609"/>
                  </a:lnTo>
                  <a:lnTo>
                    <a:pt x="4055" y="2773"/>
                  </a:lnTo>
                  <a:lnTo>
                    <a:pt x="3936" y="2937"/>
                  </a:lnTo>
                  <a:lnTo>
                    <a:pt x="3802" y="3086"/>
                  </a:lnTo>
                  <a:lnTo>
                    <a:pt x="3653" y="3235"/>
                  </a:lnTo>
                  <a:lnTo>
                    <a:pt x="3504" y="3369"/>
                  </a:lnTo>
                  <a:lnTo>
                    <a:pt x="3355" y="3503"/>
                  </a:lnTo>
                  <a:lnTo>
                    <a:pt x="3191" y="3638"/>
                  </a:lnTo>
                  <a:lnTo>
                    <a:pt x="3027" y="3757"/>
                  </a:lnTo>
                  <a:lnTo>
                    <a:pt x="2848" y="3861"/>
                  </a:lnTo>
                  <a:lnTo>
                    <a:pt x="2669" y="3966"/>
                  </a:lnTo>
                  <a:lnTo>
                    <a:pt x="2490" y="4055"/>
                  </a:lnTo>
                  <a:lnTo>
                    <a:pt x="2296" y="4145"/>
                  </a:lnTo>
                  <a:lnTo>
                    <a:pt x="2102" y="4219"/>
                  </a:lnTo>
                  <a:lnTo>
                    <a:pt x="1909" y="4294"/>
                  </a:lnTo>
                  <a:lnTo>
                    <a:pt x="1715" y="4353"/>
                  </a:lnTo>
                  <a:lnTo>
                    <a:pt x="1506" y="4398"/>
                  </a:lnTo>
                  <a:lnTo>
                    <a:pt x="1297" y="4428"/>
                  </a:lnTo>
                  <a:lnTo>
                    <a:pt x="1074" y="4458"/>
                  </a:lnTo>
                  <a:lnTo>
                    <a:pt x="865" y="4473"/>
                  </a:lnTo>
                  <a:lnTo>
                    <a:pt x="641" y="4487"/>
                  </a:lnTo>
                  <a:lnTo>
                    <a:pt x="313" y="4473"/>
                  </a:lnTo>
                  <a:lnTo>
                    <a:pt x="0" y="4428"/>
                  </a:lnTo>
                  <a:lnTo>
                    <a:pt x="149" y="4592"/>
                  </a:lnTo>
                  <a:lnTo>
                    <a:pt x="299" y="4756"/>
                  </a:lnTo>
                  <a:lnTo>
                    <a:pt x="477" y="4905"/>
                  </a:lnTo>
                  <a:lnTo>
                    <a:pt x="641" y="5039"/>
                  </a:lnTo>
                  <a:lnTo>
                    <a:pt x="820" y="5173"/>
                  </a:lnTo>
                  <a:lnTo>
                    <a:pt x="1014" y="5292"/>
                  </a:lnTo>
                  <a:lnTo>
                    <a:pt x="1208" y="5397"/>
                  </a:lnTo>
                  <a:lnTo>
                    <a:pt x="1417" y="5501"/>
                  </a:lnTo>
                  <a:lnTo>
                    <a:pt x="1625" y="5591"/>
                  </a:lnTo>
                  <a:lnTo>
                    <a:pt x="1834" y="5665"/>
                  </a:lnTo>
                  <a:lnTo>
                    <a:pt x="2058" y="5740"/>
                  </a:lnTo>
                  <a:lnTo>
                    <a:pt x="2281" y="5799"/>
                  </a:lnTo>
                  <a:lnTo>
                    <a:pt x="2505" y="5844"/>
                  </a:lnTo>
                  <a:lnTo>
                    <a:pt x="2729" y="5874"/>
                  </a:lnTo>
                  <a:lnTo>
                    <a:pt x="2967" y="5889"/>
                  </a:lnTo>
                  <a:lnTo>
                    <a:pt x="3206" y="5904"/>
                  </a:lnTo>
                  <a:lnTo>
                    <a:pt x="3429" y="5889"/>
                  </a:lnTo>
                  <a:lnTo>
                    <a:pt x="3638" y="5874"/>
                  </a:lnTo>
                  <a:lnTo>
                    <a:pt x="3862" y="5844"/>
                  </a:lnTo>
                  <a:lnTo>
                    <a:pt x="4070" y="5814"/>
                  </a:lnTo>
                  <a:lnTo>
                    <a:pt x="4279" y="5770"/>
                  </a:lnTo>
                  <a:lnTo>
                    <a:pt x="4473" y="5710"/>
                  </a:lnTo>
                  <a:lnTo>
                    <a:pt x="4682" y="5635"/>
                  </a:lnTo>
                  <a:lnTo>
                    <a:pt x="4861" y="5561"/>
                  </a:lnTo>
                  <a:lnTo>
                    <a:pt x="5054" y="5486"/>
                  </a:lnTo>
                  <a:lnTo>
                    <a:pt x="5233" y="5382"/>
                  </a:lnTo>
                  <a:lnTo>
                    <a:pt x="5412" y="5278"/>
                  </a:lnTo>
                  <a:lnTo>
                    <a:pt x="5591" y="5173"/>
                  </a:lnTo>
                  <a:lnTo>
                    <a:pt x="5755" y="5054"/>
                  </a:lnTo>
                  <a:lnTo>
                    <a:pt x="5919" y="4920"/>
                  </a:lnTo>
                  <a:lnTo>
                    <a:pt x="6068" y="4786"/>
                  </a:lnTo>
                  <a:lnTo>
                    <a:pt x="6217" y="4651"/>
                  </a:lnTo>
                  <a:lnTo>
                    <a:pt x="6366" y="4502"/>
                  </a:lnTo>
                  <a:lnTo>
                    <a:pt x="6500" y="4353"/>
                  </a:lnTo>
                  <a:lnTo>
                    <a:pt x="6620" y="4189"/>
                  </a:lnTo>
                  <a:lnTo>
                    <a:pt x="6739" y="4025"/>
                  </a:lnTo>
                  <a:lnTo>
                    <a:pt x="6858" y="3846"/>
                  </a:lnTo>
                  <a:lnTo>
                    <a:pt x="6948" y="3667"/>
                  </a:lnTo>
                  <a:lnTo>
                    <a:pt x="7052" y="3489"/>
                  </a:lnTo>
                  <a:lnTo>
                    <a:pt x="7142" y="3295"/>
                  </a:lnTo>
                  <a:lnTo>
                    <a:pt x="7216" y="3101"/>
                  </a:lnTo>
                  <a:lnTo>
                    <a:pt x="7276" y="2907"/>
                  </a:lnTo>
                  <a:lnTo>
                    <a:pt x="7335" y="2698"/>
                  </a:lnTo>
                  <a:lnTo>
                    <a:pt x="7380" y="2505"/>
                  </a:lnTo>
                  <a:lnTo>
                    <a:pt x="7425" y="2296"/>
                  </a:lnTo>
                  <a:lnTo>
                    <a:pt x="7440" y="2072"/>
                  </a:lnTo>
                  <a:lnTo>
                    <a:pt x="7469" y="1864"/>
                  </a:lnTo>
                  <a:lnTo>
                    <a:pt x="7469" y="1640"/>
                  </a:lnTo>
                  <a:lnTo>
                    <a:pt x="7455" y="1267"/>
                  </a:lnTo>
                  <a:lnTo>
                    <a:pt x="7410" y="895"/>
                  </a:lnTo>
                  <a:lnTo>
                    <a:pt x="7320" y="537"/>
                  </a:lnTo>
                  <a:lnTo>
                    <a:pt x="7216" y="194"/>
                  </a:lnTo>
                  <a:lnTo>
                    <a:pt x="6992" y="283"/>
                  </a:lnTo>
                  <a:lnTo>
                    <a:pt x="6754" y="343"/>
                  </a:lnTo>
                  <a:lnTo>
                    <a:pt x="6500" y="373"/>
                  </a:lnTo>
                  <a:lnTo>
                    <a:pt x="6247" y="388"/>
                  </a:lnTo>
                  <a:lnTo>
                    <a:pt x="6053" y="388"/>
                  </a:lnTo>
                  <a:lnTo>
                    <a:pt x="5874" y="358"/>
                  </a:lnTo>
                  <a:lnTo>
                    <a:pt x="5710" y="328"/>
                  </a:lnTo>
                  <a:lnTo>
                    <a:pt x="5531" y="283"/>
                  </a:lnTo>
                  <a:lnTo>
                    <a:pt x="5367" y="239"/>
                  </a:lnTo>
                  <a:lnTo>
                    <a:pt x="5203" y="164"/>
                  </a:lnTo>
                  <a:lnTo>
                    <a:pt x="5054" y="89"/>
                  </a:lnTo>
                  <a:lnTo>
                    <a:pt x="4905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>
              <a:off x="6812350" y="2554650"/>
              <a:ext cx="129000" cy="120050"/>
            </a:xfrm>
            <a:custGeom>
              <a:rect b="b" l="l" r="r" t="t"/>
              <a:pathLst>
                <a:path extrusionOk="0" h="4802" w="5160">
                  <a:moveTo>
                    <a:pt x="4757" y="1"/>
                  </a:moveTo>
                  <a:lnTo>
                    <a:pt x="4608" y="210"/>
                  </a:lnTo>
                  <a:lnTo>
                    <a:pt x="4444" y="418"/>
                  </a:lnTo>
                  <a:lnTo>
                    <a:pt x="4265" y="612"/>
                  </a:lnTo>
                  <a:lnTo>
                    <a:pt x="4086" y="806"/>
                  </a:lnTo>
                  <a:lnTo>
                    <a:pt x="3892" y="970"/>
                  </a:lnTo>
                  <a:lnTo>
                    <a:pt x="3683" y="1134"/>
                  </a:lnTo>
                  <a:lnTo>
                    <a:pt x="3475" y="1283"/>
                  </a:lnTo>
                  <a:lnTo>
                    <a:pt x="3236" y="1417"/>
                  </a:lnTo>
                  <a:lnTo>
                    <a:pt x="3012" y="1536"/>
                  </a:lnTo>
                  <a:lnTo>
                    <a:pt x="2759" y="1641"/>
                  </a:lnTo>
                  <a:lnTo>
                    <a:pt x="2520" y="1730"/>
                  </a:lnTo>
                  <a:lnTo>
                    <a:pt x="2267" y="1820"/>
                  </a:lnTo>
                  <a:lnTo>
                    <a:pt x="1999" y="1879"/>
                  </a:lnTo>
                  <a:lnTo>
                    <a:pt x="1730" y="1924"/>
                  </a:lnTo>
                  <a:lnTo>
                    <a:pt x="1447" y="1939"/>
                  </a:lnTo>
                  <a:lnTo>
                    <a:pt x="1179" y="1954"/>
                  </a:lnTo>
                  <a:lnTo>
                    <a:pt x="1149" y="1954"/>
                  </a:lnTo>
                  <a:lnTo>
                    <a:pt x="1104" y="2312"/>
                  </a:lnTo>
                  <a:lnTo>
                    <a:pt x="1015" y="2655"/>
                  </a:lnTo>
                  <a:lnTo>
                    <a:pt x="910" y="2983"/>
                  </a:lnTo>
                  <a:lnTo>
                    <a:pt x="776" y="3311"/>
                  </a:lnTo>
                  <a:lnTo>
                    <a:pt x="627" y="3624"/>
                  </a:lnTo>
                  <a:lnTo>
                    <a:pt x="433" y="3907"/>
                  </a:lnTo>
                  <a:lnTo>
                    <a:pt x="239" y="4190"/>
                  </a:lnTo>
                  <a:lnTo>
                    <a:pt x="1" y="4444"/>
                  </a:lnTo>
                  <a:lnTo>
                    <a:pt x="254" y="4742"/>
                  </a:lnTo>
                  <a:lnTo>
                    <a:pt x="567" y="4787"/>
                  </a:lnTo>
                  <a:lnTo>
                    <a:pt x="895" y="4801"/>
                  </a:lnTo>
                  <a:lnTo>
                    <a:pt x="1119" y="4787"/>
                  </a:lnTo>
                  <a:lnTo>
                    <a:pt x="1328" y="4772"/>
                  </a:lnTo>
                  <a:lnTo>
                    <a:pt x="1551" y="4742"/>
                  </a:lnTo>
                  <a:lnTo>
                    <a:pt x="1760" y="4712"/>
                  </a:lnTo>
                  <a:lnTo>
                    <a:pt x="1969" y="4667"/>
                  </a:lnTo>
                  <a:lnTo>
                    <a:pt x="2163" y="4608"/>
                  </a:lnTo>
                  <a:lnTo>
                    <a:pt x="2356" y="4533"/>
                  </a:lnTo>
                  <a:lnTo>
                    <a:pt x="2550" y="4459"/>
                  </a:lnTo>
                  <a:lnTo>
                    <a:pt x="2744" y="4369"/>
                  </a:lnTo>
                  <a:lnTo>
                    <a:pt x="2923" y="4280"/>
                  </a:lnTo>
                  <a:lnTo>
                    <a:pt x="3102" y="4175"/>
                  </a:lnTo>
                  <a:lnTo>
                    <a:pt x="3281" y="4071"/>
                  </a:lnTo>
                  <a:lnTo>
                    <a:pt x="3445" y="3952"/>
                  </a:lnTo>
                  <a:lnTo>
                    <a:pt x="3609" y="3817"/>
                  </a:lnTo>
                  <a:lnTo>
                    <a:pt x="3758" y="3683"/>
                  </a:lnTo>
                  <a:lnTo>
                    <a:pt x="3907" y="3549"/>
                  </a:lnTo>
                  <a:lnTo>
                    <a:pt x="4056" y="3400"/>
                  </a:lnTo>
                  <a:lnTo>
                    <a:pt x="4190" y="3251"/>
                  </a:lnTo>
                  <a:lnTo>
                    <a:pt x="4309" y="3087"/>
                  </a:lnTo>
                  <a:lnTo>
                    <a:pt x="4429" y="2923"/>
                  </a:lnTo>
                  <a:lnTo>
                    <a:pt x="4548" y="2744"/>
                  </a:lnTo>
                  <a:lnTo>
                    <a:pt x="4652" y="2565"/>
                  </a:lnTo>
                  <a:lnTo>
                    <a:pt x="4742" y="2386"/>
                  </a:lnTo>
                  <a:lnTo>
                    <a:pt x="4831" y="2192"/>
                  </a:lnTo>
                  <a:lnTo>
                    <a:pt x="4906" y="1999"/>
                  </a:lnTo>
                  <a:lnTo>
                    <a:pt x="4965" y="1805"/>
                  </a:lnTo>
                  <a:lnTo>
                    <a:pt x="5025" y="1596"/>
                  </a:lnTo>
                  <a:lnTo>
                    <a:pt x="5070" y="1387"/>
                  </a:lnTo>
                  <a:lnTo>
                    <a:pt x="5115" y="1179"/>
                  </a:lnTo>
                  <a:lnTo>
                    <a:pt x="5144" y="970"/>
                  </a:lnTo>
                  <a:lnTo>
                    <a:pt x="5159" y="761"/>
                  </a:lnTo>
                  <a:lnTo>
                    <a:pt x="5159" y="538"/>
                  </a:lnTo>
                  <a:lnTo>
                    <a:pt x="5159" y="314"/>
                  </a:lnTo>
                  <a:lnTo>
                    <a:pt x="4951" y="165"/>
                  </a:lnTo>
                  <a:lnTo>
                    <a:pt x="47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>
              <a:off x="6792600" y="2591925"/>
              <a:ext cx="48475" cy="73825"/>
            </a:xfrm>
            <a:custGeom>
              <a:rect b="b" l="l" r="r" t="t"/>
              <a:pathLst>
                <a:path extrusionOk="0" h="2953" w="1939">
                  <a:moveTo>
                    <a:pt x="16" y="1"/>
                  </a:moveTo>
                  <a:lnTo>
                    <a:pt x="1" y="224"/>
                  </a:lnTo>
                  <a:lnTo>
                    <a:pt x="1" y="463"/>
                  </a:lnTo>
                  <a:lnTo>
                    <a:pt x="1" y="806"/>
                  </a:lnTo>
                  <a:lnTo>
                    <a:pt x="46" y="1149"/>
                  </a:lnTo>
                  <a:lnTo>
                    <a:pt x="120" y="1477"/>
                  </a:lnTo>
                  <a:lnTo>
                    <a:pt x="209" y="1790"/>
                  </a:lnTo>
                  <a:lnTo>
                    <a:pt x="314" y="2103"/>
                  </a:lnTo>
                  <a:lnTo>
                    <a:pt x="463" y="2401"/>
                  </a:lnTo>
                  <a:lnTo>
                    <a:pt x="612" y="2684"/>
                  </a:lnTo>
                  <a:lnTo>
                    <a:pt x="791" y="2953"/>
                  </a:lnTo>
                  <a:lnTo>
                    <a:pt x="1029" y="2699"/>
                  </a:lnTo>
                  <a:lnTo>
                    <a:pt x="1223" y="2416"/>
                  </a:lnTo>
                  <a:lnTo>
                    <a:pt x="1417" y="2133"/>
                  </a:lnTo>
                  <a:lnTo>
                    <a:pt x="1566" y="1820"/>
                  </a:lnTo>
                  <a:lnTo>
                    <a:pt x="1700" y="1492"/>
                  </a:lnTo>
                  <a:lnTo>
                    <a:pt x="1805" y="1164"/>
                  </a:lnTo>
                  <a:lnTo>
                    <a:pt x="1894" y="821"/>
                  </a:lnTo>
                  <a:lnTo>
                    <a:pt x="1939" y="463"/>
                  </a:lnTo>
                  <a:lnTo>
                    <a:pt x="1685" y="448"/>
                  </a:lnTo>
                  <a:lnTo>
                    <a:pt x="1432" y="433"/>
                  </a:lnTo>
                  <a:lnTo>
                    <a:pt x="1179" y="388"/>
                  </a:lnTo>
                  <a:lnTo>
                    <a:pt x="940" y="344"/>
                  </a:lnTo>
                  <a:lnTo>
                    <a:pt x="701" y="269"/>
                  </a:lnTo>
                  <a:lnTo>
                    <a:pt x="463" y="195"/>
                  </a:lnTo>
                  <a:lnTo>
                    <a:pt x="239" y="10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6857825" y="2391775"/>
              <a:ext cx="70100" cy="107375"/>
            </a:xfrm>
            <a:custGeom>
              <a:rect b="b" l="l" r="r" t="t"/>
              <a:pathLst>
                <a:path extrusionOk="0" h="4295" w="2804">
                  <a:moveTo>
                    <a:pt x="1" y="1"/>
                  </a:moveTo>
                  <a:lnTo>
                    <a:pt x="239" y="284"/>
                  </a:lnTo>
                  <a:lnTo>
                    <a:pt x="448" y="597"/>
                  </a:lnTo>
                  <a:lnTo>
                    <a:pt x="627" y="925"/>
                  </a:lnTo>
                  <a:lnTo>
                    <a:pt x="776" y="1268"/>
                  </a:lnTo>
                  <a:lnTo>
                    <a:pt x="895" y="1641"/>
                  </a:lnTo>
                  <a:lnTo>
                    <a:pt x="985" y="2014"/>
                  </a:lnTo>
                  <a:lnTo>
                    <a:pt x="1015" y="2192"/>
                  </a:lnTo>
                  <a:lnTo>
                    <a:pt x="1029" y="2401"/>
                  </a:lnTo>
                  <a:lnTo>
                    <a:pt x="1044" y="2595"/>
                  </a:lnTo>
                  <a:lnTo>
                    <a:pt x="1044" y="2789"/>
                  </a:lnTo>
                  <a:lnTo>
                    <a:pt x="1044" y="2983"/>
                  </a:lnTo>
                  <a:lnTo>
                    <a:pt x="1029" y="3191"/>
                  </a:lnTo>
                  <a:lnTo>
                    <a:pt x="985" y="3564"/>
                  </a:lnTo>
                  <a:lnTo>
                    <a:pt x="895" y="3937"/>
                  </a:lnTo>
                  <a:lnTo>
                    <a:pt x="776" y="4295"/>
                  </a:lnTo>
                  <a:lnTo>
                    <a:pt x="776" y="4295"/>
                  </a:lnTo>
                  <a:lnTo>
                    <a:pt x="985" y="4265"/>
                  </a:lnTo>
                  <a:lnTo>
                    <a:pt x="1208" y="4235"/>
                  </a:lnTo>
                  <a:lnTo>
                    <a:pt x="1417" y="4220"/>
                  </a:lnTo>
                  <a:lnTo>
                    <a:pt x="1641" y="4205"/>
                  </a:lnTo>
                  <a:lnTo>
                    <a:pt x="1924" y="4220"/>
                  </a:lnTo>
                  <a:lnTo>
                    <a:pt x="2192" y="4250"/>
                  </a:lnTo>
                  <a:lnTo>
                    <a:pt x="2222" y="4071"/>
                  </a:lnTo>
                  <a:lnTo>
                    <a:pt x="2282" y="3892"/>
                  </a:lnTo>
                  <a:lnTo>
                    <a:pt x="2341" y="3728"/>
                  </a:lnTo>
                  <a:lnTo>
                    <a:pt x="2416" y="3564"/>
                  </a:lnTo>
                  <a:lnTo>
                    <a:pt x="2490" y="3415"/>
                  </a:lnTo>
                  <a:lnTo>
                    <a:pt x="2595" y="3266"/>
                  </a:lnTo>
                  <a:lnTo>
                    <a:pt x="2699" y="3117"/>
                  </a:lnTo>
                  <a:lnTo>
                    <a:pt x="2804" y="2983"/>
                  </a:lnTo>
                  <a:lnTo>
                    <a:pt x="2625" y="2834"/>
                  </a:lnTo>
                  <a:lnTo>
                    <a:pt x="2461" y="2655"/>
                  </a:lnTo>
                  <a:lnTo>
                    <a:pt x="2326" y="2491"/>
                  </a:lnTo>
                  <a:lnTo>
                    <a:pt x="2207" y="2297"/>
                  </a:lnTo>
                  <a:lnTo>
                    <a:pt x="2088" y="2103"/>
                  </a:lnTo>
                  <a:lnTo>
                    <a:pt x="2013" y="1909"/>
                  </a:lnTo>
                  <a:lnTo>
                    <a:pt x="1939" y="1686"/>
                  </a:lnTo>
                  <a:lnTo>
                    <a:pt x="1879" y="1462"/>
                  </a:lnTo>
                  <a:lnTo>
                    <a:pt x="1849" y="1238"/>
                  </a:lnTo>
                  <a:lnTo>
                    <a:pt x="1834" y="1000"/>
                  </a:lnTo>
                  <a:lnTo>
                    <a:pt x="1849" y="761"/>
                  </a:lnTo>
                  <a:lnTo>
                    <a:pt x="1641" y="627"/>
                  </a:lnTo>
                  <a:lnTo>
                    <a:pt x="1432" y="493"/>
                  </a:lnTo>
                  <a:lnTo>
                    <a:pt x="1208" y="374"/>
                  </a:lnTo>
                  <a:lnTo>
                    <a:pt x="985" y="269"/>
                  </a:lnTo>
                  <a:lnTo>
                    <a:pt x="746" y="180"/>
                  </a:lnTo>
                  <a:lnTo>
                    <a:pt x="508" y="105"/>
                  </a:lnTo>
                  <a:lnTo>
                    <a:pt x="254" y="4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>
              <a:off x="6775100" y="2565850"/>
              <a:ext cx="24250" cy="26100"/>
            </a:xfrm>
            <a:custGeom>
              <a:rect b="b" l="l" r="r" t="t"/>
              <a:pathLst>
                <a:path extrusionOk="0" h="1044" w="970">
                  <a:moveTo>
                    <a:pt x="969" y="0"/>
                  </a:moveTo>
                  <a:lnTo>
                    <a:pt x="760" y="30"/>
                  </a:lnTo>
                  <a:lnTo>
                    <a:pt x="537" y="60"/>
                  </a:lnTo>
                  <a:lnTo>
                    <a:pt x="313" y="75"/>
                  </a:lnTo>
                  <a:lnTo>
                    <a:pt x="104" y="90"/>
                  </a:lnTo>
                  <a:lnTo>
                    <a:pt x="75" y="90"/>
                  </a:lnTo>
                  <a:lnTo>
                    <a:pt x="45" y="328"/>
                  </a:lnTo>
                  <a:lnTo>
                    <a:pt x="0" y="567"/>
                  </a:lnTo>
                  <a:lnTo>
                    <a:pt x="164" y="701"/>
                  </a:lnTo>
                  <a:lnTo>
                    <a:pt x="343" y="820"/>
                  </a:lnTo>
                  <a:lnTo>
                    <a:pt x="537" y="939"/>
                  </a:lnTo>
                  <a:lnTo>
                    <a:pt x="716" y="1044"/>
                  </a:lnTo>
                  <a:lnTo>
                    <a:pt x="760" y="761"/>
                  </a:lnTo>
                  <a:lnTo>
                    <a:pt x="820" y="507"/>
                  </a:lnTo>
                  <a:lnTo>
                    <a:pt x="880" y="254"/>
                  </a:lnTo>
                  <a:lnTo>
                    <a:pt x="969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>
              <a:off x="6761300" y="2566950"/>
              <a:ext cx="15675" cy="13075"/>
            </a:xfrm>
            <a:custGeom>
              <a:rect b="b" l="l" r="r" t="t"/>
              <a:pathLst>
                <a:path extrusionOk="0" h="523" w="627">
                  <a:moveTo>
                    <a:pt x="0" y="1"/>
                  </a:moveTo>
                  <a:lnTo>
                    <a:pt x="135" y="135"/>
                  </a:lnTo>
                  <a:lnTo>
                    <a:pt x="269" y="269"/>
                  </a:lnTo>
                  <a:lnTo>
                    <a:pt x="552" y="523"/>
                  </a:lnTo>
                  <a:lnTo>
                    <a:pt x="597" y="284"/>
                  </a:lnTo>
                  <a:lnTo>
                    <a:pt x="627" y="46"/>
                  </a:lnTo>
                  <a:lnTo>
                    <a:pt x="314" y="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>
              <a:off x="6833600" y="2496900"/>
              <a:ext cx="97675" cy="106600"/>
            </a:xfrm>
            <a:custGeom>
              <a:rect b="b" l="l" r="r" t="t"/>
              <a:pathLst>
                <a:path extrusionOk="0" h="4264" w="3907">
                  <a:moveTo>
                    <a:pt x="2610" y="0"/>
                  </a:moveTo>
                  <a:lnTo>
                    <a:pt x="2386" y="15"/>
                  </a:lnTo>
                  <a:lnTo>
                    <a:pt x="2177" y="30"/>
                  </a:lnTo>
                  <a:lnTo>
                    <a:pt x="1954" y="60"/>
                  </a:lnTo>
                  <a:lnTo>
                    <a:pt x="1745" y="90"/>
                  </a:lnTo>
                  <a:lnTo>
                    <a:pt x="1611" y="418"/>
                  </a:lnTo>
                  <a:lnTo>
                    <a:pt x="1447" y="731"/>
                  </a:lnTo>
                  <a:lnTo>
                    <a:pt x="1253" y="1014"/>
                  </a:lnTo>
                  <a:lnTo>
                    <a:pt x="1044" y="1297"/>
                  </a:lnTo>
                  <a:lnTo>
                    <a:pt x="806" y="1551"/>
                  </a:lnTo>
                  <a:lnTo>
                    <a:pt x="567" y="1789"/>
                  </a:lnTo>
                  <a:lnTo>
                    <a:pt x="284" y="2013"/>
                  </a:lnTo>
                  <a:lnTo>
                    <a:pt x="1" y="2207"/>
                  </a:lnTo>
                  <a:lnTo>
                    <a:pt x="75" y="2400"/>
                  </a:lnTo>
                  <a:lnTo>
                    <a:pt x="135" y="2594"/>
                  </a:lnTo>
                  <a:lnTo>
                    <a:pt x="195" y="2788"/>
                  </a:lnTo>
                  <a:lnTo>
                    <a:pt x="239" y="2982"/>
                  </a:lnTo>
                  <a:lnTo>
                    <a:pt x="269" y="3191"/>
                  </a:lnTo>
                  <a:lnTo>
                    <a:pt x="299" y="3399"/>
                  </a:lnTo>
                  <a:lnTo>
                    <a:pt x="314" y="3608"/>
                  </a:lnTo>
                  <a:lnTo>
                    <a:pt x="329" y="3832"/>
                  </a:lnTo>
                  <a:lnTo>
                    <a:pt x="314" y="4040"/>
                  </a:lnTo>
                  <a:lnTo>
                    <a:pt x="299" y="4264"/>
                  </a:lnTo>
                  <a:lnTo>
                    <a:pt x="329" y="4264"/>
                  </a:lnTo>
                  <a:lnTo>
                    <a:pt x="597" y="4249"/>
                  </a:lnTo>
                  <a:lnTo>
                    <a:pt x="880" y="4234"/>
                  </a:lnTo>
                  <a:lnTo>
                    <a:pt x="1149" y="4189"/>
                  </a:lnTo>
                  <a:lnTo>
                    <a:pt x="1417" y="4130"/>
                  </a:lnTo>
                  <a:lnTo>
                    <a:pt x="1670" y="4040"/>
                  </a:lnTo>
                  <a:lnTo>
                    <a:pt x="1909" y="3951"/>
                  </a:lnTo>
                  <a:lnTo>
                    <a:pt x="2162" y="3846"/>
                  </a:lnTo>
                  <a:lnTo>
                    <a:pt x="2386" y="3727"/>
                  </a:lnTo>
                  <a:lnTo>
                    <a:pt x="2625" y="3593"/>
                  </a:lnTo>
                  <a:lnTo>
                    <a:pt x="2833" y="3444"/>
                  </a:lnTo>
                  <a:lnTo>
                    <a:pt x="3042" y="3280"/>
                  </a:lnTo>
                  <a:lnTo>
                    <a:pt x="3236" y="3116"/>
                  </a:lnTo>
                  <a:lnTo>
                    <a:pt x="3415" y="2922"/>
                  </a:lnTo>
                  <a:lnTo>
                    <a:pt x="3594" y="2728"/>
                  </a:lnTo>
                  <a:lnTo>
                    <a:pt x="3758" y="2520"/>
                  </a:lnTo>
                  <a:lnTo>
                    <a:pt x="3907" y="2311"/>
                  </a:lnTo>
                  <a:lnTo>
                    <a:pt x="3743" y="2147"/>
                  </a:lnTo>
                  <a:lnTo>
                    <a:pt x="3609" y="1968"/>
                  </a:lnTo>
                  <a:lnTo>
                    <a:pt x="3474" y="1789"/>
                  </a:lnTo>
                  <a:lnTo>
                    <a:pt x="3370" y="1595"/>
                  </a:lnTo>
                  <a:lnTo>
                    <a:pt x="3281" y="1387"/>
                  </a:lnTo>
                  <a:lnTo>
                    <a:pt x="3221" y="1163"/>
                  </a:lnTo>
                  <a:lnTo>
                    <a:pt x="3161" y="954"/>
                  </a:lnTo>
                  <a:lnTo>
                    <a:pt x="3131" y="716"/>
                  </a:lnTo>
                  <a:lnTo>
                    <a:pt x="3117" y="477"/>
                  </a:lnTo>
                  <a:lnTo>
                    <a:pt x="3131" y="254"/>
                  </a:lnTo>
                  <a:lnTo>
                    <a:pt x="3161" y="45"/>
                  </a:lnTo>
                  <a:lnTo>
                    <a:pt x="2893" y="15"/>
                  </a:lnTo>
                  <a:lnTo>
                    <a:pt x="2610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>
              <a:off x="6792975" y="2552050"/>
              <a:ext cx="48850" cy="51450"/>
            </a:xfrm>
            <a:custGeom>
              <a:rect b="b" l="l" r="r" t="t"/>
              <a:pathLst>
                <a:path extrusionOk="0" h="2058" w="1954">
                  <a:moveTo>
                    <a:pt x="1626" y="1"/>
                  </a:moveTo>
                  <a:lnTo>
                    <a:pt x="1313" y="179"/>
                  </a:lnTo>
                  <a:lnTo>
                    <a:pt x="970" y="329"/>
                  </a:lnTo>
                  <a:lnTo>
                    <a:pt x="627" y="463"/>
                  </a:lnTo>
                  <a:lnTo>
                    <a:pt x="254" y="552"/>
                  </a:lnTo>
                  <a:lnTo>
                    <a:pt x="165" y="806"/>
                  </a:lnTo>
                  <a:lnTo>
                    <a:pt x="105" y="1059"/>
                  </a:lnTo>
                  <a:lnTo>
                    <a:pt x="45" y="1313"/>
                  </a:lnTo>
                  <a:lnTo>
                    <a:pt x="1" y="1596"/>
                  </a:lnTo>
                  <a:lnTo>
                    <a:pt x="224" y="1700"/>
                  </a:lnTo>
                  <a:lnTo>
                    <a:pt x="448" y="1790"/>
                  </a:lnTo>
                  <a:lnTo>
                    <a:pt x="686" y="1864"/>
                  </a:lnTo>
                  <a:lnTo>
                    <a:pt x="925" y="1939"/>
                  </a:lnTo>
                  <a:lnTo>
                    <a:pt x="1164" y="1983"/>
                  </a:lnTo>
                  <a:lnTo>
                    <a:pt x="1417" y="2028"/>
                  </a:lnTo>
                  <a:lnTo>
                    <a:pt x="1670" y="2043"/>
                  </a:lnTo>
                  <a:lnTo>
                    <a:pt x="1924" y="2058"/>
                  </a:lnTo>
                  <a:lnTo>
                    <a:pt x="1939" y="1834"/>
                  </a:lnTo>
                  <a:lnTo>
                    <a:pt x="1954" y="1626"/>
                  </a:lnTo>
                  <a:lnTo>
                    <a:pt x="1939" y="1402"/>
                  </a:lnTo>
                  <a:lnTo>
                    <a:pt x="1924" y="1193"/>
                  </a:lnTo>
                  <a:lnTo>
                    <a:pt x="1894" y="985"/>
                  </a:lnTo>
                  <a:lnTo>
                    <a:pt x="1864" y="776"/>
                  </a:lnTo>
                  <a:lnTo>
                    <a:pt x="1820" y="582"/>
                  </a:lnTo>
                  <a:lnTo>
                    <a:pt x="1760" y="388"/>
                  </a:lnTo>
                  <a:lnTo>
                    <a:pt x="1700" y="194"/>
                  </a:lnTo>
                  <a:lnTo>
                    <a:pt x="1626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>
              <a:off x="6776950" y="2390675"/>
              <a:ext cx="107000" cy="139775"/>
            </a:xfrm>
            <a:custGeom>
              <a:rect b="b" l="l" r="r" t="t"/>
              <a:pathLst>
                <a:path extrusionOk="0" h="5591" w="4280">
                  <a:moveTo>
                    <a:pt x="2595" y="0"/>
                  </a:moveTo>
                  <a:lnTo>
                    <a:pt x="2222" y="15"/>
                  </a:lnTo>
                  <a:lnTo>
                    <a:pt x="1879" y="60"/>
                  </a:lnTo>
                  <a:lnTo>
                    <a:pt x="1536" y="119"/>
                  </a:lnTo>
                  <a:lnTo>
                    <a:pt x="1193" y="224"/>
                  </a:lnTo>
                  <a:lnTo>
                    <a:pt x="880" y="358"/>
                  </a:lnTo>
                  <a:lnTo>
                    <a:pt x="567" y="507"/>
                  </a:lnTo>
                  <a:lnTo>
                    <a:pt x="284" y="671"/>
                  </a:lnTo>
                  <a:lnTo>
                    <a:pt x="1" y="880"/>
                  </a:lnTo>
                  <a:lnTo>
                    <a:pt x="209" y="1163"/>
                  </a:lnTo>
                  <a:lnTo>
                    <a:pt x="388" y="1461"/>
                  </a:lnTo>
                  <a:lnTo>
                    <a:pt x="552" y="1774"/>
                  </a:lnTo>
                  <a:lnTo>
                    <a:pt x="686" y="2102"/>
                  </a:lnTo>
                  <a:lnTo>
                    <a:pt x="806" y="2445"/>
                  </a:lnTo>
                  <a:lnTo>
                    <a:pt x="880" y="2803"/>
                  </a:lnTo>
                  <a:lnTo>
                    <a:pt x="925" y="3176"/>
                  </a:lnTo>
                  <a:lnTo>
                    <a:pt x="940" y="3548"/>
                  </a:lnTo>
                  <a:lnTo>
                    <a:pt x="940" y="3817"/>
                  </a:lnTo>
                  <a:lnTo>
                    <a:pt x="910" y="4085"/>
                  </a:lnTo>
                  <a:lnTo>
                    <a:pt x="865" y="4353"/>
                  </a:lnTo>
                  <a:lnTo>
                    <a:pt x="806" y="4607"/>
                  </a:lnTo>
                  <a:lnTo>
                    <a:pt x="1074" y="4831"/>
                  </a:lnTo>
                  <a:lnTo>
                    <a:pt x="1342" y="5054"/>
                  </a:lnTo>
                  <a:lnTo>
                    <a:pt x="1566" y="5308"/>
                  </a:lnTo>
                  <a:lnTo>
                    <a:pt x="1790" y="5591"/>
                  </a:lnTo>
                  <a:lnTo>
                    <a:pt x="2013" y="5367"/>
                  </a:lnTo>
                  <a:lnTo>
                    <a:pt x="2252" y="5159"/>
                  </a:lnTo>
                  <a:lnTo>
                    <a:pt x="2520" y="4965"/>
                  </a:lnTo>
                  <a:lnTo>
                    <a:pt x="2789" y="4801"/>
                  </a:lnTo>
                  <a:lnTo>
                    <a:pt x="3087" y="4652"/>
                  </a:lnTo>
                  <a:lnTo>
                    <a:pt x="3385" y="4532"/>
                  </a:lnTo>
                  <a:lnTo>
                    <a:pt x="3683" y="4428"/>
                  </a:lnTo>
                  <a:lnTo>
                    <a:pt x="4011" y="4339"/>
                  </a:lnTo>
                  <a:lnTo>
                    <a:pt x="4130" y="3981"/>
                  </a:lnTo>
                  <a:lnTo>
                    <a:pt x="4220" y="3608"/>
                  </a:lnTo>
                  <a:lnTo>
                    <a:pt x="4264" y="3235"/>
                  </a:lnTo>
                  <a:lnTo>
                    <a:pt x="4279" y="3027"/>
                  </a:lnTo>
                  <a:lnTo>
                    <a:pt x="4279" y="2833"/>
                  </a:lnTo>
                  <a:lnTo>
                    <a:pt x="4279" y="2639"/>
                  </a:lnTo>
                  <a:lnTo>
                    <a:pt x="4264" y="2445"/>
                  </a:lnTo>
                  <a:lnTo>
                    <a:pt x="4250" y="2236"/>
                  </a:lnTo>
                  <a:lnTo>
                    <a:pt x="4220" y="2058"/>
                  </a:lnTo>
                  <a:lnTo>
                    <a:pt x="4130" y="1685"/>
                  </a:lnTo>
                  <a:lnTo>
                    <a:pt x="4011" y="1312"/>
                  </a:lnTo>
                  <a:lnTo>
                    <a:pt x="3862" y="969"/>
                  </a:lnTo>
                  <a:lnTo>
                    <a:pt x="3683" y="641"/>
                  </a:lnTo>
                  <a:lnTo>
                    <a:pt x="3474" y="328"/>
                  </a:lnTo>
                  <a:lnTo>
                    <a:pt x="3236" y="45"/>
                  </a:lnTo>
                  <a:lnTo>
                    <a:pt x="2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6776950" y="2505825"/>
              <a:ext cx="44750" cy="62275"/>
            </a:xfrm>
            <a:custGeom>
              <a:rect b="b" l="l" r="r" t="t"/>
              <a:pathLst>
                <a:path extrusionOk="0" h="2491" w="1790">
                  <a:moveTo>
                    <a:pt x="806" y="1"/>
                  </a:moveTo>
                  <a:lnTo>
                    <a:pt x="746" y="225"/>
                  </a:lnTo>
                  <a:lnTo>
                    <a:pt x="672" y="433"/>
                  </a:lnTo>
                  <a:lnTo>
                    <a:pt x="582" y="657"/>
                  </a:lnTo>
                  <a:lnTo>
                    <a:pt x="493" y="851"/>
                  </a:lnTo>
                  <a:lnTo>
                    <a:pt x="373" y="1045"/>
                  </a:lnTo>
                  <a:lnTo>
                    <a:pt x="269" y="1238"/>
                  </a:lnTo>
                  <a:lnTo>
                    <a:pt x="135" y="1432"/>
                  </a:lnTo>
                  <a:lnTo>
                    <a:pt x="1" y="1611"/>
                  </a:lnTo>
                  <a:lnTo>
                    <a:pt x="16" y="1820"/>
                  </a:lnTo>
                  <a:lnTo>
                    <a:pt x="30" y="2058"/>
                  </a:lnTo>
                  <a:lnTo>
                    <a:pt x="16" y="2267"/>
                  </a:lnTo>
                  <a:lnTo>
                    <a:pt x="1" y="2491"/>
                  </a:lnTo>
                  <a:lnTo>
                    <a:pt x="30" y="2491"/>
                  </a:lnTo>
                  <a:lnTo>
                    <a:pt x="239" y="2476"/>
                  </a:lnTo>
                  <a:lnTo>
                    <a:pt x="463" y="2461"/>
                  </a:lnTo>
                  <a:lnTo>
                    <a:pt x="686" y="2431"/>
                  </a:lnTo>
                  <a:lnTo>
                    <a:pt x="895" y="2401"/>
                  </a:lnTo>
                  <a:lnTo>
                    <a:pt x="970" y="2207"/>
                  </a:lnTo>
                  <a:lnTo>
                    <a:pt x="1059" y="2014"/>
                  </a:lnTo>
                  <a:lnTo>
                    <a:pt x="1163" y="1820"/>
                  </a:lnTo>
                  <a:lnTo>
                    <a:pt x="1268" y="1641"/>
                  </a:lnTo>
                  <a:lnTo>
                    <a:pt x="1387" y="1462"/>
                  </a:lnTo>
                  <a:lnTo>
                    <a:pt x="1506" y="1298"/>
                  </a:lnTo>
                  <a:lnTo>
                    <a:pt x="1641" y="1134"/>
                  </a:lnTo>
                  <a:lnTo>
                    <a:pt x="1790" y="985"/>
                  </a:lnTo>
                  <a:lnTo>
                    <a:pt x="1566" y="702"/>
                  </a:lnTo>
                  <a:lnTo>
                    <a:pt x="1342" y="448"/>
                  </a:lnTo>
                  <a:lnTo>
                    <a:pt x="1074" y="225"/>
                  </a:lnTo>
                  <a:lnTo>
                    <a:pt x="8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2"/>
            <p:cNvSpPr/>
            <p:nvPr/>
          </p:nvSpPr>
          <p:spPr>
            <a:xfrm>
              <a:off x="6758700" y="2546100"/>
              <a:ext cx="19025" cy="22000"/>
            </a:xfrm>
            <a:custGeom>
              <a:rect b="b" l="l" r="r" t="t"/>
              <a:pathLst>
                <a:path extrusionOk="0" h="880" w="761">
                  <a:moveTo>
                    <a:pt x="731" y="0"/>
                  </a:moveTo>
                  <a:lnTo>
                    <a:pt x="567" y="194"/>
                  </a:lnTo>
                  <a:lnTo>
                    <a:pt x="388" y="373"/>
                  </a:lnTo>
                  <a:lnTo>
                    <a:pt x="194" y="552"/>
                  </a:lnTo>
                  <a:lnTo>
                    <a:pt x="0" y="701"/>
                  </a:lnTo>
                  <a:lnTo>
                    <a:pt x="104" y="835"/>
                  </a:lnTo>
                  <a:lnTo>
                    <a:pt x="418" y="865"/>
                  </a:lnTo>
                  <a:lnTo>
                    <a:pt x="731" y="880"/>
                  </a:lnTo>
                  <a:lnTo>
                    <a:pt x="746" y="656"/>
                  </a:lnTo>
                  <a:lnTo>
                    <a:pt x="760" y="447"/>
                  </a:lnTo>
                  <a:lnTo>
                    <a:pt x="746" y="209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2"/>
            <p:cNvSpPr/>
            <p:nvPr/>
          </p:nvSpPr>
          <p:spPr>
            <a:xfrm>
              <a:off x="6821675" y="2499125"/>
              <a:ext cx="55550" cy="52950"/>
            </a:xfrm>
            <a:custGeom>
              <a:rect b="b" l="l" r="r" t="t"/>
              <a:pathLst>
                <a:path extrusionOk="0" h="2118" w="2222">
                  <a:moveTo>
                    <a:pt x="2222" y="1"/>
                  </a:moveTo>
                  <a:lnTo>
                    <a:pt x="1894" y="90"/>
                  </a:lnTo>
                  <a:lnTo>
                    <a:pt x="1596" y="194"/>
                  </a:lnTo>
                  <a:lnTo>
                    <a:pt x="1298" y="314"/>
                  </a:lnTo>
                  <a:lnTo>
                    <a:pt x="1000" y="463"/>
                  </a:lnTo>
                  <a:lnTo>
                    <a:pt x="731" y="627"/>
                  </a:lnTo>
                  <a:lnTo>
                    <a:pt x="463" y="821"/>
                  </a:lnTo>
                  <a:lnTo>
                    <a:pt x="224" y="1029"/>
                  </a:lnTo>
                  <a:lnTo>
                    <a:pt x="1" y="1253"/>
                  </a:lnTo>
                  <a:lnTo>
                    <a:pt x="135" y="1447"/>
                  </a:lnTo>
                  <a:lnTo>
                    <a:pt x="269" y="1670"/>
                  </a:lnTo>
                  <a:lnTo>
                    <a:pt x="373" y="1894"/>
                  </a:lnTo>
                  <a:lnTo>
                    <a:pt x="478" y="2118"/>
                  </a:lnTo>
                  <a:lnTo>
                    <a:pt x="761" y="1924"/>
                  </a:lnTo>
                  <a:lnTo>
                    <a:pt x="1044" y="1700"/>
                  </a:lnTo>
                  <a:lnTo>
                    <a:pt x="1283" y="1462"/>
                  </a:lnTo>
                  <a:lnTo>
                    <a:pt x="1521" y="1208"/>
                  </a:lnTo>
                  <a:lnTo>
                    <a:pt x="1730" y="925"/>
                  </a:lnTo>
                  <a:lnTo>
                    <a:pt x="1924" y="642"/>
                  </a:lnTo>
                  <a:lnTo>
                    <a:pt x="2088" y="329"/>
                  </a:lnTo>
                  <a:lnTo>
                    <a:pt x="22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6799325" y="2530425"/>
              <a:ext cx="34300" cy="35450"/>
            </a:xfrm>
            <a:custGeom>
              <a:rect b="b" l="l" r="r" t="t"/>
              <a:pathLst>
                <a:path extrusionOk="0" h="1418" w="1372">
                  <a:moveTo>
                    <a:pt x="895" y="1"/>
                  </a:moveTo>
                  <a:lnTo>
                    <a:pt x="746" y="150"/>
                  </a:lnTo>
                  <a:lnTo>
                    <a:pt x="611" y="314"/>
                  </a:lnTo>
                  <a:lnTo>
                    <a:pt x="492" y="478"/>
                  </a:lnTo>
                  <a:lnTo>
                    <a:pt x="373" y="657"/>
                  </a:lnTo>
                  <a:lnTo>
                    <a:pt x="268" y="836"/>
                  </a:lnTo>
                  <a:lnTo>
                    <a:pt x="164" y="1030"/>
                  </a:lnTo>
                  <a:lnTo>
                    <a:pt x="75" y="1223"/>
                  </a:lnTo>
                  <a:lnTo>
                    <a:pt x="0" y="1417"/>
                  </a:lnTo>
                  <a:lnTo>
                    <a:pt x="373" y="1328"/>
                  </a:lnTo>
                  <a:lnTo>
                    <a:pt x="716" y="1194"/>
                  </a:lnTo>
                  <a:lnTo>
                    <a:pt x="1059" y="1044"/>
                  </a:lnTo>
                  <a:lnTo>
                    <a:pt x="1372" y="866"/>
                  </a:lnTo>
                  <a:lnTo>
                    <a:pt x="1267" y="642"/>
                  </a:lnTo>
                  <a:lnTo>
                    <a:pt x="1163" y="418"/>
                  </a:lnTo>
                  <a:lnTo>
                    <a:pt x="1029" y="195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2"/>
            <p:cNvSpPr/>
            <p:nvPr/>
          </p:nvSpPr>
          <p:spPr>
            <a:xfrm>
              <a:off x="6710250" y="2373900"/>
              <a:ext cx="66725" cy="112575"/>
            </a:xfrm>
            <a:custGeom>
              <a:rect b="b" l="l" r="r" t="t"/>
              <a:pathLst>
                <a:path extrusionOk="0" h="4503" w="2669">
                  <a:moveTo>
                    <a:pt x="0" y="0"/>
                  </a:moveTo>
                  <a:lnTo>
                    <a:pt x="239" y="299"/>
                  </a:lnTo>
                  <a:lnTo>
                    <a:pt x="432" y="612"/>
                  </a:lnTo>
                  <a:lnTo>
                    <a:pt x="611" y="940"/>
                  </a:lnTo>
                  <a:lnTo>
                    <a:pt x="760" y="1282"/>
                  </a:lnTo>
                  <a:lnTo>
                    <a:pt x="895" y="1640"/>
                  </a:lnTo>
                  <a:lnTo>
                    <a:pt x="969" y="2013"/>
                  </a:lnTo>
                  <a:lnTo>
                    <a:pt x="999" y="2207"/>
                  </a:lnTo>
                  <a:lnTo>
                    <a:pt x="1029" y="2401"/>
                  </a:lnTo>
                  <a:lnTo>
                    <a:pt x="1044" y="2594"/>
                  </a:lnTo>
                  <a:lnTo>
                    <a:pt x="1044" y="2803"/>
                  </a:lnTo>
                  <a:lnTo>
                    <a:pt x="1044" y="3027"/>
                  </a:lnTo>
                  <a:lnTo>
                    <a:pt x="1029" y="3250"/>
                  </a:lnTo>
                  <a:lnTo>
                    <a:pt x="999" y="3459"/>
                  </a:lnTo>
                  <a:lnTo>
                    <a:pt x="954" y="3683"/>
                  </a:lnTo>
                  <a:lnTo>
                    <a:pt x="909" y="3891"/>
                  </a:lnTo>
                  <a:lnTo>
                    <a:pt x="850" y="4100"/>
                  </a:lnTo>
                  <a:lnTo>
                    <a:pt x="775" y="4309"/>
                  </a:lnTo>
                  <a:lnTo>
                    <a:pt x="686" y="4503"/>
                  </a:lnTo>
                  <a:lnTo>
                    <a:pt x="686" y="4503"/>
                  </a:lnTo>
                  <a:lnTo>
                    <a:pt x="999" y="4488"/>
                  </a:lnTo>
                  <a:lnTo>
                    <a:pt x="1014" y="4488"/>
                  </a:lnTo>
                  <a:lnTo>
                    <a:pt x="1044" y="4264"/>
                  </a:lnTo>
                  <a:lnTo>
                    <a:pt x="1088" y="4041"/>
                  </a:lnTo>
                  <a:lnTo>
                    <a:pt x="1133" y="3832"/>
                  </a:lnTo>
                  <a:lnTo>
                    <a:pt x="1208" y="3623"/>
                  </a:lnTo>
                  <a:lnTo>
                    <a:pt x="1267" y="3414"/>
                  </a:lnTo>
                  <a:lnTo>
                    <a:pt x="1357" y="3221"/>
                  </a:lnTo>
                  <a:lnTo>
                    <a:pt x="1446" y="3012"/>
                  </a:lnTo>
                  <a:lnTo>
                    <a:pt x="1550" y="2833"/>
                  </a:lnTo>
                  <a:lnTo>
                    <a:pt x="1655" y="2639"/>
                  </a:lnTo>
                  <a:lnTo>
                    <a:pt x="1774" y="2460"/>
                  </a:lnTo>
                  <a:lnTo>
                    <a:pt x="1908" y="2296"/>
                  </a:lnTo>
                  <a:lnTo>
                    <a:pt x="2042" y="2132"/>
                  </a:lnTo>
                  <a:lnTo>
                    <a:pt x="2192" y="1968"/>
                  </a:lnTo>
                  <a:lnTo>
                    <a:pt x="2341" y="1819"/>
                  </a:lnTo>
                  <a:lnTo>
                    <a:pt x="2505" y="1685"/>
                  </a:lnTo>
                  <a:lnTo>
                    <a:pt x="2669" y="1551"/>
                  </a:lnTo>
                  <a:lnTo>
                    <a:pt x="2415" y="1253"/>
                  </a:lnTo>
                  <a:lnTo>
                    <a:pt x="2132" y="984"/>
                  </a:lnTo>
                  <a:lnTo>
                    <a:pt x="1819" y="746"/>
                  </a:lnTo>
                  <a:lnTo>
                    <a:pt x="1655" y="641"/>
                  </a:lnTo>
                  <a:lnTo>
                    <a:pt x="1491" y="537"/>
                  </a:lnTo>
                  <a:lnTo>
                    <a:pt x="1327" y="433"/>
                  </a:lnTo>
                  <a:lnTo>
                    <a:pt x="1148" y="343"/>
                  </a:lnTo>
                  <a:lnTo>
                    <a:pt x="969" y="269"/>
                  </a:lnTo>
                  <a:lnTo>
                    <a:pt x="775" y="194"/>
                  </a:lnTo>
                  <a:lnTo>
                    <a:pt x="596" y="135"/>
                  </a:lnTo>
                  <a:lnTo>
                    <a:pt x="403" y="90"/>
                  </a:lnTo>
                  <a:lnTo>
                    <a:pt x="194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2"/>
            <p:cNvSpPr/>
            <p:nvPr/>
          </p:nvSpPr>
          <p:spPr>
            <a:xfrm>
              <a:off x="6657325" y="2486075"/>
              <a:ext cx="101400" cy="99550"/>
            </a:xfrm>
            <a:custGeom>
              <a:rect b="b" l="l" r="r" t="t"/>
              <a:pathLst>
                <a:path extrusionOk="0" h="3982" w="4056">
                  <a:moveTo>
                    <a:pt x="3116" y="1"/>
                  </a:moveTo>
                  <a:lnTo>
                    <a:pt x="2803" y="16"/>
                  </a:lnTo>
                  <a:lnTo>
                    <a:pt x="2728" y="195"/>
                  </a:lnTo>
                  <a:lnTo>
                    <a:pt x="2639" y="359"/>
                  </a:lnTo>
                  <a:lnTo>
                    <a:pt x="2430" y="701"/>
                  </a:lnTo>
                  <a:lnTo>
                    <a:pt x="2206" y="1000"/>
                  </a:lnTo>
                  <a:lnTo>
                    <a:pt x="1938" y="1298"/>
                  </a:lnTo>
                  <a:lnTo>
                    <a:pt x="1655" y="1551"/>
                  </a:lnTo>
                  <a:lnTo>
                    <a:pt x="1357" y="1790"/>
                  </a:lnTo>
                  <a:lnTo>
                    <a:pt x="1029" y="1999"/>
                  </a:lnTo>
                  <a:lnTo>
                    <a:pt x="850" y="2088"/>
                  </a:lnTo>
                  <a:lnTo>
                    <a:pt x="686" y="2177"/>
                  </a:lnTo>
                  <a:lnTo>
                    <a:pt x="641" y="2401"/>
                  </a:lnTo>
                  <a:lnTo>
                    <a:pt x="581" y="2610"/>
                  </a:lnTo>
                  <a:lnTo>
                    <a:pt x="522" y="2804"/>
                  </a:lnTo>
                  <a:lnTo>
                    <a:pt x="432" y="3012"/>
                  </a:lnTo>
                  <a:lnTo>
                    <a:pt x="343" y="3191"/>
                  </a:lnTo>
                  <a:lnTo>
                    <a:pt x="239" y="3385"/>
                  </a:lnTo>
                  <a:lnTo>
                    <a:pt x="119" y="3564"/>
                  </a:lnTo>
                  <a:lnTo>
                    <a:pt x="0" y="3728"/>
                  </a:lnTo>
                  <a:lnTo>
                    <a:pt x="343" y="3832"/>
                  </a:lnTo>
                  <a:lnTo>
                    <a:pt x="716" y="3922"/>
                  </a:lnTo>
                  <a:lnTo>
                    <a:pt x="1088" y="3966"/>
                  </a:lnTo>
                  <a:lnTo>
                    <a:pt x="1461" y="3981"/>
                  </a:lnTo>
                  <a:lnTo>
                    <a:pt x="1834" y="3966"/>
                  </a:lnTo>
                  <a:lnTo>
                    <a:pt x="2177" y="3922"/>
                  </a:lnTo>
                  <a:lnTo>
                    <a:pt x="2520" y="3847"/>
                  </a:lnTo>
                  <a:lnTo>
                    <a:pt x="2862" y="3758"/>
                  </a:lnTo>
                  <a:lnTo>
                    <a:pt x="3176" y="3624"/>
                  </a:lnTo>
                  <a:lnTo>
                    <a:pt x="3489" y="3474"/>
                  </a:lnTo>
                  <a:lnTo>
                    <a:pt x="3787" y="3310"/>
                  </a:lnTo>
                  <a:lnTo>
                    <a:pt x="4055" y="3102"/>
                  </a:lnTo>
                  <a:lnTo>
                    <a:pt x="3846" y="2818"/>
                  </a:lnTo>
                  <a:lnTo>
                    <a:pt x="3667" y="2520"/>
                  </a:lnTo>
                  <a:lnTo>
                    <a:pt x="3503" y="2207"/>
                  </a:lnTo>
                  <a:lnTo>
                    <a:pt x="3369" y="1879"/>
                  </a:lnTo>
                  <a:lnTo>
                    <a:pt x="3250" y="1536"/>
                  </a:lnTo>
                  <a:lnTo>
                    <a:pt x="3176" y="1179"/>
                  </a:lnTo>
                  <a:lnTo>
                    <a:pt x="3131" y="806"/>
                  </a:lnTo>
                  <a:lnTo>
                    <a:pt x="3116" y="433"/>
                  </a:lnTo>
                  <a:lnTo>
                    <a:pt x="3116" y="224"/>
                  </a:lnTo>
                  <a:lnTo>
                    <a:pt x="3131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2"/>
            <p:cNvSpPr/>
            <p:nvPr/>
          </p:nvSpPr>
          <p:spPr>
            <a:xfrm>
              <a:off x="6735575" y="2412650"/>
              <a:ext cx="64875" cy="93200"/>
            </a:xfrm>
            <a:custGeom>
              <a:rect b="b" l="l" r="r" t="t"/>
              <a:pathLst>
                <a:path extrusionOk="0" h="3728" w="2595">
                  <a:moveTo>
                    <a:pt x="1656" y="1"/>
                  </a:moveTo>
                  <a:lnTo>
                    <a:pt x="1492" y="135"/>
                  </a:lnTo>
                  <a:lnTo>
                    <a:pt x="1328" y="269"/>
                  </a:lnTo>
                  <a:lnTo>
                    <a:pt x="1179" y="418"/>
                  </a:lnTo>
                  <a:lnTo>
                    <a:pt x="1029" y="582"/>
                  </a:lnTo>
                  <a:lnTo>
                    <a:pt x="895" y="746"/>
                  </a:lnTo>
                  <a:lnTo>
                    <a:pt x="761" y="910"/>
                  </a:lnTo>
                  <a:lnTo>
                    <a:pt x="642" y="1089"/>
                  </a:lnTo>
                  <a:lnTo>
                    <a:pt x="537" y="1283"/>
                  </a:lnTo>
                  <a:lnTo>
                    <a:pt x="433" y="1462"/>
                  </a:lnTo>
                  <a:lnTo>
                    <a:pt x="344" y="1671"/>
                  </a:lnTo>
                  <a:lnTo>
                    <a:pt x="254" y="1864"/>
                  </a:lnTo>
                  <a:lnTo>
                    <a:pt x="195" y="2073"/>
                  </a:lnTo>
                  <a:lnTo>
                    <a:pt x="120" y="2282"/>
                  </a:lnTo>
                  <a:lnTo>
                    <a:pt x="75" y="2491"/>
                  </a:lnTo>
                  <a:lnTo>
                    <a:pt x="31" y="2714"/>
                  </a:lnTo>
                  <a:lnTo>
                    <a:pt x="1" y="2938"/>
                  </a:lnTo>
                  <a:lnTo>
                    <a:pt x="329" y="2953"/>
                  </a:lnTo>
                  <a:lnTo>
                    <a:pt x="642" y="2983"/>
                  </a:lnTo>
                  <a:lnTo>
                    <a:pt x="880" y="3027"/>
                  </a:lnTo>
                  <a:lnTo>
                    <a:pt x="1134" y="3087"/>
                  </a:lnTo>
                  <a:lnTo>
                    <a:pt x="1372" y="3161"/>
                  </a:lnTo>
                  <a:lnTo>
                    <a:pt x="1596" y="3251"/>
                  </a:lnTo>
                  <a:lnTo>
                    <a:pt x="1835" y="3355"/>
                  </a:lnTo>
                  <a:lnTo>
                    <a:pt x="2043" y="3474"/>
                  </a:lnTo>
                  <a:lnTo>
                    <a:pt x="2252" y="3594"/>
                  </a:lnTo>
                  <a:lnTo>
                    <a:pt x="2461" y="3728"/>
                  </a:lnTo>
                  <a:lnTo>
                    <a:pt x="2520" y="3474"/>
                  </a:lnTo>
                  <a:lnTo>
                    <a:pt x="2565" y="3206"/>
                  </a:lnTo>
                  <a:lnTo>
                    <a:pt x="2595" y="2938"/>
                  </a:lnTo>
                  <a:lnTo>
                    <a:pt x="2595" y="2669"/>
                  </a:lnTo>
                  <a:lnTo>
                    <a:pt x="2580" y="2297"/>
                  </a:lnTo>
                  <a:lnTo>
                    <a:pt x="2535" y="1924"/>
                  </a:lnTo>
                  <a:lnTo>
                    <a:pt x="2461" y="1566"/>
                  </a:lnTo>
                  <a:lnTo>
                    <a:pt x="2341" y="1223"/>
                  </a:lnTo>
                  <a:lnTo>
                    <a:pt x="2207" y="895"/>
                  </a:lnTo>
                  <a:lnTo>
                    <a:pt x="2043" y="582"/>
                  </a:lnTo>
                  <a:lnTo>
                    <a:pt x="1864" y="284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2"/>
            <p:cNvSpPr/>
            <p:nvPr/>
          </p:nvSpPr>
          <p:spPr>
            <a:xfrm>
              <a:off x="6751600" y="2487200"/>
              <a:ext cx="45500" cy="58925"/>
            </a:xfrm>
            <a:custGeom>
              <a:rect b="b" l="l" r="r" t="t"/>
              <a:pathLst>
                <a:path extrusionOk="0" h="2357" w="1820">
                  <a:moveTo>
                    <a:pt x="1" y="1"/>
                  </a:moveTo>
                  <a:lnTo>
                    <a:pt x="195" y="254"/>
                  </a:lnTo>
                  <a:lnTo>
                    <a:pt x="374" y="522"/>
                  </a:lnTo>
                  <a:lnTo>
                    <a:pt x="538" y="791"/>
                  </a:lnTo>
                  <a:lnTo>
                    <a:pt x="687" y="1089"/>
                  </a:lnTo>
                  <a:lnTo>
                    <a:pt x="806" y="1387"/>
                  </a:lnTo>
                  <a:lnTo>
                    <a:pt x="895" y="1700"/>
                  </a:lnTo>
                  <a:lnTo>
                    <a:pt x="970" y="2013"/>
                  </a:lnTo>
                  <a:lnTo>
                    <a:pt x="1015" y="2356"/>
                  </a:lnTo>
                  <a:lnTo>
                    <a:pt x="1149" y="2177"/>
                  </a:lnTo>
                  <a:lnTo>
                    <a:pt x="1283" y="1983"/>
                  </a:lnTo>
                  <a:lnTo>
                    <a:pt x="1387" y="1790"/>
                  </a:lnTo>
                  <a:lnTo>
                    <a:pt x="1507" y="1596"/>
                  </a:lnTo>
                  <a:lnTo>
                    <a:pt x="1596" y="1402"/>
                  </a:lnTo>
                  <a:lnTo>
                    <a:pt x="1686" y="1178"/>
                  </a:lnTo>
                  <a:lnTo>
                    <a:pt x="1760" y="970"/>
                  </a:lnTo>
                  <a:lnTo>
                    <a:pt x="1820" y="746"/>
                  </a:lnTo>
                  <a:lnTo>
                    <a:pt x="1611" y="612"/>
                  </a:lnTo>
                  <a:lnTo>
                    <a:pt x="1402" y="492"/>
                  </a:lnTo>
                  <a:lnTo>
                    <a:pt x="1194" y="373"/>
                  </a:lnTo>
                  <a:lnTo>
                    <a:pt x="955" y="269"/>
                  </a:lnTo>
                  <a:lnTo>
                    <a:pt x="731" y="179"/>
                  </a:lnTo>
                  <a:lnTo>
                    <a:pt x="493" y="105"/>
                  </a:lnTo>
                  <a:lnTo>
                    <a:pt x="239" y="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2"/>
            <p:cNvSpPr/>
            <p:nvPr/>
          </p:nvSpPr>
          <p:spPr>
            <a:xfrm>
              <a:off x="6735200" y="2486075"/>
              <a:ext cx="41775" cy="77550"/>
            </a:xfrm>
            <a:custGeom>
              <a:rect b="b" l="l" r="r" t="t"/>
              <a:pathLst>
                <a:path extrusionOk="0" h="3102" w="1671">
                  <a:moveTo>
                    <a:pt x="16" y="1"/>
                  </a:moveTo>
                  <a:lnTo>
                    <a:pt x="1" y="224"/>
                  </a:lnTo>
                  <a:lnTo>
                    <a:pt x="1" y="433"/>
                  </a:lnTo>
                  <a:lnTo>
                    <a:pt x="16" y="806"/>
                  </a:lnTo>
                  <a:lnTo>
                    <a:pt x="61" y="1179"/>
                  </a:lnTo>
                  <a:lnTo>
                    <a:pt x="135" y="1536"/>
                  </a:lnTo>
                  <a:lnTo>
                    <a:pt x="254" y="1879"/>
                  </a:lnTo>
                  <a:lnTo>
                    <a:pt x="388" y="2207"/>
                  </a:lnTo>
                  <a:lnTo>
                    <a:pt x="552" y="2520"/>
                  </a:lnTo>
                  <a:lnTo>
                    <a:pt x="731" y="2818"/>
                  </a:lnTo>
                  <a:lnTo>
                    <a:pt x="940" y="3102"/>
                  </a:lnTo>
                  <a:lnTo>
                    <a:pt x="1134" y="2953"/>
                  </a:lnTo>
                  <a:lnTo>
                    <a:pt x="1328" y="2774"/>
                  </a:lnTo>
                  <a:lnTo>
                    <a:pt x="1507" y="2595"/>
                  </a:lnTo>
                  <a:lnTo>
                    <a:pt x="1671" y="2401"/>
                  </a:lnTo>
                  <a:lnTo>
                    <a:pt x="1626" y="2058"/>
                  </a:lnTo>
                  <a:lnTo>
                    <a:pt x="1551" y="1745"/>
                  </a:lnTo>
                  <a:lnTo>
                    <a:pt x="1462" y="1432"/>
                  </a:lnTo>
                  <a:lnTo>
                    <a:pt x="1343" y="1134"/>
                  </a:lnTo>
                  <a:lnTo>
                    <a:pt x="1194" y="836"/>
                  </a:lnTo>
                  <a:lnTo>
                    <a:pt x="1030" y="567"/>
                  </a:lnTo>
                  <a:lnTo>
                    <a:pt x="851" y="299"/>
                  </a:lnTo>
                  <a:lnTo>
                    <a:pt x="657" y="46"/>
                  </a:lnTo>
                  <a:lnTo>
                    <a:pt x="344" y="1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2"/>
            <p:cNvSpPr/>
            <p:nvPr/>
          </p:nvSpPr>
          <p:spPr>
            <a:xfrm>
              <a:off x="6634950" y="2372775"/>
              <a:ext cx="101400" cy="133825"/>
            </a:xfrm>
            <a:custGeom>
              <a:rect b="b" l="l" r="r" t="t"/>
              <a:pathLst>
                <a:path extrusionOk="0" h="5353" w="4056">
                  <a:moveTo>
                    <a:pt x="2356" y="1"/>
                  </a:moveTo>
                  <a:lnTo>
                    <a:pt x="2103" y="16"/>
                  </a:lnTo>
                  <a:lnTo>
                    <a:pt x="1834" y="30"/>
                  </a:lnTo>
                  <a:lnTo>
                    <a:pt x="1596" y="75"/>
                  </a:lnTo>
                  <a:lnTo>
                    <a:pt x="1342" y="120"/>
                  </a:lnTo>
                  <a:lnTo>
                    <a:pt x="1372" y="403"/>
                  </a:lnTo>
                  <a:lnTo>
                    <a:pt x="1387" y="686"/>
                  </a:lnTo>
                  <a:lnTo>
                    <a:pt x="1387" y="895"/>
                  </a:lnTo>
                  <a:lnTo>
                    <a:pt x="1357" y="1104"/>
                  </a:lnTo>
                  <a:lnTo>
                    <a:pt x="1327" y="1298"/>
                  </a:lnTo>
                  <a:lnTo>
                    <a:pt x="1298" y="1491"/>
                  </a:lnTo>
                  <a:lnTo>
                    <a:pt x="1238" y="1685"/>
                  </a:lnTo>
                  <a:lnTo>
                    <a:pt x="1178" y="1879"/>
                  </a:lnTo>
                  <a:lnTo>
                    <a:pt x="1089" y="2058"/>
                  </a:lnTo>
                  <a:lnTo>
                    <a:pt x="1014" y="2222"/>
                  </a:lnTo>
                  <a:lnTo>
                    <a:pt x="910" y="2401"/>
                  </a:lnTo>
                  <a:lnTo>
                    <a:pt x="806" y="2565"/>
                  </a:lnTo>
                  <a:lnTo>
                    <a:pt x="686" y="2714"/>
                  </a:lnTo>
                  <a:lnTo>
                    <a:pt x="567" y="2863"/>
                  </a:lnTo>
                  <a:lnTo>
                    <a:pt x="433" y="2997"/>
                  </a:lnTo>
                  <a:lnTo>
                    <a:pt x="299" y="3131"/>
                  </a:lnTo>
                  <a:lnTo>
                    <a:pt x="150" y="3266"/>
                  </a:lnTo>
                  <a:lnTo>
                    <a:pt x="1" y="3385"/>
                  </a:lnTo>
                  <a:lnTo>
                    <a:pt x="254" y="3549"/>
                  </a:lnTo>
                  <a:lnTo>
                    <a:pt x="507" y="3758"/>
                  </a:lnTo>
                  <a:lnTo>
                    <a:pt x="731" y="3966"/>
                  </a:lnTo>
                  <a:lnTo>
                    <a:pt x="940" y="4220"/>
                  </a:lnTo>
                  <a:lnTo>
                    <a:pt x="1119" y="4473"/>
                  </a:lnTo>
                  <a:lnTo>
                    <a:pt x="1268" y="4756"/>
                  </a:lnTo>
                  <a:lnTo>
                    <a:pt x="1402" y="5040"/>
                  </a:lnTo>
                  <a:lnTo>
                    <a:pt x="1506" y="5353"/>
                  </a:lnTo>
                  <a:lnTo>
                    <a:pt x="1745" y="5189"/>
                  </a:lnTo>
                  <a:lnTo>
                    <a:pt x="1998" y="5040"/>
                  </a:lnTo>
                  <a:lnTo>
                    <a:pt x="2252" y="4905"/>
                  </a:lnTo>
                  <a:lnTo>
                    <a:pt x="2535" y="4801"/>
                  </a:lnTo>
                  <a:lnTo>
                    <a:pt x="2803" y="4712"/>
                  </a:lnTo>
                  <a:lnTo>
                    <a:pt x="3101" y="4637"/>
                  </a:lnTo>
                  <a:lnTo>
                    <a:pt x="3400" y="4578"/>
                  </a:lnTo>
                  <a:lnTo>
                    <a:pt x="3698" y="4548"/>
                  </a:lnTo>
                  <a:lnTo>
                    <a:pt x="3787" y="4354"/>
                  </a:lnTo>
                  <a:lnTo>
                    <a:pt x="3862" y="4145"/>
                  </a:lnTo>
                  <a:lnTo>
                    <a:pt x="3921" y="3936"/>
                  </a:lnTo>
                  <a:lnTo>
                    <a:pt x="3966" y="3728"/>
                  </a:lnTo>
                  <a:lnTo>
                    <a:pt x="4011" y="3504"/>
                  </a:lnTo>
                  <a:lnTo>
                    <a:pt x="4041" y="3295"/>
                  </a:lnTo>
                  <a:lnTo>
                    <a:pt x="4056" y="3072"/>
                  </a:lnTo>
                  <a:lnTo>
                    <a:pt x="4056" y="2848"/>
                  </a:lnTo>
                  <a:lnTo>
                    <a:pt x="4056" y="2639"/>
                  </a:lnTo>
                  <a:lnTo>
                    <a:pt x="4041" y="2446"/>
                  </a:lnTo>
                  <a:lnTo>
                    <a:pt x="4011" y="2252"/>
                  </a:lnTo>
                  <a:lnTo>
                    <a:pt x="3981" y="2058"/>
                  </a:lnTo>
                  <a:lnTo>
                    <a:pt x="3907" y="1685"/>
                  </a:lnTo>
                  <a:lnTo>
                    <a:pt x="3772" y="1327"/>
                  </a:lnTo>
                  <a:lnTo>
                    <a:pt x="3623" y="985"/>
                  </a:lnTo>
                  <a:lnTo>
                    <a:pt x="3444" y="657"/>
                  </a:lnTo>
                  <a:lnTo>
                    <a:pt x="3251" y="344"/>
                  </a:lnTo>
                  <a:lnTo>
                    <a:pt x="3012" y="45"/>
                  </a:lnTo>
                  <a:lnTo>
                    <a:pt x="2684" y="16"/>
                  </a:lnTo>
                  <a:lnTo>
                    <a:pt x="23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2"/>
            <p:cNvSpPr/>
            <p:nvPr/>
          </p:nvSpPr>
          <p:spPr>
            <a:xfrm>
              <a:off x="6672600" y="2486450"/>
              <a:ext cx="54800" cy="54075"/>
            </a:xfrm>
            <a:custGeom>
              <a:rect b="b" l="l" r="r" t="t"/>
              <a:pathLst>
                <a:path extrusionOk="0" h="2163" w="2192">
                  <a:moveTo>
                    <a:pt x="2192" y="1"/>
                  </a:moveTo>
                  <a:lnTo>
                    <a:pt x="1894" y="31"/>
                  </a:lnTo>
                  <a:lnTo>
                    <a:pt x="1595" y="90"/>
                  </a:lnTo>
                  <a:lnTo>
                    <a:pt x="1297" y="165"/>
                  </a:lnTo>
                  <a:lnTo>
                    <a:pt x="1029" y="254"/>
                  </a:lnTo>
                  <a:lnTo>
                    <a:pt x="746" y="358"/>
                  </a:lnTo>
                  <a:lnTo>
                    <a:pt x="492" y="493"/>
                  </a:lnTo>
                  <a:lnTo>
                    <a:pt x="239" y="642"/>
                  </a:lnTo>
                  <a:lnTo>
                    <a:pt x="0" y="806"/>
                  </a:lnTo>
                  <a:lnTo>
                    <a:pt x="45" y="1014"/>
                  </a:lnTo>
                  <a:lnTo>
                    <a:pt x="75" y="1223"/>
                  </a:lnTo>
                  <a:lnTo>
                    <a:pt x="105" y="1447"/>
                  </a:lnTo>
                  <a:lnTo>
                    <a:pt x="105" y="1656"/>
                  </a:lnTo>
                  <a:lnTo>
                    <a:pt x="90" y="1909"/>
                  </a:lnTo>
                  <a:lnTo>
                    <a:pt x="75" y="2162"/>
                  </a:lnTo>
                  <a:lnTo>
                    <a:pt x="239" y="2073"/>
                  </a:lnTo>
                  <a:lnTo>
                    <a:pt x="418" y="1984"/>
                  </a:lnTo>
                  <a:lnTo>
                    <a:pt x="746" y="1775"/>
                  </a:lnTo>
                  <a:lnTo>
                    <a:pt x="1044" y="1536"/>
                  </a:lnTo>
                  <a:lnTo>
                    <a:pt x="1327" y="1283"/>
                  </a:lnTo>
                  <a:lnTo>
                    <a:pt x="1595" y="985"/>
                  </a:lnTo>
                  <a:lnTo>
                    <a:pt x="1819" y="686"/>
                  </a:lnTo>
                  <a:lnTo>
                    <a:pt x="2028" y="344"/>
                  </a:lnTo>
                  <a:lnTo>
                    <a:pt x="2117" y="180"/>
                  </a:lnTo>
                  <a:lnTo>
                    <a:pt x="21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2"/>
            <p:cNvSpPr/>
            <p:nvPr/>
          </p:nvSpPr>
          <p:spPr>
            <a:xfrm>
              <a:off x="6530975" y="2546825"/>
              <a:ext cx="101025" cy="63400"/>
            </a:xfrm>
            <a:custGeom>
              <a:rect b="b" l="l" r="r" t="t"/>
              <a:pathLst>
                <a:path extrusionOk="0" h="2536" w="4041">
                  <a:moveTo>
                    <a:pt x="3220" y="1"/>
                  </a:moveTo>
                  <a:lnTo>
                    <a:pt x="3116" y="150"/>
                  </a:lnTo>
                  <a:lnTo>
                    <a:pt x="2982" y="314"/>
                  </a:lnTo>
                  <a:lnTo>
                    <a:pt x="2848" y="448"/>
                  </a:lnTo>
                  <a:lnTo>
                    <a:pt x="2713" y="582"/>
                  </a:lnTo>
                  <a:lnTo>
                    <a:pt x="2564" y="716"/>
                  </a:lnTo>
                  <a:lnTo>
                    <a:pt x="2400" y="836"/>
                  </a:lnTo>
                  <a:lnTo>
                    <a:pt x="2236" y="940"/>
                  </a:lnTo>
                  <a:lnTo>
                    <a:pt x="2072" y="1044"/>
                  </a:lnTo>
                  <a:lnTo>
                    <a:pt x="1893" y="1134"/>
                  </a:lnTo>
                  <a:lnTo>
                    <a:pt x="1715" y="1208"/>
                  </a:lnTo>
                  <a:lnTo>
                    <a:pt x="1521" y="1283"/>
                  </a:lnTo>
                  <a:lnTo>
                    <a:pt x="1327" y="1343"/>
                  </a:lnTo>
                  <a:lnTo>
                    <a:pt x="1118" y="1387"/>
                  </a:lnTo>
                  <a:lnTo>
                    <a:pt x="924" y="1417"/>
                  </a:lnTo>
                  <a:lnTo>
                    <a:pt x="716" y="1432"/>
                  </a:lnTo>
                  <a:lnTo>
                    <a:pt x="253" y="1432"/>
                  </a:lnTo>
                  <a:lnTo>
                    <a:pt x="0" y="1402"/>
                  </a:lnTo>
                  <a:lnTo>
                    <a:pt x="119" y="1522"/>
                  </a:lnTo>
                  <a:lnTo>
                    <a:pt x="239" y="1656"/>
                  </a:lnTo>
                  <a:lnTo>
                    <a:pt x="373" y="1760"/>
                  </a:lnTo>
                  <a:lnTo>
                    <a:pt x="507" y="1864"/>
                  </a:lnTo>
                  <a:lnTo>
                    <a:pt x="641" y="1969"/>
                  </a:lnTo>
                  <a:lnTo>
                    <a:pt x="790" y="2058"/>
                  </a:lnTo>
                  <a:lnTo>
                    <a:pt x="939" y="2148"/>
                  </a:lnTo>
                  <a:lnTo>
                    <a:pt x="1103" y="2222"/>
                  </a:lnTo>
                  <a:lnTo>
                    <a:pt x="1252" y="2297"/>
                  </a:lnTo>
                  <a:lnTo>
                    <a:pt x="1416" y="2356"/>
                  </a:lnTo>
                  <a:lnTo>
                    <a:pt x="1595" y="2416"/>
                  </a:lnTo>
                  <a:lnTo>
                    <a:pt x="1759" y="2461"/>
                  </a:lnTo>
                  <a:lnTo>
                    <a:pt x="1938" y="2491"/>
                  </a:lnTo>
                  <a:lnTo>
                    <a:pt x="2117" y="2520"/>
                  </a:lnTo>
                  <a:lnTo>
                    <a:pt x="2296" y="2535"/>
                  </a:lnTo>
                  <a:lnTo>
                    <a:pt x="2684" y="2535"/>
                  </a:lnTo>
                  <a:lnTo>
                    <a:pt x="2862" y="2505"/>
                  </a:lnTo>
                  <a:lnTo>
                    <a:pt x="3056" y="2491"/>
                  </a:lnTo>
                  <a:lnTo>
                    <a:pt x="3235" y="2446"/>
                  </a:lnTo>
                  <a:lnTo>
                    <a:pt x="3414" y="2401"/>
                  </a:lnTo>
                  <a:lnTo>
                    <a:pt x="3593" y="2341"/>
                  </a:lnTo>
                  <a:lnTo>
                    <a:pt x="3757" y="2282"/>
                  </a:lnTo>
                  <a:lnTo>
                    <a:pt x="3921" y="2207"/>
                  </a:lnTo>
                  <a:lnTo>
                    <a:pt x="3906" y="1835"/>
                  </a:lnTo>
                  <a:lnTo>
                    <a:pt x="3921" y="1551"/>
                  </a:lnTo>
                  <a:lnTo>
                    <a:pt x="3951" y="1283"/>
                  </a:lnTo>
                  <a:lnTo>
                    <a:pt x="3981" y="1015"/>
                  </a:lnTo>
                  <a:lnTo>
                    <a:pt x="4040" y="761"/>
                  </a:lnTo>
                  <a:lnTo>
                    <a:pt x="3846" y="612"/>
                  </a:lnTo>
                  <a:lnTo>
                    <a:pt x="3653" y="448"/>
                  </a:lnTo>
                  <a:lnTo>
                    <a:pt x="3474" y="269"/>
                  </a:lnTo>
                  <a:lnTo>
                    <a:pt x="3310" y="90"/>
                  </a:lnTo>
                  <a:lnTo>
                    <a:pt x="3220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2"/>
            <p:cNvSpPr/>
            <p:nvPr/>
          </p:nvSpPr>
          <p:spPr>
            <a:xfrm>
              <a:off x="6628625" y="2565850"/>
              <a:ext cx="28700" cy="36175"/>
            </a:xfrm>
            <a:custGeom>
              <a:rect b="b" l="l" r="r" t="t"/>
              <a:pathLst>
                <a:path extrusionOk="0" h="1447" w="1148">
                  <a:moveTo>
                    <a:pt x="134" y="0"/>
                  </a:moveTo>
                  <a:lnTo>
                    <a:pt x="75" y="254"/>
                  </a:lnTo>
                  <a:lnTo>
                    <a:pt x="45" y="522"/>
                  </a:lnTo>
                  <a:lnTo>
                    <a:pt x="15" y="790"/>
                  </a:lnTo>
                  <a:lnTo>
                    <a:pt x="0" y="1074"/>
                  </a:lnTo>
                  <a:lnTo>
                    <a:pt x="15" y="1446"/>
                  </a:lnTo>
                  <a:lnTo>
                    <a:pt x="179" y="1357"/>
                  </a:lnTo>
                  <a:lnTo>
                    <a:pt x="343" y="1267"/>
                  </a:lnTo>
                  <a:lnTo>
                    <a:pt x="492" y="1163"/>
                  </a:lnTo>
                  <a:lnTo>
                    <a:pt x="641" y="1044"/>
                  </a:lnTo>
                  <a:lnTo>
                    <a:pt x="775" y="924"/>
                  </a:lnTo>
                  <a:lnTo>
                    <a:pt x="909" y="805"/>
                  </a:lnTo>
                  <a:lnTo>
                    <a:pt x="1029" y="671"/>
                  </a:lnTo>
                  <a:lnTo>
                    <a:pt x="1148" y="537"/>
                  </a:lnTo>
                  <a:lnTo>
                    <a:pt x="880" y="433"/>
                  </a:lnTo>
                  <a:lnTo>
                    <a:pt x="626" y="298"/>
                  </a:lnTo>
                  <a:lnTo>
                    <a:pt x="373" y="164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2"/>
            <p:cNvSpPr/>
            <p:nvPr/>
          </p:nvSpPr>
          <p:spPr>
            <a:xfrm>
              <a:off x="6613700" y="2549075"/>
              <a:ext cx="23875" cy="16800"/>
            </a:xfrm>
            <a:custGeom>
              <a:rect b="b" l="l" r="r" t="t"/>
              <a:pathLst>
                <a:path extrusionOk="0" h="672" w="955">
                  <a:moveTo>
                    <a:pt x="1" y="0"/>
                  </a:moveTo>
                  <a:lnTo>
                    <a:pt x="165" y="179"/>
                  </a:lnTo>
                  <a:lnTo>
                    <a:pt x="344" y="358"/>
                  </a:lnTo>
                  <a:lnTo>
                    <a:pt x="537" y="522"/>
                  </a:lnTo>
                  <a:lnTo>
                    <a:pt x="731" y="671"/>
                  </a:lnTo>
                  <a:lnTo>
                    <a:pt x="836" y="343"/>
                  </a:lnTo>
                  <a:lnTo>
                    <a:pt x="955" y="30"/>
                  </a:lnTo>
                  <a:lnTo>
                    <a:pt x="642" y="45"/>
                  </a:lnTo>
                  <a:lnTo>
                    <a:pt x="314" y="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2"/>
            <p:cNvSpPr/>
            <p:nvPr/>
          </p:nvSpPr>
          <p:spPr>
            <a:xfrm>
              <a:off x="6631975" y="2540500"/>
              <a:ext cx="42500" cy="38775"/>
            </a:xfrm>
            <a:custGeom>
              <a:rect b="b" l="l" r="r" t="t"/>
              <a:pathLst>
                <a:path extrusionOk="0" h="1551" w="1700">
                  <a:moveTo>
                    <a:pt x="1700" y="0"/>
                  </a:moveTo>
                  <a:lnTo>
                    <a:pt x="1342" y="149"/>
                  </a:lnTo>
                  <a:lnTo>
                    <a:pt x="984" y="254"/>
                  </a:lnTo>
                  <a:lnTo>
                    <a:pt x="611" y="328"/>
                  </a:lnTo>
                  <a:lnTo>
                    <a:pt x="224" y="373"/>
                  </a:lnTo>
                  <a:lnTo>
                    <a:pt x="105" y="686"/>
                  </a:lnTo>
                  <a:lnTo>
                    <a:pt x="0" y="1014"/>
                  </a:lnTo>
                  <a:lnTo>
                    <a:pt x="239" y="1178"/>
                  </a:lnTo>
                  <a:lnTo>
                    <a:pt x="492" y="1312"/>
                  </a:lnTo>
                  <a:lnTo>
                    <a:pt x="746" y="1447"/>
                  </a:lnTo>
                  <a:lnTo>
                    <a:pt x="1014" y="1551"/>
                  </a:lnTo>
                  <a:lnTo>
                    <a:pt x="1133" y="1387"/>
                  </a:lnTo>
                  <a:lnTo>
                    <a:pt x="1253" y="1208"/>
                  </a:lnTo>
                  <a:lnTo>
                    <a:pt x="1357" y="1014"/>
                  </a:lnTo>
                  <a:lnTo>
                    <a:pt x="1446" y="835"/>
                  </a:lnTo>
                  <a:lnTo>
                    <a:pt x="1536" y="627"/>
                  </a:lnTo>
                  <a:lnTo>
                    <a:pt x="1595" y="433"/>
                  </a:lnTo>
                  <a:lnTo>
                    <a:pt x="1655" y="224"/>
                  </a:lnTo>
                  <a:lnTo>
                    <a:pt x="1700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2"/>
            <p:cNvSpPr/>
            <p:nvPr/>
          </p:nvSpPr>
          <p:spPr>
            <a:xfrm>
              <a:off x="6611475" y="2457375"/>
              <a:ext cx="61150" cy="92850"/>
            </a:xfrm>
            <a:custGeom>
              <a:rect b="b" l="l" r="r" t="t"/>
              <a:pathLst>
                <a:path extrusionOk="0" h="3714" w="2446">
                  <a:moveTo>
                    <a:pt x="940" y="1"/>
                  </a:moveTo>
                  <a:lnTo>
                    <a:pt x="776" y="105"/>
                  </a:lnTo>
                  <a:lnTo>
                    <a:pt x="612" y="195"/>
                  </a:lnTo>
                  <a:lnTo>
                    <a:pt x="448" y="284"/>
                  </a:lnTo>
                  <a:lnTo>
                    <a:pt x="269" y="359"/>
                  </a:lnTo>
                  <a:lnTo>
                    <a:pt x="343" y="508"/>
                  </a:lnTo>
                  <a:lnTo>
                    <a:pt x="403" y="672"/>
                  </a:lnTo>
                  <a:lnTo>
                    <a:pt x="448" y="851"/>
                  </a:lnTo>
                  <a:lnTo>
                    <a:pt x="492" y="1015"/>
                  </a:lnTo>
                  <a:lnTo>
                    <a:pt x="522" y="1194"/>
                  </a:lnTo>
                  <a:lnTo>
                    <a:pt x="552" y="1372"/>
                  </a:lnTo>
                  <a:lnTo>
                    <a:pt x="567" y="1551"/>
                  </a:lnTo>
                  <a:lnTo>
                    <a:pt x="567" y="1730"/>
                  </a:lnTo>
                  <a:lnTo>
                    <a:pt x="567" y="1984"/>
                  </a:lnTo>
                  <a:lnTo>
                    <a:pt x="537" y="2237"/>
                  </a:lnTo>
                  <a:lnTo>
                    <a:pt x="492" y="2476"/>
                  </a:lnTo>
                  <a:lnTo>
                    <a:pt x="418" y="2714"/>
                  </a:lnTo>
                  <a:lnTo>
                    <a:pt x="343" y="2938"/>
                  </a:lnTo>
                  <a:lnTo>
                    <a:pt x="254" y="3161"/>
                  </a:lnTo>
                  <a:lnTo>
                    <a:pt x="134" y="3370"/>
                  </a:lnTo>
                  <a:lnTo>
                    <a:pt x="0" y="3579"/>
                  </a:lnTo>
                  <a:lnTo>
                    <a:pt x="90" y="3668"/>
                  </a:lnTo>
                  <a:lnTo>
                    <a:pt x="403" y="3698"/>
                  </a:lnTo>
                  <a:lnTo>
                    <a:pt x="731" y="3713"/>
                  </a:lnTo>
                  <a:lnTo>
                    <a:pt x="1044" y="3698"/>
                  </a:lnTo>
                  <a:lnTo>
                    <a:pt x="1163" y="3445"/>
                  </a:lnTo>
                  <a:lnTo>
                    <a:pt x="1312" y="3206"/>
                  </a:lnTo>
                  <a:lnTo>
                    <a:pt x="1461" y="2968"/>
                  </a:lnTo>
                  <a:lnTo>
                    <a:pt x="1625" y="2744"/>
                  </a:lnTo>
                  <a:lnTo>
                    <a:pt x="1804" y="2535"/>
                  </a:lnTo>
                  <a:lnTo>
                    <a:pt x="2013" y="2327"/>
                  </a:lnTo>
                  <a:lnTo>
                    <a:pt x="2222" y="2148"/>
                  </a:lnTo>
                  <a:lnTo>
                    <a:pt x="2445" y="1969"/>
                  </a:lnTo>
                  <a:lnTo>
                    <a:pt x="2341" y="1656"/>
                  </a:lnTo>
                  <a:lnTo>
                    <a:pt x="2207" y="1372"/>
                  </a:lnTo>
                  <a:lnTo>
                    <a:pt x="2058" y="1089"/>
                  </a:lnTo>
                  <a:lnTo>
                    <a:pt x="1879" y="836"/>
                  </a:lnTo>
                  <a:lnTo>
                    <a:pt x="1670" y="582"/>
                  </a:lnTo>
                  <a:lnTo>
                    <a:pt x="1446" y="374"/>
                  </a:lnTo>
                  <a:lnTo>
                    <a:pt x="1193" y="165"/>
                  </a:lnTo>
                  <a:lnTo>
                    <a:pt x="940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2"/>
            <p:cNvSpPr/>
            <p:nvPr/>
          </p:nvSpPr>
          <p:spPr>
            <a:xfrm>
              <a:off x="6637550" y="2506575"/>
              <a:ext cx="37675" cy="43275"/>
            </a:xfrm>
            <a:custGeom>
              <a:rect b="b" l="l" r="r" t="t"/>
              <a:pathLst>
                <a:path extrusionOk="0" h="1731" w="1507">
                  <a:moveTo>
                    <a:pt x="1402" y="1"/>
                  </a:moveTo>
                  <a:lnTo>
                    <a:pt x="1179" y="180"/>
                  </a:lnTo>
                  <a:lnTo>
                    <a:pt x="970" y="359"/>
                  </a:lnTo>
                  <a:lnTo>
                    <a:pt x="761" y="567"/>
                  </a:lnTo>
                  <a:lnTo>
                    <a:pt x="582" y="776"/>
                  </a:lnTo>
                  <a:lnTo>
                    <a:pt x="418" y="1000"/>
                  </a:lnTo>
                  <a:lnTo>
                    <a:pt x="269" y="1238"/>
                  </a:lnTo>
                  <a:lnTo>
                    <a:pt x="120" y="1477"/>
                  </a:lnTo>
                  <a:lnTo>
                    <a:pt x="1" y="1730"/>
                  </a:lnTo>
                  <a:lnTo>
                    <a:pt x="1" y="1730"/>
                  </a:lnTo>
                  <a:lnTo>
                    <a:pt x="388" y="1685"/>
                  </a:lnTo>
                  <a:lnTo>
                    <a:pt x="761" y="1611"/>
                  </a:lnTo>
                  <a:lnTo>
                    <a:pt x="1119" y="1506"/>
                  </a:lnTo>
                  <a:lnTo>
                    <a:pt x="1477" y="1357"/>
                  </a:lnTo>
                  <a:lnTo>
                    <a:pt x="1492" y="1104"/>
                  </a:lnTo>
                  <a:lnTo>
                    <a:pt x="1507" y="851"/>
                  </a:lnTo>
                  <a:lnTo>
                    <a:pt x="1507" y="642"/>
                  </a:lnTo>
                  <a:lnTo>
                    <a:pt x="1477" y="418"/>
                  </a:lnTo>
                  <a:lnTo>
                    <a:pt x="1447" y="209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2"/>
            <p:cNvSpPr/>
            <p:nvPr/>
          </p:nvSpPr>
          <p:spPr>
            <a:xfrm>
              <a:off x="6510825" y="2461850"/>
              <a:ext cx="100675" cy="120800"/>
            </a:xfrm>
            <a:custGeom>
              <a:rect b="b" l="l" r="r" t="t"/>
              <a:pathLst>
                <a:path extrusionOk="0" h="4832" w="4027">
                  <a:moveTo>
                    <a:pt x="1462" y="1"/>
                  </a:moveTo>
                  <a:lnTo>
                    <a:pt x="1373" y="254"/>
                  </a:lnTo>
                  <a:lnTo>
                    <a:pt x="1268" y="493"/>
                  </a:lnTo>
                  <a:lnTo>
                    <a:pt x="1134" y="731"/>
                  </a:lnTo>
                  <a:lnTo>
                    <a:pt x="985" y="940"/>
                  </a:lnTo>
                  <a:lnTo>
                    <a:pt x="806" y="1134"/>
                  </a:lnTo>
                  <a:lnTo>
                    <a:pt x="612" y="1313"/>
                  </a:lnTo>
                  <a:lnTo>
                    <a:pt x="404" y="1477"/>
                  </a:lnTo>
                  <a:lnTo>
                    <a:pt x="165" y="1611"/>
                  </a:lnTo>
                  <a:lnTo>
                    <a:pt x="105" y="1849"/>
                  </a:lnTo>
                  <a:lnTo>
                    <a:pt x="46" y="2118"/>
                  </a:lnTo>
                  <a:lnTo>
                    <a:pt x="16" y="2371"/>
                  </a:lnTo>
                  <a:lnTo>
                    <a:pt x="1" y="2640"/>
                  </a:lnTo>
                  <a:lnTo>
                    <a:pt x="16" y="2953"/>
                  </a:lnTo>
                  <a:lnTo>
                    <a:pt x="61" y="3251"/>
                  </a:lnTo>
                  <a:lnTo>
                    <a:pt x="120" y="3534"/>
                  </a:lnTo>
                  <a:lnTo>
                    <a:pt x="225" y="3817"/>
                  </a:lnTo>
                  <a:lnTo>
                    <a:pt x="329" y="4086"/>
                  </a:lnTo>
                  <a:lnTo>
                    <a:pt x="463" y="4339"/>
                  </a:lnTo>
                  <a:lnTo>
                    <a:pt x="627" y="4578"/>
                  </a:lnTo>
                  <a:lnTo>
                    <a:pt x="806" y="4801"/>
                  </a:lnTo>
                  <a:lnTo>
                    <a:pt x="1059" y="4831"/>
                  </a:lnTo>
                  <a:lnTo>
                    <a:pt x="1522" y="4831"/>
                  </a:lnTo>
                  <a:lnTo>
                    <a:pt x="1730" y="4816"/>
                  </a:lnTo>
                  <a:lnTo>
                    <a:pt x="1924" y="4786"/>
                  </a:lnTo>
                  <a:lnTo>
                    <a:pt x="2133" y="4742"/>
                  </a:lnTo>
                  <a:lnTo>
                    <a:pt x="2327" y="4682"/>
                  </a:lnTo>
                  <a:lnTo>
                    <a:pt x="2521" y="4607"/>
                  </a:lnTo>
                  <a:lnTo>
                    <a:pt x="2699" y="4533"/>
                  </a:lnTo>
                  <a:lnTo>
                    <a:pt x="2878" y="4443"/>
                  </a:lnTo>
                  <a:lnTo>
                    <a:pt x="3042" y="4339"/>
                  </a:lnTo>
                  <a:lnTo>
                    <a:pt x="3206" y="4235"/>
                  </a:lnTo>
                  <a:lnTo>
                    <a:pt x="3370" y="4115"/>
                  </a:lnTo>
                  <a:lnTo>
                    <a:pt x="3519" y="3981"/>
                  </a:lnTo>
                  <a:lnTo>
                    <a:pt x="3654" y="3847"/>
                  </a:lnTo>
                  <a:lnTo>
                    <a:pt x="3788" y="3713"/>
                  </a:lnTo>
                  <a:lnTo>
                    <a:pt x="3922" y="3549"/>
                  </a:lnTo>
                  <a:lnTo>
                    <a:pt x="4026" y="3400"/>
                  </a:lnTo>
                  <a:lnTo>
                    <a:pt x="3818" y="3117"/>
                  </a:lnTo>
                  <a:lnTo>
                    <a:pt x="3624" y="2804"/>
                  </a:lnTo>
                  <a:lnTo>
                    <a:pt x="3460" y="2490"/>
                  </a:lnTo>
                  <a:lnTo>
                    <a:pt x="3326" y="2148"/>
                  </a:lnTo>
                  <a:lnTo>
                    <a:pt x="3206" y="1805"/>
                  </a:lnTo>
                  <a:lnTo>
                    <a:pt x="3132" y="1447"/>
                  </a:lnTo>
                  <a:lnTo>
                    <a:pt x="3087" y="1074"/>
                  </a:lnTo>
                  <a:lnTo>
                    <a:pt x="3072" y="701"/>
                  </a:lnTo>
                  <a:lnTo>
                    <a:pt x="3072" y="418"/>
                  </a:lnTo>
                  <a:lnTo>
                    <a:pt x="2849" y="403"/>
                  </a:lnTo>
                  <a:lnTo>
                    <a:pt x="2640" y="388"/>
                  </a:lnTo>
                  <a:lnTo>
                    <a:pt x="2431" y="359"/>
                  </a:lnTo>
                  <a:lnTo>
                    <a:pt x="2222" y="299"/>
                  </a:lnTo>
                  <a:lnTo>
                    <a:pt x="2029" y="239"/>
                  </a:lnTo>
                  <a:lnTo>
                    <a:pt x="1835" y="180"/>
                  </a:lnTo>
                  <a:lnTo>
                    <a:pt x="1641" y="90"/>
                  </a:lnTo>
                  <a:lnTo>
                    <a:pt x="14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2"/>
            <p:cNvSpPr/>
            <p:nvPr/>
          </p:nvSpPr>
          <p:spPr>
            <a:xfrm>
              <a:off x="6587625" y="2466325"/>
              <a:ext cx="38025" cy="80525"/>
            </a:xfrm>
            <a:custGeom>
              <a:rect b="b" l="l" r="r" t="t"/>
              <a:pathLst>
                <a:path extrusionOk="0" h="3221" w="1521">
                  <a:moveTo>
                    <a:pt x="1223" y="1"/>
                  </a:moveTo>
                  <a:lnTo>
                    <a:pt x="939" y="105"/>
                  </a:lnTo>
                  <a:lnTo>
                    <a:pt x="641" y="180"/>
                  </a:lnTo>
                  <a:lnTo>
                    <a:pt x="328" y="224"/>
                  </a:lnTo>
                  <a:lnTo>
                    <a:pt x="0" y="239"/>
                  </a:lnTo>
                  <a:lnTo>
                    <a:pt x="0" y="522"/>
                  </a:lnTo>
                  <a:lnTo>
                    <a:pt x="15" y="895"/>
                  </a:lnTo>
                  <a:lnTo>
                    <a:pt x="60" y="1268"/>
                  </a:lnTo>
                  <a:lnTo>
                    <a:pt x="134" y="1626"/>
                  </a:lnTo>
                  <a:lnTo>
                    <a:pt x="254" y="1969"/>
                  </a:lnTo>
                  <a:lnTo>
                    <a:pt x="388" y="2311"/>
                  </a:lnTo>
                  <a:lnTo>
                    <a:pt x="552" y="2625"/>
                  </a:lnTo>
                  <a:lnTo>
                    <a:pt x="746" y="2938"/>
                  </a:lnTo>
                  <a:lnTo>
                    <a:pt x="954" y="3221"/>
                  </a:lnTo>
                  <a:lnTo>
                    <a:pt x="1088" y="3012"/>
                  </a:lnTo>
                  <a:lnTo>
                    <a:pt x="1208" y="2803"/>
                  </a:lnTo>
                  <a:lnTo>
                    <a:pt x="1297" y="2580"/>
                  </a:lnTo>
                  <a:lnTo>
                    <a:pt x="1372" y="2356"/>
                  </a:lnTo>
                  <a:lnTo>
                    <a:pt x="1446" y="2118"/>
                  </a:lnTo>
                  <a:lnTo>
                    <a:pt x="1491" y="1879"/>
                  </a:lnTo>
                  <a:lnTo>
                    <a:pt x="1521" y="1626"/>
                  </a:lnTo>
                  <a:lnTo>
                    <a:pt x="1521" y="1372"/>
                  </a:lnTo>
                  <a:lnTo>
                    <a:pt x="1521" y="1193"/>
                  </a:lnTo>
                  <a:lnTo>
                    <a:pt x="1506" y="1014"/>
                  </a:lnTo>
                  <a:lnTo>
                    <a:pt x="1476" y="836"/>
                  </a:lnTo>
                  <a:lnTo>
                    <a:pt x="1446" y="657"/>
                  </a:lnTo>
                  <a:lnTo>
                    <a:pt x="1402" y="493"/>
                  </a:lnTo>
                  <a:lnTo>
                    <a:pt x="1357" y="314"/>
                  </a:lnTo>
                  <a:lnTo>
                    <a:pt x="1297" y="150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2"/>
            <p:cNvSpPr/>
            <p:nvPr/>
          </p:nvSpPr>
          <p:spPr>
            <a:xfrm>
              <a:off x="6547725" y="2308675"/>
              <a:ext cx="120800" cy="150600"/>
            </a:xfrm>
            <a:custGeom>
              <a:rect b="b" l="l" r="r" t="t"/>
              <a:pathLst>
                <a:path extrusionOk="0" h="6024" w="4832">
                  <a:moveTo>
                    <a:pt x="2088" y="0"/>
                  </a:moveTo>
                  <a:lnTo>
                    <a:pt x="2267" y="224"/>
                  </a:lnTo>
                  <a:lnTo>
                    <a:pt x="2431" y="477"/>
                  </a:lnTo>
                  <a:lnTo>
                    <a:pt x="2565" y="731"/>
                  </a:lnTo>
                  <a:lnTo>
                    <a:pt x="2684" y="984"/>
                  </a:lnTo>
                  <a:lnTo>
                    <a:pt x="2774" y="1268"/>
                  </a:lnTo>
                  <a:lnTo>
                    <a:pt x="2848" y="1551"/>
                  </a:lnTo>
                  <a:lnTo>
                    <a:pt x="2893" y="1849"/>
                  </a:lnTo>
                  <a:lnTo>
                    <a:pt x="2908" y="2162"/>
                  </a:lnTo>
                  <a:lnTo>
                    <a:pt x="2893" y="2475"/>
                  </a:lnTo>
                  <a:lnTo>
                    <a:pt x="2848" y="2773"/>
                  </a:lnTo>
                  <a:lnTo>
                    <a:pt x="2774" y="3057"/>
                  </a:lnTo>
                  <a:lnTo>
                    <a:pt x="2684" y="3340"/>
                  </a:lnTo>
                  <a:lnTo>
                    <a:pt x="2565" y="3608"/>
                  </a:lnTo>
                  <a:lnTo>
                    <a:pt x="2431" y="3862"/>
                  </a:lnTo>
                  <a:lnTo>
                    <a:pt x="2267" y="4100"/>
                  </a:lnTo>
                  <a:lnTo>
                    <a:pt x="2088" y="4324"/>
                  </a:lnTo>
                  <a:lnTo>
                    <a:pt x="1879" y="4533"/>
                  </a:lnTo>
                  <a:lnTo>
                    <a:pt x="1671" y="4726"/>
                  </a:lnTo>
                  <a:lnTo>
                    <a:pt x="1432" y="4905"/>
                  </a:lnTo>
                  <a:lnTo>
                    <a:pt x="1179" y="5054"/>
                  </a:lnTo>
                  <a:lnTo>
                    <a:pt x="925" y="5174"/>
                  </a:lnTo>
                  <a:lnTo>
                    <a:pt x="642" y="5278"/>
                  </a:lnTo>
                  <a:lnTo>
                    <a:pt x="359" y="5367"/>
                  </a:lnTo>
                  <a:lnTo>
                    <a:pt x="61" y="5412"/>
                  </a:lnTo>
                  <a:lnTo>
                    <a:pt x="61" y="5487"/>
                  </a:lnTo>
                  <a:lnTo>
                    <a:pt x="46" y="5755"/>
                  </a:lnTo>
                  <a:lnTo>
                    <a:pt x="1" y="6023"/>
                  </a:lnTo>
                  <a:lnTo>
                    <a:pt x="1" y="6023"/>
                  </a:lnTo>
                  <a:lnTo>
                    <a:pt x="210" y="5904"/>
                  </a:lnTo>
                  <a:lnTo>
                    <a:pt x="418" y="5800"/>
                  </a:lnTo>
                  <a:lnTo>
                    <a:pt x="627" y="5710"/>
                  </a:lnTo>
                  <a:lnTo>
                    <a:pt x="851" y="5636"/>
                  </a:lnTo>
                  <a:lnTo>
                    <a:pt x="1074" y="5561"/>
                  </a:lnTo>
                  <a:lnTo>
                    <a:pt x="1313" y="5516"/>
                  </a:lnTo>
                  <a:lnTo>
                    <a:pt x="1566" y="5502"/>
                  </a:lnTo>
                  <a:lnTo>
                    <a:pt x="1805" y="5487"/>
                  </a:lnTo>
                  <a:lnTo>
                    <a:pt x="1894" y="5233"/>
                  </a:lnTo>
                  <a:lnTo>
                    <a:pt x="2014" y="4980"/>
                  </a:lnTo>
                  <a:lnTo>
                    <a:pt x="2133" y="4741"/>
                  </a:lnTo>
                  <a:lnTo>
                    <a:pt x="2267" y="4518"/>
                  </a:lnTo>
                  <a:lnTo>
                    <a:pt x="2416" y="4294"/>
                  </a:lnTo>
                  <a:lnTo>
                    <a:pt x="2595" y="4085"/>
                  </a:lnTo>
                  <a:lnTo>
                    <a:pt x="2759" y="3891"/>
                  </a:lnTo>
                  <a:lnTo>
                    <a:pt x="2953" y="3698"/>
                  </a:lnTo>
                  <a:lnTo>
                    <a:pt x="3162" y="3534"/>
                  </a:lnTo>
                  <a:lnTo>
                    <a:pt x="3370" y="3370"/>
                  </a:lnTo>
                  <a:lnTo>
                    <a:pt x="3594" y="3221"/>
                  </a:lnTo>
                  <a:lnTo>
                    <a:pt x="3817" y="3086"/>
                  </a:lnTo>
                  <a:lnTo>
                    <a:pt x="4056" y="2952"/>
                  </a:lnTo>
                  <a:lnTo>
                    <a:pt x="4309" y="2848"/>
                  </a:lnTo>
                  <a:lnTo>
                    <a:pt x="4563" y="2758"/>
                  </a:lnTo>
                  <a:lnTo>
                    <a:pt x="4831" y="2684"/>
                  </a:lnTo>
                  <a:lnTo>
                    <a:pt x="4772" y="2430"/>
                  </a:lnTo>
                  <a:lnTo>
                    <a:pt x="4697" y="2192"/>
                  </a:lnTo>
                  <a:lnTo>
                    <a:pt x="4608" y="1953"/>
                  </a:lnTo>
                  <a:lnTo>
                    <a:pt x="4488" y="1715"/>
                  </a:lnTo>
                  <a:lnTo>
                    <a:pt x="4369" y="1491"/>
                  </a:lnTo>
                  <a:lnTo>
                    <a:pt x="4220" y="1283"/>
                  </a:lnTo>
                  <a:lnTo>
                    <a:pt x="4071" y="1089"/>
                  </a:lnTo>
                  <a:lnTo>
                    <a:pt x="3892" y="910"/>
                  </a:lnTo>
                  <a:lnTo>
                    <a:pt x="3713" y="746"/>
                  </a:lnTo>
                  <a:lnTo>
                    <a:pt x="3504" y="582"/>
                  </a:lnTo>
                  <a:lnTo>
                    <a:pt x="3296" y="448"/>
                  </a:lnTo>
                  <a:lnTo>
                    <a:pt x="3072" y="313"/>
                  </a:lnTo>
                  <a:lnTo>
                    <a:pt x="2848" y="209"/>
                  </a:lnTo>
                  <a:lnTo>
                    <a:pt x="2595" y="120"/>
                  </a:lnTo>
                  <a:lnTo>
                    <a:pt x="2356" y="60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2"/>
            <p:cNvSpPr/>
            <p:nvPr/>
          </p:nvSpPr>
          <p:spPr>
            <a:xfrm>
              <a:off x="6592825" y="2375750"/>
              <a:ext cx="76800" cy="81650"/>
            </a:xfrm>
            <a:custGeom>
              <a:rect b="b" l="l" r="r" t="t"/>
              <a:pathLst>
                <a:path extrusionOk="0" h="3266" w="3072">
                  <a:moveTo>
                    <a:pt x="3027" y="1"/>
                  </a:moveTo>
                  <a:lnTo>
                    <a:pt x="2759" y="75"/>
                  </a:lnTo>
                  <a:lnTo>
                    <a:pt x="2505" y="165"/>
                  </a:lnTo>
                  <a:lnTo>
                    <a:pt x="2252" y="269"/>
                  </a:lnTo>
                  <a:lnTo>
                    <a:pt x="2013" y="403"/>
                  </a:lnTo>
                  <a:lnTo>
                    <a:pt x="1790" y="538"/>
                  </a:lnTo>
                  <a:lnTo>
                    <a:pt x="1566" y="687"/>
                  </a:lnTo>
                  <a:lnTo>
                    <a:pt x="1358" y="851"/>
                  </a:lnTo>
                  <a:lnTo>
                    <a:pt x="1149" y="1015"/>
                  </a:lnTo>
                  <a:lnTo>
                    <a:pt x="955" y="1208"/>
                  </a:lnTo>
                  <a:lnTo>
                    <a:pt x="791" y="1402"/>
                  </a:lnTo>
                  <a:lnTo>
                    <a:pt x="612" y="1611"/>
                  </a:lnTo>
                  <a:lnTo>
                    <a:pt x="463" y="1835"/>
                  </a:lnTo>
                  <a:lnTo>
                    <a:pt x="329" y="2058"/>
                  </a:lnTo>
                  <a:lnTo>
                    <a:pt x="210" y="2297"/>
                  </a:lnTo>
                  <a:lnTo>
                    <a:pt x="90" y="2550"/>
                  </a:lnTo>
                  <a:lnTo>
                    <a:pt x="1" y="2804"/>
                  </a:lnTo>
                  <a:lnTo>
                    <a:pt x="16" y="2804"/>
                  </a:lnTo>
                  <a:lnTo>
                    <a:pt x="269" y="2819"/>
                  </a:lnTo>
                  <a:lnTo>
                    <a:pt x="508" y="2833"/>
                  </a:lnTo>
                  <a:lnTo>
                    <a:pt x="821" y="2908"/>
                  </a:lnTo>
                  <a:lnTo>
                    <a:pt x="1119" y="2997"/>
                  </a:lnTo>
                  <a:lnTo>
                    <a:pt x="1402" y="3117"/>
                  </a:lnTo>
                  <a:lnTo>
                    <a:pt x="1686" y="3266"/>
                  </a:lnTo>
                  <a:lnTo>
                    <a:pt x="1835" y="3147"/>
                  </a:lnTo>
                  <a:lnTo>
                    <a:pt x="1984" y="3012"/>
                  </a:lnTo>
                  <a:lnTo>
                    <a:pt x="2118" y="2878"/>
                  </a:lnTo>
                  <a:lnTo>
                    <a:pt x="2252" y="2744"/>
                  </a:lnTo>
                  <a:lnTo>
                    <a:pt x="2371" y="2595"/>
                  </a:lnTo>
                  <a:lnTo>
                    <a:pt x="2491" y="2446"/>
                  </a:lnTo>
                  <a:lnTo>
                    <a:pt x="2595" y="2282"/>
                  </a:lnTo>
                  <a:lnTo>
                    <a:pt x="2699" y="2103"/>
                  </a:lnTo>
                  <a:lnTo>
                    <a:pt x="2774" y="1939"/>
                  </a:lnTo>
                  <a:lnTo>
                    <a:pt x="2863" y="1760"/>
                  </a:lnTo>
                  <a:lnTo>
                    <a:pt x="2923" y="1566"/>
                  </a:lnTo>
                  <a:lnTo>
                    <a:pt x="2983" y="1372"/>
                  </a:lnTo>
                  <a:lnTo>
                    <a:pt x="3012" y="1179"/>
                  </a:lnTo>
                  <a:lnTo>
                    <a:pt x="3042" y="985"/>
                  </a:lnTo>
                  <a:lnTo>
                    <a:pt x="3072" y="776"/>
                  </a:lnTo>
                  <a:lnTo>
                    <a:pt x="3072" y="567"/>
                  </a:lnTo>
                  <a:lnTo>
                    <a:pt x="3057" y="284"/>
                  </a:lnTo>
                  <a:lnTo>
                    <a:pt x="3027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2"/>
            <p:cNvSpPr/>
            <p:nvPr/>
          </p:nvSpPr>
          <p:spPr>
            <a:xfrm>
              <a:off x="6605500" y="2446575"/>
              <a:ext cx="29475" cy="19775"/>
            </a:xfrm>
            <a:custGeom>
              <a:rect b="b" l="l" r="r" t="t"/>
              <a:pathLst>
                <a:path extrusionOk="0" h="791" w="1179">
                  <a:moveTo>
                    <a:pt x="1" y="0"/>
                  </a:moveTo>
                  <a:lnTo>
                    <a:pt x="150" y="194"/>
                  </a:lnTo>
                  <a:lnTo>
                    <a:pt x="284" y="373"/>
                  </a:lnTo>
                  <a:lnTo>
                    <a:pt x="403" y="582"/>
                  </a:lnTo>
                  <a:lnTo>
                    <a:pt x="508" y="791"/>
                  </a:lnTo>
                  <a:lnTo>
                    <a:pt x="687" y="716"/>
                  </a:lnTo>
                  <a:lnTo>
                    <a:pt x="851" y="627"/>
                  </a:lnTo>
                  <a:lnTo>
                    <a:pt x="1015" y="537"/>
                  </a:lnTo>
                  <a:lnTo>
                    <a:pt x="1179" y="433"/>
                  </a:lnTo>
                  <a:lnTo>
                    <a:pt x="895" y="284"/>
                  </a:lnTo>
                  <a:lnTo>
                    <a:pt x="612" y="164"/>
                  </a:lnTo>
                  <a:lnTo>
                    <a:pt x="314" y="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2"/>
            <p:cNvSpPr/>
            <p:nvPr/>
          </p:nvSpPr>
          <p:spPr>
            <a:xfrm>
              <a:off x="6547375" y="2445825"/>
              <a:ext cx="45475" cy="26500"/>
            </a:xfrm>
            <a:custGeom>
              <a:rect b="b" l="l" r="r" t="t"/>
              <a:pathLst>
                <a:path extrusionOk="0" h="1060" w="1819">
                  <a:moveTo>
                    <a:pt x="1819" y="1"/>
                  </a:moveTo>
                  <a:lnTo>
                    <a:pt x="1580" y="16"/>
                  </a:lnTo>
                  <a:lnTo>
                    <a:pt x="1327" y="30"/>
                  </a:lnTo>
                  <a:lnTo>
                    <a:pt x="1088" y="75"/>
                  </a:lnTo>
                  <a:lnTo>
                    <a:pt x="865" y="150"/>
                  </a:lnTo>
                  <a:lnTo>
                    <a:pt x="641" y="224"/>
                  </a:lnTo>
                  <a:lnTo>
                    <a:pt x="432" y="314"/>
                  </a:lnTo>
                  <a:lnTo>
                    <a:pt x="224" y="418"/>
                  </a:lnTo>
                  <a:lnTo>
                    <a:pt x="15" y="537"/>
                  </a:lnTo>
                  <a:lnTo>
                    <a:pt x="0" y="642"/>
                  </a:lnTo>
                  <a:lnTo>
                    <a:pt x="179" y="731"/>
                  </a:lnTo>
                  <a:lnTo>
                    <a:pt x="373" y="821"/>
                  </a:lnTo>
                  <a:lnTo>
                    <a:pt x="567" y="880"/>
                  </a:lnTo>
                  <a:lnTo>
                    <a:pt x="760" y="940"/>
                  </a:lnTo>
                  <a:lnTo>
                    <a:pt x="969" y="1000"/>
                  </a:lnTo>
                  <a:lnTo>
                    <a:pt x="1178" y="1029"/>
                  </a:lnTo>
                  <a:lnTo>
                    <a:pt x="1387" y="1044"/>
                  </a:lnTo>
                  <a:lnTo>
                    <a:pt x="1610" y="1059"/>
                  </a:lnTo>
                  <a:lnTo>
                    <a:pt x="1640" y="791"/>
                  </a:lnTo>
                  <a:lnTo>
                    <a:pt x="1685" y="522"/>
                  </a:lnTo>
                  <a:lnTo>
                    <a:pt x="1744" y="25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2"/>
            <p:cNvSpPr/>
            <p:nvPr/>
          </p:nvSpPr>
          <p:spPr>
            <a:xfrm>
              <a:off x="6587625" y="2445825"/>
              <a:ext cx="30575" cy="26500"/>
            </a:xfrm>
            <a:custGeom>
              <a:rect b="b" l="l" r="r" t="t"/>
              <a:pathLst>
                <a:path extrusionOk="0" h="1060" w="1223">
                  <a:moveTo>
                    <a:pt x="209" y="1"/>
                  </a:moveTo>
                  <a:lnTo>
                    <a:pt x="134" y="254"/>
                  </a:lnTo>
                  <a:lnTo>
                    <a:pt x="75" y="522"/>
                  </a:lnTo>
                  <a:lnTo>
                    <a:pt x="30" y="791"/>
                  </a:lnTo>
                  <a:lnTo>
                    <a:pt x="0" y="1059"/>
                  </a:lnTo>
                  <a:lnTo>
                    <a:pt x="328" y="1044"/>
                  </a:lnTo>
                  <a:lnTo>
                    <a:pt x="641" y="1000"/>
                  </a:lnTo>
                  <a:lnTo>
                    <a:pt x="939" y="925"/>
                  </a:lnTo>
                  <a:lnTo>
                    <a:pt x="1223" y="821"/>
                  </a:lnTo>
                  <a:lnTo>
                    <a:pt x="1118" y="612"/>
                  </a:lnTo>
                  <a:lnTo>
                    <a:pt x="999" y="403"/>
                  </a:lnTo>
                  <a:lnTo>
                    <a:pt x="865" y="224"/>
                  </a:lnTo>
                  <a:lnTo>
                    <a:pt x="716" y="30"/>
                  </a:lnTo>
                  <a:lnTo>
                    <a:pt x="477" y="16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2"/>
            <p:cNvSpPr/>
            <p:nvPr/>
          </p:nvSpPr>
          <p:spPr>
            <a:xfrm>
              <a:off x="6505625" y="2307925"/>
              <a:ext cx="114825" cy="136075"/>
            </a:xfrm>
            <a:custGeom>
              <a:rect b="b" l="l" r="r" t="t"/>
              <a:pathLst>
                <a:path extrusionOk="0" h="5443" w="4593">
                  <a:moveTo>
                    <a:pt x="3280" y="1"/>
                  </a:moveTo>
                  <a:lnTo>
                    <a:pt x="2952" y="15"/>
                  </a:lnTo>
                  <a:lnTo>
                    <a:pt x="2639" y="60"/>
                  </a:lnTo>
                  <a:lnTo>
                    <a:pt x="2326" y="135"/>
                  </a:lnTo>
                  <a:lnTo>
                    <a:pt x="2028" y="239"/>
                  </a:lnTo>
                  <a:lnTo>
                    <a:pt x="1759" y="373"/>
                  </a:lnTo>
                  <a:lnTo>
                    <a:pt x="1491" y="522"/>
                  </a:lnTo>
                  <a:lnTo>
                    <a:pt x="1238" y="701"/>
                  </a:lnTo>
                  <a:lnTo>
                    <a:pt x="1014" y="910"/>
                  </a:lnTo>
                  <a:lnTo>
                    <a:pt x="805" y="1119"/>
                  </a:lnTo>
                  <a:lnTo>
                    <a:pt x="612" y="1357"/>
                  </a:lnTo>
                  <a:lnTo>
                    <a:pt x="448" y="1626"/>
                  </a:lnTo>
                  <a:lnTo>
                    <a:pt x="298" y="1894"/>
                  </a:lnTo>
                  <a:lnTo>
                    <a:pt x="179" y="2177"/>
                  </a:lnTo>
                  <a:lnTo>
                    <a:pt x="90" y="2475"/>
                  </a:lnTo>
                  <a:lnTo>
                    <a:pt x="30" y="2788"/>
                  </a:lnTo>
                  <a:lnTo>
                    <a:pt x="0" y="3102"/>
                  </a:lnTo>
                  <a:lnTo>
                    <a:pt x="179" y="3176"/>
                  </a:lnTo>
                  <a:lnTo>
                    <a:pt x="358" y="3251"/>
                  </a:lnTo>
                  <a:lnTo>
                    <a:pt x="522" y="3355"/>
                  </a:lnTo>
                  <a:lnTo>
                    <a:pt x="686" y="3459"/>
                  </a:lnTo>
                  <a:lnTo>
                    <a:pt x="835" y="3564"/>
                  </a:lnTo>
                  <a:lnTo>
                    <a:pt x="984" y="3698"/>
                  </a:lnTo>
                  <a:lnTo>
                    <a:pt x="1118" y="3832"/>
                  </a:lnTo>
                  <a:lnTo>
                    <a:pt x="1238" y="3981"/>
                  </a:lnTo>
                  <a:lnTo>
                    <a:pt x="1342" y="4145"/>
                  </a:lnTo>
                  <a:lnTo>
                    <a:pt x="1446" y="4309"/>
                  </a:lnTo>
                  <a:lnTo>
                    <a:pt x="1536" y="4488"/>
                  </a:lnTo>
                  <a:lnTo>
                    <a:pt x="1595" y="4667"/>
                  </a:lnTo>
                  <a:lnTo>
                    <a:pt x="1655" y="4846"/>
                  </a:lnTo>
                  <a:lnTo>
                    <a:pt x="1700" y="5040"/>
                  </a:lnTo>
                  <a:lnTo>
                    <a:pt x="1730" y="5248"/>
                  </a:lnTo>
                  <a:lnTo>
                    <a:pt x="1745" y="5442"/>
                  </a:lnTo>
                  <a:lnTo>
                    <a:pt x="2043" y="5397"/>
                  </a:lnTo>
                  <a:lnTo>
                    <a:pt x="2326" y="5308"/>
                  </a:lnTo>
                  <a:lnTo>
                    <a:pt x="2609" y="5204"/>
                  </a:lnTo>
                  <a:lnTo>
                    <a:pt x="2863" y="5084"/>
                  </a:lnTo>
                  <a:lnTo>
                    <a:pt x="3116" y="4935"/>
                  </a:lnTo>
                  <a:lnTo>
                    <a:pt x="3355" y="4756"/>
                  </a:lnTo>
                  <a:lnTo>
                    <a:pt x="3563" y="4563"/>
                  </a:lnTo>
                  <a:lnTo>
                    <a:pt x="3772" y="4354"/>
                  </a:lnTo>
                  <a:lnTo>
                    <a:pt x="3951" y="4130"/>
                  </a:lnTo>
                  <a:lnTo>
                    <a:pt x="4115" y="3892"/>
                  </a:lnTo>
                  <a:lnTo>
                    <a:pt x="4249" y="3638"/>
                  </a:lnTo>
                  <a:lnTo>
                    <a:pt x="4368" y="3370"/>
                  </a:lnTo>
                  <a:lnTo>
                    <a:pt x="4458" y="3087"/>
                  </a:lnTo>
                  <a:lnTo>
                    <a:pt x="4532" y="2803"/>
                  </a:lnTo>
                  <a:lnTo>
                    <a:pt x="4577" y="2505"/>
                  </a:lnTo>
                  <a:lnTo>
                    <a:pt x="4592" y="2192"/>
                  </a:lnTo>
                  <a:lnTo>
                    <a:pt x="4577" y="1879"/>
                  </a:lnTo>
                  <a:lnTo>
                    <a:pt x="4532" y="1581"/>
                  </a:lnTo>
                  <a:lnTo>
                    <a:pt x="4458" y="1298"/>
                  </a:lnTo>
                  <a:lnTo>
                    <a:pt x="4368" y="1014"/>
                  </a:lnTo>
                  <a:lnTo>
                    <a:pt x="4249" y="761"/>
                  </a:lnTo>
                  <a:lnTo>
                    <a:pt x="4115" y="507"/>
                  </a:lnTo>
                  <a:lnTo>
                    <a:pt x="3951" y="254"/>
                  </a:lnTo>
                  <a:lnTo>
                    <a:pt x="3772" y="30"/>
                  </a:lnTo>
                  <a:lnTo>
                    <a:pt x="3534" y="15"/>
                  </a:lnTo>
                  <a:lnTo>
                    <a:pt x="32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2"/>
            <p:cNvSpPr/>
            <p:nvPr/>
          </p:nvSpPr>
          <p:spPr>
            <a:xfrm>
              <a:off x="6438525" y="2420475"/>
              <a:ext cx="107375" cy="88375"/>
            </a:xfrm>
            <a:custGeom>
              <a:rect b="b" l="l" r="r" t="t"/>
              <a:pathLst>
                <a:path extrusionOk="0" h="3535" w="4295">
                  <a:moveTo>
                    <a:pt x="2908" y="1"/>
                  </a:moveTo>
                  <a:lnTo>
                    <a:pt x="2908" y="165"/>
                  </a:lnTo>
                  <a:lnTo>
                    <a:pt x="2893" y="433"/>
                  </a:lnTo>
                  <a:lnTo>
                    <a:pt x="2863" y="687"/>
                  </a:lnTo>
                  <a:lnTo>
                    <a:pt x="2804" y="925"/>
                  </a:lnTo>
                  <a:lnTo>
                    <a:pt x="2714" y="1149"/>
                  </a:lnTo>
                  <a:lnTo>
                    <a:pt x="2610" y="1372"/>
                  </a:lnTo>
                  <a:lnTo>
                    <a:pt x="2476" y="1581"/>
                  </a:lnTo>
                  <a:lnTo>
                    <a:pt x="2341" y="1775"/>
                  </a:lnTo>
                  <a:lnTo>
                    <a:pt x="2177" y="1954"/>
                  </a:lnTo>
                  <a:lnTo>
                    <a:pt x="1998" y="2118"/>
                  </a:lnTo>
                  <a:lnTo>
                    <a:pt x="1805" y="2267"/>
                  </a:lnTo>
                  <a:lnTo>
                    <a:pt x="1596" y="2401"/>
                  </a:lnTo>
                  <a:lnTo>
                    <a:pt x="1372" y="2506"/>
                  </a:lnTo>
                  <a:lnTo>
                    <a:pt x="1134" y="2580"/>
                  </a:lnTo>
                  <a:lnTo>
                    <a:pt x="895" y="2655"/>
                  </a:lnTo>
                  <a:lnTo>
                    <a:pt x="642" y="2684"/>
                  </a:lnTo>
                  <a:lnTo>
                    <a:pt x="388" y="2699"/>
                  </a:lnTo>
                  <a:lnTo>
                    <a:pt x="195" y="2684"/>
                  </a:lnTo>
                  <a:lnTo>
                    <a:pt x="1" y="2670"/>
                  </a:lnTo>
                  <a:lnTo>
                    <a:pt x="180" y="2863"/>
                  </a:lnTo>
                  <a:lnTo>
                    <a:pt x="388" y="3027"/>
                  </a:lnTo>
                  <a:lnTo>
                    <a:pt x="597" y="3176"/>
                  </a:lnTo>
                  <a:lnTo>
                    <a:pt x="836" y="3311"/>
                  </a:lnTo>
                  <a:lnTo>
                    <a:pt x="1089" y="3400"/>
                  </a:lnTo>
                  <a:lnTo>
                    <a:pt x="1357" y="3475"/>
                  </a:lnTo>
                  <a:lnTo>
                    <a:pt x="1626" y="3519"/>
                  </a:lnTo>
                  <a:lnTo>
                    <a:pt x="1909" y="3534"/>
                  </a:lnTo>
                  <a:lnTo>
                    <a:pt x="2058" y="3534"/>
                  </a:lnTo>
                  <a:lnTo>
                    <a:pt x="2207" y="3519"/>
                  </a:lnTo>
                  <a:lnTo>
                    <a:pt x="2371" y="3504"/>
                  </a:lnTo>
                  <a:lnTo>
                    <a:pt x="2505" y="3475"/>
                  </a:lnTo>
                  <a:lnTo>
                    <a:pt x="2789" y="3385"/>
                  </a:lnTo>
                  <a:lnTo>
                    <a:pt x="3057" y="3266"/>
                  </a:lnTo>
                  <a:lnTo>
                    <a:pt x="3161" y="3012"/>
                  </a:lnTo>
                  <a:lnTo>
                    <a:pt x="3266" y="2774"/>
                  </a:lnTo>
                  <a:lnTo>
                    <a:pt x="3400" y="2550"/>
                  </a:lnTo>
                  <a:lnTo>
                    <a:pt x="3549" y="2342"/>
                  </a:lnTo>
                  <a:lnTo>
                    <a:pt x="3713" y="2133"/>
                  </a:lnTo>
                  <a:lnTo>
                    <a:pt x="3892" y="1939"/>
                  </a:lnTo>
                  <a:lnTo>
                    <a:pt x="4086" y="1775"/>
                  </a:lnTo>
                  <a:lnTo>
                    <a:pt x="4294" y="1611"/>
                  </a:lnTo>
                  <a:lnTo>
                    <a:pt x="4071" y="1477"/>
                  </a:lnTo>
                  <a:lnTo>
                    <a:pt x="3862" y="1313"/>
                  </a:lnTo>
                  <a:lnTo>
                    <a:pt x="3653" y="1134"/>
                  </a:lnTo>
                  <a:lnTo>
                    <a:pt x="3474" y="940"/>
                  </a:lnTo>
                  <a:lnTo>
                    <a:pt x="3310" y="731"/>
                  </a:lnTo>
                  <a:lnTo>
                    <a:pt x="3161" y="493"/>
                  </a:lnTo>
                  <a:lnTo>
                    <a:pt x="3027" y="254"/>
                  </a:lnTo>
                  <a:lnTo>
                    <a:pt x="2908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2"/>
            <p:cNvSpPr/>
            <p:nvPr/>
          </p:nvSpPr>
          <p:spPr>
            <a:xfrm>
              <a:off x="6495925" y="2383225"/>
              <a:ext cx="10100" cy="15675"/>
            </a:xfrm>
            <a:custGeom>
              <a:rect b="b" l="l" r="r" t="t"/>
              <a:pathLst>
                <a:path extrusionOk="0" h="627" w="404">
                  <a:moveTo>
                    <a:pt x="1" y="0"/>
                  </a:moveTo>
                  <a:lnTo>
                    <a:pt x="120" y="149"/>
                  </a:lnTo>
                  <a:lnTo>
                    <a:pt x="224" y="298"/>
                  </a:lnTo>
                  <a:lnTo>
                    <a:pt x="314" y="462"/>
                  </a:lnTo>
                  <a:lnTo>
                    <a:pt x="403" y="626"/>
                  </a:lnTo>
                  <a:lnTo>
                    <a:pt x="388" y="447"/>
                  </a:lnTo>
                  <a:lnTo>
                    <a:pt x="373" y="268"/>
                  </a:lnTo>
                  <a:lnTo>
                    <a:pt x="388" y="90"/>
                  </a:lnTo>
                  <a:lnTo>
                    <a:pt x="194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2"/>
            <p:cNvSpPr/>
            <p:nvPr/>
          </p:nvSpPr>
          <p:spPr>
            <a:xfrm>
              <a:off x="6514925" y="2460750"/>
              <a:ext cx="32475" cy="41375"/>
            </a:xfrm>
            <a:custGeom>
              <a:rect b="b" l="l" r="r" t="t"/>
              <a:pathLst>
                <a:path extrusionOk="0" h="1655" w="1299">
                  <a:moveTo>
                    <a:pt x="1238" y="0"/>
                  </a:moveTo>
                  <a:lnTo>
                    <a:pt x="1030" y="164"/>
                  </a:lnTo>
                  <a:lnTo>
                    <a:pt x="836" y="328"/>
                  </a:lnTo>
                  <a:lnTo>
                    <a:pt x="657" y="522"/>
                  </a:lnTo>
                  <a:lnTo>
                    <a:pt x="493" y="731"/>
                  </a:lnTo>
                  <a:lnTo>
                    <a:pt x="344" y="939"/>
                  </a:lnTo>
                  <a:lnTo>
                    <a:pt x="210" y="1163"/>
                  </a:lnTo>
                  <a:lnTo>
                    <a:pt x="105" y="1401"/>
                  </a:lnTo>
                  <a:lnTo>
                    <a:pt x="1" y="1655"/>
                  </a:lnTo>
                  <a:lnTo>
                    <a:pt x="240" y="1521"/>
                  </a:lnTo>
                  <a:lnTo>
                    <a:pt x="448" y="1357"/>
                  </a:lnTo>
                  <a:lnTo>
                    <a:pt x="642" y="1178"/>
                  </a:lnTo>
                  <a:lnTo>
                    <a:pt x="821" y="984"/>
                  </a:lnTo>
                  <a:lnTo>
                    <a:pt x="970" y="775"/>
                  </a:lnTo>
                  <a:lnTo>
                    <a:pt x="1104" y="537"/>
                  </a:lnTo>
                  <a:lnTo>
                    <a:pt x="1209" y="298"/>
                  </a:lnTo>
                  <a:lnTo>
                    <a:pt x="1298" y="45"/>
                  </a:lnTo>
                  <a:lnTo>
                    <a:pt x="1238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2"/>
            <p:cNvSpPr/>
            <p:nvPr/>
          </p:nvSpPr>
          <p:spPr>
            <a:xfrm>
              <a:off x="6525375" y="2443975"/>
              <a:ext cx="23875" cy="16775"/>
            </a:xfrm>
            <a:custGeom>
              <a:rect b="b" l="l" r="r" t="t"/>
              <a:pathLst>
                <a:path extrusionOk="0" h="671" w="955">
                  <a:moveTo>
                    <a:pt x="0" y="0"/>
                  </a:moveTo>
                  <a:lnTo>
                    <a:pt x="179" y="194"/>
                  </a:lnTo>
                  <a:lnTo>
                    <a:pt x="388" y="373"/>
                  </a:lnTo>
                  <a:lnTo>
                    <a:pt x="597" y="537"/>
                  </a:lnTo>
                  <a:lnTo>
                    <a:pt x="820" y="671"/>
                  </a:lnTo>
                  <a:lnTo>
                    <a:pt x="895" y="611"/>
                  </a:lnTo>
                  <a:lnTo>
                    <a:pt x="940" y="343"/>
                  </a:lnTo>
                  <a:lnTo>
                    <a:pt x="955" y="75"/>
                  </a:lnTo>
                  <a:lnTo>
                    <a:pt x="955" y="0"/>
                  </a:lnTo>
                  <a:lnTo>
                    <a:pt x="731" y="30"/>
                  </a:lnTo>
                  <a:lnTo>
                    <a:pt x="254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2"/>
            <p:cNvSpPr/>
            <p:nvPr/>
          </p:nvSpPr>
          <p:spPr>
            <a:xfrm>
              <a:off x="6545875" y="2459250"/>
              <a:ext cx="1875" cy="2625"/>
            </a:xfrm>
            <a:custGeom>
              <a:rect b="b" l="l" r="r" t="t"/>
              <a:pathLst>
                <a:path extrusionOk="0" h="105" w="75">
                  <a:moveTo>
                    <a:pt x="75" y="0"/>
                  </a:moveTo>
                  <a:lnTo>
                    <a:pt x="0" y="60"/>
                  </a:lnTo>
                  <a:lnTo>
                    <a:pt x="60" y="105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2"/>
            <p:cNvSpPr/>
            <p:nvPr/>
          </p:nvSpPr>
          <p:spPr>
            <a:xfrm>
              <a:off x="6505250" y="2385450"/>
              <a:ext cx="44000" cy="59275"/>
            </a:xfrm>
            <a:custGeom>
              <a:rect b="b" l="l" r="r" t="t"/>
              <a:pathLst>
                <a:path extrusionOk="0" h="2371" w="1760">
                  <a:moveTo>
                    <a:pt x="15" y="1"/>
                  </a:moveTo>
                  <a:lnTo>
                    <a:pt x="0" y="179"/>
                  </a:lnTo>
                  <a:lnTo>
                    <a:pt x="15" y="358"/>
                  </a:lnTo>
                  <a:lnTo>
                    <a:pt x="30" y="537"/>
                  </a:lnTo>
                  <a:lnTo>
                    <a:pt x="105" y="746"/>
                  </a:lnTo>
                  <a:lnTo>
                    <a:pt x="164" y="955"/>
                  </a:lnTo>
                  <a:lnTo>
                    <a:pt x="209" y="1178"/>
                  </a:lnTo>
                  <a:lnTo>
                    <a:pt x="239" y="1402"/>
                  </a:lnTo>
                  <a:lnTo>
                    <a:pt x="358" y="1655"/>
                  </a:lnTo>
                  <a:lnTo>
                    <a:pt x="492" y="1894"/>
                  </a:lnTo>
                  <a:lnTo>
                    <a:pt x="641" y="2132"/>
                  </a:lnTo>
                  <a:lnTo>
                    <a:pt x="805" y="2341"/>
                  </a:lnTo>
                  <a:lnTo>
                    <a:pt x="1059" y="2371"/>
                  </a:lnTo>
                  <a:lnTo>
                    <a:pt x="1536" y="2371"/>
                  </a:lnTo>
                  <a:lnTo>
                    <a:pt x="1760" y="2341"/>
                  </a:lnTo>
                  <a:lnTo>
                    <a:pt x="1745" y="2147"/>
                  </a:lnTo>
                  <a:lnTo>
                    <a:pt x="1715" y="1939"/>
                  </a:lnTo>
                  <a:lnTo>
                    <a:pt x="1670" y="1745"/>
                  </a:lnTo>
                  <a:lnTo>
                    <a:pt x="1610" y="1566"/>
                  </a:lnTo>
                  <a:lnTo>
                    <a:pt x="1551" y="1387"/>
                  </a:lnTo>
                  <a:lnTo>
                    <a:pt x="1461" y="1208"/>
                  </a:lnTo>
                  <a:lnTo>
                    <a:pt x="1357" y="1044"/>
                  </a:lnTo>
                  <a:lnTo>
                    <a:pt x="1253" y="880"/>
                  </a:lnTo>
                  <a:lnTo>
                    <a:pt x="1133" y="731"/>
                  </a:lnTo>
                  <a:lnTo>
                    <a:pt x="999" y="597"/>
                  </a:lnTo>
                  <a:lnTo>
                    <a:pt x="850" y="463"/>
                  </a:lnTo>
                  <a:lnTo>
                    <a:pt x="701" y="358"/>
                  </a:lnTo>
                  <a:lnTo>
                    <a:pt x="537" y="254"/>
                  </a:lnTo>
                  <a:lnTo>
                    <a:pt x="373" y="150"/>
                  </a:lnTo>
                  <a:lnTo>
                    <a:pt x="194" y="75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2"/>
            <p:cNvSpPr/>
            <p:nvPr/>
          </p:nvSpPr>
          <p:spPr>
            <a:xfrm>
              <a:off x="6422875" y="2382475"/>
              <a:ext cx="88350" cy="105500"/>
            </a:xfrm>
            <a:custGeom>
              <a:rect b="b" l="l" r="r" t="t"/>
              <a:pathLst>
                <a:path extrusionOk="0" h="4220" w="3534">
                  <a:moveTo>
                    <a:pt x="2535" y="0"/>
                  </a:moveTo>
                  <a:lnTo>
                    <a:pt x="2267" y="15"/>
                  </a:lnTo>
                  <a:lnTo>
                    <a:pt x="2028" y="60"/>
                  </a:lnTo>
                  <a:lnTo>
                    <a:pt x="1775" y="120"/>
                  </a:lnTo>
                  <a:lnTo>
                    <a:pt x="1551" y="209"/>
                  </a:lnTo>
                  <a:lnTo>
                    <a:pt x="1327" y="313"/>
                  </a:lnTo>
                  <a:lnTo>
                    <a:pt x="1119" y="433"/>
                  </a:lnTo>
                  <a:lnTo>
                    <a:pt x="925" y="582"/>
                  </a:lnTo>
                  <a:lnTo>
                    <a:pt x="746" y="746"/>
                  </a:lnTo>
                  <a:lnTo>
                    <a:pt x="582" y="925"/>
                  </a:lnTo>
                  <a:lnTo>
                    <a:pt x="433" y="1118"/>
                  </a:lnTo>
                  <a:lnTo>
                    <a:pt x="314" y="1327"/>
                  </a:lnTo>
                  <a:lnTo>
                    <a:pt x="209" y="1551"/>
                  </a:lnTo>
                  <a:lnTo>
                    <a:pt x="120" y="1789"/>
                  </a:lnTo>
                  <a:lnTo>
                    <a:pt x="60" y="2028"/>
                  </a:lnTo>
                  <a:lnTo>
                    <a:pt x="16" y="2281"/>
                  </a:lnTo>
                  <a:lnTo>
                    <a:pt x="1" y="2535"/>
                  </a:lnTo>
                  <a:lnTo>
                    <a:pt x="16" y="2773"/>
                  </a:lnTo>
                  <a:lnTo>
                    <a:pt x="45" y="2997"/>
                  </a:lnTo>
                  <a:lnTo>
                    <a:pt x="105" y="3220"/>
                  </a:lnTo>
                  <a:lnTo>
                    <a:pt x="165" y="3429"/>
                  </a:lnTo>
                  <a:lnTo>
                    <a:pt x="254" y="3638"/>
                  </a:lnTo>
                  <a:lnTo>
                    <a:pt x="358" y="3832"/>
                  </a:lnTo>
                  <a:lnTo>
                    <a:pt x="493" y="4011"/>
                  </a:lnTo>
                  <a:lnTo>
                    <a:pt x="627" y="4190"/>
                  </a:lnTo>
                  <a:lnTo>
                    <a:pt x="821" y="4204"/>
                  </a:lnTo>
                  <a:lnTo>
                    <a:pt x="1014" y="4219"/>
                  </a:lnTo>
                  <a:lnTo>
                    <a:pt x="1268" y="4204"/>
                  </a:lnTo>
                  <a:lnTo>
                    <a:pt x="1521" y="4175"/>
                  </a:lnTo>
                  <a:lnTo>
                    <a:pt x="1760" y="4100"/>
                  </a:lnTo>
                  <a:lnTo>
                    <a:pt x="1998" y="4026"/>
                  </a:lnTo>
                  <a:lnTo>
                    <a:pt x="2222" y="3921"/>
                  </a:lnTo>
                  <a:lnTo>
                    <a:pt x="2431" y="3787"/>
                  </a:lnTo>
                  <a:lnTo>
                    <a:pt x="2624" y="3638"/>
                  </a:lnTo>
                  <a:lnTo>
                    <a:pt x="2803" y="3474"/>
                  </a:lnTo>
                  <a:lnTo>
                    <a:pt x="2967" y="3295"/>
                  </a:lnTo>
                  <a:lnTo>
                    <a:pt x="3102" y="3101"/>
                  </a:lnTo>
                  <a:lnTo>
                    <a:pt x="3236" y="2892"/>
                  </a:lnTo>
                  <a:lnTo>
                    <a:pt x="3340" y="2669"/>
                  </a:lnTo>
                  <a:lnTo>
                    <a:pt x="3430" y="2445"/>
                  </a:lnTo>
                  <a:lnTo>
                    <a:pt x="3489" y="2207"/>
                  </a:lnTo>
                  <a:lnTo>
                    <a:pt x="3519" y="1953"/>
                  </a:lnTo>
                  <a:lnTo>
                    <a:pt x="3534" y="1685"/>
                  </a:lnTo>
                  <a:lnTo>
                    <a:pt x="3534" y="1521"/>
                  </a:lnTo>
                  <a:lnTo>
                    <a:pt x="3459" y="1312"/>
                  </a:lnTo>
                  <a:lnTo>
                    <a:pt x="3400" y="1103"/>
                  </a:lnTo>
                  <a:lnTo>
                    <a:pt x="3355" y="880"/>
                  </a:lnTo>
                  <a:lnTo>
                    <a:pt x="3325" y="656"/>
                  </a:lnTo>
                  <a:lnTo>
                    <a:pt x="3236" y="492"/>
                  </a:lnTo>
                  <a:lnTo>
                    <a:pt x="3146" y="328"/>
                  </a:lnTo>
                  <a:lnTo>
                    <a:pt x="3042" y="179"/>
                  </a:lnTo>
                  <a:lnTo>
                    <a:pt x="2923" y="30"/>
                  </a:lnTo>
                  <a:lnTo>
                    <a:pt x="2729" y="15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2"/>
            <p:cNvSpPr/>
            <p:nvPr/>
          </p:nvSpPr>
          <p:spPr>
            <a:xfrm>
              <a:off x="6506000" y="2398875"/>
              <a:ext cx="5225" cy="21625"/>
            </a:xfrm>
            <a:custGeom>
              <a:rect b="b" l="l" r="r" t="t"/>
              <a:pathLst>
                <a:path extrusionOk="0" h="865" w="209">
                  <a:moveTo>
                    <a:pt x="0" y="0"/>
                  </a:moveTo>
                  <a:lnTo>
                    <a:pt x="30" y="224"/>
                  </a:lnTo>
                  <a:lnTo>
                    <a:pt x="75" y="447"/>
                  </a:lnTo>
                  <a:lnTo>
                    <a:pt x="134" y="656"/>
                  </a:lnTo>
                  <a:lnTo>
                    <a:pt x="209" y="865"/>
                  </a:lnTo>
                  <a:lnTo>
                    <a:pt x="179" y="641"/>
                  </a:lnTo>
                  <a:lnTo>
                    <a:pt x="134" y="418"/>
                  </a:lnTo>
                  <a:lnTo>
                    <a:pt x="75" y="209"/>
                  </a:lnTo>
                  <a:lnTo>
                    <a:pt x="0" y="0"/>
                  </a:lnTo>
                  <a:close/>
                  <a:moveTo>
                    <a:pt x="209" y="865"/>
                  </a:moveTo>
                  <a:lnTo>
                    <a:pt x="209" y="865"/>
                  </a:lnTo>
                  <a:lnTo>
                    <a:pt x="209" y="8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2"/>
            <p:cNvSpPr/>
            <p:nvPr/>
          </p:nvSpPr>
          <p:spPr>
            <a:xfrm>
              <a:off x="6979700" y="2459250"/>
              <a:ext cx="58175" cy="108100"/>
            </a:xfrm>
            <a:custGeom>
              <a:rect b="b" l="l" r="r" t="t"/>
              <a:pathLst>
                <a:path extrusionOk="0" h="4324" w="2327">
                  <a:moveTo>
                    <a:pt x="1372" y="0"/>
                  </a:moveTo>
                  <a:lnTo>
                    <a:pt x="1223" y="149"/>
                  </a:lnTo>
                  <a:lnTo>
                    <a:pt x="1074" y="284"/>
                  </a:lnTo>
                  <a:lnTo>
                    <a:pt x="910" y="403"/>
                  </a:lnTo>
                  <a:lnTo>
                    <a:pt x="731" y="507"/>
                  </a:lnTo>
                  <a:lnTo>
                    <a:pt x="761" y="671"/>
                  </a:lnTo>
                  <a:lnTo>
                    <a:pt x="791" y="820"/>
                  </a:lnTo>
                  <a:lnTo>
                    <a:pt x="806" y="984"/>
                  </a:lnTo>
                  <a:lnTo>
                    <a:pt x="806" y="1148"/>
                  </a:lnTo>
                  <a:lnTo>
                    <a:pt x="791" y="1417"/>
                  </a:lnTo>
                  <a:lnTo>
                    <a:pt x="761" y="1685"/>
                  </a:lnTo>
                  <a:lnTo>
                    <a:pt x="687" y="1938"/>
                  </a:lnTo>
                  <a:lnTo>
                    <a:pt x="597" y="2177"/>
                  </a:lnTo>
                  <a:lnTo>
                    <a:pt x="478" y="2401"/>
                  </a:lnTo>
                  <a:lnTo>
                    <a:pt x="344" y="2624"/>
                  </a:lnTo>
                  <a:lnTo>
                    <a:pt x="180" y="2818"/>
                  </a:lnTo>
                  <a:lnTo>
                    <a:pt x="1" y="2997"/>
                  </a:lnTo>
                  <a:lnTo>
                    <a:pt x="239" y="3295"/>
                  </a:lnTo>
                  <a:lnTo>
                    <a:pt x="448" y="3623"/>
                  </a:lnTo>
                  <a:lnTo>
                    <a:pt x="627" y="3966"/>
                  </a:lnTo>
                  <a:lnTo>
                    <a:pt x="776" y="4324"/>
                  </a:lnTo>
                  <a:lnTo>
                    <a:pt x="940" y="4249"/>
                  </a:lnTo>
                  <a:lnTo>
                    <a:pt x="1104" y="4160"/>
                  </a:lnTo>
                  <a:lnTo>
                    <a:pt x="1253" y="4055"/>
                  </a:lnTo>
                  <a:lnTo>
                    <a:pt x="1402" y="3951"/>
                  </a:lnTo>
                  <a:lnTo>
                    <a:pt x="1536" y="3832"/>
                  </a:lnTo>
                  <a:lnTo>
                    <a:pt x="1671" y="3698"/>
                  </a:lnTo>
                  <a:lnTo>
                    <a:pt x="1790" y="3563"/>
                  </a:lnTo>
                  <a:lnTo>
                    <a:pt x="1894" y="3414"/>
                  </a:lnTo>
                  <a:lnTo>
                    <a:pt x="1999" y="3250"/>
                  </a:lnTo>
                  <a:lnTo>
                    <a:pt x="2073" y="3086"/>
                  </a:lnTo>
                  <a:lnTo>
                    <a:pt x="2148" y="2922"/>
                  </a:lnTo>
                  <a:lnTo>
                    <a:pt x="2222" y="2744"/>
                  </a:lnTo>
                  <a:lnTo>
                    <a:pt x="2267" y="2565"/>
                  </a:lnTo>
                  <a:lnTo>
                    <a:pt x="2297" y="2371"/>
                  </a:lnTo>
                  <a:lnTo>
                    <a:pt x="2327" y="2192"/>
                  </a:lnTo>
                  <a:lnTo>
                    <a:pt x="2327" y="1983"/>
                  </a:lnTo>
                  <a:lnTo>
                    <a:pt x="2312" y="1700"/>
                  </a:lnTo>
                  <a:lnTo>
                    <a:pt x="2267" y="1402"/>
                  </a:lnTo>
                  <a:lnTo>
                    <a:pt x="2177" y="1133"/>
                  </a:lnTo>
                  <a:lnTo>
                    <a:pt x="2073" y="865"/>
                  </a:lnTo>
                  <a:lnTo>
                    <a:pt x="1924" y="627"/>
                  </a:lnTo>
                  <a:lnTo>
                    <a:pt x="1760" y="403"/>
                  </a:lnTo>
                  <a:lnTo>
                    <a:pt x="1581" y="194"/>
                  </a:lnTo>
                  <a:lnTo>
                    <a:pt x="1372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2"/>
            <p:cNvSpPr/>
            <p:nvPr/>
          </p:nvSpPr>
          <p:spPr>
            <a:xfrm>
              <a:off x="6939825" y="2534150"/>
              <a:ext cx="59300" cy="38050"/>
            </a:xfrm>
            <a:custGeom>
              <a:rect b="b" l="l" r="r" t="t"/>
              <a:pathLst>
                <a:path extrusionOk="0" h="1522" w="2372">
                  <a:moveTo>
                    <a:pt x="1596" y="1"/>
                  </a:moveTo>
                  <a:lnTo>
                    <a:pt x="1432" y="150"/>
                  </a:lnTo>
                  <a:lnTo>
                    <a:pt x="1253" y="269"/>
                  </a:lnTo>
                  <a:lnTo>
                    <a:pt x="1074" y="374"/>
                  </a:lnTo>
                  <a:lnTo>
                    <a:pt x="880" y="478"/>
                  </a:lnTo>
                  <a:lnTo>
                    <a:pt x="671" y="553"/>
                  </a:lnTo>
                  <a:lnTo>
                    <a:pt x="448" y="612"/>
                  </a:lnTo>
                  <a:lnTo>
                    <a:pt x="239" y="657"/>
                  </a:lnTo>
                  <a:lnTo>
                    <a:pt x="1" y="672"/>
                  </a:lnTo>
                  <a:lnTo>
                    <a:pt x="30" y="910"/>
                  </a:lnTo>
                  <a:lnTo>
                    <a:pt x="60" y="1134"/>
                  </a:lnTo>
                  <a:lnTo>
                    <a:pt x="209" y="1223"/>
                  </a:lnTo>
                  <a:lnTo>
                    <a:pt x="358" y="1298"/>
                  </a:lnTo>
                  <a:lnTo>
                    <a:pt x="522" y="1373"/>
                  </a:lnTo>
                  <a:lnTo>
                    <a:pt x="686" y="1417"/>
                  </a:lnTo>
                  <a:lnTo>
                    <a:pt x="865" y="1462"/>
                  </a:lnTo>
                  <a:lnTo>
                    <a:pt x="1029" y="1492"/>
                  </a:lnTo>
                  <a:lnTo>
                    <a:pt x="1208" y="1522"/>
                  </a:lnTo>
                  <a:lnTo>
                    <a:pt x="1402" y="1522"/>
                  </a:lnTo>
                  <a:lnTo>
                    <a:pt x="1655" y="1507"/>
                  </a:lnTo>
                  <a:lnTo>
                    <a:pt x="1909" y="1477"/>
                  </a:lnTo>
                  <a:lnTo>
                    <a:pt x="2147" y="1417"/>
                  </a:lnTo>
                  <a:lnTo>
                    <a:pt x="2371" y="1328"/>
                  </a:lnTo>
                  <a:lnTo>
                    <a:pt x="2222" y="970"/>
                  </a:lnTo>
                  <a:lnTo>
                    <a:pt x="2043" y="627"/>
                  </a:lnTo>
                  <a:lnTo>
                    <a:pt x="1834" y="299"/>
                  </a:lnTo>
                  <a:lnTo>
                    <a:pt x="1596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2"/>
            <p:cNvSpPr/>
            <p:nvPr/>
          </p:nvSpPr>
          <p:spPr>
            <a:xfrm>
              <a:off x="6931250" y="2550925"/>
              <a:ext cx="10100" cy="11575"/>
            </a:xfrm>
            <a:custGeom>
              <a:rect b="b" l="l" r="r" t="t"/>
              <a:pathLst>
                <a:path extrusionOk="0" h="463" w="404">
                  <a:moveTo>
                    <a:pt x="90" y="1"/>
                  </a:moveTo>
                  <a:lnTo>
                    <a:pt x="1" y="150"/>
                  </a:lnTo>
                  <a:lnTo>
                    <a:pt x="195" y="314"/>
                  </a:lnTo>
                  <a:lnTo>
                    <a:pt x="403" y="463"/>
                  </a:lnTo>
                  <a:lnTo>
                    <a:pt x="373" y="239"/>
                  </a:lnTo>
                  <a:lnTo>
                    <a:pt x="344" y="1"/>
                  </a:lnTo>
                  <a:lnTo>
                    <a:pt x="224" y="16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2"/>
            <p:cNvSpPr/>
            <p:nvPr/>
          </p:nvSpPr>
          <p:spPr>
            <a:xfrm>
              <a:off x="6927150" y="2550550"/>
              <a:ext cx="6375" cy="4125"/>
            </a:xfrm>
            <a:custGeom>
              <a:rect b="b" l="l" r="r" t="t"/>
              <a:pathLst>
                <a:path extrusionOk="0" h="165" w="255">
                  <a:moveTo>
                    <a:pt x="1" y="1"/>
                  </a:moveTo>
                  <a:lnTo>
                    <a:pt x="165" y="165"/>
                  </a:lnTo>
                  <a:lnTo>
                    <a:pt x="254" y="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2"/>
            <p:cNvSpPr/>
            <p:nvPr/>
          </p:nvSpPr>
          <p:spPr>
            <a:xfrm>
              <a:off x="6946175" y="2471925"/>
              <a:ext cx="53675" cy="62250"/>
            </a:xfrm>
            <a:custGeom>
              <a:rect b="b" l="l" r="r" t="t"/>
              <a:pathLst>
                <a:path extrusionOk="0" h="2490" w="2147">
                  <a:moveTo>
                    <a:pt x="2072" y="0"/>
                  </a:moveTo>
                  <a:lnTo>
                    <a:pt x="1923" y="75"/>
                  </a:lnTo>
                  <a:lnTo>
                    <a:pt x="1789" y="134"/>
                  </a:lnTo>
                  <a:lnTo>
                    <a:pt x="1640" y="194"/>
                  </a:lnTo>
                  <a:lnTo>
                    <a:pt x="1476" y="239"/>
                  </a:lnTo>
                  <a:lnTo>
                    <a:pt x="1327" y="284"/>
                  </a:lnTo>
                  <a:lnTo>
                    <a:pt x="1163" y="298"/>
                  </a:lnTo>
                  <a:lnTo>
                    <a:pt x="999" y="313"/>
                  </a:lnTo>
                  <a:lnTo>
                    <a:pt x="835" y="328"/>
                  </a:lnTo>
                  <a:lnTo>
                    <a:pt x="611" y="313"/>
                  </a:lnTo>
                  <a:lnTo>
                    <a:pt x="403" y="284"/>
                  </a:lnTo>
                  <a:lnTo>
                    <a:pt x="194" y="239"/>
                  </a:lnTo>
                  <a:lnTo>
                    <a:pt x="0" y="179"/>
                  </a:lnTo>
                  <a:lnTo>
                    <a:pt x="30" y="388"/>
                  </a:lnTo>
                  <a:lnTo>
                    <a:pt x="60" y="582"/>
                  </a:lnTo>
                  <a:lnTo>
                    <a:pt x="75" y="790"/>
                  </a:lnTo>
                  <a:lnTo>
                    <a:pt x="75" y="999"/>
                  </a:lnTo>
                  <a:lnTo>
                    <a:pt x="75" y="1238"/>
                  </a:lnTo>
                  <a:lnTo>
                    <a:pt x="60" y="1476"/>
                  </a:lnTo>
                  <a:lnTo>
                    <a:pt x="239" y="1566"/>
                  </a:lnTo>
                  <a:lnTo>
                    <a:pt x="417" y="1685"/>
                  </a:lnTo>
                  <a:lnTo>
                    <a:pt x="581" y="1789"/>
                  </a:lnTo>
                  <a:lnTo>
                    <a:pt x="745" y="1923"/>
                  </a:lnTo>
                  <a:lnTo>
                    <a:pt x="909" y="2058"/>
                  </a:lnTo>
                  <a:lnTo>
                    <a:pt x="1059" y="2192"/>
                  </a:lnTo>
                  <a:lnTo>
                    <a:pt x="1208" y="2341"/>
                  </a:lnTo>
                  <a:lnTo>
                    <a:pt x="1342" y="2490"/>
                  </a:lnTo>
                  <a:lnTo>
                    <a:pt x="1521" y="2311"/>
                  </a:lnTo>
                  <a:lnTo>
                    <a:pt x="1685" y="2117"/>
                  </a:lnTo>
                  <a:lnTo>
                    <a:pt x="1819" y="1894"/>
                  </a:lnTo>
                  <a:lnTo>
                    <a:pt x="1938" y="1670"/>
                  </a:lnTo>
                  <a:lnTo>
                    <a:pt x="2028" y="1431"/>
                  </a:lnTo>
                  <a:lnTo>
                    <a:pt x="2102" y="1178"/>
                  </a:lnTo>
                  <a:lnTo>
                    <a:pt x="2132" y="910"/>
                  </a:lnTo>
                  <a:lnTo>
                    <a:pt x="2147" y="641"/>
                  </a:lnTo>
                  <a:lnTo>
                    <a:pt x="2147" y="477"/>
                  </a:lnTo>
                  <a:lnTo>
                    <a:pt x="2132" y="313"/>
                  </a:lnTo>
                  <a:lnTo>
                    <a:pt x="2102" y="164"/>
                  </a:lnTo>
                  <a:lnTo>
                    <a:pt x="20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2"/>
            <p:cNvSpPr/>
            <p:nvPr/>
          </p:nvSpPr>
          <p:spPr>
            <a:xfrm>
              <a:off x="6937975" y="2508825"/>
              <a:ext cx="41750" cy="42125"/>
            </a:xfrm>
            <a:custGeom>
              <a:rect b="b" l="l" r="r" t="t"/>
              <a:pathLst>
                <a:path extrusionOk="0" h="1685" w="1670">
                  <a:moveTo>
                    <a:pt x="388" y="0"/>
                  </a:moveTo>
                  <a:lnTo>
                    <a:pt x="328" y="343"/>
                  </a:lnTo>
                  <a:lnTo>
                    <a:pt x="254" y="686"/>
                  </a:lnTo>
                  <a:lnTo>
                    <a:pt x="134" y="1014"/>
                  </a:lnTo>
                  <a:lnTo>
                    <a:pt x="0" y="1327"/>
                  </a:lnTo>
                  <a:lnTo>
                    <a:pt x="75" y="1685"/>
                  </a:lnTo>
                  <a:lnTo>
                    <a:pt x="313" y="1670"/>
                  </a:lnTo>
                  <a:lnTo>
                    <a:pt x="522" y="1625"/>
                  </a:lnTo>
                  <a:lnTo>
                    <a:pt x="745" y="1566"/>
                  </a:lnTo>
                  <a:lnTo>
                    <a:pt x="954" y="1491"/>
                  </a:lnTo>
                  <a:lnTo>
                    <a:pt x="1148" y="1387"/>
                  </a:lnTo>
                  <a:lnTo>
                    <a:pt x="1327" y="1282"/>
                  </a:lnTo>
                  <a:lnTo>
                    <a:pt x="1506" y="1163"/>
                  </a:lnTo>
                  <a:lnTo>
                    <a:pt x="1670" y="1014"/>
                  </a:lnTo>
                  <a:lnTo>
                    <a:pt x="1536" y="865"/>
                  </a:lnTo>
                  <a:lnTo>
                    <a:pt x="1387" y="716"/>
                  </a:lnTo>
                  <a:lnTo>
                    <a:pt x="1237" y="582"/>
                  </a:lnTo>
                  <a:lnTo>
                    <a:pt x="1073" y="447"/>
                  </a:lnTo>
                  <a:lnTo>
                    <a:pt x="909" y="313"/>
                  </a:lnTo>
                  <a:lnTo>
                    <a:pt x="745" y="209"/>
                  </a:lnTo>
                  <a:lnTo>
                    <a:pt x="567" y="90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2"/>
            <p:cNvSpPr/>
            <p:nvPr/>
          </p:nvSpPr>
          <p:spPr>
            <a:xfrm>
              <a:off x="6933500" y="2542000"/>
              <a:ext cx="6350" cy="9325"/>
            </a:xfrm>
            <a:custGeom>
              <a:rect b="b" l="l" r="r" t="t"/>
              <a:pathLst>
                <a:path extrusionOk="0" h="373" w="254">
                  <a:moveTo>
                    <a:pt x="179" y="0"/>
                  </a:moveTo>
                  <a:lnTo>
                    <a:pt x="90" y="179"/>
                  </a:lnTo>
                  <a:lnTo>
                    <a:pt x="0" y="358"/>
                  </a:lnTo>
                  <a:lnTo>
                    <a:pt x="134" y="373"/>
                  </a:lnTo>
                  <a:lnTo>
                    <a:pt x="254" y="358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2"/>
            <p:cNvSpPr/>
            <p:nvPr/>
          </p:nvSpPr>
          <p:spPr>
            <a:xfrm>
              <a:off x="6912625" y="2466325"/>
              <a:ext cx="35425" cy="42525"/>
            </a:xfrm>
            <a:custGeom>
              <a:rect b="b" l="l" r="r" t="t"/>
              <a:pathLst>
                <a:path extrusionOk="0" h="1701" w="1417">
                  <a:moveTo>
                    <a:pt x="612" y="1"/>
                  </a:moveTo>
                  <a:lnTo>
                    <a:pt x="507" y="135"/>
                  </a:lnTo>
                  <a:lnTo>
                    <a:pt x="403" y="284"/>
                  </a:lnTo>
                  <a:lnTo>
                    <a:pt x="298" y="433"/>
                  </a:lnTo>
                  <a:lnTo>
                    <a:pt x="224" y="582"/>
                  </a:lnTo>
                  <a:lnTo>
                    <a:pt x="149" y="746"/>
                  </a:lnTo>
                  <a:lnTo>
                    <a:pt x="90" y="910"/>
                  </a:lnTo>
                  <a:lnTo>
                    <a:pt x="30" y="1089"/>
                  </a:lnTo>
                  <a:lnTo>
                    <a:pt x="0" y="1268"/>
                  </a:lnTo>
                  <a:lnTo>
                    <a:pt x="105" y="1283"/>
                  </a:lnTo>
                  <a:lnTo>
                    <a:pt x="448" y="1342"/>
                  </a:lnTo>
                  <a:lnTo>
                    <a:pt x="776" y="1432"/>
                  </a:lnTo>
                  <a:lnTo>
                    <a:pt x="1089" y="1551"/>
                  </a:lnTo>
                  <a:lnTo>
                    <a:pt x="1402" y="1700"/>
                  </a:lnTo>
                  <a:lnTo>
                    <a:pt x="1417" y="1462"/>
                  </a:lnTo>
                  <a:lnTo>
                    <a:pt x="1417" y="1223"/>
                  </a:lnTo>
                  <a:lnTo>
                    <a:pt x="1417" y="1014"/>
                  </a:lnTo>
                  <a:lnTo>
                    <a:pt x="1402" y="806"/>
                  </a:lnTo>
                  <a:lnTo>
                    <a:pt x="1372" y="612"/>
                  </a:lnTo>
                  <a:lnTo>
                    <a:pt x="1342" y="403"/>
                  </a:lnTo>
                  <a:lnTo>
                    <a:pt x="1148" y="329"/>
                  </a:lnTo>
                  <a:lnTo>
                    <a:pt x="954" y="239"/>
                  </a:lnTo>
                  <a:lnTo>
                    <a:pt x="776" y="135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2"/>
            <p:cNvSpPr/>
            <p:nvPr/>
          </p:nvSpPr>
          <p:spPr>
            <a:xfrm>
              <a:off x="6915225" y="2498375"/>
              <a:ext cx="32450" cy="43650"/>
            </a:xfrm>
            <a:custGeom>
              <a:rect b="b" l="l" r="r" t="t"/>
              <a:pathLst>
                <a:path extrusionOk="0" h="1746" w="1298">
                  <a:moveTo>
                    <a:pt x="1" y="1"/>
                  </a:moveTo>
                  <a:lnTo>
                    <a:pt x="150" y="180"/>
                  </a:lnTo>
                  <a:lnTo>
                    <a:pt x="299" y="388"/>
                  </a:lnTo>
                  <a:lnTo>
                    <a:pt x="433" y="597"/>
                  </a:lnTo>
                  <a:lnTo>
                    <a:pt x="552" y="806"/>
                  </a:lnTo>
                  <a:lnTo>
                    <a:pt x="672" y="1029"/>
                  </a:lnTo>
                  <a:lnTo>
                    <a:pt x="761" y="1268"/>
                  </a:lnTo>
                  <a:lnTo>
                    <a:pt x="850" y="1507"/>
                  </a:lnTo>
                  <a:lnTo>
                    <a:pt x="910" y="1745"/>
                  </a:lnTo>
                  <a:lnTo>
                    <a:pt x="1044" y="1432"/>
                  </a:lnTo>
                  <a:lnTo>
                    <a:pt x="1164" y="1104"/>
                  </a:lnTo>
                  <a:lnTo>
                    <a:pt x="1238" y="761"/>
                  </a:lnTo>
                  <a:lnTo>
                    <a:pt x="1298" y="418"/>
                  </a:lnTo>
                  <a:lnTo>
                    <a:pt x="985" y="269"/>
                  </a:lnTo>
                  <a:lnTo>
                    <a:pt x="672" y="150"/>
                  </a:lnTo>
                  <a:lnTo>
                    <a:pt x="344" y="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2"/>
            <p:cNvSpPr/>
            <p:nvPr/>
          </p:nvSpPr>
          <p:spPr>
            <a:xfrm>
              <a:off x="6911500" y="2498000"/>
              <a:ext cx="26500" cy="52950"/>
            </a:xfrm>
            <a:custGeom>
              <a:rect b="b" l="l" r="r" t="t"/>
              <a:pathLst>
                <a:path extrusionOk="0" h="2118" w="1060">
                  <a:moveTo>
                    <a:pt x="45" y="1"/>
                  </a:moveTo>
                  <a:lnTo>
                    <a:pt x="15" y="210"/>
                  </a:lnTo>
                  <a:lnTo>
                    <a:pt x="1" y="433"/>
                  </a:lnTo>
                  <a:lnTo>
                    <a:pt x="15" y="672"/>
                  </a:lnTo>
                  <a:lnTo>
                    <a:pt x="45" y="910"/>
                  </a:lnTo>
                  <a:lnTo>
                    <a:pt x="105" y="1119"/>
                  </a:lnTo>
                  <a:lnTo>
                    <a:pt x="165" y="1343"/>
                  </a:lnTo>
                  <a:lnTo>
                    <a:pt x="254" y="1551"/>
                  </a:lnTo>
                  <a:lnTo>
                    <a:pt x="358" y="1745"/>
                  </a:lnTo>
                  <a:lnTo>
                    <a:pt x="493" y="1924"/>
                  </a:lnTo>
                  <a:lnTo>
                    <a:pt x="627" y="2103"/>
                  </a:lnTo>
                  <a:lnTo>
                    <a:pt x="880" y="2118"/>
                  </a:lnTo>
                  <a:lnTo>
                    <a:pt x="970" y="1939"/>
                  </a:lnTo>
                  <a:lnTo>
                    <a:pt x="1059" y="1760"/>
                  </a:lnTo>
                  <a:lnTo>
                    <a:pt x="999" y="1522"/>
                  </a:lnTo>
                  <a:lnTo>
                    <a:pt x="910" y="1283"/>
                  </a:lnTo>
                  <a:lnTo>
                    <a:pt x="821" y="1044"/>
                  </a:lnTo>
                  <a:lnTo>
                    <a:pt x="701" y="821"/>
                  </a:lnTo>
                  <a:lnTo>
                    <a:pt x="582" y="612"/>
                  </a:lnTo>
                  <a:lnTo>
                    <a:pt x="448" y="403"/>
                  </a:lnTo>
                  <a:lnTo>
                    <a:pt x="299" y="195"/>
                  </a:lnTo>
                  <a:lnTo>
                    <a:pt x="150" y="16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2"/>
            <p:cNvSpPr/>
            <p:nvPr/>
          </p:nvSpPr>
          <p:spPr>
            <a:xfrm>
              <a:off x="6967025" y="2354525"/>
              <a:ext cx="63400" cy="104750"/>
            </a:xfrm>
            <a:custGeom>
              <a:rect b="b" l="l" r="r" t="t"/>
              <a:pathLst>
                <a:path extrusionOk="0" h="4190" w="2536">
                  <a:moveTo>
                    <a:pt x="389" y="0"/>
                  </a:moveTo>
                  <a:lnTo>
                    <a:pt x="523" y="164"/>
                  </a:lnTo>
                  <a:lnTo>
                    <a:pt x="642" y="358"/>
                  </a:lnTo>
                  <a:lnTo>
                    <a:pt x="746" y="552"/>
                  </a:lnTo>
                  <a:lnTo>
                    <a:pt x="836" y="746"/>
                  </a:lnTo>
                  <a:lnTo>
                    <a:pt x="910" y="969"/>
                  </a:lnTo>
                  <a:lnTo>
                    <a:pt x="970" y="1193"/>
                  </a:lnTo>
                  <a:lnTo>
                    <a:pt x="1000" y="1416"/>
                  </a:lnTo>
                  <a:lnTo>
                    <a:pt x="1015" y="1655"/>
                  </a:lnTo>
                  <a:lnTo>
                    <a:pt x="1000" y="1804"/>
                  </a:lnTo>
                  <a:lnTo>
                    <a:pt x="985" y="1953"/>
                  </a:lnTo>
                  <a:lnTo>
                    <a:pt x="970" y="2102"/>
                  </a:lnTo>
                  <a:lnTo>
                    <a:pt x="940" y="2251"/>
                  </a:lnTo>
                  <a:lnTo>
                    <a:pt x="851" y="2535"/>
                  </a:lnTo>
                  <a:lnTo>
                    <a:pt x="731" y="2803"/>
                  </a:lnTo>
                  <a:lnTo>
                    <a:pt x="582" y="3041"/>
                  </a:lnTo>
                  <a:lnTo>
                    <a:pt x="418" y="3280"/>
                  </a:lnTo>
                  <a:lnTo>
                    <a:pt x="225" y="3489"/>
                  </a:lnTo>
                  <a:lnTo>
                    <a:pt x="1" y="3668"/>
                  </a:lnTo>
                  <a:lnTo>
                    <a:pt x="150" y="3653"/>
                  </a:lnTo>
                  <a:lnTo>
                    <a:pt x="508" y="3653"/>
                  </a:lnTo>
                  <a:lnTo>
                    <a:pt x="702" y="3682"/>
                  </a:lnTo>
                  <a:lnTo>
                    <a:pt x="866" y="3712"/>
                  </a:lnTo>
                  <a:lnTo>
                    <a:pt x="1015" y="3757"/>
                  </a:lnTo>
                  <a:lnTo>
                    <a:pt x="1179" y="3802"/>
                  </a:lnTo>
                  <a:lnTo>
                    <a:pt x="1328" y="3861"/>
                  </a:lnTo>
                  <a:lnTo>
                    <a:pt x="1477" y="3936"/>
                  </a:lnTo>
                  <a:lnTo>
                    <a:pt x="1611" y="4010"/>
                  </a:lnTo>
                  <a:lnTo>
                    <a:pt x="1745" y="4100"/>
                  </a:lnTo>
                  <a:lnTo>
                    <a:pt x="1879" y="4189"/>
                  </a:lnTo>
                  <a:lnTo>
                    <a:pt x="2014" y="4010"/>
                  </a:lnTo>
                  <a:lnTo>
                    <a:pt x="2148" y="3832"/>
                  </a:lnTo>
                  <a:lnTo>
                    <a:pt x="2252" y="3623"/>
                  </a:lnTo>
                  <a:lnTo>
                    <a:pt x="2356" y="3414"/>
                  </a:lnTo>
                  <a:lnTo>
                    <a:pt x="2431" y="3205"/>
                  </a:lnTo>
                  <a:lnTo>
                    <a:pt x="2491" y="2967"/>
                  </a:lnTo>
                  <a:lnTo>
                    <a:pt x="2520" y="2728"/>
                  </a:lnTo>
                  <a:lnTo>
                    <a:pt x="2535" y="2490"/>
                  </a:lnTo>
                  <a:lnTo>
                    <a:pt x="2520" y="2251"/>
                  </a:lnTo>
                  <a:lnTo>
                    <a:pt x="2491" y="2028"/>
                  </a:lnTo>
                  <a:lnTo>
                    <a:pt x="2431" y="1804"/>
                  </a:lnTo>
                  <a:lnTo>
                    <a:pt x="2371" y="1595"/>
                  </a:lnTo>
                  <a:lnTo>
                    <a:pt x="2282" y="1387"/>
                  </a:lnTo>
                  <a:lnTo>
                    <a:pt x="2178" y="1193"/>
                  </a:lnTo>
                  <a:lnTo>
                    <a:pt x="2043" y="1014"/>
                  </a:lnTo>
                  <a:lnTo>
                    <a:pt x="1909" y="835"/>
                  </a:lnTo>
                  <a:lnTo>
                    <a:pt x="1760" y="686"/>
                  </a:lnTo>
                  <a:lnTo>
                    <a:pt x="1596" y="537"/>
                  </a:lnTo>
                  <a:lnTo>
                    <a:pt x="1417" y="403"/>
                  </a:lnTo>
                  <a:lnTo>
                    <a:pt x="1238" y="283"/>
                  </a:lnTo>
                  <a:lnTo>
                    <a:pt x="1030" y="179"/>
                  </a:lnTo>
                  <a:lnTo>
                    <a:pt x="821" y="104"/>
                  </a:lnTo>
                  <a:lnTo>
                    <a:pt x="612" y="45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2"/>
            <p:cNvSpPr/>
            <p:nvPr/>
          </p:nvSpPr>
          <p:spPr>
            <a:xfrm>
              <a:off x="6919325" y="2458125"/>
              <a:ext cx="17550" cy="8225"/>
            </a:xfrm>
            <a:custGeom>
              <a:rect b="b" l="l" r="r" t="t"/>
              <a:pathLst>
                <a:path extrusionOk="0" h="329" w="702">
                  <a:moveTo>
                    <a:pt x="1" y="1"/>
                  </a:moveTo>
                  <a:lnTo>
                    <a:pt x="165" y="180"/>
                  </a:lnTo>
                  <a:lnTo>
                    <a:pt x="344" y="329"/>
                  </a:lnTo>
                  <a:lnTo>
                    <a:pt x="522" y="165"/>
                  </a:lnTo>
                  <a:lnTo>
                    <a:pt x="701" y="16"/>
                  </a:lnTo>
                  <a:lnTo>
                    <a:pt x="537" y="30"/>
                  </a:lnTo>
                  <a:lnTo>
                    <a:pt x="194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2"/>
            <p:cNvSpPr/>
            <p:nvPr/>
          </p:nvSpPr>
          <p:spPr>
            <a:xfrm>
              <a:off x="6984550" y="2446575"/>
              <a:ext cx="29475" cy="25375"/>
            </a:xfrm>
            <a:custGeom>
              <a:rect b="b" l="l" r="r" t="t"/>
              <a:pathLst>
                <a:path extrusionOk="0" h="1015" w="1179">
                  <a:moveTo>
                    <a:pt x="1" y="0"/>
                  </a:moveTo>
                  <a:lnTo>
                    <a:pt x="165" y="224"/>
                  </a:lnTo>
                  <a:lnTo>
                    <a:pt x="329" y="478"/>
                  </a:lnTo>
                  <a:lnTo>
                    <a:pt x="448" y="731"/>
                  </a:lnTo>
                  <a:lnTo>
                    <a:pt x="537" y="1014"/>
                  </a:lnTo>
                  <a:lnTo>
                    <a:pt x="716" y="910"/>
                  </a:lnTo>
                  <a:lnTo>
                    <a:pt x="880" y="791"/>
                  </a:lnTo>
                  <a:lnTo>
                    <a:pt x="1029" y="656"/>
                  </a:lnTo>
                  <a:lnTo>
                    <a:pt x="1178" y="507"/>
                  </a:lnTo>
                  <a:lnTo>
                    <a:pt x="1044" y="418"/>
                  </a:lnTo>
                  <a:lnTo>
                    <a:pt x="910" y="328"/>
                  </a:lnTo>
                  <a:lnTo>
                    <a:pt x="776" y="254"/>
                  </a:lnTo>
                  <a:lnTo>
                    <a:pt x="627" y="179"/>
                  </a:lnTo>
                  <a:lnTo>
                    <a:pt x="478" y="120"/>
                  </a:lnTo>
                  <a:lnTo>
                    <a:pt x="314" y="75"/>
                  </a:lnTo>
                  <a:lnTo>
                    <a:pt x="165" y="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2"/>
            <p:cNvSpPr/>
            <p:nvPr/>
          </p:nvSpPr>
          <p:spPr>
            <a:xfrm>
              <a:off x="6940575" y="2445825"/>
              <a:ext cx="57425" cy="34325"/>
            </a:xfrm>
            <a:custGeom>
              <a:rect b="b" l="l" r="r" t="t"/>
              <a:pathLst>
                <a:path extrusionOk="0" h="1373" w="2297">
                  <a:moveTo>
                    <a:pt x="1208" y="1"/>
                  </a:moveTo>
                  <a:lnTo>
                    <a:pt x="1059" y="16"/>
                  </a:lnTo>
                  <a:lnTo>
                    <a:pt x="820" y="180"/>
                  </a:lnTo>
                  <a:lnTo>
                    <a:pt x="567" y="314"/>
                  </a:lnTo>
                  <a:lnTo>
                    <a:pt x="299" y="418"/>
                  </a:lnTo>
                  <a:lnTo>
                    <a:pt x="0" y="478"/>
                  </a:lnTo>
                  <a:lnTo>
                    <a:pt x="135" y="850"/>
                  </a:lnTo>
                  <a:lnTo>
                    <a:pt x="179" y="1029"/>
                  </a:lnTo>
                  <a:lnTo>
                    <a:pt x="224" y="1223"/>
                  </a:lnTo>
                  <a:lnTo>
                    <a:pt x="418" y="1283"/>
                  </a:lnTo>
                  <a:lnTo>
                    <a:pt x="627" y="1328"/>
                  </a:lnTo>
                  <a:lnTo>
                    <a:pt x="835" y="1357"/>
                  </a:lnTo>
                  <a:lnTo>
                    <a:pt x="1059" y="1372"/>
                  </a:lnTo>
                  <a:lnTo>
                    <a:pt x="1223" y="1357"/>
                  </a:lnTo>
                  <a:lnTo>
                    <a:pt x="1387" y="1342"/>
                  </a:lnTo>
                  <a:lnTo>
                    <a:pt x="1551" y="1328"/>
                  </a:lnTo>
                  <a:lnTo>
                    <a:pt x="1700" y="1283"/>
                  </a:lnTo>
                  <a:lnTo>
                    <a:pt x="1864" y="1238"/>
                  </a:lnTo>
                  <a:lnTo>
                    <a:pt x="2013" y="1178"/>
                  </a:lnTo>
                  <a:lnTo>
                    <a:pt x="2147" y="1119"/>
                  </a:lnTo>
                  <a:lnTo>
                    <a:pt x="2296" y="1044"/>
                  </a:lnTo>
                  <a:lnTo>
                    <a:pt x="2207" y="761"/>
                  </a:lnTo>
                  <a:lnTo>
                    <a:pt x="2088" y="508"/>
                  </a:lnTo>
                  <a:lnTo>
                    <a:pt x="1924" y="254"/>
                  </a:lnTo>
                  <a:lnTo>
                    <a:pt x="1760" y="30"/>
                  </a:lnTo>
                  <a:lnTo>
                    <a:pt x="1566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2"/>
            <p:cNvSpPr/>
            <p:nvPr/>
          </p:nvSpPr>
          <p:spPr>
            <a:xfrm>
              <a:off x="6927900" y="2457750"/>
              <a:ext cx="18300" cy="18675"/>
            </a:xfrm>
            <a:custGeom>
              <a:rect b="b" l="l" r="r" t="t"/>
              <a:pathLst>
                <a:path extrusionOk="0" h="747" w="732">
                  <a:moveTo>
                    <a:pt x="507" y="1"/>
                  </a:moveTo>
                  <a:lnTo>
                    <a:pt x="358" y="31"/>
                  </a:lnTo>
                  <a:lnTo>
                    <a:pt x="179" y="180"/>
                  </a:lnTo>
                  <a:lnTo>
                    <a:pt x="1" y="344"/>
                  </a:lnTo>
                  <a:lnTo>
                    <a:pt x="165" y="478"/>
                  </a:lnTo>
                  <a:lnTo>
                    <a:pt x="343" y="582"/>
                  </a:lnTo>
                  <a:lnTo>
                    <a:pt x="537" y="672"/>
                  </a:lnTo>
                  <a:lnTo>
                    <a:pt x="731" y="746"/>
                  </a:lnTo>
                  <a:lnTo>
                    <a:pt x="686" y="552"/>
                  </a:lnTo>
                  <a:lnTo>
                    <a:pt x="642" y="373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FFF5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2"/>
            <p:cNvSpPr/>
            <p:nvPr/>
          </p:nvSpPr>
          <p:spPr>
            <a:xfrm>
              <a:off x="6904050" y="2353775"/>
              <a:ext cx="88350" cy="102525"/>
            </a:xfrm>
            <a:custGeom>
              <a:rect b="b" l="l" r="r" t="t"/>
              <a:pathLst>
                <a:path extrusionOk="0" h="4101" w="3534">
                  <a:moveTo>
                    <a:pt x="2281" y="0"/>
                  </a:moveTo>
                  <a:lnTo>
                    <a:pt x="2043" y="45"/>
                  </a:lnTo>
                  <a:lnTo>
                    <a:pt x="1804" y="90"/>
                  </a:lnTo>
                  <a:lnTo>
                    <a:pt x="1596" y="179"/>
                  </a:lnTo>
                  <a:lnTo>
                    <a:pt x="1372" y="269"/>
                  </a:lnTo>
                  <a:lnTo>
                    <a:pt x="1178" y="373"/>
                  </a:lnTo>
                  <a:lnTo>
                    <a:pt x="984" y="507"/>
                  </a:lnTo>
                  <a:lnTo>
                    <a:pt x="820" y="656"/>
                  </a:lnTo>
                  <a:lnTo>
                    <a:pt x="656" y="820"/>
                  </a:lnTo>
                  <a:lnTo>
                    <a:pt x="507" y="999"/>
                  </a:lnTo>
                  <a:lnTo>
                    <a:pt x="373" y="1178"/>
                  </a:lnTo>
                  <a:lnTo>
                    <a:pt x="269" y="1387"/>
                  </a:lnTo>
                  <a:lnTo>
                    <a:pt x="164" y="1595"/>
                  </a:lnTo>
                  <a:lnTo>
                    <a:pt x="90" y="1819"/>
                  </a:lnTo>
                  <a:lnTo>
                    <a:pt x="45" y="2043"/>
                  </a:lnTo>
                  <a:lnTo>
                    <a:pt x="0" y="2281"/>
                  </a:lnTo>
                  <a:lnTo>
                    <a:pt x="239" y="2460"/>
                  </a:lnTo>
                  <a:lnTo>
                    <a:pt x="448" y="2654"/>
                  </a:lnTo>
                  <a:lnTo>
                    <a:pt x="656" y="2863"/>
                  </a:lnTo>
                  <a:lnTo>
                    <a:pt x="850" y="3086"/>
                  </a:lnTo>
                  <a:lnTo>
                    <a:pt x="1014" y="3325"/>
                  </a:lnTo>
                  <a:lnTo>
                    <a:pt x="1178" y="3563"/>
                  </a:lnTo>
                  <a:lnTo>
                    <a:pt x="1312" y="3832"/>
                  </a:lnTo>
                  <a:lnTo>
                    <a:pt x="1447" y="4100"/>
                  </a:lnTo>
                  <a:lnTo>
                    <a:pt x="1685" y="3951"/>
                  </a:lnTo>
                  <a:lnTo>
                    <a:pt x="1953" y="3847"/>
                  </a:lnTo>
                  <a:lnTo>
                    <a:pt x="2222" y="3757"/>
                  </a:lnTo>
                  <a:lnTo>
                    <a:pt x="2520" y="3698"/>
                  </a:lnTo>
                  <a:lnTo>
                    <a:pt x="2744" y="3519"/>
                  </a:lnTo>
                  <a:lnTo>
                    <a:pt x="2937" y="3310"/>
                  </a:lnTo>
                  <a:lnTo>
                    <a:pt x="3101" y="3071"/>
                  </a:lnTo>
                  <a:lnTo>
                    <a:pt x="3250" y="2833"/>
                  </a:lnTo>
                  <a:lnTo>
                    <a:pt x="3370" y="2565"/>
                  </a:lnTo>
                  <a:lnTo>
                    <a:pt x="3459" y="2281"/>
                  </a:lnTo>
                  <a:lnTo>
                    <a:pt x="3489" y="2132"/>
                  </a:lnTo>
                  <a:lnTo>
                    <a:pt x="3504" y="1983"/>
                  </a:lnTo>
                  <a:lnTo>
                    <a:pt x="3519" y="1834"/>
                  </a:lnTo>
                  <a:lnTo>
                    <a:pt x="3534" y="1685"/>
                  </a:lnTo>
                  <a:lnTo>
                    <a:pt x="3519" y="1446"/>
                  </a:lnTo>
                  <a:lnTo>
                    <a:pt x="3489" y="1223"/>
                  </a:lnTo>
                  <a:lnTo>
                    <a:pt x="3429" y="999"/>
                  </a:lnTo>
                  <a:lnTo>
                    <a:pt x="3355" y="776"/>
                  </a:lnTo>
                  <a:lnTo>
                    <a:pt x="3265" y="582"/>
                  </a:lnTo>
                  <a:lnTo>
                    <a:pt x="3161" y="388"/>
                  </a:lnTo>
                  <a:lnTo>
                    <a:pt x="3042" y="194"/>
                  </a:lnTo>
                  <a:lnTo>
                    <a:pt x="2908" y="30"/>
                  </a:lnTo>
                  <a:lnTo>
                    <a:pt x="27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2"/>
            <p:cNvSpPr/>
            <p:nvPr/>
          </p:nvSpPr>
          <p:spPr>
            <a:xfrm>
              <a:off x="6903675" y="2410800"/>
              <a:ext cx="36550" cy="48100"/>
            </a:xfrm>
            <a:custGeom>
              <a:rect b="b" l="l" r="r" t="t"/>
              <a:pathLst>
                <a:path extrusionOk="0" h="1924" w="1462">
                  <a:moveTo>
                    <a:pt x="15" y="0"/>
                  </a:moveTo>
                  <a:lnTo>
                    <a:pt x="0" y="239"/>
                  </a:lnTo>
                  <a:lnTo>
                    <a:pt x="15" y="477"/>
                  </a:lnTo>
                  <a:lnTo>
                    <a:pt x="45" y="701"/>
                  </a:lnTo>
                  <a:lnTo>
                    <a:pt x="105" y="925"/>
                  </a:lnTo>
                  <a:lnTo>
                    <a:pt x="179" y="1148"/>
                  </a:lnTo>
                  <a:lnTo>
                    <a:pt x="254" y="1342"/>
                  </a:lnTo>
                  <a:lnTo>
                    <a:pt x="373" y="1536"/>
                  </a:lnTo>
                  <a:lnTo>
                    <a:pt x="492" y="1730"/>
                  </a:lnTo>
                  <a:lnTo>
                    <a:pt x="627" y="1894"/>
                  </a:lnTo>
                  <a:lnTo>
                    <a:pt x="820" y="1923"/>
                  </a:lnTo>
                  <a:lnTo>
                    <a:pt x="1163" y="1923"/>
                  </a:lnTo>
                  <a:lnTo>
                    <a:pt x="1327" y="1909"/>
                  </a:lnTo>
                  <a:lnTo>
                    <a:pt x="1462" y="1819"/>
                  </a:lnTo>
                  <a:lnTo>
                    <a:pt x="1327" y="1551"/>
                  </a:lnTo>
                  <a:lnTo>
                    <a:pt x="1193" y="1282"/>
                  </a:lnTo>
                  <a:lnTo>
                    <a:pt x="1029" y="1044"/>
                  </a:lnTo>
                  <a:lnTo>
                    <a:pt x="865" y="805"/>
                  </a:lnTo>
                  <a:lnTo>
                    <a:pt x="671" y="582"/>
                  </a:lnTo>
                  <a:lnTo>
                    <a:pt x="463" y="373"/>
                  </a:lnTo>
                  <a:lnTo>
                    <a:pt x="254" y="17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2"/>
            <p:cNvSpPr/>
            <p:nvPr/>
          </p:nvSpPr>
          <p:spPr>
            <a:xfrm>
              <a:off x="6940200" y="2446200"/>
              <a:ext cx="26850" cy="11575"/>
            </a:xfrm>
            <a:custGeom>
              <a:rect b="b" l="l" r="r" t="t"/>
              <a:pathLst>
                <a:path extrusionOk="0" h="463" w="1074">
                  <a:moveTo>
                    <a:pt x="1074" y="1"/>
                  </a:moveTo>
                  <a:lnTo>
                    <a:pt x="776" y="60"/>
                  </a:lnTo>
                  <a:lnTo>
                    <a:pt x="507" y="150"/>
                  </a:lnTo>
                  <a:lnTo>
                    <a:pt x="239" y="254"/>
                  </a:lnTo>
                  <a:lnTo>
                    <a:pt x="1" y="403"/>
                  </a:lnTo>
                  <a:lnTo>
                    <a:pt x="15" y="463"/>
                  </a:lnTo>
                  <a:lnTo>
                    <a:pt x="314" y="403"/>
                  </a:lnTo>
                  <a:lnTo>
                    <a:pt x="582" y="299"/>
                  </a:lnTo>
                  <a:lnTo>
                    <a:pt x="835" y="165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2"/>
            <p:cNvSpPr/>
            <p:nvPr/>
          </p:nvSpPr>
          <p:spPr>
            <a:xfrm>
              <a:off x="6936850" y="2456275"/>
              <a:ext cx="3750" cy="2250"/>
            </a:xfrm>
            <a:custGeom>
              <a:rect b="b" l="l" r="r" t="t"/>
              <a:pathLst>
                <a:path extrusionOk="0" h="90" w="150">
                  <a:moveTo>
                    <a:pt x="135" y="0"/>
                  </a:moveTo>
                  <a:lnTo>
                    <a:pt x="0" y="90"/>
                  </a:lnTo>
                  <a:lnTo>
                    <a:pt x="0" y="90"/>
                  </a:lnTo>
                  <a:lnTo>
                    <a:pt x="149" y="6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2"/>
            <p:cNvSpPr/>
            <p:nvPr/>
          </p:nvSpPr>
          <p:spPr>
            <a:xfrm>
              <a:off x="6567850" y="2198725"/>
              <a:ext cx="399200" cy="342925"/>
            </a:xfrm>
            <a:custGeom>
              <a:rect b="b" l="l" r="r" t="t"/>
              <a:pathLst>
                <a:path extrusionOk="0" h="13717" w="15968">
                  <a:moveTo>
                    <a:pt x="6844" y="0"/>
                  </a:moveTo>
                  <a:lnTo>
                    <a:pt x="6471" y="30"/>
                  </a:lnTo>
                  <a:lnTo>
                    <a:pt x="6084" y="60"/>
                  </a:lnTo>
                  <a:lnTo>
                    <a:pt x="5711" y="105"/>
                  </a:lnTo>
                  <a:lnTo>
                    <a:pt x="5353" y="179"/>
                  </a:lnTo>
                  <a:lnTo>
                    <a:pt x="4995" y="254"/>
                  </a:lnTo>
                  <a:lnTo>
                    <a:pt x="4638" y="358"/>
                  </a:lnTo>
                  <a:lnTo>
                    <a:pt x="4295" y="477"/>
                  </a:lnTo>
                  <a:lnTo>
                    <a:pt x="3967" y="597"/>
                  </a:lnTo>
                  <a:lnTo>
                    <a:pt x="3639" y="746"/>
                  </a:lnTo>
                  <a:lnTo>
                    <a:pt x="3311" y="895"/>
                  </a:lnTo>
                  <a:lnTo>
                    <a:pt x="3012" y="1059"/>
                  </a:lnTo>
                  <a:lnTo>
                    <a:pt x="2714" y="1253"/>
                  </a:lnTo>
                  <a:lnTo>
                    <a:pt x="2431" y="1447"/>
                  </a:lnTo>
                  <a:lnTo>
                    <a:pt x="2163" y="1655"/>
                  </a:lnTo>
                  <a:lnTo>
                    <a:pt x="1909" y="1879"/>
                  </a:lnTo>
                  <a:lnTo>
                    <a:pt x="1656" y="2102"/>
                  </a:lnTo>
                  <a:lnTo>
                    <a:pt x="1432" y="2356"/>
                  </a:lnTo>
                  <a:lnTo>
                    <a:pt x="1209" y="2609"/>
                  </a:lnTo>
                  <a:lnTo>
                    <a:pt x="1015" y="2893"/>
                  </a:lnTo>
                  <a:lnTo>
                    <a:pt x="821" y="3176"/>
                  </a:lnTo>
                  <a:lnTo>
                    <a:pt x="657" y="3459"/>
                  </a:lnTo>
                  <a:lnTo>
                    <a:pt x="508" y="3772"/>
                  </a:lnTo>
                  <a:lnTo>
                    <a:pt x="374" y="4085"/>
                  </a:lnTo>
                  <a:lnTo>
                    <a:pt x="254" y="4413"/>
                  </a:lnTo>
                  <a:lnTo>
                    <a:pt x="150" y="4786"/>
                  </a:lnTo>
                  <a:lnTo>
                    <a:pt x="76" y="5174"/>
                  </a:lnTo>
                  <a:lnTo>
                    <a:pt x="31" y="5561"/>
                  </a:lnTo>
                  <a:lnTo>
                    <a:pt x="1" y="5934"/>
                  </a:lnTo>
                  <a:lnTo>
                    <a:pt x="1" y="6322"/>
                  </a:lnTo>
                  <a:lnTo>
                    <a:pt x="31" y="6709"/>
                  </a:lnTo>
                  <a:lnTo>
                    <a:pt x="76" y="7097"/>
                  </a:lnTo>
                  <a:lnTo>
                    <a:pt x="150" y="7470"/>
                  </a:lnTo>
                  <a:lnTo>
                    <a:pt x="254" y="7842"/>
                  </a:lnTo>
                  <a:lnTo>
                    <a:pt x="374" y="8215"/>
                  </a:lnTo>
                  <a:lnTo>
                    <a:pt x="523" y="8588"/>
                  </a:lnTo>
                  <a:lnTo>
                    <a:pt x="687" y="8945"/>
                  </a:lnTo>
                  <a:lnTo>
                    <a:pt x="881" y="9303"/>
                  </a:lnTo>
                  <a:lnTo>
                    <a:pt x="1089" y="9646"/>
                  </a:lnTo>
                  <a:lnTo>
                    <a:pt x="1313" y="9989"/>
                  </a:lnTo>
                  <a:lnTo>
                    <a:pt x="1566" y="10317"/>
                  </a:lnTo>
                  <a:lnTo>
                    <a:pt x="1760" y="10556"/>
                  </a:lnTo>
                  <a:lnTo>
                    <a:pt x="1984" y="10794"/>
                  </a:lnTo>
                  <a:lnTo>
                    <a:pt x="2193" y="11018"/>
                  </a:lnTo>
                  <a:lnTo>
                    <a:pt x="2431" y="11241"/>
                  </a:lnTo>
                  <a:lnTo>
                    <a:pt x="2670" y="11465"/>
                  </a:lnTo>
                  <a:lnTo>
                    <a:pt x="2923" y="11674"/>
                  </a:lnTo>
                  <a:lnTo>
                    <a:pt x="3191" y="11867"/>
                  </a:lnTo>
                  <a:lnTo>
                    <a:pt x="3460" y="12061"/>
                  </a:lnTo>
                  <a:lnTo>
                    <a:pt x="3743" y="12240"/>
                  </a:lnTo>
                  <a:lnTo>
                    <a:pt x="4026" y="12419"/>
                  </a:lnTo>
                  <a:lnTo>
                    <a:pt x="4324" y="12583"/>
                  </a:lnTo>
                  <a:lnTo>
                    <a:pt x="4638" y="12747"/>
                  </a:lnTo>
                  <a:lnTo>
                    <a:pt x="4951" y="12896"/>
                  </a:lnTo>
                  <a:lnTo>
                    <a:pt x="5279" y="13030"/>
                  </a:lnTo>
                  <a:lnTo>
                    <a:pt x="5607" y="13150"/>
                  </a:lnTo>
                  <a:lnTo>
                    <a:pt x="5949" y="13269"/>
                  </a:lnTo>
                  <a:lnTo>
                    <a:pt x="6352" y="13388"/>
                  </a:lnTo>
                  <a:lnTo>
                    <a:pt x="6740" y="13478"/>
                  </a:lnTo>
                  <a:lnTo>
                    <a:pt x="7142" y="13567"/>
                  </a:lnTo>
                  <a:lnTo>
                    <a:pt x="7545" y="13627"/>
                  </a:lnTo>
                  <a:lnTo>
                    <a:pt x="7947" y="13671"/>
                  </a:lnTo>
                  <a:lnTo>
                    <a:pt x="8335" y="13701"/>
                  </a:lnTo>
                  <a:lnTo>
                    <a:pt x="8722" y="13716"/>
                  </a:lnTo>
                  <a:lnTo>
                    <a:pt x="9110" y="13716"/>
                  </a:lnTo>
                  <a:lnTo>
                    <a:pt x="9498" y="13701"/>
                  </a:lnTo>
                  <a:lnTo>
                    <a:pt x="9870" y="13656"/>
                  </a:lnTo>
                  <a:lnTo>
                    <a:pt x="10243" y="13612"/>
                  </a:lnTo>
                  <a:lnTo>
                    <a:pt x="10616" y="13537"/>
                  </a:lnTo>
                  <a:lnTo>
                    <a:pt x="10974" y="13463"/>
                  </a:lnTo>
                  <a:lnTo>
                    <a:pt x="11316" y="13358"/>
                  </a:lnTo>
                  <a:lnTo>
                    <a:pt x="11674" y="13254"/>
                  </a:lnTo>
                  <a:lnTo>
                    <a:pt x="12002" y="13120"/>
                  </a:lnTo>
                  <a:lnTo>
                    <a:pt x="12330" y="12986"/>
                  </a:lnTo>
                  <a:lnTo>
                    <a:pt x="12643" y="12822"/>
                  </a:lnTo>
                  <a:lnTo>
                    <a:pt x="12956" y="12658"/>
                  </a:lnTo>
                  <a:lnTo>
                    <a:pt x="13240" y="12479"/>
                  </a:lnTo>
                  <a:lnTo>
                    <a:pt x="13523" y="12285"/>
                  </a:lnTo>
                  <a:lnTo>
                    <a:pt x="13806" y="12061"/>
                  </a:lnTo>
                  <a:lnTo>
                    <a:pt x="14060" y="11853"/>
                  </a:lnTo>
                  <a:lnTo>
                    <a:pt x="14298" y="11614"/>
                  </a:lnTo>
                  <a:lnTo>
                    <a:pt x="14537" y="11361"/>
                  </a:lnTo>
                  <a:lnTo>
                    <a:pt x="14745" y="11107"/>
                  </a:lnTo>
                  <a:lnTo>
                    <a:pt x="14954" y="10839"/>
                  </a:lnTo>
                  <a:lnTo>
                    <a:pt x="15133" y="10556"/>
                  </a:lnTo>
                  <a:lnTo>
                    <a:pt x="15297" y="10257"/>
                  </a:lnTo>
                  <a:lnTo>
                    <a:pt x="15461" y="9959"/>
                  </a:lnTo>
                  <a:lnTo>
                    <a:pt x="15595" y="9631"/>
                  </a:lnTo>
                  <a:lnTo>
                    <a:pt x="15700" y="9303"/>
                  </a:lnTo>
                  <a:lnTo>
                    <a:pt x="15789" y="9020"/>
                  </a:lnTo>
                  <a:lnTo>
                    <a:pt x="15849" y="8737"/>
                  </a:lnTo>
                  <a:lnTo>
                    <a:pt x="15908" y="8439"/>
                  </a:lnTo>
                  <a:lnTo>
                    <a:pt x="15938" y="8155"/>
                  </a:lnTo>
                  <a:lnTo>
                    <a:pt x="15968" y="7872"/>
                  </a:lnTo>
                  <a:lnTo>
                    <a:pt x="15968" y="7574"/>
                  </a:lnTo>
                  <a:lnTo>
                    <a:pt x="15953" y="7291"/>
                  </a:lnTo>
                  <a:lnTo>
                    <a:pt x="15938" y="6992"/>
                  </a:lnTo>
                  <a:lnTo>
                    <a:pt x="15893" y="6709"/>
                  </a:lnTo>
                  <a:lnTo>
                    <a:pt x="15849" y="6426"/>
                  </a:lnTo>
                  <a:lnTo>
                    <a:pt x="15789" y="6128"/>
                  </a:lnTo>
                  <a:lnTo>
                    <a:pt x="15700" y="5844"/>
                  </a:lnTo>
                  <a:lnTo>
                    <a:pt x="15610" y="5576"/>
                  </a:lnTo>
                  <a:lnTo>
                    <a:pt x="15506" y="5293"/>
                  </a:lnTo>
                  <a:lnTo>
                    <a:pt x="15401" y="5010"/>
                  </a:lnTo>
                  <a:lnTo>
                    <a:pt x="15267" y="4741"/>
                  </a:lnTo>
                  <a:lnTo>
                    <a:pt x="15118" y="4473"/>
                  </a:lnTo>
                  <a:lnTo>
                    <a:pt x="14969" y="4205"/>
                  </a:lnTo>
                  <a:lnTo>
                    <a:pt x="14805" y="3951"/>
                  </a:lnTo>
                  <a:lnTo>
                    <a:pt x="14626" y="3698"/>
                  </a:lnTo>
                  <a:lnTo>
                    <a:pt x="14432" y="3444"/>
                  </a:lnTo>
                  <a:lnTo>
                    <a:pt x="14239" y="3206"/>
                  </a:lnTo>
                  <a:lnTo>
                    <a:pt x="14030" y="2967"/>
                  </a:lnTo>
                  <a:lnTo>
                    <a:pt x="13806" y="2744"/>
                  </a:lnTo>
                  <a:lnTo>
                    <a:pt x="13568" y="2505"/>
                  </a:lnTo>
                  <a:lnTo>
                    <a:pt x="13329" y="2296"/>
                  </a:lnTo>
                  <a:lnTo>
                    <a:pt x="13076" y="2088"/>
                  </a:lnTo>
                  <a:lnTo>
                    <a:pt x="12822" y="1879"/>
                  </a:lnTo>
                  <a:lnTo>
                    <a:pt x="12554" y="1685"/>
                  </a:lnTo>
                  <a:lnTo>
                    <a:pt x="12271" y="1506"/>
                  </a:lnTo>
                  <a:lnTo>
                    <a:pt x="11972" y="1327"/>
                  </a:lnTo>
                  <a:lnTo>
                    <a:pt x="11674" y="1163"/>
                  </a:lnTo>
                  <a:lnTo>
                    <a:pt x="11287" y="955"/>
                  </a:lnTo>
                  <a:lnTo>
                    <a:pt x="10869" y="776"/>
                  </a:lnTo>
                  <a:lnTo>
                    <a:pt x="10452" y="597"/>
                  </a:lnTo>
                  <a:lnTo>
                    <a:pt x="10019" y="448"/>
                  </a:lnTo>
                  <a:lnTo>
                    <a:pt x="9617" y="343"/>
                  </a:lnTo>
                  <a:lnTo>
                    <a:pt x="9214" y="239"/>
                  </a:lnTo>
                  <a:lnTo>
                    <a:pt x="8812" y="149"/>
                  </a:lnTo>
                  <a:lnTo>
                    <a:pt x="8424" y="90"/>
                  </a:lnTo>
                  <a:lnTo>
                    <a:pt x="8022" y="45"/>
                  </a:lnTo>
                  <a:lnTo>
                    <a:pt x="7634" y="15"/>
                  </a:lnTo>
                  <a:lnTo>
                    <a:pt x="7232" y="0"/>
                  </a:lnTo>
                  <a:close/>
                </a:path>
              </a:pathLst>
            </a:custGeom>
            <a:solidFill>
              <a:srgbClr val="91AA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2"/>
            <p:cNvSpPr/>
            <p:nvPr/>
          </p:nvSpPr>
          <p:spPr>
            <a:xfrm>
              <a:off x="6567850" y="2198725"/>
              <a:ext cx="331000" cy="287000"/>
            </a:xfrm>
            <a:custGeom>
              <a:rect b="b" l="l" r="r" t="t"/>
              <a:pathLst>
                <a:path extrusionOk="0" h="11480" w="13240">
                  <a:moveTo>
                    <a:pt x="6844" y="0"/>
                  </a:moveTo>
                  <a:lnTo>
                    <a:pt x="6471" y="30"/>
                  </a:lnTo>
                  <a:lnTo>
                    <a:pt x="6084" y="60"/>
                  </a:lnTo>
                  <a:lnTo>
                    <a:pt x="5711" y="105"/>
                  </a:lnTo>
                  <a:lnTo>
                    <a:pt x="5353" y="179"/>
                  </a:lnTo>
                  <a:lnTo>
                    <a:pt x="4995" y="254"/>
                  </a:lnTo>
                  <a:lnTo>
                    <a:pt x="4638" y="358"/>
                  </a:lnTo>
                  <a:lnTo>
                    <a:pt x="4295" y="477"/>
                  </a:lnTo>
                  <a:lnTo>
                    <a:pt x="3967" y="597"/>
                  </a:lnTo>
                  <a:lnTo>
                    <a:pt x="3639" y="746"/>
                  </a:lnTo>
                  <a:lnTo>
                    <a:pt x="3311" y="895"/>
                  </a:lnTo>
                  <a:lnTo>
                    <a:pt x="3012" y="1059"/>
                  </a:lnTo>
                  <a:lnTo>
                    <a:pt x="2714" y="1253"/>
                  </a:lnTo>
                  <a:lnTo>
                    <a:pt x="2431" y="1447"/>
                  </a:lnTo>
                  <a:lnTo>
                    <a:pt x="2163" y="1655"/>
                  </a:lnTo>
                  <a:lnTo>
                    <a:pt x="1909" y="1879"/>
                  </a:lnTo>
                  <a:lnTo>
                    <a:pt x="1656" y="2102"/>
                  </a:lnTo>
                  <a:lnTo>
                    <a:pt x="1432" y="2356"/>
                  </a:lnTo>
                  <a:lnTo>
                    <a:pt x="1209" y="2609"/>
                  </a:lnTo>
                  <a:lnTo>
                    <a:pt x="1015" y="2893"/>
                  </a:lnTo>
                  <a:lnTo>
                    <a:pt x="821" y="3176"/>
                  </a:lnTo>
                  <a:lnTo>
                    <a:pt x="657" y="3459"/>
                  </a:lnTo>
                  <a:lnTo>
                    <a:pt x="508" y="3772"/>
                  </a:lnTo>
                  <a:lnTo>
                    <a:pt x="374" y="4085"/>
                  </a:lnTo>
                  <a:lnTo>
                    <a:pt x="254" y="4413"/>
                  </a:lnTo>
                  <a:lnTo>
                    <a:pt x="150" y="4786"/>
                  </a:lnTo>
                  <a:lnTo>
                    <a:pt x="76" y="5174"/>
                  </a:lnTo>
                  <a:lnTo>
                    <a:pt x="31" y="5561"/>
                  </a:lnTo>
                  <a:lnTo>
                    <a:pt x="1" y="5934"/>
                  </a:lnTo>
                  <a:lnTo>
                    <a:pt x="1" y="6322"/>
                  </a:lnTo>
                  <a:lnTo>
                    <a:pt x="31" y="6709"/>
                  </a:lnTo>
                  <a:lnTo>
                    <a:pt x="76" y="7097"/>
                  </a:lnTo>
                  <a:lnTo>
                    <a:pt x="150" y="7470"/>
                  </a:lnTo>
                  <a:lnTo>
                    <a:pt x="254" y="7842"/>
                  </a:lnTo>
                  <a:lnTo>
                    <a:pt x="374" y="8215"/>
                  </a:lnTo>
                  <a:lnTo>
                    <a:pt x="523" y="8588"/>
                  </a:lnTo>
                  <a:lnTo>
                    <a:pt x="687" y="8945"/>
                  </a:lnTo>
                  <a:lnTo>
                    <a:pt x="881" y="9303"/>
                  </a:lnTo>
                  <a:lnTo>
                    <a:pt x="1089" y="9646"/>
                  </a:lnTo>
                  <a:lnTo>
                    <a:pt x="1313" y="9989"/>
                  </a:lnTo>
                  <a:lnTo>
                    <a:pt x="1566" y="10317"/>
                  </a:lnTo>
                  <a:lnTo>
                    <a:pt x="1954" y="10526"/>
                  </a:lnTo>
                  <a:lnTo>
                    <a:pt x="2371" y="10705"/>
                  </a:lnTo>
                  <a:lnTo>
                    <a:pt x="2789" y="10869"/>
                  </a:lnTo>
                  <a:lnTo>
                    <a:pt x="3221" y="11018"/>
                  </a:lnTo>
                  <a:lnTo>
                    <a:pt x="3624" y="11137"/>
                  </a:lnTo>
                  <a:lnTo>
                    <a:pt x="4026" y="11241"/>
                  </a:lnTo>
                  <a:lnTo>
                    <a:pt x="4429" y="11316"/>
                  </a:lnTo>
                  <a:lnTo>
                    <a:pt x="4816" y="11390"/>
                  </a:lnTo>
                  <a:lnTo>
                    <a:pt x="5219" y="11435"/>
                  </a:lnTo>
                  <a:lnTo>
                    <a:pt x="5607" y="11465"/>
                  </a:lnTo>
                  <a:lnTo>
                    <a:pt x="6009" y="11480"/>
                  </a:lnTo>
                  <a:lnTo>
                    <a:pt x="6397" y="11465"/>
                  </a:lnTo>
                  <a:lnTo>
                    <a:pt x="6769" y="11450"/>
                  </a:lnTo>
                  <a:lnTo>
                    <a:pt x="7157" y="11420"/>
                  </a:lnTo>
                  <a:lnTo>
                    <a:pt x="7530" y="11361"/>
                  </a:lnTo>
                  <a:lnTo>
                    <a:pt x="7888" y="11301"/>
                  </a:lnTo>
                  <a:lnTo>
                    <a:pt x="8245" y="11212"/>
                  </a:lnTo>
                  <a:lnTo>
                    <a:pt x="8603" y="11122"/>
                  </a:lnTo>
                  <a:lnTo>
                    <a:pt x="8946" y="11003"/>
                  </a:lnTo>
                  <a:lnTo>
                    <a:pt x="9274" y="10884"/>
                  </a:lnTo>
                  <a:lnTo>
                    <a:pt x="9602" y="10734"/>
                  </a:lnTo>
                  <a:lnTo>
                    <a:pt x="9915" y="10585"/>
                  </a:lnTo>
                  <a:lnTo>
                    <a:pt x="10228" y="10406"/>
                  </a:lnTo>
                  <a:lnTo>
                    <a:pt x="10526" y="10228"/>
                  </a:lnTo>
                  <a:lnTo>
                    <a:pt x="10810" y="10034"/>
                  </a:lnTo>
                  <a:lnTo>
                    <a:pt x="11078" y="9825"/>
                  </a:lnTo>
                  <a:lnTo>
                    <a:pt x="11331" y="9601"/>
                  </a:lnTo>
                  <a:lnTo>
                    <a:pt x="11585" y="9363"/>
                  </a:lnTo>
                  <a:lnTo>
                    <a:pt x="11808" y="9124"/>
                  </a:lnTo>
                  <a:lnTo>
                    <a:pt x="12032" y="8856"/>
                  </a:lnTo>
                  <a:lnTo>
                    <a:pt x="12226" y="8588"/>
                  </a:lnTo>
                  <a:lnTo>
                    <a:pt x="12405" y="8304"/>
                  </a:lnTo>
                  <a:lnTo>
                    <a:pt x="12584" y="8021"/>
                  </a:lnTo>
                  <a:lnTo>
                    <a:pt x="12733" y="7708"/>
                  </a:lnTo>
                  <a:lnTo>
                    <a:pt x="12867" y="7395"/>
                  </a:lnTo>
                  <a:lnTo>
                    <a:pt x="12971" y="7067"/>
                  </a:lnTo>
                  <a:lnTo>
                    <a:pt x="13091" y="6694"/>
                  </a:lnTo>
                  <a:lnTo>
                    <a:pt x="13165" y="6307"/>
                  </a:lnTo>
                  <a:lnTo>
                    <a:pt x="13210" y="5919"/>
                  </a:lnTo>
                  <a:lnTo>
                    <a:pt x="13240" y="5531"/>
                  </a:lnTo>
                  <a:lnTo>
                    <a:pt x="13240" y="5159"/>
                  </a:lnTo>
                  <a:lnTo>
                    <a:pt x="13210" y="4771"/>
                  </a:lnTo>
                  <a:lnTo>
                    <a:pt x="13165" y="4383"/>
                  </a:lnTo>
                  <a:lnTo>
                    <a:pt x="13091" y="4011"/>
                  </a:lnTo>
                  <a:lnTo>
                    <a:pt x="12986" y="3623"/>
                  </a:lnTo>
                  <a:lnTo>
                    <a:pt x="12867" y="3250"/>
                  </a:lnTo>
                  <a:lnTo>
                    <a:pt x="12718" y="2893"/>
                  </a:lnTo>
                  <a:lnTo>
                    <a:pt x="12554" y="2535"/>
                  </a:lnTo>
                  <a:lnTo>
                    <a:pt x="12360" y="2177"/>
                  </a:lnTo>
                  <a:lnTo>
                    <a:pt x="12151" y="1819"/>
                  </a:lnTo>
                  <a:lnTo>
                    <a:pt x="11928" y="1491"/>
                  </a:lnTo>
                  <a:lnTo>
                    <a:pt x="11674" y="1163"/>
                  </a:lnTo>
                  <a:lnTo>
                    <a:pt x="11287" y="955"/>
                  </a:lnTo>
                  <a:lnTo>
                    <a:pt x="10869" y="776"/>
                  </a:lnTo>
                  <a:lnTo>
                    <a:pt x="10452" y="597"/>
                  </a:lnTo>
                  <a:lnTo>
                    <a:pt x="10019" y="448"/>
                  </a:lnTo>
                  <a:lnTo>
                    <a:pt x="9617" y="343"/>
                  </a:lnTo>
                  <a:lnTo>
                    <a:pt x="9214" y="239"/>
                  </a:lnTo>
                  <a:lnTo>
                    <a:pt x="8812" y="149"/>
                  </a:lnTo>
                  <a:lnTo>
                    <a:pt x="8424" y="90"/>
                  </a:lnTo>
                  <a:lnTo>
                    <a:pt x="8022" y="45"/>
                  </a:lnTo>
                  <a:lnTo>
                    <a:pt x="7634" y="15"/>
                  </a:lnTo>
                  <a:lnTo>
                    <a:pt x="72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2"/>
            <p:cNvSpPr/>
            <p:nvPr/>
          </p:nvSpPr>
          <p:spPr>
            <a:xfrm>
              <a:off x="6885775" y="2368675"/>
              <a:ext cx="65250" cy="89475"/>
            </a:xfrm>
            <a:custGeom>
              <a:rect b="b" l="l" r="r" t="t"/>
              <a:pathLst>
                <a:path extrusionOk="0" h="3579" w="2610">
                  <a:moveTo>
                    <a:pt x="1760" y="1"/>
                  </a:moveTo>
                  <a:lnTo>
                    <a:pt x="1656" y="16"/>
                  </a:lnTo>
                  <a:lnTo>
                    <a:pt x="1551" y="30"/>
                  </a:lnTo>
                  <a:lnTo>
                    <a:pt x="1447" y="75"/>
                  </a:lnTo>
                  <a:lnTo>
                    <a:pt x="1343" y="120"/>
                  </a:lnTo>
                  <a:lnTo>
                    <a:pt x="1238" y="180"/>
                  </a:lnTo>
                  <a:lnTo>
                    <a:pt x="1030" y="329"/>
                  </a:lnTo>
                  <a:lnTo>
                    <a:pt x="821" y="522"/>
                  </a:lnTo>
                  <a:lnTo>
                    <a:pt x="627" y="746"/>
                  </a:lnTo>
                  <a:lnTo>
                    <a:pt x="448" y="1014"/>
                  </a:lnTo>
                  <a:lnTo>
                    <a:pt x="299" y="1298"/>
                  </a:lnTo>
                  <a:lnTo>
                    <a:pt x="165" y="1596"/>
                  </a:lnTo>
                  <a:lnTo>
                    <a:pt x="75" y="1894"/>
                  </a:lnTo>
                  <a:lnTo>
                    <a:pt x="16" y="2192"/>
                  </a:lnTo>
                  <a:lnTo>
                    <a:pt x="1" y="2461"/>
                  </a:lnTo>
                  <a:lnTo>
                    <a:pt x="1" y="2729"/>
                  </a:lnTo>
                  <a:lnTo>
                    <a:pt x="31" y="2848"/>
                  </a:lnTo>
                  <a:lnTo>
                    <a:pt x="46" y="2967"/>
                  </a:lnTo>
                  <a:lnTo>
                    <a:pt x="90" y="3072"/>
                  </a:lnTo>
                  <a:lnTo>
                    <a:pt x="135" y="3161"/>
                  </a:lnTo>
                  <a:lnTo>
                    <a:pt x="180" y="3251"/>
                  </a:lnTo>
                  <a:lnTo>
                    <a:pt x="239" y="3340"/>
                  </a:lnTo>
                  <a:lnTo>
                    <a:pt x="344" y="3444"/>
                  </a:lnTo>
                  <a:lnTo>
                    <a:pt x="463" y="3519"/>
                  </a:lnTo>
                  <a:lnTo>
                    <a:pt x="582" y="3564"/>
                  </a:lnTo>
                  <a:lnTo>
                    <a:pt x="687" y="3579"/>
                  </a:lnTo>
                  <a:lnTo>
                    <a:pt x="806" y="3579"/>
                  </a:lnTo>
                  <a:lnTo>
                    <a:pt x="925" y="3564"/>
                  </a:lnTo>
                  <a:lnTo>
                    <a:pt x="1044" y="3534"/>
                  </a:lnTo>
                  <a:lnTo>
                    <a:pt x="1179" y="3489"/>
                  </a:lnTo>
                  <a:lnTo>
                    <a:pt x="1298" y="3430"/>
                  </a:lnTo>
                  <a:lnTo>
                    <a:pt x="1432" y="3355"/>
                  </a:lnTo>
                  <a:lnTo>
                    <a:pt x="1551" y="3266"/>
                  </a:lnTo>
                  <a:lnTo>
                    <a:pt x="1671" y="3161"/>
                  </a:lnTo>
                  <a:lnTo>
                    <a:pt x="1790" y="3042"/>
                  </a:lnTo>
                  <a:lnTo>
                    <a:pt x="1909" y="2908"/>
                  </a:lnTo>
                  <a:lnTo>
                    <a:pt x="2028" y="2759"/>
                  </a:lnTo>
                  <a:lnTo>
                    <a:pt x="2133" y="2610"/>
                  </a:lnTo>
                  <a:lnTo>
                    <a:pt x="2222" y="2446"/>
                  </a:lnTo>
                  <a:lnTo>
                    <a:pt x="2312" y="2282"/>
                  </a:lnTo>
                  <a:lnTo>
                    <a:pt x="2401" y="2088"/>
                  </a:lnTo>
                  <a:lnTo>
                    <a:pt x="2461" y="1909"/>
                  </a:lnTo>
                  <a:lnTo>
                    <a:pt x="2520" y="1745"/>
                  </a:lnTo>
                  <a:lnTo>
                    <a:pt x="2565" y="1566"/>
                  </a:lnTo>
                  <a:lnTo>
                    <a:pt x="2595" y="1387"/>
                  </a:lnTo>
                  <a:lnTo>
                    <a:pt x="2610" y="1223"/>
                  </a:lnTo>
                  <a:lnTo>
                    <a:pt x="2610" y="1059"/>
                  </a:lnTo>
                  <a:lnTo>
                    <a:pt x="2610" y="910"/>
                  </a:lnTo>
                  <a:lnTo>
                    <a:pt x="2595" y="761"/>
                  </a:lnTo>
                  <a:lnTo>
                    <a:pt x="2565" y="627"/>
                  </a:lnTo>
                  <a:lnTo>
                    <a:pt x="2520" y="493"/>
                  </a:lnTo>
                  <a:lnTo>
                    <a:pt x="2476" y="388"/>
                  </a:lnTo>
                  <a:lnTo>
                    <a:pt x="2401" y="284"/>
                  </a:lnTo>
                  <a:lnTo>
                    <a:pt x="2327" y="194"/>
                  </a:lnTo>
                  <a:lnTo>
                    <a:pt x="2237" y="120"/>
                  </a:lnTo>
                  <a:lnTo>
                    <a:pt x="2148" y="60"/>
                  </a:lnTo>
                  <a:lnTo>
                    <a:pt x="2014" y="16"/>
                  </a:lnTo>
                  <a:lnTo>
                    <a:pt x="1864" y="1"/>
                  </a:lnTo>
                  <a:close/>
                </a:path>
              </a:pathLst>
            </a:custGeom>
            <a:solidFill>
              <a:srgbClr val="B5481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2"/>
            <p:cNvSpPr/>
            <p:nvPr/>
          </p:nvSpPr>
          <p:spPr>
            <a:xfrm>
              <a:off x="6885775" y="2368675"/>
              <a:ext cx="52950" cy="83525"/>
            </a:xfrm>
            <a:custGeom>
              <a:rect b="b" l="l" r="r" t="t"/>
              <a:pathLst>
                <a:path extrusionOk="0" h="3341" w="2118">
                  <a:moveTo>
                    <a:pt x="1760" y="1"/>
                  </a:moveTo>
                  <a:lnTo>
                    <a:pt x="1656" y="16"/>
                  </a:lnTo>
                  <a:lnTo>
                    <a:pt x="1551" y="30"/>
                  </a:lnTo>
                  <a:lnTo>
                    <a:pt x="1447" y="75"/>
                  </a:lnTo>
                  <a:lnTo>
                    <a:pt x="1343" y="120"/>
                  </a:lnTo>
                  <a:lnTo>
                    <a:pt x="1238" y="180"/>
                  </a:lnTo>
                  <a:lnTo>
                    <a:pt x="1030" y="329"/>
                  </a:lnTo>
                  <a:lnTo>
                    <a:pt x="821" y="522"/>
                  </a:lnTo>
                  <a:lnTo>
                    <a:pt x="627" y="746"/>
                  </a:lnTo>
                  <a:lnTo>
                    <a:pt x="448" y="1014"/>
                  </a:lnTo>
                  <a:lnTo>
                    <a:pt x="299" y="1298"/>
                  </a:lnTo>
                  <a:lnTo>
                    <a:pt x="165" y="1596"/>
                  </a:lnTo>
                  <a:lnTo>
                    <a:pt x="75" y="1894"/>
                  </a:lnTo>
                  <a:lnTo>
                    <a:pt x="16" y="2192"/>
                  </a:lnTo>
                  <a:lnTo>
                    <a:pt x="1" y="2461"/>
                  </a:lnTo>
                  <a:lnTo>
                    <a:pt x="1" y="2729"/>
                  </a:lnTo>
                  <a:lnTo>
                    <a:pt x="31" y="2848"/>
                  </a:lnTo>
                  <a:lnTo>
                    <a:pt x="46" y="2967"/>
                  </a:lnTo>
                  <a:lnTo>
                    <a:pt x="90" y="3072"/>
                  </a:lnTo>
                  <a:lnTo>
                    <a:pt x="135" y="3161"/>
                  </a:lnTo>
                  <a:lnTo>
                    <a:pt x="180" y="3251"/>
                  </a:lnTo>
                  <a:lnTo>
                    <a:pt x="239" y="3340"/>
                  </a:lnTo>
                  <a:lnTo>
                    <a:pt x="344" y="3340"/>
                  </a:lnTo>
                  <a:lnTo>
                    <a:pt x="448" y="3325"/>
                  </a:lnTo>
                  <a:lnTo>
                    <a:pt x="552" y="3295"/>
                  </a:lnTo>
                  <a:lnTo>
                    <a:pt x="657" y="3266"/>
                  </a:lnTo>
                  <a:lnTo>
                    <a:pt x="761" y="3206"/>
                  </a:lnTo>
                  <a:lnTo>
                    <a:pt x="866" y="3146"/>
                  </a:lnTo>
                  <a:lnTo>
                    <a:pt x="1089" y="2997"/>
                  </a:lnTo>
                  <a:lnTo>
                    <a:pt x="1283" y="2803"/>
                  </a:lnTo>
                  <a:lnTo>
                    <a:pt x="1477" y="2580"/>
                  </a:lnTo>
                  <a:lnTo>
                    <a:pt x="1656" y="2326"/>
                  </a:lnTo>
                  <a:lnTo>
                    <a:pt x="1820" y="2028"/>
                  </a:lnTo>
                  <a:lnTo>
                    <a:pt x="1939" y="1730"/>
                  </a:lnTo>
                  <a:lnTo>
                    <a:pt x="2028" y="1432"/>
                  </a:lnTo>
                  <a:lnTo>
                    <a:pt x="2088" y="1134"/>
                  </a:lnTo>
                  <a:lnTo>
                    <a:pt x="2118" y="865"/>
                  </a:lnTo>
                  <a:lnTo>
                    <a:pt x="2103" y="612"/>
                  </a:lnTo>
                  <a:lnTo>
                    <a:pt x="2088" y="478"/>
                  </a:lnTo>
                  <a:lnTo>
                    <a:pt x="2058" y="373"/>
                  </a:lnTo>
                  <a:lnTo>
                    <a:pt x="2028" y="269"/>
                  </a:lnTo>
                  <a:lnTo>
                    <a:pt x="1984" y="165"/>
                  </a:lnTo>
                  <a:lnTo>
                    <a:pt x="1924" y="75"/>
                  </a:lnTo>
                  <a:lnTo>
                    <a:pt x="1864" y="1"/>
                  </a:lnTo>
                  <a:close/>
                </a:path>
              </a:pathLst>
            </a:custGeom>
            <a:solidFill>
              <a:srgbClr val="DD69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2"/>
            <p:cNvSpPr/>
            <p:nvPr/>
          </p:nvSpPr>
          <p:spPr>
            <a:xfrm>
              <a:off x="6750500" y="2250900"/>
              <a:ext cx="49950" cy="21650"/>
            </a:xfrm>
            <a:custGeom>
              <a:rect b="b" l="l" r="r" t="t"/>
              <a:pathLst>
                <a:path extrusionOk="0" h="866" w="1998">
                  <a:moveTo>
                    <a:pt x="805" y="1"/>
                  </a:moveTo>
                  <a:lnTo>
                    <a:pt x="611" y="30"/>
                  </a:lnTo>
                  <a:lnTo>
                    <a:pt x="447" y="75"/>
                  </a:lnTo>
                  <a:lnTo>
                    <a:pt x="298" y="120"/>
                  </a:lnTo>
                  <a:lnTo>
                    <a:pt x="179" y="194"/>
                  </a:lnTo>
                  <a:lnTo>
                    <a:pt x="90" y="269"/>
                  </a:lnTo>
                  <a:lnTo>
                    <a:pt x="30" y="343"/>
                  </a:lnTo>
                  <a:lnTo>
                    <a:pt x="15" y="388"/>
                  </a:lnTo>
                  <a:lnTo>
                    <a:pt x="0" y="433"/>
                  </a:lnTo>
                  <a:lnTo>
                    <a:pt x="15" y="478"/>
                  </a:lnTo>
                  <a:lnTo>
                    <a:pt x="30" y="522"/>
                  </a:lnTo>
                  <a:lnTo>
                    <a:pt x="90" y="597"/>
                  </a:lnTo>
                  <a:lnTo>
                    <a:pt x="179" y="671"/>
                  </a:lnTo>
                  <a:lnTo>
                    <a:pt x="298" y="746"/>
                  </a:lnTo>
                  <a:lnTo>
                    <a:pt x="447" y="791"/>
                  </a:lnTo>
                  <a:lnTo>
                    <a:pt x="611" y="835"/>
                  </a:lnTo>
                  <a:lnTo>
                    <a:pt x="805" y="850"/>
                  </a:lnTo>
                  <a:lnTo>
                    <a:pt x="999" y="865"/>
                  </a:lnTo>
                  <a:lnTo>
                    <a:pt x="1208" y="850"/>
                  </a:lnTo>
                  <a:lnTo>
                    <a:pt x="1387" y="835"/>
                  </a:lnTo>
                  <a:lnTo>
                    <a:pt x="1566" y="791"/>
                  </a:lnTo>
                  <a:lnTo>
                    <a:pt x="1715" y="746"/>
                  </a:lnTo>
                  <a:lnTo>
                    <a:pt x="1834" y="671"/>
                  </a:lnTo>
                  <a:lnTo>
                    <a:pt x="1923" y="597"/>
                  </a:lnTo>
                  <a:lnTo>
                    <a:pt x="1983" y="522"/>
                  </a:lnTo>
                  <a:lnTo>
                    <a:pt x="1998" y="478"/>
                  </a:lnTo>
                  <a:lnTo>
                    <a:pt x="1998" y="433"/>
                  </a:lnTo>
                  <a:lnTo>
                    <a:pt x="1998" y="388"/>
                  </a:lnTo>
                  <a:lnTo>
                    <a:pt x="1983" y="343"/>
                  </a:lnTo>
                  <a:lnTo>
                    <a:pt x="1923" y="269"/>
                  </a:lnTo>
                  <a:lnTo>
                    <a:pt x="1834" y="194"/>
                  </a:lnTo>
                  <a:lnTo>
                    <a:pt x="1715" y="120"/>
                  </a:lnTo>
                  <a:lnTo>
                    <a:pt x="1566" y="75"/>
                  </a:lnTo>
                  <a:lnTo>
                    <a:pt x="1387" y="30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2B65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2"/>
            <p:cNvSpPr/>
            <p:nvPr/>
          </p:nvSpPr>
          <p:spPr>
            <a:xfrm>
              <a:off x="6755700" y="1776075"/>
              <a:ext cx="36550" cy="490875"/>
            </a:xfrm>
            <a:custGeom>
              <a:rect b="b" l="l" r="r" t="t"/>
              <a:pathLst>
                <a:path extrusionOk="0" h="19635" w="1462">
                  <a:moveTo>
                    <a:pt x="1" y="0"/>
                  </a:moveTo>
                  <a:lnTo>
                    <a:pt x="1" y="19486"/>
                  </a:lnTo>
                  <a:lnTo>
                    <a:pt x="150" y="19545"/>
                  </a:lnTo>
                  <a:lnTo>
                    <a:pt x="329" y="19590"/>
                  </a:lnTo>
                  <a:lnTo>
                    <a:pt x="523" y="19620"/>
                  </a:lnTo>
                  <a:lnTo>
                    <a:pt x="731" y="19635"/>
                  </a:lnTo>
                  <a:lnTo>
                    <a:pt x="940" y="19620"/>
                  </a:lnTo>
                  <a:lnTo>
                    <a:pt x="1134" y="19590"/>
                  </a:lnTo>
                  <a:lnTo>
                    <a:pt x="1313" y="19545"/>
                  </a:lnTo>
                  <a:lnTo>
                    <a:pt x="1462" y="19486"/>
                  </a:lnTo>
                  <a:lnTo>
                    <a:pt x="1462" y="0"/>
                  </a:lnTo>
                  <a:close/>
                </a:path>
              </a:pathLst>
            </a:custGeom>
            <a:solidFill>
              <a:srgbClr val="B5481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2"/>
            <p:cNvSpPr/>
            <p:nvPr/>
          </p:nvSpPr>
          <p:spPr>
            <a:xfrm>
              <a:off x="6755700" y="1776075"/>
              <a:ext cx="18300" cy="490875"/>
            </a:xfrm>
            <a:custGeom>
              <a:rect b="b" l="l" r="r" t="t"/>
              <a:pathLst>
                <a:path extrusionOk="0" h="19635" w="732">
                  <a:moveTo>
                    <a:pt x="1" y="0"/>
                  </a:moveTo>
                  <a:lnTo>
                    <a:pt x="1" y="19486"/>
                  </a:lnTo>
                  <a:lnTo>
                    <a:pt x="150" y="19545"/>
                  </a:lnTo>
                  <a:lnTo>
                    <a:pt x="329" y="19590"/>
                  </a:lnTo>
                  <a:lnTo>
                    <a:pt x="523" y="19620"/>
                  </a:lnTo>
                  <a:lnTo>
                    <a:pt x="731" y="1963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8" name="Google Shape;898;p22"/>
          <p:cNvGrpSpPr/>
          <p:nvPr/>
        </p:nvGrpSpPr>
        <p:grpSpPr>
          <a:xfrm>
            <a:off x="2996600" y="2571037"/>
            <a:ext cx="331388" cy="580375"/>
            <a:chOff x="3410650" y="1300050"/>
            <a:chExt cx="404675" cy="708725"/>
          </a:xfrm>
        </p:grpSpPr>
        <p:sp>
          <p:nvSpPr>
            <p:cNvPr id="899" name="Google Shape;899;p22"/>
            <p:cNvSpPr/>
            <p:nvPr/>
          </p:nvSpPr>
          <p:spPr>
            <a:xfrm>
              <a:off x="3410650" y="1300050"/>
              <a:ext cx="211350" cy="378375"/>
            </a:xfrm>
            <a:custGeom>
              <a:rect b="b" l="l" r="r" t="t"/>
              <a:pathLst>
                <a:path extrusionOk="0" h="15135" w="8454">
                  <a:moveTo>
                    <a:pt x="1" y="1"/>
                  </a:moveTo>
                  <a:lnTo>
                    <a:pt x="1" y="8583"/>
                  </a:lnTo>
                  <a:lnTo>
                    <a:pt x="19" y="8952"/>
                  </a:lnTo>
                  <a:lnTo>
                    <a:pt x="74" y="9302"/>
                  </a:lnTo>
                  <a:lnTo>
                    <a:pt x="148" y="9634"/>
                  </a:lnTo>
                  <a:lnTo>
                    <a:pt x="259" y="9967"/>
                  </a:lnTo>
                  <a:lnTo>
                    <a:pt x="388" y="10280"/>
                  </a:lnTo>
                  <a:lnTo>
                    <a:pt x="554" y="10576"/>
                  </a:lnTo>
                  <a:lnTo>
                    <a:pt x="739" y="10853"/>
                  </a:lnTo>
                  <a:lnTo>
                    <a:pt x="960" y="11129"/>
                  </a:lnTo>
                  <a:lnTo>
                    <a:pt x="1182" y="11369"/>
                  </a:lnTo>
                  <a:lnTo>
                    <a:pt x="1440" y="11591"/>
                  </a:lnTo>
                  <a:lnTo>
                    <a:pt x="1717" y="11794"/>
                  </a:lnTo>
                  <a:lnTo>
                    <a:pt x="1994" y="11978"/>
                  </a:lnTo>
                  <a:lnTo>
                    <a:pt x="2308" y="12126"/>
                  </a:lnTo>
                  <a:lnTo>
                    <a:pt x="2621" y="12255"/>
                  </a:lnTo>
                  <a:lnTo>
                    <a:pt x="2953" y="12347"/>
                  </a:lnTo>
                  <a:lnTo>
                    <a:pt x="3304" y="12421"/>
                  </a:lnTo>
                  <a:lnTo>
                    <a:pt x="3304" y="15134"/>
                  </a:lnTo>
                  <a:lnTo>
                    <a:pt x="5150" y="15134"/>
                  </a:lnTo>
                  <a:lnTo>
                    <a:pt x="5150" y="12421"/>
                  </a:lnTo>
                  <a:lnTo>
                    <a:pt x="5500" y="12347"/>
                  </a:lnTo>
                  <a:lnTo>
                    <a:pt x="5833" y="12255"/>
                  </a:lnTo>
                  <a:lnTo>
                    <a:pt x="6146" y="12126"/>
                  </a:lnTo>
                  <a:lnTo>
                    <a:pt x="6460" y="11978"/>
                  </a:lnTo>
                  <a:lnTo>
                    <a:pt x="6755" y="11794"/>
                  </a:lnTo>
                  <a:lnTo>
                    <a:pt x="7014" y="11591"/>
                  </a:lnTo>
                  <a:lnTo>
                    <a:pt x="7272" y="11369"/>
                  </a:lnTo>
                  <a:lnTo>
                    <a:pt x="7512" y="11129"/>
                  </a:lnTo>
                  <a:lnTo>
                    <a:pt x="7715" y="10871"/>
                  </a:lnTo>
                  <a:lnTo>
                    <a:pt x="7900" y="10576"/>
                  </a:lnTo>
                  <a:lnTo>
                    <a:pt x="8066" y="10280"/>
                  </a:lnTo>
                  <a:lnTo>
                    <a:pt x="8195" y="9967"/>
                  </a:lnTo>
                  <a:lnTo>
                    <a:pt x="8306" y="9634"/>
                  </a:lnTo>
                  <a:lnTo>
                    <a:pt x="8379" y="9302"/>
                  </a:lnTo>
                  <a:lnTo>
                    <a:pt x="8435" y="8952"/>
                  </a:lnTo>
                  <a:lnTo>
                    <a:pt x="8453" y="8583"/>
                  </a:lnTo>
                  <a:lnTo>
                    <a:pt x="8453" y="1"/>
                  </a:lnTo>
                  <a:lnTo>
                    <a:pt x="6792" y="1"/>
                  </a:lnTo>
                  <a:lnTo>
                    <a:pt x="6792" y="5261"/>
                  </a:lnTo>
                  <a:lnTo>
                    <a:pt x="5057" y="5261"/>
                  </a:lnTo>
                  <a:lnTo>
                    <a:pt x="5057" y="1"/>
                  </a:lnTo>
                  <a:lnTo>
                    <a:pt x="3396" y="1"/>
                  </a:lnTo>
                  <a:lnTo>
                    <a:pt x="3396" y="5261"/>
                  </a:lnTo>
                  <a:lnTo>
                    <a:pt x="1662" y="5261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2"/>
            <p:cNvSpPr/>
            <p:nvPr/>
          </p:nvSpPr>
          <p:spPr>
            <a:xfrm>
              <a:off x="3410650" y="1300050"/>
              <a:ext cx="211350" cy="378375"/>
            </a:xfrm>
            <a:custGeom>
              <a:rect b="b" l="l" r="r" t="t"/>
              <a:pathLst>
                <a:path extrusionOk="0" fill="none" h="15135" w="8454">
                  <a:moveTo>
                    <a:pt x="8453" y="1"/>
                  </a:moveTo>
                  <a:lnTo>
                    <a:pt x="8453" y="8583"/>
                  </a:lnTo>
                  <a:lnTo>
                    <a:pt x="8453" y="8583"/>
                  </a:lnTo>
                  <a:lnTo>
                    <a:pt x="8435" y="8952"/>
                  </a:lnTo>
                  <a:lnTo>
                    <a:pt x="8379" y="9302"/>
                  </a:lnTo>
                  <a:lnTo>
                    <a:pt x="8306" y="9634"/>
                  </a:lnTo>
                  <a:lnTo>
                    <a:pt x="8195" y="9967"/>
                  </a:lnTo>
                  <a:lnTo>
                    <a:pt x="8066" y="10280"/>
                  </a:lnTo>
                  <a:lnTo>
                    <a:pt x="7900" y="10576"/>
                  </a:lnTo>
                  <a:lnTo>
                    <a:pt x="7715" y="10871"/>
                  </a:lnTo>
                  <a:lnTo>
                    <a:pt x="7512" y="11129"/>
                  </a:lnTo>
                  <a:lnTo>
                    <a:pt x="7272" y="11369"/>
                  </a:lnTo>
                  <a:lnTo>
                    <a:pt x="7014" y="11591"/>
                  </a:lnTo>
                  <a:lnTo>
                    <a:pt x="6755" y="11794"/>
                  </a:lnTo>
                  <a:lnTo>
                    <a:pt x="6460" y="11978"/>
                  </a:lnTo>
                  <a:lnTo>
                    <a:pt x="6146" y="12126"/>
                  </a:lnTo>
                  <a:lnTo>
                    <a:pt x="5833" y="12255"/>
                  </a:lnTo>
                  <a:lnTo>
                    <a:pt x="5500" y="12347"/>
                  </a:lnTo>
                  <a:lnTo>
                    <a:pt x="5150" y="12421"/>
                  </a:lnTo>
                  <a:lnTo>
                    <a:pt x="5150" y="15134"/>
                  </a:lnTo>
                  <a:lnTo>
                    <a:pt x="3304" y="15134"/>
                  </a:lnTo>
                  <a:lnTo>
                    <a:pt x="3304" y="12421"/>
                  </a:lnTo>
                  <a:lnTo>
                    <a:pt x="3304" y="12421"/>
                  </a:lnTo>
                  <a:lnTo>
                    <a:pt x="2953" y="12347"/>
                  </a:lnTo>
                  <a:lnTo>
                    <a:pt x="2621" y="12255"/>
                  </a:lnTo>
                  <a:lnTo>
                    <a:pt x="2308" y="12126"/>
                  </a:lnTo>
                  <a:lnTo>
                    <a:pt x="1994" y="11978"/>
                  </a:lnTo>
                  <a:lnTo>
                    <a:pt x="1717" y="11794"/>
                  </a:lnTo>
                  <a:lnTo>
                    <a:pt x="1440" y="11591"/>
                  </a:lnTo>
                  <a:lnTo>
                    <a:pt x="1182" y="11369"/>
                  </a:lnTo>
                  <a:lnTo>
                    <a:pt x="960" y="11129"/>
                  </a:lnTo>
                  <a:lnTo>
                    <a:pt x="739" y="10853"/>
                  </a:lnTo>
                  <a:lnTo>
                    <a:pt x="554" y="10576"/>
                  </a:lnTo>
                  <a:lnTo>
                    <a:pt x="388" y="10280"/>
                  </a:lnTo>
                  <a:lnTo>
                    <a:pt x="259" y="9967"/>
                  </a:lnTo>
                  <a:lnTo>
                    <a:pt x="148" y="9634"/>
                  </a:lnTo>
                  <a:lnTo>
                    <a:pt x="74" y="9302"/>
                  </a:lnTo>
                  <a:lnTo>
                    <a:pt x="19" y="8952"/>
                  </a:lnTo>
                  <a:lnTo>
                    <a:pt x="1" y="8583"/>
                  </a:lnTo>
                  <a:lnTo>
                    <a:pt x="1" y="1"/>
                  </a:lnTo>
                  <a:lnTo>
                    <a:pt x="1662" y="1"/>
                  </a:lnTo>
                  <a:lnTo>
                    <a:pt x="1662" y="5261"/>
                  </a:lnTo>
                  <a:lnTo>
                    <a:pt x="3396" y="5261"/>
                  </a:lnTo>
                  <a:lnTo>
                    <a:pt x="3396" y="1"/>
                  </a:lnTo>
                  <a:lnTo>
                    <a:pt x="5057" y="1"/>
                  </a:lnTo>
                  <a:lnTo>
                    <a:pt x="5057" y="5261"/>
                  </a:lnTo>
                  <a:lnTo>
                    <a:pt x="6792" y="5261"/>
                  </a:lnTo>
                  <a:lnTo>
                    <a:pt x="6792" y="1"/>
                  </a:lnTo>
                  <a:lnTo>
                    <a:pt x="8453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2"/>
            <p:cNvSpPr/>
            <p:nvPr/>
          </p:nvSpPr>
          <p:spPr>
            <a:xfrm>
              <a:off x="3621975" y="13000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2"/>
            <p:cNvSpPr/>
            <p:nvPr/>
          </p:nvSpPr>
          <p:spPr>
            <a:xfrm>
              <a:off x="3681950" y="1300050"/>
              <a:ext cx="133375" cy="376525"/>
            </a:xfrm>
            <a:custGeom>
              <a:rect b="b" l="l" r="r" t="t"/>
              <a:pathLst>
                <a:path extrusionOk="0" h="15061" w="5335">
                  <a:moveTo>
                    <a:pt x="5334" y="1"/>
                  </a:moveTo>
                  <a:lnTo>
                    <a:pt x="4817" y="19"/>
                  </a:lnTo>
                  <a:lnTo>
                    <a:pt x="4319" y="74"/>
                  </a:lnTo>
                  <a:lnTo>
                    <a:pt x="3821" y="167"/>
                  </a:lnTo>
                  <a:lnTo>
                    <a:pt x="3581" y="222"/>
                  </a:lnTo>
                  <a:lnTo>
                    <a:pt x="3341" y="296"/>
                  </a:lnTo>
                  <a:lnTo>
                    <a:pt x="3101" y="388"/>
                  </a:lnTo>
                  <a:lnTo>
                    <a:pt x="2880" y="481"/>
                  </a:lnTo>
                  <a:lnTo>
                    <a:pt x="2658" y="591"/>
                  </a:lnTo>
                  <a:lnTo>
                    <a:pt x="2437" y="720"/>
                  </a:lnTo>
                  <a:lnTo>
                    <a:pt x="2215" y="850"/>
                  </a:lnTo>
                  <a:lnTo>
                    <a:pt x="2012" y="997"/>
                  </a:lnTo>
                  <a:lnTo>
                    <a:pt x="1809" y="1145"/>
                  </a:lnTo>
                  <a:lnTo>
                    <a:pt x="1606" y="1329"/>
                  </a:lnTo>
                  <a:lnTo>
                    <a:pt x="1422" y="1514"/>
                  </a:lnTo>
                  <a:lnTo>
                    <a:pt x="1237" y="1699"/>
                  </a:lnTo>
                  <a:lnTo>
                    <a:pt x="1089" y="1902"/>
                  </a:lnTo>
                  <a:lnTo>
                    <a:pt x="923" y="2105"/>
                  </a:lnTo>
                  <a:lnTo>
                    <a:pt x="776" y="2308"/>
                  </a:lnTo>
                  <a:lnTo>
                    <a:pt x="646" y="2529"/>
                  </a:lnTo>
                  <a:lnTo>
                    <a:pt x="536" y="2769"/>
                  </a:lnTo>
                  <a:lnTo>
                    <a:pt x="425" y="2990"/>
                  </a:lnTo>
                  <a:lnTo>
                    <a:pt x="333" y="3230"/>
                  </a:lnTo>
                  <a:lnTo>
                    <a:pt x="240" y="3470"/>
                  </a:lnTo>
                  <a:lnTo>
                    <a:pt x="167" y="3729"/>
                  </a:lnTo>
                  <a:lnTo>
                    <a:pt x="111" y="3969"/>
                  </a:lnTo>
                  <a:lnTo>
                    <a:pt x="56" y="4227"/>
                  </a:lnTo>
                  <a:lnTo>
                    <a:pt x="19" y="4485"/>
                  </a:lnTo>
                  <a:lnTo>
                    <a:pt x="1" y="4744"/>
                  </a:lnTo>
                  <a:lnTo>
                    <a:pt x="1" y="5002"/>
                  </a:lnTo>
                  <a:lnTo>
                    <a:pt x="1" y="12403"/>
                  </a:lnTo>
                  <a:lnTo>
                    <a:pt x="3323" y="12403"/>
                  </a:lnTo>
                  <a:lnTo>
                    <a:pt x="3323" y="15060"/>
                  </a:lnTo>
                  <a:lnTo>
                    <a:pt x="5334" y="15060"/>
                  </a:lnTo>
                  <a:lnTo>
                    <a:pt x="5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2"/>
            <p:cNvSpPr/>
            <p:nvPr/>
          </p:nvSpPr>
          <p:spPr>
            <a:xfrm>
              <a:off x="3681950" y="1300050"/>
              <a:ext cx="133375" cy="376525"/>
            </a:xfrm>
            <a:custGeom>
              <a:rect b="b" l="l" r="r" t="t"/>
              <a:pathLst>
                <a:path extrusionOk="0" fill="none" h="15061" w="5335">
                  <a:moveTo>
                    <a:pt x="5334" y="1"/>
                  </a:moveTo>
                  <a:lnTo>
                    <a:pt x="5334" y="15060"/>
                  </a:lnTo>
                  <a:lnTo>
                    <a:pt x="3323" y="15060"/>
                  </a:lnTo>
                  <a:lnTo>
                    <a:pt x="3323" y="12403"/>
                  </a:lnTo>
                  <a:lnTo>
                    <a:pt x="1" y="12403"/>
                  </a:lnTo>
                  <a:lnTo>
                    <a:pt x="1" y="5002"/>
                  </a:lnTo>
                  <a:lnTo>
                    <a:pt x="1" y="5002"/>
                  </a:lnTo>
                  <a:lnTo>
                    <a:pt x="1" y="4744"/>
                  </a:lnTo>
                  <a:lnTo>
                    <a:pt x="19" y="4485"/>
                  </a:lnTo>
                  <a:lnTo>
                    <a:pt x="56" y="4227"/>
                  </a:lnTo>
                  <a:lnTo>
                    <a:pt x="111" y="3969"/>
                  </a:lnTo>
                  <a:lnTo>
                    <a:pt x="167" y="3729"/>
                  </a:lnTo>
                  <a:lnTo>
                    <a:pt x="240" y="3470"/>
                  </a:lnTo>
                  <a:lnTo>
                    <a:pt x="333" y="3230"/>
                  </a:lnTo>
                  <a:lnTo>
                    <a:pt x="425" y="2990"/>
                  </a:lnTo>
                  <a:lnTo>
                    <a:pt x="536" y="2769"/>
                  </a:lnTo>
                  <a:lnTo>
                    <a:pt x="646" y="2529"/>
                  </a:lnTo>
                  <a:lnTo>
                    <a:pt x="776" y="2308"/>
                  </a:lnTo>
                  <a:lnTo>
                    <a:pt x="923" y="2105"/>
                  </a:lnTo>
                  <a:lnTo>
                    <a:pt x="1089" y="1902"/>
                  </a:lnTo>
                  <a:lnTo>
                    <a:pt x="1237" y="1699"/>
                  </a:lnTo>
                  <a:lnTo>
                    <a:pt x="1422" y="1514"/>
                  </a:lnTo>
                  <a:lnTo>
                    <a:pt x="1606" y="1329"/>
                  </a:lnTo>
                  <a:lnTo>
                    <a:pt x="1606" y="1329"/>
                  </a:lnTo>
                  <a:lnTo>
                    <a:pt x="1809" y="1145"/>
                  </a:lnTo>
                  <a:lnTo>
                    <a:pt x="2012" y="997"/>
                  </a:lnTo>
                  <a:lnTo>
                    <a:pt x="2215" y="850"/>
                  </a:lnTo>
                  <a:lnTo>
                    <a:pt x="2437" y="720"/>
                  </a:lnTo>
                  <a:lnTo>
                    <a:pt x="2658" y="591"/>
                  </a:lnTo>
                  <a:lnTo>
                    <a:pt x="2880" y="481"/>
                  </a:lnTo>
                  <a:lnTo>
                    <a:pt x="3101" y="388"/>
                  </a:lnTo>
                  <a:lnTo>
                    <a:pt x="3341" y="296"/>
                  </a:lnTo>
                  <a:lnTo>
                    <a:pt x="3581" y="222"/>
                  </a:lnTo>
                  <a:lnTo>
                    <a:pt x="3821" y="167"/>
                  </a:lnTo>
                  <a:lnTo>
                    <a:pt x="4319" y="74"/>
                  </a:lnTo>
                  <a:lnTo>
                    <a:pt x="4817" y="19"/>
                  </a:lnTo>
                  <a:lnTo>
                    <a:pt x="5334" y="1"/>
                  </a:lnTo>
                  <a:lnTo>
                    <a:pt x="5334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2"/>
            <p:cNvSpPr/>
            <p:nvPr/>
          </p:nvSpPr>
          <p:spPr>
            <a:xfrm>
              <a:off x="3815300" y="13000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2"/>
            <p:cNvSpPr/>
            <p:nvPr/>
          </p:nvSpPr>
          <p:spPr>
            <a:xfrm>
              <a:off x="3466025" y="1719925"/>
              <a:ext cx="100600" cy="288850"/>
            </a:xfrm>
            <a:custGeom>
              <a:rect b="b" l="l" r="r" t="t"/>
              <a:pathLst>
                <a:path extrusionOk="0" h="11554" w="4024">
                  <a:moveTo>
                    <a:pt x="0" y="0"/>
                  </a:moveTo>
                  <a:lnTo>
                    <a:pt x="0" y="11553"/>
                  </a:lnTo>
                  <a:lnTo>
                    <a:pt x="4024" y="11553"/>
                  </a:lnTo>
                  <a:lnTo>
                    <a:pt x="40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2"/>
            <p:cNvSpPr/>
            <p:nvPr/>
          </p:nvSpPr>
          <p:spPr>
            <a:xfrm>
              <a:off x="3714700" y="1719925"/>
              <a:ext cx="100625" cy="288850"/>
            </a:xfrm>
            <a:custGeom>
              <a:rect b="b" l="l" r="r" t="t"/>
              <a:pathLst>
                <a:path extrusionOk="0" h="11554" w="4025">
                  <a:moveTo>
                    <a:pt x="1" y="0"/>
                  </a:moveTo>
                  <a:lnTo>
                    <a:pt x="1" y="11553"/>
                  </a:lnTo>
                  <a:lnTo>
                    <a:pt x="4024" y="11553"/>
                  </a:lnTo>
                  <a:lnTo>
                    <a:pt x="40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22"/>
          <p:cNvGrpSpPr/>
          <p:nvPr/>
        </p:nvGrpSpPr>
        <p:grpSpPr>
          <a:xfrm>
            <a:off x="457200" y="2155013"/>
            <a:ext cx="2061000" cy="1249400"/>
            <a:chOff x="457200" y="1073600"/>
            <a:chExt cx="2061000" cy="1249400"/>
          </a:xfrm>
        </p:grpSpPr>
        <p:sp>
          <p:nvSpPr>
            <p:cNvPr id="908" name="Google Shape;908;p22"/>
            <p:cNvSpPr txBox="1"/>
            <p:nvPr/>
          </p:nvSpPr>
          <p:spPr>
            <a:xfrm>
              <a:off x="457200" y="1073600"/>
              <a:ext cx="165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Result</a:t>
              </a:r>
              <a:endParaRPr b="1" sz="18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09" name="Google Shape;909;p22"/>
            <p:cNvSpPr txBox="1"/>
            <p:nvPr/>
          </p:nvSpPr>
          <p:spPr>
            <a:xfrm>
              <a:off x="457200" y="1415200"/>
              <a:ext cx="2061000" cy="9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7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Simply increasing the available tipping percentage from 15% to 18% will have a </a:t>
              </a:r>
              <a:r>
                <a:rPr b="1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limited impact </a:t>
              </a: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on tipping behavior.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10" name="Google Shape;910;p22"/>
          <p:cNvSpPr txBox="1"/>
          <p:nvPr/>
        </p:nvSpPr>
        <p:spPr>
          <a:xfrm>
            <a:off x="6811600" y="1171813"/>
            <a:ext cx="18753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Emphasize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importance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tips to employees income.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22"/>
          <p:cNvSpPr txBox="1"/>
          <p:nvPr/>
        </p:nvSpPr>
        <p:spPr>
          <a:xfrm>
            <a:off x="6811500" y="2262675"/>
            <a:ext cx="18753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Restaurants could run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small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-scale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A/B tests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 their own payment systems.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22"/>
          <p:cNvSpPr txBox="1"/>
          <p:nvPr/>
        </p:nvSpPr>
        <p:spPr>
          <a:xfrm>
            <a:off x="6811325" y="3676275"/>
            <a:ext cx="18753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Provides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multiple design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options for the tips selection interface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22"/>
          <p:cNvSpPr/>
          <p:nvPr/>
        </p:nvSpPr>
        <p:spPr>
          <a:xfrm>
            <a:off x="4004100" y="2610569"/>
            <a:ext cx="1135800" cy="501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Option B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4004100" y="3895113"/>
            <a:ext cx="1135800" cy="5013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Option C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3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Limitation</a:t>
            </a:r>
            <a:endParaRPr sz="3700"/>
          </a:p>
        </p:txBody>
      </p:sp>
      <p:sp>
        <p:nvSpPr>
          <p:cNvPr id="918" name="Google Shape;918;p23"/>
          <p:cNvSpPr/>
          <p:nvPr/>
        </p:nvSpPr>
        <p:spPr>
          <a:xfrm>
            <a:off x="457200" y="2554100"/>
            <a:ext cx="1097400" cy="1097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23"/>
          <p:cNvSpPr/>
          <p:nvPr/>
        </p:nvSpPr>
        <p:spPr>
          <a:xfrm>
            <a:off x="5212000" y="1474338"/>
            <a:ext cx="1097400" cy="1097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3"/>
          <p:cNvSpPr/>
          <p:nvPr/>
        </p:nvSpPr>
        <p:spPr>
          <a:xfrm>
            <a:off x="7589400" y="1454650"/>
            <a:ext cx="1097400" cy="1097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3"/>
          <p:cNvSpPr/>
          <p:nvPr/>
        </p:nvSpPr>
        <p:spPr>
          <a:xfrm>
            <a:off x="2834600" y="2571738"/>
            <a:ext cx="1097400" cy="109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2" name="Google Shape;922;p23"/>
          <p:cNvGrpSpPr/>
          <p:nvPr/>
        </p:nvGrpSpPr>
        <p:grpSpPr>
          <a:xfrm>
            <a:off x="120299" y="2048175"/>
            <a:ext cx="1771200" cy="2850375"/>
            <a:chOff x="120299" y="950775"/>
            <a:chExt cx="1771200" cy="2850375"/>
          </a:xfrm>
        </p:grpSpPr>
        <p:grpSp>
          <p:nvGrpSpPr>
            <p:cNvPr id="923" name="Google Shape;923;p23"/>
            <p:cNvGrpSpPr/>
            <p:nvPr/>
          </p:nvGrpSpPr>
          <p:grpSpPr>
            <a:xfrm>
              <a:off x="120299" y="2728225"/>
              <a:ext cx="1771200" cy="1072925"/>
              <a:chOff x="2005330" y="3529075"/>
              <a:chExt cx="1771200" cy="1072925"/>
            </a:xfrm>
          </p:grpSpPr>
          <p:sp>
            <p:nvSpPr>
              <p:cNvPr id="924" name="Google Shape;924;p23"/>
              <p:cNvSpPr txBox="1"/>
              <p:nvPr/>
            </p:nvSpPr>
            <p:spPr>
              <a:xfrm>
                <a:off x="2167180" y="3529075"/>
                <a:ext cx="14475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Sample Bias</a:t>
                </a:r>
                <a:endParaRPr b="1" sz="180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925" name="Google Shape;925;p23"/>
              <p:cNvSpPr txBox="1"/>
              <p:nvPr/>
            </p:nvSpPr>
            <p:spPr>
              <a:xfrm>
                <a:off x="2005330" y="3856800"/>
                <a:ext cx="1771200" cy="74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Most of our data were collected from BU student.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926" name="Google Shape;926;p23"/>
            <p:cNvSpPr txBox="1"/>
            <p:nvPr/>
          </p:nvSpPr>
          <p:spPr>
            <a:xfrm>
              <a:off x="649650" y="950775"/>
              <a:ext cx="7125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b="1" sz="24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927" name="Google Shape;927;p23"/>
          <p:cNvGrpSpPr/>
          <p:nvPr/>
        </p:nvGrpSpPr>
        <p:grpSpPr>
          <a:xfrm>
            <a:off x="2412655" y="2048175"/>
            <a:ext cx="1941278" cy="2739950"/>
            <a:chOff x="2630738" y="2052300"/>
            <a:chExt cx="1505100" cy="2739950"/>
          </a:xfrm>
        </p:grpSpPr>
        <p:grpSp>
          <p:nvGrpSpPr>
            <p:cNvPr id="928" name="Google Shape;928;p23"/>
            <p:cNvGrpSpPr/>
            <p:nvPr/>
          </p:nvGrpSpPr>
          <p:grpSpPr>
            <a:xfrm>
              <a:off x="2630738" y="3821550"/>
              <a:ext cx="1505100" cy="970700"/>
              <a:chOff x="3819550" y="3525000"/>
              <a:chExt cx="1505100" cy="970700"/>
            </a:xfrm>
          </p:grpSpPr>
          <p:sp>
            <p:nvSpPr>
              <p:cNvPr id="929" name="Google Shape;929;p23"/>
              <p:cNvSpPr txBox="1"/>
              <p:nvPr/>
            </p:nvSpPr>
            <p:spPr>
              <a:xfrm>
                <a:off x="4010200" y="3525000"/>
                <a:ext cx="11238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Fake payment</a:t>
                </a:r>
                <a:endParaRPr b="1" sz="180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930" name="Google Shape;930;p23"/>
              <p:cNvSpPr txBox="1"/>
              <p:nvPr/>
            </p:nvSpPr>
            <p:spPr>
              <a:xfrm>
                <a:off x="3819550" y="3866600"/>
                <a:ext cx="1505100" cy="62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People are not actually paying money for tips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931" name="Google Shape;931;p23"/>
            <p:cNvSpPr txBox="1"/>
            <p:nvPr/>
          </p:nvSpPr>
          <p:spPr>
            <a:xfrm>
              <a:off x="3027038" y="2052300"/>
              <a:ext cx="7125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b="1" sz="24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932" name="Google Shape;932;p23"/>
          <p:cNvGrpSpPr/>
          <p:nvPr/>
        </p:nvGrpSpPr>
        <p:grpSpPr>
          <a:xfrm>
            <a:off x="4636075" y="948942"/>
            <a:ext cx="2313890" cy="3392654"/>
            <a:chOff x="5008268" y="950775"/>
            <a:chExt cx="1505165" cy="3126294"/>
          </a:xfrm>
        </p:grpSpPr>
        <p:grpSp>
          <p:nvGrpSpPr>
            <p:cNvPr id="933" name="Google Shape;933;p23"/>
            <p:cNvGrpSpPr/>
            <p:nvPr/>
          </p:nvGrpSpPr>
          <p:grpSpPr>
            <a:xfrm>
              <a:off x="5008268" y="2598543"/>
              <a:ext cx="1505165" cy="1478525"/>
              <a:chOff x="5500687" y="3399393"/>
              <a:chExt cx="1505165" cy="1478525"/>
            </a:xfrm>
          </p:grpSpPr>
          <p:sp>
            <p:nvSpPr>
              <p:cNvPr id="934" name="Google Shape;934;p23"/>
              <p:cNvSpPr txBox="1"/>
              <p:nvPr/>
            </p:nvSpPr>
            <p:spPr>
              <a:xfrm>
                <a:off x="5552352" y="3399393"/>
                <a:ext cx="1453500" cy="4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Simulated scenario difference</a:t>
                </a:r>
                <a:endParaRPr b="1" sz="180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935" name="Google Shape;935;p23"/>
              <p:cNvSpPr txBox="1"/>
              <p:nvPr/>
            </p:nvSpPr>
            <p:spPr>
              <a:xfrm>
                <a:off x="5500687" y="3866619"/>
                <a:ext cx="1505100" cy="101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People may interpret the simulated scenario differently, which could lead them to choose different tip amounts.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936" name="Google Shape;936;p23"/>
            <p:cNvSpPr txBox="1"/>
            <p:nvPr/>
          </p:nvSpPr>
          <p:spPr>
            <a:xfrm>
              <a:off x="5404450" y="950775"/>
              <a:ext cx="7125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b="1" sz="24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937" name="Google Shape;937;p23"/>
          <p:cNvGrpSpPr/>
          <p:nvPr/>
        </p:nvGrpSpPr>
        <p:grpSpPr>
          <a:xfrm>
            <a:off x="7107175" y="953025"/>
            <a:ext cx="1983722" cy="3413450"/>
            <a:chOff x="7385548" y="2052300"/>
            <a:chExt cx="1505100" cy="3413450"/>
          </a:xfrm>
        </p:grpSpPr>
        <p:grpSp>
          <p:nvGrpSpPr>
            <p:cNvPr id="938" name="Google Shape;938;p23"/>
            <p:cNvGrpSpPr/>
            <p:nvPr/>
          </p:nvGrpSpPr>
          <p:grpSpPr>
            <a:xfrm>
              <a:off x="7385548" y="3821150"/>
              <a:ext cx="1505100" cy="1644600"/>
              <a:chOff x="7181848" y="3524600"/>
              <a:chExt cx="1505100" cy="1644600"/>
            </a:xfrm>
          </p:grpSpPr>
          <p:sp>
            <p:nvSpPr>
              <p:cNvPr id="939" name="Google Shape;939;p23"/>
              <p:cNvSpPr txBox="1"/>
              <p:nvPr/>
            </p:nvSpPr>
            <p:spPr>
              <a:xfrm>
                <a:off x="7372478" y="3524600"/>
                <a:ext cx="1123800" cy="48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Limited sample size</a:t>
                </a:r>
                <a:endParaRPr b="1" sz="180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940" name="Google Shape;940;p23"/>
              <p:cNvSpPr txBox="1"/>
              <p:nvPr/>
            </p:nvSpPr>
            <p:spPr>
              <a:xfrm>
                <a:off x="7181848" y="3866600"/>
                <a:ext cx="1505100" cy="130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The sample size we have right now may not be able to find small differences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941" name="Google Shape;941;p23"/>
            <p:cNvSpPr txBox="1"/>
            <p:nvPr/>
          </p:nvSpPr>
          <p:spPr>
            <a:xfrm>
              <a:off x="7781838" y="2052300"/>
              <a:ext cx="7125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b="1" sz="24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942" name="Google Shape;942;p23"/>
          <p:cNvGrpSpPr/>
          <p:nvPr/>
        </p:nvGrpSpPr>
        <p:grpSpPr>
          <a:xfrm>
            <a:off x="846086" y="2937566"/>
            <a:ext cx="319627" cy="365753"/>
            <a:chOff x="2850550" y="238675"/>
            <a:chExt cx="568125" cy="646550"/>
          </a:xfrm>
        </p:grpSpPr>
        <p:sp>
          <p:nvSpPr>
            <p:cNvPr id="943" name="Google Shape;943;p23"/>
            <p:cNvSpPr/>
            <p:nvPr/>
          </p:nvSpPr>
          <p:spPr>
            <a:xfrm>
              <a:off x="2850550" y="620100"/>
              <a:ext cx="340650" cy="189300"/>
            </a:xfrm>
            <a:custGeom>
              <a:rect b="b" l="l" r="r" t="t"/>
              <a:pathLst>
                <a:path extrusionOk="0" h="7572" w="13626">
                  <a:moveTo>
                    <a:pt x="678" y="1"/>
                  </a:moveTo>
                  <a:lnTo>
                    <a:pt x="598" y="12"/>
                  </a:lnTo>
                  <a:lnTo>
                    <a:pt x="529" y="35"/>
                  </a:lnTo>
                  <a:lnTo>
                    <a:pt x="460" y="58"/>
                  </a:lnTo>
                  <a:lnTo>
                    <a:pt x="391" y="93"/>
                  </a:lnTo>
                  <a:lnTo>
                    <a:pt x="333" y="127"/>
                  </a:lnTo>
                  <a:lnTo>
                    <a:pt x="265" y="173"/>
                  </a:lnTo>
                  <a:lnTo>
                    <a:pt x="219" y="219"/>
                  </a:lnTo>
                  <a:lnTo>
                    <a:pt x="173" y="276"/>
                  </a:lnTo>
                  <a:lnTo>
                    <a:pt x="127" y="334"/>
                  </a:lnTo>
                  <a:lnTo>
                    <a:pt x="81" y="391"/>
                  </a:lnTo>
                  <a:lnTo>
                    <a:pt x="58" y="460"/>
                  </a:lnTo>
                  <a:lnTo>
                    <a:pt x="23" y="529"/>
                  </a:lnTo>
                  <a:lnTo>
                    <a:pt x="12" y="598"/>
                  </a:lnTo>
                  <a:lnTo>
                    <a:pt x="0" y="679"/>
                  </a:lnTo>
                  <a:lnTo>
                    <a:pt x="0" y="759"/>
                  </a:lnTo>
                  <a:lnTo>
                    <a:pt x="12" y="1150"/>
                  </a:lnTo>
                  <a:lnTo>
                    <a:pt x="46" y="1552"/>
                  </a:lnTo>
                  <a:lnTo>
                    <a:pt x="104" y="1931"/>
                  </a:lnTo>
                  <a:lnTo>
                    <a:pt x="184" y="2310"/>
                  </a:lnTo>
                  <a:lnTo>
                    <a:pt x="276" y="2689"/>
                  </a:lnTo>
                  <a:lnTo>
                    <a:pt x="402" y="3045"/>
                  </a:lnTo>
                  <a:lnTo>
                    <a:pt x="540" y="3401"/>
                  </a:lnTo>
                  <a:lnTo>
                    <a:pt x="701" y="3746"/>
                  </a:lnTo>
                  <a:lnTo>
                    <a:pt x="885" y="4079"/>
                  </a:lnTo>
                  <a:lnTo>
                    <a:pt x="1080" y="4401"/>
                  </a:lnTo>
                  <a:lnTo>
                    <a:pt x="1287" y="4711"/>
                  </a:lnTo>
                  <a:lnTo>
                    <a:pt x="1517" y="4998"/>
                  </a:lnTo>
                  <a:lnTo>
                    <a:pt x="1758" y="5285"/>
                  </a:lnTo>
                  <a:lnTo>
                    <a:pt x="2022" y="5561"/>
                  </a:lnTo>
                  <a:lnTo>
                    <a:pt x="2298" y="5814"/>
                  </a:lnTo>
                  <a:lnTo>
                    <a:pt x="2585" y="6055"/>
                  </a:lnTo>
                  <a:lnTo>
                    <a:pt x="2172" y="6055"/>
                  </a:lnTo>
                  <a:lnTo>
                    <a:pt x="2091" y="6078"/>
                  </a:lnTo>
                  <a:lnTo>
                    <a:pt x="2011" y="6090"/>
                  </a:lnTo>
                  <a:lnTo>
                    <a:pt x="1942" y="6124"/>
                  </a:lnTo>
                  <a:lnTo>
                    <a:pt x="1873" y="6159"/>
                  </a:lnTo>
                  <a:lnTo>
                    <a:pt x="1815" y="6193"/>
                  </a:lnTo>
                  <a:lnTo>
                    <a:pt x="1758" y="6239"/>
                  </a:lnTo>
                  <a:lnTo>
                    <a:pt x="1701" y="6296"/>
                  </a:lnTo>
                  <a:lnTo>
                    <a:pt x="1666" y="6354"/>
                  </a:lnTo>
                  <a:lnTo>
                    <a:pt x="1620" y="6411"/>
                  </a:lnTo>
                  <a:lnTo>
                    <a:pt x="1563" y="6538"/>
                  </a:lnTo>
                  <a:lnTo>
                    <a:pt x="1528" y="6675"/>
                  </a:lnTo>
                  <a:lnTo>
                    <a:pt x="1517" y="6813"/>
                  </a:lnTo>
                  <a:lnTo>
                    <a:pt x="1528" y="6951"/>
                  </a:lnTo>
                  <a:lnTo>
                    <a:pt x="1563" y="7089"/>
                  </a:lnTo>
                  <a:lnTo>
                    <a:pt x="1620" y="7215"/>
                  </a:lnTo>
                  <a:lnTo>
                    <a:pt x="1655" y="7284"/>
                  </a:lnTo>
                  <a:lnTo>
                    <a:pt x="1701" y="7330"/>
                  </a:lnTo>
                  <a:lnTo>
                    <a:pt x="1758" y="7388"/>
                  </a:lnTo>
                  <a:lnTo>
                    <a:pt x="1804" y="7434"/>
                  </a:lnTo>
                  <a:lnTo>
                    <a:pt x="1873" y="7468"/>
                  </a:lnTo>
                  <a:lnTo>
                    <a:pt x="1942" y="7503"/>
                  </a:lnTo>
                  <a:lnTo>
                    <a:pt x="2011" y="7537"/>
                  </a:lnTo>
                  <a:lnTo>
                    <a:pt x="2091" y="7560"/>
                  </a:lnTo>
                  <a:lnTo>
                    <a:pt x="2172" y="7572"/>
                  </a:lnTo>
                  <a:lnTo>
                    <a:pt x="11443" y="7572"/>
                  </a:lnTo>
                  <a:lnTo>
                    <a:pt x="11535" y="7560"/>
                  </a:lnTo>
                  <a:lnTo>
                    <a:pt x="11615" y="7537"/>
                  </a:lnTo>
                  <a:lnTo>
                    <a:pt x="11684" y="7503"/>
                  </a:lnTo>
                  <a:lnTo>
                    <a:pt x="11753" y="7468"/>
                  </a:lnTo>
                  <a:lnTo>
                    <a:pt x="11810" y="7434"/>
                  </a:lnTo>
                  <a:lnTo>
                    <a:pt x="11868" y="7388"/>
                  </a:lnTo>
                  <a:lnTo>
                    <a:pt x="11914" y="7330"/>
                  </a:lnTo>
                  <a:lnTo>
                    <a:pt x="11960" y="7284"/>
                  </a:lnTo>
                  <a:lnTo>
                    <a:pt x="12006" y="7215"/>
                  </a:lnTo>
                  <a:lnTo>
                    <a:pt x="12063" y="7089"/>
                  </a:lnTo>
                  <a:lnTo>
                    <a:pt x="12098" y="6951"/>
                  </a:lnTo>
                  <a:lnTo>
                    <a:pt x="12109" y="6813"/>
                  </a:lnTo>
                  <a:lnTo>
                    <a:pt x="12098" y="6675"/>
                  </a:lnTo>
                  <a:lnTo>
                    <a:pt x="12063" y="6538"/>
                  </a:lnTo>
                  <a:lnTo>
                    <a:pt x="12006" y="6411"/>
                  </a:lnTo>
                  <a:lnTo>
                    <a:pt x="11960" y="6354"/>
                  </a:lnTo>
                  <a:lnTo>
                    <a:pt x="11925" y="6296"/>
                  </a:lnTo>
                  <a:lnTo>
                    <a:pt x="11868" y="6239"/>
                  </a:lnTo>
                  <a:lnTo>
                    <a:pt x="11810" y="6193"/>
                  </a:lnTo>
                  <a:lnTo>
                    <a:pt x="11753" y="6159"/>
                  </a:lnTo>
                  <a:lnTo>
                    <a:pt x="11684" y="6124"/>
                  </a:lnTo>
                  <a:lnTo>
                    <a:pt x="11615" y="6090"/>
                  </a:lnTo>
                  <a:lnTo>
                    <a:pt x="11535" y="6078"/>
                  </a:lnTo>
                  <a:lnTo>
                    <a:pt x="11443" y="6055"/>
                  </a:lnTo>
                  <a:lnTo>
                    <a:pt x="11041" y="6055"/>
                  </a:lnTo>
                  <a:lnTo>
                    <a:pt x="11328" y="5814"/>
                  </a:lnTo>
                  <a:lnTo>
                    <a:pt x="11604" y="5561"/>
                  </a:lnTo>
                  <a:lnTo>
                    <a:pt x="11868" y="5285"/>
                  </a:lnTo>
                  <a:lnTo>
                    <a:pt x="12109" y="4998"/>
                  </a:lnTo>
                  <a:lnTo>
                    <a:pt x="12339" y="4711"/>
                  </a:lnTo>
                  <a:lnTo>
                    <a:pt x="12546" y="4401"/>
                  </a:lnTo>
                  <a:lnTo>
                    <a:pt x="12741" y="4079"/>
                  </a:lnTo>
                  <a:lnTo>
                    <a:pt x="12925" y="3746"/>
                  </a:lnTo>
                  <a:lnTo>
                    <a:pt x="13086" y="3401"/>
                  </a:lnTo>
                  <a:lnTo>
                    <a:pt x="13224" y="3045"/>
                  </a:lnTo>
                  <a:lnTo>
                    <a:pt x="13350" y="2689"/>
                  </a:lnTo>
                  <a:lnTo>
                    <a:pt x="13442" y="2310"/>
                  </a:lnTo>
                  <a:lnTo>
                    <a:pt x="13522" y="1931"/>
                  </a:lnTo>
                  <a:lnTo>
                    <a:pt x="13580" y="1552"/>
                  </a:lnTo>
                  <a:lnTo>
                    <a:pt x="13614" y="1150"/>
                  </a:lnTo>
                  <a:lnTo>
                    <a:pt x="13626" y="759"/>
                  </a:lnTo>
                  <a:lnTo>
                    <a:pt x="13626" y="679"/>
                  </a:lnTo>
                  <a:lnTo>
                    <a:pt x="13614" y="598"/>
                  </a:lnTo>
                  <a:lnTo>
                    <a:pt x="13591" y="529"/>
                  </a:lnTo>
                  <a:lnTo>
                    <a:pt x="13568" y="460"/>
                  </a:lnTo>
                  <a:lnTo>
                    <a:pt x="13534" y="391"/>
                  </a:lnTo>
                  <a:lnTo>
                    <a:pt x="13499" y="334"/>
                  </a:lnTo>
                  <a:lnTo>
                    <a:pt x="13453" y="276"/>
                  </a:lnTo>
                  <a:lnTo>
                    <a:pt x="13407" y="219"/>
                  </a:lnTo>
                  <a:lnTo>
                    <a:pt x="13350" y="173"/>
                  </a:lnTo>
                  <a:lnTo>
                    <a:pt x="13292" y="127"/>
                  </a:lnTo>
                  <a:lnTo>
                    <a:pt x="13235" y="93"/>
                  </a:lnTo>
                  <a:lnTo>
                    <a:pt x="13166" y="58"/>
                  </a:lnTo>
                  <a:lnTo>
                    <a:pt x="13097" y="35"/>
                  </a:lnTo>
                  <a:lnTo>
                    <a:pt x="13028" y="12"/>
                  </a:lnTo>
                  <a:lnTo>
                    <a:pt x="129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3"/>
            <p:cNvSpPr/>
            <p:nvPr/>
          </p:nvSpPr>
          <p:spPr>
            <a:xfrm>
              <a:off x="2850550" y="352425"/>
              <a:ext cx="340650" cy="189300"/>
            </a:xfrm>
            <a:custGeom>
              <a:rect b="b" l="l" r="r" t="t"/>
              <a:pathLst>
                <a:path extrusionOk="0" h="7572" w="13626">
                  <a:moveTo>
                    <a:pt x="678" y="0"/>
                  </a:moveTo>
                  <a:lnTo>
                    <a:pt x="598" y="12"/>
                  </a:lnTo>
                  <a:lnTo>
                    <a:pt x="529" y="35"/>
                  </a:lnTo>
                  <a:lnTo>
                    <a:pt x="460" y="58"/>
                  </a:lnTo>
                  <a:lnTo>
                    <a:pt x="391" y="92"/>
                  </a:lnTo>
                  <a:lnTo>
                    <a:pt x="333" y="127"/>
                  </a:lnTo>
                  <a:lnTo>
                    <a:pt x="265" y="173"/>
                  </a:lnTo>
                  <a:lnTo>
                    <a:pt x="219" y="219"/>
                  </a:lnTo>
                  <a:lnTo>
                    <a:pt x="173" y="276"/>
                  </a:lnTo>
                  <a:lnTo>
                    <a:pt x="127" y="334"/>
                  </a:lnTo>
                  <a:lnTo>
                    <a:pt x="81" y="391"/>
                  </a:lnTo>
                  <a:lnTo>
                    <a:pt x="58" y="460"/>
                  </a:lnTo>
                  <a:lnTo>
                    <a:pt x="23" y="529"/>
                  </a:lnTo>
                  <a:lnTo>
                    <a:pt x="12" y="598"/>
                  </a:lnTo>
                  <a:lnTo>
                    <a:pt x="0" y="678"/>
                  </a:lnTo>
                  <a:lnTo>
                    <a:pt x="0" y="759"/>
                  </a:lnTo>
                  <a:lnTo>
                    <a:pt x="12" y="1161"/>
                  </a:lnTo>
                  <a:lnTo>
                    <a:pt x="46" y="1551"/>
                  </a:lnTo>
                  <a:lnTo>
                    <a:pt x="104" y="1942"/>
                  </a:lnTo>
                  <a:lnTo>
                    <a:pt x="184" y="2321"/>
                  </a:lnTo>
                  <a:lnTo>
                    <a:pt x="276" y="2689"/>
                  </a:lnTo>
                  <a:lnTo>
                    <a:pt x="402" y="3045"/>
                  </a:lnTo>
                  <a:lnTo>
                    <a:pt x="540" y="3401"/>
                  </a:lnTo>
                  <a:lnTo>
                    <a:pt x="701" y="3746"/>
                  </a:lnTo>
                  <a:lnTo>
                    <a:pt x="885" y="4079"/>
                  </a:lnTo>
                  <a:lnTo>
                    <a:pt x="1080" y="4401"/>
                  </a:lnTo>
                  <a:lnTo>
                    <a:pt x="1287" y="4711"/>
                  </a:lnTo>
                  <a:lnTo>
                    <a:pt x="1517" y="5009"/>
                  </a:lnTo>
                  <a:lnTo>
                    <a:pt x="1758" y="5285"/>
                  </a:lnTo>
                  <a:lnTo>
                    <a:pt x="2022" y="5561"/>
                  </a:lnTo>
                  <a:lnTo>
                    <a:pt x="2298" y="5814"/>
                  </a:lnTo>
                  <a:lnTo>
                    <a:pt x="2585" y="6055"/>
                  </a:lnTo>
                  <a:lnTo>
                    <a:pt x="2264" y="6055"/>
                  </a:lnTo>
                  <a:lnTo>
                    <a:pt x="2172" y="6066"/>
                  </a:lnTo>
                  <a:lnTo>
                    <a:pt x="2091" y="6078"/>
                  </a:lnTo>
                  <a:lnTo>
                    <a:pt x="2011" y="6089"/>
                  </a:lnTo>
                  <a:lnTo>
                    <a:pt x="1942" y="6124"/>
                  </a:lnTo>
                  <a:lnTo>
                    <a:pt x="1873" y="6158"/>
                  </a:lnTo>
                  <a:lnTo>
                    <a:pt x="1815" y="6193"/>
                  </a:lnTo>
                  <a:lnTo>
                    <a:pt x="1758" y="6239"/>
                  </a:lnTo>
                  <a:lnTo>
                    <a:pt x="1701" y="6296"/>
                  </a:lnTo>
                  <a:lnTo>
                    <a:pt x="1666" y="6354"/>
                  </a:lnTo>
                  <a:lnTo>
                    <a:pt x="1620" y="6411"/>
                  </a:lnTo>
                  <a:lnTo>
                    <a:pt x="1563" y="6537"/>
                  </a:lnTo>
                  <a:lnTo>
                    <a:pt x="1528" y="6675"/>
                  </a:lnTo>
                  <a:lnTo>
                    <a:pt x="1517" y="6813"/>
                  </a:lnTo>
                  <a:lnTo>
                    <a:pt x="1528" y="6951"/>
                  </a:lnTo>
                  <a:lnTo>
                    <a:pt x="1563" y="7089"/>
                  </a:lnTo>
                  <a:lnTo>
                    <a:pt x="1620" y="7215"/>
                  </a:lnTo>
                  <a:lnTo>
                    <a:pt x="1655" y="7284"/>
                  </a:lnTo>
                  <a:lnTo>
                    <a:pt x="1701" y="7330"/>
                  </a:lnTo>
                  <a:lnTo>
                    <a:pt x="1758" y="7388"/>
                  </a:lnTo>
                  <a:lnTo>
                    <a:pt x="1804" y="7433"/>
                  </a:lnTo>
                  <a:lnTo>
                    <a:pt x="1873" y="7468"/>
                  </a:lnTo>
                  <a:lnTo>
                    <a:pt x="1942" y="7502"/>
                  </a:lnTo>
                  <a:lnTo>
                    <a:pt x="2011" y="7537"/>
                  </a:lnTo>
                  <a:lnTo>
                    <a:pt x="2091" y="7560"/>
                  </a:lnTo>
                  <a:lnTo>
                    <a:pt x="2172" y="7571"/>
                  </a:lnTo>
                  <a:lnTo>
                    <a:pt x="11443" y="7571"/>
                  </a:lnTo>
                  <a:lnTo>
                    <a:pt x="11535" y="7560"/>
                  </a:lnTo>
                  <a:lnTo>
                    <a:pt x="11615" y="7537"/>
                  </a:lnTo>
                  <a:lnTo>
                    <a:pt x="11684" y="7502"/>
                  </a:lnTo>
                  <a:lnTo>
                    <a:pt x="11753" y="7468"/>
                  </a:lnTo>
                  <a:lnTo>
                    <a:pt x="11810" y="7433"/>
                  </a:lnTo>
                  <a:lnTo>
                    <a:pt x="11868" y="7388"/>
                  </a:lnTo>
                  <a:lnTo>
                    <a:pt x="11914" y="7330"/>
                  </a:lnTo>
                  <a:lnTo>
                    <a:pt x="11960" y="7284"/>
                  </a:lnTo>
                  <a:lnTo>
                    <a:pt x="12006" y="7215"/>
                  </a:lnTo>
                  <a:lnTo>
                    <a:pt x="12063" y="7089"/>
                  </a:lnTo>
                  <a:lnTo>
                    <a:pt x="12098" y="6951"/>
                  </a:lnTo>
                  <a:lnTo>
                    <a:pt x="12109" y="6813"/>
                  </a:lnTo>
                  <a:lnTo>
                    <a:pt x="12098" y="6675"/>
                  </a:lnTo>
                  <a:lnTo>
                    <a:pt x="12063" y="6537"/>
                  </a:lnTo>
                  <a:lnTo>
                    <a:pt x="12006" y="6411"/>
                  </a:lnTo>
                  <a:lnTo>
                    <a:pt x="11960" y="6354"/>
                  </a:lnTo>
                  <a:lnTo>
                    <a:pt x="11925" y="6296"/>
                  </a:lnTo>
                  <a:lnTo>
                    <a:pt x="11868" y="6239"/>
                  </a:lnTo>
                  <a:lnTo>
                    <a:pt x="11810" y="6193"/>
                  </a:lnTo>
                  <a:lnTo>
                    <a:pt x="11753" y="6158"/>
                  </a:lnTo>
                  <a:lnTo>
                    <a:pt x="11684" y="6124"/>
                  </a:lnTo>
                  <a:lnTo>
                    <a:pt x="11615" y="6089"/>
                  </a:lnTo>
                  <a:lnTo>
                    <a:pt x="11535" y="6078"/>
                  </a:lnTo>
                  <a:lnTo>
                    <a:pt x="11443" y="6066"/>
                  </a:lnTo>
                  <a:lnTo>
                    <a:pt x="11362" y="6055"/>
                  </a:lnTo>
                  <a:lnTo>
                    <a:pt x="11041" y="6055"/>
                  </a:lnTo>
                  <a:lnTo>
                    <a:pt x="11328" y="5814"/>
                  </a:lnTo>
                  <a:lnTo>
                    <a:pt x="11604" y="5561"/>
                  </a:lnTo>
                  <a:lnTo>
                    <a:pt x="11868" y="5285"/>
                  </a:lnTo>
                  <a:lnTo>
                    <a:pt x="12109" y="5009"/>
                  </a:lnTo>
                  <a:lnTo>
                    <a:pt x="12339" y="4711"/>
                  </a:lnTo>
                  <a:lnTo>
                    <a:pt x="12546" y="4401"/>
                  </a:lnTo>
                  <a:lnTo>
                    <a:pt x="12741" y="4079"/>
                  </a:lnTo>
                  <a:lnTo>
                    <a:pt x="12925" y="3746"/>
                  </a:lnTo>
                  <a:lnTo>
                    <a:pt x="13086" y="3401"/>
                  </a:lnTo>
                  <a:lnTo>
                    <a:pt x="13224" y="3045"/>
                  </a:lnTo>
                  <a:lnTo>
                    <a:pt x="13350" y="2689"/>
                  </a:lnTo>
                  <a:lnTo>
                    <a:pt x="13442" y="2321"/>
                  </a:lnTo>
                  <a:lnTo>
                    <a:pt x="13522" y="1942"/>
                  </a:lnTo>
                  <a:lnTo>
                    <a:pt x="13580" y="1551"/>
                  </a:lnTo>
                  <a:lnTo>
                    <a:pt x="13614" y="1161"/>
                  </a:lnTo>
                  <a:lnTo>
                    <a:pt x="13626" y="759"/>
                  </a:lnTo>
                  <a:lnTo>
                    <a:pt x="13626" y="678"/>
                  </a:lnTo>
                  <a:lnTo>
                    <a:pt x="13614" y="598"/>
                  </a:lnTo>
                  <a:lnTo>
                    <a:pt x="13591" y="529"/>
                  </a:lnTo>
                  <a:lnTo>
                    <a:pt x="13568" y="460"/>
                  </a:lnTo>
                  <a:lnTo>
                    <a:pt x="13534" y="391"/>
                  </a:lnTo>
                  <a:lnTo>
                    <a:pt x="13499" y="334"/>
                  </a:lnTo>
                  <a:lnTo>
                    <a:pt x="13453" y="276"/>
                  </a:lnTo>
                  <a:lnTo>
                    <a:pt x="13407" y="219"/>
                  </a:lnTo>
                  <a:lnTo>
                    <a:pt x="13350" y="173"/>
                  </a:lnTo>
                  <a:lnTo>
                    <a:pt x="13292" y="127"/>
                  </a:lnTo>
                  <a:lnTo>
                    <a:pt x="13235" y="92"/>
                  </a:lnTo>
                  <a:lnTo>
                    <a:pt x="13166" y="58"/>
                  </a:lnTo>
                  <a:lnTo>
                    <a:pt x="13097" y="35"/>
                  </a:lnTo>
                  <a:lnTo>
                    <a:pt x="13028" y="12"/>
                  </a:lnTo>
                  <a:lnTo>
                    <a:pt x="129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3"/>
            <p:cNvSpPr/>
            <p:nvPr/>
          </p:nvSpPr>
          <p:spPr>
            <a:xfrm>
              <a:off x="3267000" y="238675"/>
              <a:ext cx="37950" cy="646550"/>
            </a:xfrm>
            <a:custGeom>
              <a:rect b="b" l="l" r="r" t="t"/>
              <a:pathLst>
                <a:path extrusionOk="0" h="25862" w="1518">
                  <a:moveTo>
                    <a:pt x="678" y="1"/>
                  </a:moveTo>
                  <a:lnTo>
                    <a:pt x="609" y="12"/>
                  </a:lnTo>
                  <a:lnTo>
                    <a:pt x="529" y="35"/>
                  </a:lnTo>
                  <a:lnTo>
                    <a:pt x="460" y="58"/>
                  </a:lnTo>
                  <a:lnTo>
                    <a:pt x="403" y="93"/>
                  </a:lnTo>
                  <a:lnTo>
                    <a:pt x="334" y="127"/>
                  </a:lnTo>
                  <a:lnTo>
                    <a:pt x="276" y="173"/>
                  </a:lnTo>
                  <a:lnTo>
                    <a:pt x="219" y="219"/>
                  </a:lnTo>
                  <a:lnTo>
                    <a:pt x="173" y="277"/>
                  </a:lnTo>
                  <a:lnTo>
                    <a:pt x="127" y="334"/>
                  </a:lnTo>
                  <a:lnTo>
                    <a:pt x="92" y="403"/>
                  </a:lnTo>
                  <a:lnTo>
                    <a:pt x="58" y="461"/>
                  </a:lnTo>
                  <a:lnTo>
                    <a:pt x="35" y="529"/>
                  </a:lnTo>
                  <a:lnTo>
                    <a:pt x="12" y="610"/>
                  </a:lnTo>
                  <a:lnTo>
                    <a:pt x="1" y="679"/>
                  </a:lnTo>
                  <a:lnTo>
                    <a:pt x="1" y="759"/>
                  </a:lnTo>
                  <a:lnTo>
                    <a:pt x="1" y="25103"/>
                  </a:lnTo>
                  <a:lnTo>
                    <a:pt x="1" y="25184"/>
                  </a:lnTo>
                  <a:lnTo>
                    <a:pt x="12" y="25253"/>
                  </a:lnTo>
                  <a:lnTo>
                    <a:pt x="35" y="25322"/>
                  </a:lnTo>
                  <a:lnTo>
                    <a:pt x="58" y="25391"/>
                  </a:lnTo>
                  <a:lnTo>
                    <a:pt x="92" y="25459"/>
                  </a:lnTo>
                  <a:lnTo>
                    <a:pt x="127" y="25528"/>
                  </a:lnTo>
                  <a:lnTo>
                    <a:pt x="173" y="25586"/>
                  </a:lnTo>
                  <a:lnTo>
                    <a:pt x="219" y="25632"/>
                  </a:lnTo>
                  <a:lnTo>
                    <a:pt x="276" y="25689"/>
                  </a:lnTo>
                  <a:lnTo>
                    <a:pt x="334" y="25724"/>
                  </a:lnTo>
                  <a:lnTo>
                    <a:pt x="403" y="25770"/>
                  </a:lnTo>
                  <a:lnTo>
                    <a:pt x="460" y="25804"/>
                  </a:lnTo>
                  <a:lnTo>
                    <a:pt x="529" y="25827"/>
                  </a:lnTo>
                  <a:lnTo>
                    <a:pt x="609" y="25839"/>
                  </a:lnTo>
                  <a:lnTo>
                    <a:pt x="678" y="25850"/>
                  </a:lnTo>
                  <a:lnTo>
                    <a:pt x="759" y="25862"/>
                  </a:lnTo>
                  <a:lnTo>
                    <a:pt x="839" y="25850"/>
                  </a:lnTo>
                  <a:lnTo>
                    <a:pt x="908" y="25839"/>
                  </a:lnTo>
                  <a:lnTo>
                    <a:pt x="989" y="25827"/>
                  </a:lnTo>
                  <a:lnTo>
                    <a:pt x="1058" y="25804"/>
                  </a:lnTo>
                  <a:lnTo>
                    <a:pt x="1115" y="25770"/>
                  </a:lnTo>
                  <a:lnTo>
                    <a:pt x="1184" y="25724"/>
                  </a:lnTo>
                  <a:lnTo>
                    <a:pt x="1241" y="25689"/>
                  </a:lnTo>
                  <a:lnTo>
                    <a:pt x="1299" y="25632"/>
                  </a:lnTo>
                  <a:lnTo>
                    <a:pt x="1345" y="25586"/>
                  </a:lnTo>
                  <a:lnTo>
                    <a:pt x="1391" y="25528"/>
                  </a:lnTo>
                  <a:lnTo>
                    <a:pt x="1425" y="25459"/>
                  </a:lnTo>
                  <a:lnTo>
                    <a:pt x="1460" y="25391"/>
                  </a:lnTo>
                  <a:lnTo>
                    <a:pt x="1483" y="25322"/>
                  </a:lnTo>
                  <a:lnTo>
                    <a:pt x="1506" y="25253"/>
                  </a:lnTo>
                  <a:lnTo>
                    <a:pt x="1517" y="25184"/>
                  </a:lnTo>
                  <a:lnTo>
                    <a:pt x="1517" y="25103"/>
                  </a:lnTo>
                  <a:lnTo>
                    <a:pt x="1517" y="759"/>
                  </a:lnTo>
                  <a:lnTo>
                    <a:pt x="1517" y="679"/>
                  </a:lnTo>
                  <a:lnTo>
                    <a:pt x="1506" y="610"/>
                  </a:lnTo>
                  <a:lnTo>
                    <a:pt x="1483" y="529"/>
                  </a:lnTo>
                  <a:lnTo>
                    <a:pt x="1460" y="461"/>
                  </a:lnTo>
                  <a:lnTo>
                    <a:pt x="1425" y="403"/>
                  </a:lnTo>
                  <a:lnTo>
                    <a:pt x="1391" y="334"/>
                  </a:lnTo>
                  <a:lnTo>
                    <a:pt x="1345" y="277"/>
                  </a:lnTo>
                  <a:lnTo>
                    <a:pt x="1299" y="219"/>
                  </a:lnTo>
                  <a:lnTo>
                    <a:pt x="1241" y="173"/>
                  </a:lnTo>
                  <a:lnTo>
                    <a:pt x="1184" y="127"/>
                  </a:lnTo>
                  <a:lnTo>
                    <a:pt x="1115" y="93"/>
                  </a:lnTo>
                  <a:lnTo>
                    <a:pt x="1058" y="58"/>
                  </a:lnTo>
                  <a:lnTo>
                    <a:pt x="989" y="35"/>
                  </a:lnTo>
                  <a:lnTo>
                    <a:pt x="908" y="12"/>
                  </a:lnTo>
                  <a:lnTo>
                    <a:pt x="8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3"/>
            <p:cNvSpPr/>
            <p:nvPr/>
          </p:nvSpPr>
          <p:spPr>
            <a:xfrm>
              <a:off x="3342825" y="238675"/>
              <a:ext cx="75850" cy="646550"/>
            </a:xfrm>
            <a:custGeom>
              <a:rect b="b" l="l" r="r" t="t"/>
              <a:pathLst>
                <a:path extrusionOk="0" h="25862" w="3034">
                  <a:moveTo>
                    <a:pt x="713" y="1"/>
                  </a:moveTo>
                  <a:lnTo>
                    <a:pt x="632" y="12"/>
                  </a:lnTo>
                  <a:lnTo>
                    <a:pt x="552" y="24"/>
                  </a:lnTo>
                  <a:lnTo>
                    <a:pt x="483" y="47"/>
                  </a:lnTo>
                  <a:lnTo>
                    <a:pt x="414" y="81"/>
                  </a:lnTo>
                  <a:lnTo>
                    <a:pt x="357" y="116"/>
                  </a:lnTo>
                  <a:lnTo>
                    <a:pt x="299" y="162"/>
                  </a:lnTo>
                  <a:lnTo>
                    <a:pt x="242" y="208"/>
                  </a:lnTo>
                  <a:lnTo>
                    <a:pt x="184" y="254"/>
                  </a:lnTo>
                  <a:lnTo>
                    <a:pt x="138" y="311"/>
                  </a:lnTo>
                  <a:lnTo>
                    <a:pt x="104" y="380"/>
                  </a:lnTo>
                  <a:lnTo>
                    <a:pt x="69" y="438"/>
                  </a:lnTo>
                  <a:lnTo>
                    <a:pt x="46" y="506"/>
                  </a:lnTo>
                  <a:lnTo>
                    <a:pt x="24" y="575"/>
                  </a:lnTo>
                  <a:lnTo>
                    <a:pt x="1" y="656"/>
                  </a:lnTo>
                  <a:lnTo>
                    <a:pt x="1" y="725"/>
                  </a:lnTo>
                  <a:lnTo>
                    <a:pt x="1" y="805"/>
                  </a:lnTo>
                  <a:lnTo>
                    <a:pt x="1517" y="25149"/>
                  </a:lnTo>
                  <a:lnTo>
                    <a:pt x="1528" y="25218"/>
                  </a:lnTo>
                  <a:lnTo>
                    <a:pt x="1540" y="25299"/>
                  </a:lnTo>
                  <a:lnTo>
                    <a:pt x="1563" y="25368"/>
                  </a:lnTo>
                  <a:lnTo>
                    <a:pt x="1586" y="25425"/>
                  </a:lnTo>
                  <a:lnTo>
                    <a:pt x="1666" y="25551"/>
                  </a:lnTo>
                  <a:lnTo>
                    <a:pt x="1758" y="25655"/>
                  </a:lnTo>
                  <a:lnTo>
                    <a:pt x="1862" y="25735"/>
                  </a:lnTo>
                  <a:lnTo>
                    <a:pt x="1988" y="25804"/>
                  </a:lnTo>
                  <a:lnTo>
                    <a:pt x="2126" y="25850"/>
                  </a:lnTo>
                  <a:lnTo>
                    <a:pt x="2195" y="25850"/>
                  </a:lnTo>
                  <a:lnTo>
                    <a:pt x="2275" y="25862"/>
                  </a:lnTo>
                  <a:lnTo>
                    <a:pt x="2321" y="25862"/>
                  </a:lnTo>
                  <a:lnTo>
                    <a:pt x="2390" y="25850"/>
                  </a:lnTo>
                  <a:lnTo>
                    <a:pt x="2471" y="25827"/>
                  </a:lnTo>
                  <a:lnTo>
                    <a:pt x="2539" y="25804"/>
                  </a:lnTo>
                  <a:lnTo>
                    <a:pt x="2608" y="25781"/>
                  </a:lnTo>
                  <a:lnTo>
                    <a:pt x="2677" y="25747"/>
                  </a:lnTo>
                  <a:lnTo>
                    <a:pt x="2735" y="25701"/>
                  </a:lnTo>
                  <a:lnTo>
                    <a:pt x="2792" y="25655"/>
                  </a:lnTo>
                  <a:lnTo>
                    <a:pt x="2838" y="25597"/>
                  </a:lnTo>
                  <a:lnTo>
                    <a:pt x="2884" y="25540"/>
                  </a:lnTo>
                  <a:lnTo>
                    <a:pt x="2930" y="25482"/>
                  </a:lnTo>
                  <a:lnTo>
                    <a:pt x="2953" y="25425"/>
                  </a:lnTo>
                  <a:lnTo>
                    <a:pt x="2988" y="25356"/>
                  </a:lnTo>
                  <a:lnTo>
                    <a:pt x="3011" y="25276"/>
                  </a:lnTo>
                  <a:lnTo>
                    <a:pt x="3022" y="25207"/>
                  </a:lnTo>
                  <a:lnTo>
                    <a:pt x="3033" y="25126"/>
                  </a:lnTo>
                  <a:lnTo>
                    <a:pt x="3022" y="25057"/>
                  </a:lnTo>
                  <a:lnTo>
                    <a:pt x="1517" y="713"/>
                  </a:lnTo>
                  <a:lnTo>
                    <a:pt x="1506" y="633"/>
                  </a:lnTo>
                  <a:lnTo>
                    <a:pt x="1483" y="564"/>
                  </a:lnTo>
                  <a:lnTo>
                    <a:pt x="1460" y="495"/>
                  </a:lnTo>
                  <a:lnTo>
                    <a:pt x="1437" y="426"/>
                  </a:lnTo>
                  <a:lnTo>
                    <a:pt x="1402" y="357"/>
                  </a:lnTo>
                  <a:lnTo>
                    <a:pt x="1356" y="300"/>
                  </a:lnTo>
                  <a:lnTo>
                    <a:pt x="1310" y="242"/>
                  </a:lnTo>
                  <a:lnTo>
                    <a:pt x="1264" y="196"/>
                  </a:lnTo>
                  <a:lnTo>
                    <a:pt x="1207" y="150"/>
                  </a:lnTo>
                  <a:lnTo>
                    <a:pt x="1138" y="104"/>
                  </a:lnTo>
                  <a:lnTo>
                    <a:pt x="1080" y="70"/>
                  </a:lnTo>
                  <a:lnTo>
                    <a:pt x="1012" y="47"/>
                  </a:lnTo>
                  <a:lnTo>
                    <a:pt x="943" y="24"/>
                  </a:lnTo>
                  <a:lnTo>
                    <a:pt x="862" y="12"/>
                  </a:lnTo>
                  <a:lnTo>
                    <a:pt x="7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7" name="Google Shape;947;p23"/>
          <p:cNvGrpSpPr/>
          <p:nvPr/>
        </p:nvGrpSpPr>
        <p:grpSpPr>
          <a:xfrm>
            <a:off x="5618818" y="1840276"/>
            <a:ext cx="283761" cy="365584"/>
            <a:chOff x="3995650" y="243575"/>
            <a:chExt cx="504375" cy="646250"/>
          </a:xfrm>
        </p:grpSpPr>
        <p:sp>
          <p:nvSpPr>
            <p:cNvPr id="948" name="Google Shape;948;p23"/>
            <p:cNvSpPr/>
            <p:nvPr/>
          </p:nvSpPr>
          <p:spPr>
            <a:xfrm>
              <a:off x="4321650" y="624700"/>
              <a:ext cx="151375" cy="265125"/>
            </a:xfrm>
            <a:custGeom>
              <a:rect b="b" l="l" r="r" t="t"/>
              <a:pathLst>
                <a:path extrusionOk="0" h="10605" w="6055">
                  <a:moveTo>
                    <a:pt x="2884" y="1"/>
                  </a:moveTo>
                  <a:lnTo>
                    <a:pt x="2734" y="23"/>
                  </a:lnTo>
                  <a:lnTo>
                    <a:pt x="2574" y="58"/>
                  </a:lnTo>
                  <a:lnTo>
                    <a:pt x="2424" y="104"/>
                  </a:lnTo>
                  <a:lnTo>
                    <a:pt x="2275" y="161"/>
                  </a:lnTo>
                  <a:lnTo>
                    <a:pt x="2126" y="230"/>
                  </a:lnTo>
                  <a:lnTo>
                    <a:pt x="1988" y="311"/>
                  </a:lnTo>
                  <a:lnTo>
                    <a:pt x="1850" y="403"/>
                  </a:lnTo>
                  <a:lnTo>
                    <a:pt x="1712" y="506"/>
                  </a:lnTo>
                  <a:lnTo>
                    <a:pt x="1574" y="621"/>
                  </a:lnTo>
                  <a:lnTo>
                    <a:pt x="1448" y="747"/>
                  </a:lnTo>
                  <a:lnTo>
                    <a:pt x="1321" y="874"/>
                  </a:lnTo>
                  <a:lnTo>
                    <a:pt x="1206" y="1023"/>
                  </a:lnTo>
                  <a:lnTo>
                    <a:pt x="1092" y="1184"/>
                  </a:lnTo>
                  <a:lnTo>
                    <a:pt x="977" y="1345"/>
                  </a:lnTo>
                  <a:lnTo>
                    <a:pt x="873" y="1517"/>
                  </a:lnTo>
                  <a:lnTo>
                    <a:pt x="781" y="1701"/>
                  </a:lnTo>
                  <a:lnTo>
                    <a:pt x="678" y="1885"/>
                  </a:lnTo>
                  <a:lnTo>
                    <a:pt x="598" y="2091"/>
                  </a:lnTo>
                  <a:lnTo>
                    <a:pt x="506" y="2298"/>
                  </a:lnTo>
                  <a:lnTo>
                    <a:pt x="425" y="2505"/>
                  </a:lnTo>
                  <a:lnTo>
                    <a:pt x="356" y="2735"/>
                  </a:lnTo>
                  <a:lnTo>
                    <a:pt x="287" y="2965"/>
                  </a:lnTo>
                  <a:lnTo>
                    <a:pt x="230" y="3194"/>
                  </a:lnTo>
                  <a:lnTo>
                    <a:pt x="184" y="3436"/>
                  </a:lnTo>
                  <a:lnTo>
                    <a:pt x="127" y="3688"/>
                  </a:lnTo>
                  <a:lnTo>
                    <a:pt x="92" y="3941"/>
                  </a:lnTo>
                  <a:lnTo>
                    <a:pt x="58" y="4205"/>
                  </a:lnTo>
                  <a:lnTo>
                    <a:pt x="35" y="4470"/>
                  </a:lnTo>
                  <a:lnTo>
                    <a:pt x="12" y="4745"/>
                  </a:lnTo>
                  <a:lnTo>
                    <a:pt x="0" y="5021"/>
                  </a:lnTo>
                  <a:lnTo>
                    <a:pt x="0" y="5297"/>
                  </a:lnTo>
                  <a:lnTo>
                    <a:pt x="0" y="5584"/>
                  </a:lnTo>
                  <a:lnTo>
                    <a:pt x="12" y="5860"/>
                  </a:lnTo>
                  <a:lnTo>
                    <a:pt x="35" y="6135"/>
                  </a:lnTo>
                  <a:lnTo>
                    <a:pt x="58" y="6400"/>
                  </a:lnTo>
                  <a:lnTo>
                    <a:pt x="92" y="6664"/>
                  </a:lnTo>
                  <a:lnTo>
                    <a:pt x="127" y="6917"/>
                  </a:lnTo>
                  <a:lnTo>
                    <a:pt x="184" y="7169"/>
                  </a:lnTo>
                  <a:lnTo>
                    <a:pt x="230" y="7411"/>
                  </a:lnTo>
                  <a:lnTo>
                    <a:pt x="287" y="7640"/>
                  </a:lnTo>
                  <a:lnTo>
                    <a:pt x="356" y="7870"/>
                  </a:lnTo>
                  <a:lnTo>
                    <a:pt x="425" y="8100"/>
                  </a:lnTo>
                  <a:lnTo>
                    <a:pt x="506" y="8307"/>
                  </a:lnTo>
                  <a:lnTo>
                    <a:pt x="598" y="8513"/>
                  </a:lnTo>
                  <a:lnTo>
                    <a:pt x="678" y="8720"/>
                  </a:lnTo>
                  <a:lnTo>
                    <a:pt x="781" y="8904"/>
                  </a:lnTo>
                  <a:lnTo>
                    <a:pt x="873" y="9088"/>
                  </a:lnTo>
                  <a:lnTo>
                    <a:pt x="977" y="9260"/>
                  </a:lnTo>
                  <a:lnTo>
                    <a:pt x="1092" y="9421"/>
                  </a:lnTo>
                  <a:lnTo>
                    <a:pt x="1206" y="9582"/>
                  </a:lnTo>
                  <a:lnTo>
                    <a:pt x="1321" y="9731"/>
                  </a:lnTo>
                  <a:lnTo>
                    <a:pt x="1448" y="9858"/>
                  </a:lnTo>
                  <a:lnTo>
                    <a:pt x="1574" y="9984"/>
                  </a:lnTo>
                  <a:lnTo>
                    <a:pt x="1712" y="10099"/>
                  </a:lnTo>
                  <a:lnTo>
                    <a:pt x="1850" y="10202"/>
                  </a:lnTo>
                  <a:lnTo>
                    <a:pt x="1988" y="10294"/>
                  </a:lnTo>
                  <a:lnTo>
                    <a:pt x="2126" y="10375"/>
                  </a:lnTo>
                  <a:lnTo>
                    <a:pt x="2275" y="10444"/>
                  </a:lnTo>
                  <a:lnTo>
                    <a:pt x="2424" y="10501"/>
                  </a:lnTo>
                  <a:lnTo>
                    <a:pt x="2574" y="10547"/>
                  </a:lnTo>
                  <a:lnTo>
                    <a:pt x="2734" y="10581"/>
                  </a:lnTo>
                  <a:lnTo>
                    <a:pt x="2884" y="10604"/>
                  </a:lnTo>
                  <a:lnTo>
                    <a:pt x="3045" y="10604"/>
                  </a:lnTo>
                  <a:lnTo>
                    <a:pt x="3228" y="10593"/>
                  </a:lnTo>
                  <a:lnTo>
                    <a:pt x="3412" y="10570"/>
                  </a:lnTo>
                  <a:lnTo>
                    <a:pt x="3573" y="10535"/>
                  </a:lnTo>
                  <a:lnTo>
                    <a:pt x="3745" y="10478"/>
                  </a:lnTo>
                  <a:lnTo>
                    <a:pt x="3906" y="10409"/>
                  </a:lnTo>
                  <a:lnTo>
                    <a:pt x="4056" y="10317"/>
                  </a:lnTo>
                  <a:lnTo>
                    <a:pt x="4205" y="10225"/>
                  </a:lnTo>
                  <a:lnTo>
                    <a:pt x="4343" y="10110"/>
                  </a:lnTo>
                  <a:lnTo>
                    <a:pt x="4481" y="9995"/>
                  </a:lnTo>
                  <a:lnTo>
                    <a:pt x="4619" y="9858"/>
                  </a:lnTo>
                  <a:lnTo>
                    <a:pt x="4745" y="9708"/>
                  </a:lnTo>
                  <a:lnTo>
                    <a:pt x="4860" y="9559"/>
                  </a:lnTo>
                  <a:lnTo>
                    <a:pt x="4975" y="9398"/>
                  </a:lnTo>
                  <a:lnTo>
                    <a:pt x="5090" y="9226"/>
                  </a:lnTo>
                  <a:lnTo>
                    <a:pt x="5193" y="9042"/>
                  </a:lnTo>
                  <a:lnTo>
                    <a:pt x="5285" y="8847"/>
                  </a:lnTo>
                  <a:lnTo>
                    <a:pt x="5377" y="8651"/>
                  </a:lnTo>
                  <a:lnTo>
                    <a:pt x="5469" y="8456"/>
                  </a:lnTo>
                  <a:lnTo>
                    <a:pt x="5549" y="8249"/>
                  </a:lnTo>
                  <a:lnTo>
                    <a:pt x="5618" y="8031"/>
                  </a:lnTo>
                  <a:lnTo>
                    <a:pt x="5744" y="7594"/>
                  </a:lnTo>
                  <a:lnTo>
                    <a:pt x="5859" y="7135"/>
                  </a:lnTo>
                  <a:lnTo>
                    <a:pt x="5940" y="6675"/>
                  </a:lnTo>
                  <a:lnTo>
                    <a:pt x="5997" y="6216"/>
                  </a:lnTo>
                  <a:lnTo>
                    <a:pt x="6043" y="5756"/>
                  </a:lnTo>
                  <a:lnTo>
                    <a:pt x="6055" y="5297"/>
                  </a:lnTo>
                  <a:lnTo>
                    <a:pt x="6043" y="5021"/>
                  </a:lnTo>
                  <a:lnTo>
                    <a:pt x="6032" y="4745"/>
                  </a:lnTo>
                  <a:lnTo>
                    <a:pt x="6020" y="4470"/>
                  </a:lnTo>
                  <a:lnTo>
                    <a:pt x="5997" y="4205"/>
                  </a:lnTo>
                  <a:lnTo>
                    <a:pt x="5963" y="3941"/>
                  </a:lnTo>
                  <a:lnTo>
                    <a:pt x="5917" y="3688"/>
                  </a:lnTo>
                  <a:lnTo>
                    <a:pt x="5871" y="3436"/>
                  </a:lnTo>
                  <a:lnTo>
                    <a:pt x="5825" y="3194"/>
                  </a:lnTo>
                  <a:lnTo>
                    <a:pt x="5767" y="2965"/>
                  </a:lnTo>
                  <a:lnTo>
                    <a:pt x="5698" y="2735"/>
                  </a:lnTo>
                  <a:lnTo>
                    <a:pt x="5630" y="2505"/>
                  </a:lnTo>
                  <a:lnTo>
                    <a:pt x="5561" y="2298"/>
                  </a:lnTo>
                  <a:lnTo>
                    <a:pt x="5480" y="2091"/>
                  </a:lnTo>
                  <a:lnTo>
                    <a:pt x="5388" y="1885"/>
                  </a:lnTo>
                  <a:lnTo>
                    <a:pt x="5296" y="1701"/>
                  </a:lnTo>
                  <a:lnTo>
                    <a:pt x="5193" y="1517"/>
                  </a:lnTo>
                  <a:lnTo>
                    <a:pt x="5101" y="1345"/>
                  </a:lnTo>
                  <a:lnTo>
                    <a:pt x="4986" y="1184"/>
                  </a:lnTo>
                  <a:lnTo>
                    <a:pt x="4871" y="1023"/>
                  </a:lnTo>
                  <a:lnTo>
                    <a:pt x="4756" y="874"/>
                  </a:lnTo>
                  <a:lnTo>
                    <a:pt x="4642" y="747"/>
                  </a:lnTo>
                  <a:lnTo>
                    <a:pt x="4515" y="621"/>
                  </a:lnTo>
                  <a:lnTo>
                    <a:pt x="4377" y="506"/>
                  </a:lnTo>
                  <a:lnTo>
                    <a:pt x="4251" y="403"/>
                  </a:lnTo>
                  <a:lnTo>
                    <a:pt x="4113" y="311"/>
                  </a:lnTo>
                  <a:lnTo>
                    <a:pt x="3964" y="230"/>
                  </a:lnTo>
                  <a:lnTo>
                    <a:pt x="3826" y="161"/>
                  </a:lnTo>
                  <a:lnTo>
                    <a:pt x="3677" y="104"/>
                  </a:lnTo>
                  <a:lnTo>
                    <a:pt x="3527" y="58"/>
                  </a:lnTo>
                  <a:lnTo>
                    <a:pt x="3366" y="23"/>
                  </a:lnTo>
                  <a:lnTo>
                    <a:pt x="32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3"/>
            <p:cNvSpPr/>
            <p:nvPr/>
          </p:nvSpPr>
          <p:spPr>
            <a:xfrm>
              <a:off x="3995650" y="243575"/>
              <a:ext cx="504375" cy="635050"/>
            </a:xfrm>
            <a:custGeom>
              <a:rect b="b" l="l" r="r" t="t"/>
              <a:pathLst>
                <a:path extrusionOk="0" h="25402" w="20175">
                  <a:moveTo>
                    <a:pt x="6572" y="1253"/>
                  </a:moveTo>
                  <a:lnTo>
                    <a:pt x="6733" y="1276"/>
                  </a:lnTo>
                  <a:lnTo>
                    <a:pt x="6882" y="1310"/>
                  </a:lnTo>
                  <a:lnTo>
                    <a:pt x="7020" y="1367"/>
                  </a:lnTo>
                  <a:lnTo>
                    <a:pt x="7158" y="1436"/>
                  </a:lnTo>
                  <a:lnTo>
                    <a:pt x="7284" y="1528"/>
                  </a:lnTo>
                  <a:lnTo>
                    <a:pt x="7399" y="1632"/>
                  </a:lnTo>
                  <a:lnTo>
                    <a:pt x="7514" y="1747"/>
                  </a:lnTo>
                  <a:lnTo>
                    <a:pt x="7595" y="1873"/>
                  </a:lnTo>
                  <a:lnTo>
                    <a:pt x="7664" y="2011"/>
                  </a:lnTo>
                  <a:lnTo>
                    <a:pt x="7721" y="2160"/>
                  </a:lnTo>
                  <a:lnTo>
                    <a:pt x="7756" y="2309"/>
                  </a:lnTo>
                  <a:lnTo>
                    <a:pt x="7778" y="2459"/>
                  </a:lnTo>
                  <a:lnTo>
                    <a:pt x="7790" y="2620"/>
                  </a:lnTo>
                  <a:lnTo>
                    <a:pt x="7778" y="2780"/>
                  </a:lnTo>
                  <a:lnTo>
                    <a:pt x="7756" y="2941"/>
                  </a:lnTo>
                  <a:lnTo>
                    <a:pt x="7710" y="3102"/>
                  </a:lnTo>
                  <a:lnTo>
                    <a:pt x="7652" y="3275"/>
                  </a:lnTo>
                  <a:lnTo>
                    <a:pt x="7583" y="3435"/>
                  </a:lnTo>
                  <a:lnTo>
                    <a:pt x="7491" y="3596"/>
                  </a:lnTo>
                  <a:lnTo>
                    <a:pt x="7388" y="3746"/>
                  </a:lnTo>
                  <a:lnTo>
                    <a:pt x="7273" y="3895"/>
                  </a:lnTo>
                  <a:lnTo>
                    <a:pt x="7135" y="4044"/>
                  </a:lnTo>
                  <a:lnTo>
                    <a:pt x="7009" y="4171"/>
                  </a:lnTo>
                  <a:lnTo>
                    <a:pt x="6859" y="4274"/>
                  </a:lnTo>
                  <a:lnTo>
                    <a:pt x="6722" y="4377"/>
                  </a:lnTo>
                  <a:lnTo>
                    <a:pt x="6561" y="4469"/>
                  </a:lnTo>
                  <a:lnTo>
                    <a:pt x="6400" y="4538"/>
                  </a:lnTo>
                  <a:lnTo>
                    <a:pt x="6239" y="4596"/>
                  </a:lnTo>
                  <a:lnTo>
                    <a:pt x="6078" y="4642"/>
                  </a:lnTo>
                  <a:lnTo>
                    <a:pt x="5917" y="4676"/>
                  </a:lnTo>
                  <a:lnTo>
                    <a:pt x="5757" y="4688"/>
                  </a:lnTo>
                  <a:lnTo>
                    <a:pt x="5596" y="4688"/>
                  </a:lnTo>
                  <a:lnTo>
                    <a:pt x="5435" y="4676"/>
                  </a:lnTo>
                  <a:lnTo>
                    <a:pt x="5274" y="4642"/>
                  </a:lnTo>
                  <a:lnTo>
                    <a:pt x="5125" y="4584"/>
                  </a:lnTo>
                  <a:lnTo>
                    <a:pt x="4987" y="4515"/>
                  </a:lnTo>
                  <a:lnTo>
                    <a:pt x="4849" y="4423"/>
                  </a:lnTo>
                  <a:lnTo>
                    <a:pt x="4723" y="4308"/>
                  </a:lnTo>
                  <a:lnTo>
                    <a:pt x="4619" y="4194"/>
                  </a:lnTo>
                  <a:lnTo>
                    <a:pt x="4539" y="4067"/>
                  </a:lnTo>
                  <a:lnTo>
                    <a:pt x="4458" y="3929"/>
                  </a:lnTo>
                  <a:lnTo>
                    <a:pt x="4412" y="3780"/>
                  </a:lnTo>
                  <a:lnTo>
                    <a:pt x="4366" y="3631"/>
                  </a:lnTo>
                  <a:lnTo>
                    <a:pt x="4343" y="3481"/>
                  </a:lnTo>
                  <a:lnTo>
                    <a:pt x="4343" y="3320"/>
                  </a:lnTo>
                  <a:lnTo>
                    <a:pt x="4355" y="3160"/>
                  </a:lnTo>
                  <a:lnTo>
                    <a:pt x="4378" y="2999"/>
                  </a:lnTo>
                  <a:lnTo>
                    <a:pt x="4424" y="2838"/>
                  </a:lnTo>
                  <a:lnTo>
                    <a:pt x="4481" y="2666"/>
                  </a:lnTo>
                  <a:lnTo>
                    <a:pt x="4550" y="2505"/>
                  </a:lnTo>
                  <a:lnTo>
                    <a:pt x="4642" y="2344"/>
                  </a:lnTo>
                  <a:lnTo>
                    <a:pt x="4746" y="2195"/>
                  </a:lnTo>
                  <a:lnTo>
                    <a:pt x="4860" y="2045"/>
                  </a:lnTo>
                  <a:lnTo>
                    <a:pt x="4998" y="1896"/>
                  </a:lnTo>
                  <a:lnTo>
                    <a:pt x="5136" y="1770"/>
                  </a:lnTo>
                  <a:lnTo>
                    <a:pt x="5285" y="1643"/>
                  </a:lnTo>
                  <a:lnTo>
                    <a:pt x="5446" y="1540"/>
                  </a:lnTo>
                  <a:lnTo>
                    <a:pt x="5607" y="1459"/>
                  </a:lnTo>
                  <a:lnTo>
                    <a:pt x="5768" y="1379"/>
                  </a:lnTo>
                  <a:lnTo>
                    <a:pt x="5929" y="1321"/>
                  </a:lnTo>
                  <a:lnTo>
                    <a:pt x="6090" y="1287"/>
                  </a:lnTo>
                  <a:lnTo>
                    <a:pt x="6251" y="1264"/>
                  </a:lnTo>
                  <a:lnTo>
                    <a:pt x="6423" y="1253"/>
                  </a:lnTo>
                  <a:close/>
                  <a:moveTo>
                    <a:pt x="5607" y="14832"/>
                  </a:moveTo>
                  <a:lnTo>
                    <a:pt x="5860" y="14855"/>
                  </a:lnTo>
                  <a:lnTo>
                    <a:pt x="6113" y="14901"/>
                  </a:lnTo>
                  <a:lnTo>
                    <a:pt x="6365" y="14970"/>
                  </a:lnTo>
                  <a:lnTo>
                    <a:pt x="6630" y="15073"/>
                  </a:lnTo>
                  <a:lnTo>
                    <a:pt x="6882" y="15188"/>
                  </a:lnTo>
                  <a:lnTo>
                    <a:pt x="7135" y="15337"/>
                  </a:lnTo>
                  <a:lnTo>
                    <a:pt x="7376" y="15510"/>
                  </a:lnTo>
                  <a:lnTo>
                    <a:pt x="7618" y="15694"/>
                  </a:lnTo>
                  <a:lnTo>
                    <a:pt x="7847" y="15912"/>
                  </a:lnTo>
                  <a:lnTo>
                    <a:pt x="8054" y="16142"/>
                  </a:lnTo>
                  <a:lnTo>
                    <a:pt x="8250" y="16383"/>
                  </a:lnTo>
                  <a:lnTo>
                    <a:pt x="8422" y="16624"/>
                  </a:lnTo>
                  <a:lnTo>
                    <a:pt x="8560" y="16877"/>
                  </a:lnTo>
                  <a:lnTo>
                    <a:pt x="8686" y="17130"/>
                  </a:lnTo>
                  <a:lnTo>
                    <a:pt x="8778" y="17382"/>
                  </a:lnTo>
                  <a:lnTo>
                    <a:pt x="8858" y="17647"/>
                  </a:lnTo>
                  <a:lnTo>
                    <a:pt x="8904" y="17899"/>
                  </a:lnTo>
                  <a:lnTo>
                    <a:pt x="8927" y="18152"/>
                  </a:lnTo>
                  <a:lnTo>
                    <a:pt x="8927" y="18393"/>
                  </a:lnTo>
                  <a:lnTo>
                    <a:pt x="8904" y="18635"/>
                  </a:lnTo>
                  <a:lnTo>
                    <a:pt x="8847" y="18864"/>
                  </a:lnTo>
                  <a:lnTo>
                    <a:pt x="8812" y="18968"/>
                  </a:lnTo>
                  <a:lnTo>
                    <a:pt x="8766" y="19083"/>
                  </a:lnTo>
                  <a:lnTo>
                    <a:pt x="8721" y="19186"/>
                  </a:lnTo>
                  <a:lnTo>
                    <a:pt x="8663" y="19289"/>
                  </a:lnTo>
                  <a:lnTo>
                    <a:pt x="8606" y="19381"/>
                  </a:lnTo>
                  <a:lnTo>
                    <a:pt x="8537" y="19485"/>
                  </a:lnTo>
                  <a:lnTo>
                    <a:pt x="8468" y="19577"/>
                  </a:lnTo>
                  <a:lnTo>
                    <a:pt x="8387" y="19657"/>
                  </a:lnTo>
                  <a:lnTo>
                    <a:pt x="8284" y="19749"/>
                  </a:lnTo>
                  <a:lnTo>
                    <a:pt x="8192" y="19829"/>
                  </a:lnTo>
                  <a:lnTo>
                    <a:pt x="8089" y="19898"/>
                  </a:lnTo>
                  <a:lnTo>
                    <a:pt x="7974" y="19967"/>
                  </a:lnTo>
                  <a:lnTo>
                    <a:pt x="7870" y="20025"/>
                  </a:lnTo>
                  <a:lnTo>
                    <a:pt x="7756" y="20071"/>
                  </a:lnTo>
                  <a:lnTo>
                    <a:pt x="7641" y="20105"/>
                  </a:lnTo>
                  <a:lnTo>
                    <a:pt x="7526" y="20140"/>
                  </a:lnTo>
                  <a:lnTo>
                    <a:pt x="7411" y="20174"/>
                  </a:lnTo>
                  <a:lnTo>
                    <a:pt x="7284" y="20186"/>
                  </a:lnTo>
                  <a:lnTo>
                    <a:pt x="7158" y="20197"/>
                  </a:lnTo>
                  <a:lnTo>
                    <a:pt x="7043" y="20209"/>
                  </a:lnTo>
                  <a:lnTo>
                    <a:pt x="6790" y="20197"/>
                  </a:lnTo>
                  <a:lnTo>
                    <a:pt x="6526" y="20163"/>
                  </a:lnTo>
                  <a:lnTo>
                    <a:pt x="6273" y="20105"/>
                  </a:lnTo>
                  <a:lnTo>
                    <a:pt x="6021" y="20025"/>
                  </a:lnTo>
                  <a:lnTo>
                    <a:pt x="5768" y="19921"/>
                  </a:lnTo>
                  <a:lnTo>
                    <a:pt x="5527" y="19795"/>
                  </a:lnTo>
                  <a:lnTo>
                    <a:pt x="5285" y="19646"/>
                  </a:lnTo>
                  <a:lnTo>
                    <a:pt x="5056" y="19496"/>
                  </a:lnTo>
                  <a:lnTo>
                    <a:pt x="4837" y="19312"/>
                  </a:lnTo>
                  <a:lnTo>
                    <a:pt x="4631" y="19129"/>
                  </a:lnTo>
                  <a:lnTo>
                    <a:pt x="4412" y="18899"/>
                  </a:lnTo>
                  <a:lnTo>
                    <a:pt x="4229" y="18658"/>
                  </a:lnTo>
                  <a:lnTo>
                    <a:pt x="4056" y="18405"/>
                  </a:lnTo>
                  <a:lnTo>
                    <a:pt x="3918" y="18152"/>
                  </a:lnTo>
                  <a:lnTo>
                    <a:pt x="3792" y="17899"/>
                  </a:lnTo>
                  <a:lnTo>
                    <a:pt x="3700" y="17647"/>
                  </a:lnTo>
                  <a:lnTo>
                    <a:pt x="3620" y="17394"/>
                  </a:lnTo>
                  <a:lnTo>
                    <a:pt x="3574" y="17141"/>
                  </a:lnTo>
                  <a:lnTo>
                    <a:pt x="3551" y="16888"/>
                  </a:lnTo>
                  <a:lnTo>
                    <a:pt x="3551" y="16636"/>
                  </a:lnTo>
                  <a:lnTo>
                    <a:pt x="3574" y="16406"/>
                  </a:lnTo>
                  <a:lnTo>
                    <a:pt x="3631" y="16176"/>
                  </a:lnTo>
                  <a:lnTo>
                    <a:pt x="3666" y="16061"/>
                  </a:lnTo>
                  <a:lnTo>
                    <a:pt x="3712" y="15946"/>
                  </a:lnTo>
                  <a:lnTo>
                    <a:pt x="3758" y="15843"/>
                  </a:lnTo>
                  <a:lnTo>
                    <a:pt x="3815" y="15740"/>
                  </a:lnTo>
                  <a:lnTo>
                    <a:pt x="3872" y="15648"/>
                  </a:lnTo>
                  <a:lnTo>
                    <a:pt x="3941" y="15556"/>
                  </a:lnTo>
                  <a:lnTo>
                    <a:pt x="4010" y="15464"/>
                  </a:lnTo>
                  <a:lnTo>
                    <a:pt x="4091" y="15372"/>
                  </a:lnTo>
                  <a:lnTo>
                    <a:pt x="4183" y="15291"/>
                  </a:lnTo>
                  <a:lnTo>
                    <a:pt x="4275" y="15223"/>
                  </a:lnTo>
                  <a:lnTo>
                    <a:pt x="4366" y="15154"/>
                  </a:lnTo>
                  <a:lnTo>
                    <a:pt x="4470" y="15085"/>
                  </a:lnTo>
                  <a:lnTo>
                    <a:pt x="4573" y="15039"/>
                  </a:lnTo>
                  <a:lnTo>
                    <a:pt x="4677" y="14981"/>
                  </a:lnTo>
                  <a:lnTo>
                    <a:pt x="4780" y="14947"/>
                  </a:lnTo>
                  <a:lnTo>
                    <a:pt x="4895" y="14912"/>
                  </a:lnTo>
                  <a:lnTo>
                    <a:pt x="5125" y="14855"/>
                  </a:lnTo>
                  <a:lnTo>
                    <a:pt x="5366" y="14832"/>
                  </a:lnTo>
                  <a:close/>
                  <a:moveTo>
                    <a:pt x="9766" y="0"/>
                  </a:moveTo>
                  <a:lnTo>
                    <a:pt x="9456" y="23"/>
                  </a:lnTo>
                  <a:lnTo>
                    <a:pt x="9146" y="46"/>
                  </a:lnTo>
                  <a:lnTo>
                    <a:pt x="8835" y="69"/>
                  </a:lnTo>
                  <a:lnTo>
                    <a:pt x="8537" y="115"/>
                  </a:lnTo>
                  <a:lnTo>
                    <a:pt x="8238" y="161"/>
                  </a:lnTo>
                  <a:lnTo>
                    <a:pt x="7939" y="207"/>
                  </a:lnTo>
                  <a:lnTo>
                    <a:pt x="7652" y="276"/>
                  </a:lnTo>
                  <a:lnTo>
                    <a:pt x="7365" y="345"/>
                  </a:lnTo>
                  <a:lnTo>
                    <a:pt x="7089" y="414"/>
                  </a:lnTo>
                  <a:lnTo>
                    <a:pt x="6802" y="506"/>
                  </a:lnTo>
                  <a:lnTo>
                    <a:pt x="6526" y="598"/>
                  </a:lnTo>
                  <a:lnTo>
                    <a:pt x="6262" y="701"/>
                  </a:lnTo>
                  <a:lnTo>
                    <a:pt x="5998" y="804"/>
                  </a:lnTo>
                  <a:lnTo>
                    <a:pt x="5734" y="919"/>
                  </a:lnTo>
                  <a:lnTo>
                    <a:pt x="5481" y="1046"/>
                  </a:lnTo>
                  <a:lnTo>
                    <a:pt x="5228" y="1172"/>
                  </a:lnTo>
                  <a:lnTo>
                    <a:pt x="4975" y="1310"/>
                  </a:lnTo>
                  <a:lnTo>
                    <a:pt x="4734" y="1459"/>
                  </a:lnTo>
                  <a:lnTo>
                    <a:pt x="4493" y="1609"/>
                  </a:lnTo>
                  <a:lnTo>
                    <a:pt x="4263" y="1770"/>
                  </a:lnTo>
                  <a:lnTo>
                    <a:pt x="4033" y="1942"/>
                  </a:lnTo>
                  <a:lnTo>
                    <a:pt x="3803" y="2114"/>
                  </a:lnTo>
                  <a:lnTo>
                    <a:pt x="3585" y="2298"/>
                  </a:lnTo>
                  <a:lnTo>
                    <a:pt x="3367" y="2482"/>
                  </a:lnTo>
                  <a:lnTo>
                    <a:pt x="3068" y="2769"/>
                  </a:lnTo>
                  <a:lnTo>
                    <a:pt x="2781" y="3068"/>
                  </a:lnTo>
                  <a:lnTo>
                    <a:pt x="2517" y="3378"/>
                  </a:lnTo>
                  <a:lnTo>
                    <a:pt x="2253" y="3700"/>
                  </a:lnTo>
                  <a:lnTo>
                    <a:pt x="2011" y="4033"/>
                  </a:lnTo>
                  <a:lnTo>
                    <a:pt x="1782" y="4377"/>
                  </a:lnTo>
                  <a:lnTo>
                    <a:pt x="1563" y="4734"/>
                  </a:lnTo>
                  <a:lnTo>
                    <a:pt x="1356" y="5101"/>
                  </a:lnTo>
                  <a:lnTo>
                    <a:pt x="1161" y="5480"/>
                  </a:lnTo>
                  <a:lnTo>
                    <a:pt x="989" y="5859"/>
                  </a:lnTo>
                  <a:lnTo>
                    <a:pt x="828" y="6262"/>
                  </a:lnTo>
                  <a:lnTo>
                    <a:pt x="679" y="6664"/>
                  </a:lnTo>
                  <a:lnTo>
                    <a:pt x="541" y="7077"/>
                  </a:lnTo>
                  <a:lnTo>
                    <a:pt x="426" y="7491"/>
                  </a:lnTo>
                  <a:lnTo>
                    <a:pt x="311" y="7927"/>
                  </a:lnTo>
                  <a:lnTo>
                    <a:pt x="219" y="8364"/>
                  </a:lnTo>
                  <a:lnTo>
                    <a:pt x="219" y="8375"/>
                  </a:lnTo>
                  <a:lnTo>
                    <a:pt x="231" y="8398"/>
                  </a:lnTo>
                  <a:lnTo>
                    <a:pt x="265" y="8421"/>
                  </a:lnTo>
                  <a:lnTo>
                    <a:pt x="299" y="8421"/>
                  </a:lnTo>
                  <a:lnTo>
                    <a:pt x="311" y="8410"/>
                  </a:lnTo>
                  <a:lnTo>
                    <a:pt x="322" y="8387"/>
                  </a:lnTo>
                  <a:lnTo>
                    <a:pt x="403" y="8215"/>
                  </a:lnTo>
                  <a:lnTo>
                    <a:pt x="483" y="8054"/>
                  </a:lnTo>
                  <a:lnTo>
                    <a:pt x="575" y="7904"/>
                  </a:lnTo>
                  <a:lnTo>
                    <a:pt x="667" y="7766"/>
                  </a:lnTo>
                  <a:lnTo>
                    <a:pt x="782" y="7629"/>
                  </a:lnTo>
                  <a:lnTo>
                    <a:pt x="885" y="7502"/>
                  </a:lnTo>
                  <a:lnTo>
                    <a:pt x="1012" y="7387"/>
                  </a:lnTo>
                  <a:lnTo>
                    <a:pt x="1127" y="7272"/>
                  </a:lnTo>
                  <a:lnTo>
                    <a:pt x="1265" y="7181"/>
                  </a:lnTo>
                  <a:lnTo>
                    <a:pt x="1391" y="7100"/>
                  </a:lnTo>
                  <a:lnTo>
                    <a:pt x="1540" y="7031"/>
                  </a:lnTo>
                  <a:lnTo>
                    <a:pt x="1678" y="6962"/>
                  </a:lnTo>
                  <a:lnTo>
                    <a:pt x="1827" y="6916"/>
                  </a:lnTo>
                  <a:lnTo>
                    <a:pt x="1977" y="6882"/>
                  </a:lnTo>
                  <a:lnTo>
                    <a:pt x="2138" y="6859"/>
                  </a:lnTo>
                  <a:lnTo>
                    <a:pt x="2413" y="6859"/>
                  </a:lnTo>
                  <a:lnTo>
                    <a:pt x="2528" y="6870"/>
                  </a:lnTo>
                  <a:lnTo>
                    <a:pt x="2643" y="6893"/>
                  </a:lnTo>
                  <a:lnTo>
                    <a:pt x="2758" y="6916"/>
                  </a:lnTo>
                  <a:lnTo>
                    <a:pt x="2873" y="6951"/>
                  </a:lnTo>
                  <a:lnTo>
                    <a:pt x="2976" y="6985"/>
                  </a:lnTo>
                  <a:lnTo>
                    <a:pt x="3091" y="7043"/>
                  </a:lnTo>
                  <a:lnTo>
                    <a:pt x="3195" y="7089"/>
                  </a:lnTo>
                  <a:lnTo>
                    <a:pt x="3390" y="7215"/>
                  </a:lnTo>
                  <a:lnTo>
                    <a:pt x="3574" y="7364"/>
                  </a:lnTo>
                  <a:lnTo>
                    <a:pt x="3758" y="7537"/>
                  </a:lnTo>
                  <a:lnTo>
                    <a:pt x="3918" y="7732"/>
                  </a:lnTo>
                  <a:lnTo>
                    <a:pt x="4056" y="7950"/>
                  </a:lnTo>
                  <a:lnTo>
                    <a:pt x="4194" y="8180"/>
                  </a:lnTo>
                  <a:lnTo>
                    <a:pt x="4297" y="8433"/>
                  </a:lnTo>
                  <a:lnTo>
                    <a:pt x="4401" y="8697"/>
                  </a:lnTo>
                  <a:lnTo>
                    <a:pt x="4470" y="8973"/>
                  </a:lnTo>
                  <a:lnTo>
                    <a:pt x="4527" y="9271"/>
                  </a:lnTo>
                  <a:lnTo>
                    <a:pt x="4562" y="9570"/>
                  </a:lnTo>
                  <a:lnTo>
                    <a:pt x="4573" y="9892"/>
                  </a:lnTo>
                  <a:lnTo>
                    <a:pt x="4562" y="10202"/>
                  </a:lnTo>
                  <a:lnTo>
                    <a:pt x="4527" y="10501"/>
                  </a:lnTo>
                  <a:lnTo>
                    <a:pt x="4470" y="10799"/>
                  </a:lnTo>
                  <a:lnTo>
                    <a:pt x="4401" y="11075"/>
                  </a:lnTo>
                  <a:lnTo>
                    <a:pt x="4297" y="11339"/>
                  </a:lnTo>
                  <a:lnTo>
                    <a:pt x="4194" y="11592"/>
                  </a:lnTo>
                  <a:lnTo>
                    <a:pt x="4056" y="11822"/>
                  </a:lnTo>
                  <a:lnTo>
                    <a:pt x="3918" y="12040"/>
                  </a:lnTo>
                  <a:lnTo>
                    <a:pt x="3758" y="12236"/>
                  </a:lnTo>
                  <a:lnTo>
                    <a:pt x="3574" y="12408"/>
                  </a:lnTo>
                  <a:lnTo>
                    <a:pt x="3390" y="12557"/>
                  </a:lnTo>
                  <a:lnTo>
                    <a:pt x="3195" y="12684"/>
                  </a:lnTo>
                  <a:lnTo>
                    <a:pt x="3091" y="12741"/>
                  </a:lnTo>
                  <a:lnTo>
                    <a:pt x="2976" y="12787"/>
                  </a:lnTo>
                  <a:lnTo>
                    <a:pt x="2873" y="12821"/>
                  </a:lnTo>
                  <a:lnTo>
                    <a:pt x="2758" y="12856"/>
                  </a:lnTo>
                  <a:lnTo>
                    <a:pt x="2643" y="12890"/>
                  </a:lnTo>
                  <a:lnTo>
                    <a:pt x="2528" y="12902"/>
                  </a:lnTo>
                  <a:lnTo>
                    <a:pt x="2413" y="12913"/>
                  </a:lnTo>
                  <a:lnTo>
                    <a:pt x="2298" y="12925"/>
                  </a:lnTo>
                  <a:lnTo>
                    <a:pt x="2103" y="12913"/>
                  </a:lnTo>
                  <a:lnTo>
                    <a:pt x="1908" y="12879"/>
                  </a:lnTo>
                  <a:lnTo>
                    <a:pt x="1713" y="12821"/>
                  </a:lnTo>
                  <a:lnTo>
                    <a:pt x="1540" y="12753"/>
                  </a:lnTo>
                  <a:lnTo>
                    <a:pt x="1368" y="12661"/>
                  </a:lnTo>
                  <a:lnTo>
                    <a:pt x="1196" y="12546"/>
                  </a:lnTo>
                  <a:lnTo>
                    <a:pt x="1035" y="12419"/>
                  </a:lnTo>
                  <a:lnTo>
                    <a:pt x="885" y="12281"/>
                  </a:lnTo>
                  <a:lnTo>
                    <a:pt x="748" y="12121"/>
                  </a:lnTo>
                  <a:lnTo>
                    <a:pt x="621" y="11948"/>
                  </a:lnTo>
                  <a:lnTo>
                    <a:pt x="506" y="11764"/>
                  </a:lnTo>
                  <a:lnTo>
                    <a:pt x="403" y="11569"/>
                  </a:lnTo>
                  <a:lnTo>
                    <a:pt x="299" y="11362"/>
                  </a:lnTo>
                  <a:lnTo>
                    <a:pt x="219" y="11133"/>
                  </a:lnTo>
                  <a:lnTo>
                    <a:pt x="150" y="10903"/>
                  </a:lnTo>
                  <a:lnTo>
                    <a:pt x="104" y="10662"/>
                  </a:lnTo>
                  <a:lnTo>
                    <a:pt x="93" y="10639"/>
                  </a:lnTo>
                  <a:lnTo>
                    <a:pt x="81" y="10627"/>
                  </a:lnTo>
                  <a:lnTo>
                    <a:pt x="47" y="10616"/>
                  </a:lnTo>
                  <a:lnTo>
                    <a:pt x="12" y="10639"/>
                  </a:lnTo>
                  <a:lnTo>
                    <a:pt x="1" y="10650"/>
                  </a:lnTo>
                  <a:lnTo>
                    <a:pt x="1" y="10673"/>
                  </a:lnTo>
                  <a:lnTo>
                    <a:pt x="1" y="11156"/>
                  </a:lnTo>
                  <a:lnTo>
                    <a:pt x="12" y="11661"/>
                  </a:lnTo>
                  <a:lnTo>
                    <a:pt x="58" y="12201"/>
                  </a:lnTo>
                  <a:lnTo>
                    <a:pt x="127" y="12741"/>
                  </a:lnTo>
                  <a:lnTo>
                    <a:pt x="219" y="13292"/>
                  </a:lnTo>
                  <a:lnTo>
                    <a:pt x="345" y="13832"/>
                  </a:lnTo>
                  <a:lnTo>
                    <a:pt x="483" y="14372"/>
                  </a:lnTo>
                  <a:lnTo>
                    <a:pt x="644" y="14924"/>
                  </a:lnTo>
                  <a:lnTo>
                    <a:pt x="828" y="15452"/>
                  </a:lnTo>
                  <a:lnTo>
                    <a:pt x="1046" y="15992"/>
                  </a:lnTo>
                  <a:lnTo>
                    <a:pt x="1276" y="16521"/>
                  </a:lnTo>
                  <a:lnTo>
                    <a:pt x="1529" y="17049"/>
                  </a:lnTo>
                  <a:lnTo>
                    <a:pt x="1816" y="17566"/>
                  </a:lnTo>
                  <a:lnTo>
                    <a:pt x="2115" y="18072"/>
                  </a:lnTo>
                  <a:lnTo>
                    <a:pt x="2436" y="18577"/>
                  </a:lnTo>
                  <a:lnTo>
                    <a:pt x="2792" y="19071"/>
                  </a:lnTo>
                  <a:lnTo>
                    <a:pt x="3160" y="19554"/>
                  </a:lnTo>
                  <a:lnTo>
                    <a:pt x="3551" y="20025"/>
                  </a:lnTo>
                  <a:lnTo>
                    <a:pt x="3964" y="20484"/>
                  </a:lnTo>
                  <a:lnTo>
                    <a:pt x="4401" y="20932"/>
                  </a:lnTo>
                  <a:lnTo>
                    <a:pt x="4860" y="21369"/>
                  </a:lnTo>
                  <a:lnTo>
                    <a:pt x="5343" y="21794"/>
                  </a:lnTo>
                  <a:lnTo>
                    <a:pt x="5848" y="22196"/>
                  </a:lnTo>
                  <a:lnTo>
                    <a:pt x="6377" y="22587"/>
                  </a:lnTo>
                  <a:lnTo>
                    <a:pt x="6928" y="22954"/>
                  </a:lnTo>
                  <a:lnTo>
                    <a:pt x="7491" y="23310"/>
                  </a:lnTo>
                  <a:lnTo>
                    <a:pt x="8089" y="23644"/>
                  </a:lnTo>
                  <a:lnTo>
                    <a:pt x="8387" y="23804"/>
                  </a:lnTo>
                  <a:lnTo>
                    <a:pt x="8698" y="23965"/>
                  </a:lnTo>
                  <a:lnTo>
                    <a:pt x="9008" y="24115"/>
                  </a:lnTo>
                  <a:lnTo>
                    <a:pt x="9329" y="24252"/>
                  </a:lnTo>
                  <a:lnTo>
                    <a:pt x="9651" y="24402"/>
                  </a:lnTo>
                  <a:lnTo>
                    <a:pt x="9984" y="24528"/>
                  </a:lnTo>
                  <a:lnTo>
                    <a:pt x="10317" y="24655"/>
                  </a:lnTo>
                  <a:lnTo>
                    <a:pt x="10651" y="24781"/>
                  </a:lnTo>
                  <a:lnTo>
                    <a:pt x="11007" y="24896"/>
                  </a:lnTo>
                  <a:lnTo>
                    <a:pt x="11351" y="25011"/>
                  </a:lnTo>
                  <a:lnTo>
                    <a:pt x="11708" y="25114"/>
                  </a:lnTo>
                  <a:lnTo>
                    <a:pt x="12064" y="25218"/>
                  </a:lnTo>
                  <a:lnTo>
                    <a:pt x="12431" y="25309"/>
                  </a:lnTo>
                  <a:lnTo>
                    <a:pt x="12810" y="25401"/>
                  </a:lnTo>
                  <a:lnTo>
                    <a:pt x="12661" y="25160"/>
                  </a:lnTo>
                  <a:lnTo>
                    <a:pt x="12523" y="24919"/>
                  </a:lnTo>
                  <a:lnTo>
                    <a:pt x="12397" y="24666"/>
                  </a:lnTo>
                  <a:lnTo>
                    <a:pt x="12270" y="24402"/>
                  </a:lnTo>
                  <a:lnTo>
                    <a:pt x="12167" y="24126"/>
                  </a:lnTo>
                  <a:lnTo>
                    <a:pt x="12064" y="23850"/>
                  </a:lnTo>
                  <a:lnTo>
                    <a:pt x="11972" y="23552"/>
                  </a:lnTo>
                  <a:lnTo>
                    <a:pt x="11880" y="23253"/>
                  </a:lnTo>
                  <a:lnTo>
                    <a:pt x="11811" y="22943"/>
                  </a:lnTo>
                  <a:lnTo>
                    <a:pt x="11742" y="22621"/>
                  </a:lnTo>
                  <a:lnTo>
                    <a:pt x="11685" y="22299"/>
                  </a:lnTo>
                  <a:lnTo>
                    <a:pt x="11639" y="21955"/>
                  </a:lnTo>
                  <a:lnTo>
                    <a:pt x="11604" y="21622"/>
                  </a:lnTo>
                  <a:lnTo>
                    <a:pt x="11570" y="21265"/>
                  </a:lnTo>
                  <a:lnTo>
                    <a:pt x="11558" y="20909"/>
                  </a:lnTo>
                  <a:lnTo>
                    <a:pt x="11558" y="20542"/>
                  </a:lnTo>
                  <a:lnTo>
                    <a:pt x="11558" y="20128"/>
                  </a:lnTo>
                  <a:lnTo>
                    <a:pt x="11581" y="19715"/>
                  </a:lnTo>
                  <a:lnTo>
                    <a:pt x="11616" y="19312"/>
                  </a:lnTo>
                  <a:lnTo>
                    <a:pt x="11673" y="18933"/>
                  </a:lnTo>
                  <a:lnTo>
                    <a:pt x="11731" y="18543"/>
                  </a:lnTo>
                  <a:lnTo>
                    <a:pt x="11811" y="18175"/>
                  </a:lnTo>
                  <a:lnTo>
                    <a:pt x="11891" y="17819"/>
                  </a:lnTo>
                  <a:lnTo>
                    <a:pt x="11995" y="17474"/>
                  </a:lnTo>
                  <a:lnTo>
                    <a:pt x="12110" y="17141"/>
                  </a:lnTo>
                  <a:lnTo>
                    <a:pt x="12236" y="16819"/>
                  </a:lnTo>
                  <a:lnTo>
                    <a:pt x="12374" y="16521"/>
                  </a:lnTo>
                  <a:lnTo>
                    <a:pt x="12523" y="16222"/>
                  </a:lnTo>
                  <a:lnTo>
                    <a:pt x="12673" y="15946"/>
                  </a:lnTo>
                  <a:lnTo>
                    <a:pt x="12845" y="15671"/>
                  </a:lnTo>
                  <a:lnTo>
                    <a:pt x="13017" y="15429"/>
                  </a:lnTo>
                  <a:lnTo>
                    <a:pt x="13213" y="15188"/>
                  </a:lnTo>
                  <a:lnTo>
                    <a:pt x="12948" y="15131"/>
                  </a:lnTo>
                  <a:lnTo>
                    <a:pt x="12684" y="15073"/>
                  </a:lnTo>
                  <a:lnTo>
                    <a:pt x="12431" y="14993"/>
                  </a:lnTo>
                  <a:lnTo>
                    <a:pt x="12179" y="14912"/>
                  </a:lnTo>
                  <a:lnTo>
                    <a:pt x="11937" y="14832"/>
                  </a:lnTo>
                  <a:lnTo>
                    <a:pt x="11696" y="14740"/>
                  </a:lnTo>
                  <a:lnTo>
                    <a:pt x="11455" y="14637"/>
                  </a:lnTo>
                  <a:lnTo>
                    <a:pt x="11214" y="14522"/>
                  </a:lnTo>
                  <a:lnTo>
                    <a:pt x="10984" y="14407"/>
                  </a:lnTo>
                  <a:lnTo>
                    <a:pt x="10765" y="14292"/>
                  </a:lnTo>
                  <a:lnTo>
                    <a:pt x="10547" y="14166"/>
                  </a:lnTo>
                  <a:lnTo>
                    <a:pt x="10329" y="14028"/>
                  </a:lnTo>
                  <a:lnTo>
                    <a:pt x="10122" y="13890"/>
                  </a:lnTo>
                  <a:lnTo>
                    <a:pt x="9915" y="13752"/>
                  </a:lnTo>
                  <a:lnTo>
                    <a:pt x="9720" y="13603"/>
                  </a:lnTo>
                  <a:lnTo>
                    <a:pt x="9536" y="13453"/>
                  </a:lnTo>
                  <a:lnTo>
                    <a:pt x="9352" y="13292"/>
                  </a:lnTo>
                  <a:lnTo>
                    <a:pt x="9169" y="13132"/>
                  </a:lnTo>
                  <a:lnTo>
                    <a:pt x="8996" y="12971"/>
                  </a:lnTo>
                  <a:lnTo>
                    <a:pt x="8835" y="12798"/>
                  </a:lnTo>
                  <a:lnTo>
                    <a:pt x="8686" y="12626"/>
                  </a:lnTo>
                  <a:lnTo>
                    <a:pt x="8537" y="12454"/>
                  </a:lnTo>
                  <a:lnTo>
                    <a:pt x="8387" y="12270"/>
                  </a:lnTo>
                  <a:lnTo>
                    <a:pt x="8261" y="12098"/>
                  </a:lnTo>
                  <a:lnTo>
                    <a:pt x="8135" y="11914"/>
                  </a:lnTo>
                  <a:lnTo>
                    <a:pt x="8020" y="11730"/>
                  </a:lnTo>
                  <a:lnTo>
                    <a:pt x="7905" y="11535"/>
                  </a:lnTo>
                  <a:lnTo>
                    <a:pt x="7813" y="11351"/>
                  </a:lnTo>
                  <a:lnTo>
                    <a:pt x="7721" y="11167"/>
                  </a:lnTo>
                  <a:lnTo>
                    <a:pt x="7641" y="10972"/>
                  </a:lnTo>
                  <a:lnTo>
                    <a:pt x="7572" y="10776"/>
                  </a:lnTo>
                  <a:lnTo>
                    <a:pt x="7503" y="10593"/>
                  </a:lnTo>
                  <a:lnTo>
                    <a:pt x="7434" y="10340"/>
                  </a:lnTo>
                  <a:lnTo>
                    <a:pt x="7376" y="10099"/>
                  </a:lnTo>
                  <a:lnTo>
                    <a:pt x="7330" y="9846"/>
                  </a:lnTo>
                  <a:lnTo>
                    <a:pt x="7296" y="9605"/>
                  </a:lnTo>
                  <a:lnTo>
                    <a:pt x="7284" y="9352"/>
                  </a:lnTo>
                  <a:lnTo>
                    <a:pt x="7273" y="9111"/>
                  </a:lnTo>
                  <a:lnTo>
                    <a:pt x="7273" y="8869"/>
                  </a:lnTo>
                  <a:lnTo>
                    <a:pt x="7296" y="8640"/>
                  </a:lnTo>
                  <a:lnTo>
                    <a:pt x="7319" y="8398"/>
                  </a:lnTo>
                  <a:lnTo>
                    <a:pt x="7365" y="8169"/>
                  </a:lnTo>
                  <a:lnTo>
                    <a:pt x="7422" y="7950"/>
                  </a:lnTo>
                  <a:lnTo>
                    <a:pt x="7491" y="7732"/>
                  </a:lnTo>
                  <a:lnTo>
                    <a:pt x="7572" y="7514"/>
                  </a:lnTo>
                  <a:lnTo>
                    <a:pt x="7675" y="7307"/>
                  </a:lnTo>
                  <a:lnTo>
                    <a:pt x="7790" y="7100"/>
                  </a:lnTo>
                  <a:lnTo>
                    <a:pt x="7916" y="6905"/>
                  </a:lnTo>
                  <a:lnTo>
                    <a:pt x="8054" y="6721"/>
                  </a:lnTo>
                  <a:lnTo>
                    <a:pt x="8215" y="6537"/>
                  </a:lnTo>
                  <a:lnTo>
                    <a:pt x="8376" y="6365"/>
                  </a:lnTo>
                  <a:lnTo>
                    <a:pt x="8571" y="6193"/>
                  </a:lnTo>
                  <a:lnTo>
                    <a:pt x="8766" y="6043"/>
                  </a:lnTo>
                  <a:lnTo>
                    <a:pt x="8985" y="5894"/>
                  </a:lnTo>
                  <a:lnTo>
                    <a:pt x="9215" y="5768"/>
                  </a:lnTo>
                  <a:lnTo>
                    <a:pt x="9467" y="5641"/>
                  </a:lnTo>
                  <a:lnTo>
                    <a:pt x="9732" y="5526"/>
                  </a:lnTo>
                  <a:lnTo>
                    <a:pt x="10019" y="5423"/>
                  </a:lnTo>
                  <a:lnTo>
                    <a:pt x="10317" y="5331"/>
                  </a:lnTo>
                  <a:lnTo>
                    <a:pt x="10628" y="5251"/>
                  </a:lnTo>
                  <a:lnTo>
                    <a:pt x="10961" y="5182"/>
                  </a:lnTo>
                  <a:lnTo>
                    <a:pt x="11317" y="5136"/>
                  </a:lnTo>
                  <a:lnTo>
                    <a:pt x="11685" y="5101"/>
                  </a:lnTo>
                  <a:lnTo>
                    <a:pt x="12064" y="5078"/>
                  </a:lnTo>
                  <a:lnTo>
                    <a:pt x="12305" y="5067"/>
                  </a:lnTo>
                  <a:lnTo>
                    <a:pt x="12546" y="5067"/>
                  </a:lnTo>
                  <a:lnTo>
                    <a:pt x="12776" y="5090"/>
                  </a:lnTo>
                  <a:lnTo>
                    <a:pt x="13006" y="5113"/>
                  </a:lnTo>
                  <a:lnTo>
                    <a:pt x="13236" y="5159"/>
                  </a:lnTo>
                  <a:lnTo>
                    <a:pt x="13465" y="5205"/>
                  </a:lnTo>
                  <a:lnTo>
                    <a:pt x="13684" y="5262"/>
                  </a:lnTo>
                  <a:lnTo>
                    <a:pt x="13902" y="5342"/>
                  </a:lnTo>
                  <a:lnTo>
                    <a:pt x="14109" y="5423"/>
                  </a:lnTo>
                  <a:lnTo>
                    <a:pt x="14315" y="5515"/>
                  </a:lnTo>
                  <a:lnTo>
                    <a:pt x="14522" y="5630"/>
                  </a:lnTo>
                  <a:lnTo>
                    <a:pt x="14718" y="5733"/>
                  </a:lnTo>
                  <a:lnTo>
                    <a:pt x="14913" y="5859"/>
                  </a:lnTo>
                  <a:lnTo>
                    <a:pt x="15097" y="5997"/>
                  </a:lnTo>
                  <a:lnTo>
                    <a:pt x="15280" y="6135"/>
                  </a:lnTo>
                  <a:lnTo>
                    <a:pt x="15453" y="6284"/>
                  </a:lnTo>
                  <a:lnTo>
                    <a:pt x="15614" y="6445"/>
                  </a:lnTo>
                  <a:lnTo>
                    <a:pt x="15774" y="6606"/>
                  </a:lnTo>
                  <a:lnTo>
                    <a:pt x="15935" y="6778"/>
                  </a:lnTo>
                  <a:lnTo>
                    <a:pt x="16073" y="6962"/>
                  </a:lnTo>
                  <a:lnTo>
                    <a:pt x="16211" y="7146"/>
                  </a:lnTo>
                  <a:lnTo>
                    <a:pt x="16337" y="7341"/>
                  </a:lnTo>
                  <a:lnTo>
                    <a:pt x="16464" y="7548"/>
                  </a:lnTo>
                  <a:lnTo>
                    <a:pt x="16567" y="7755"/>
                  </a:lnTo>
                  <a:lnTo>
                    <a:pt x="16671" y="7962"/>
                  </a:lnTo>
                  <a:lnTo>
                    <a:pt x="16774" y="8180"/>
                  </a:lnTo>
                  <a:lnTo>
                    <a:pt x="16854" y="8398"/>
                  </a:lnTo>
                  <a:lnTo>
                    <a:pt x="16923" y="8628"/>
                  </a:lnTo>
                  <a:lnTo>
                    <a:pt x="16992" y="8858"/>
                  </a:lnTo>
                  <a:lnTo>
                    <a:pt x="17038" y="9099"/>
                  </a:lnTo>
                  <a:lnTo>
                    <a:pt x="17084" y="9340"/>
                  </a:lnTo>
                  <a:lnTo>
                    <a:pt x="17119" y="9582"/>
                  </a:lnTo>
                  <a:lnTo>
                    <a:pt x="17119" y="9743"/>
                  </a:lnTo>
                  <a:lnTo>
                    <a:pt x="17142" y="9892"/>
                  </a:lnTo>
                  <a:lnTo>
                    <a:pt x="17176" y="10041"/>
                  </a:lnTo>
                  <a:lnTo>
                    <a:pt x="17233" y="10179"/>
                  </a:lnTo>
                  <a:lnTo>
                    <a:pt x="17291" y="10317"/>
                  </a:lnTo>
                  <a:lnTo>
                    <a:pt x="17371" y="10432"/>
                  </a:lnTo>
                  <a:lnTo>
                    <a:pt x="17452" y="10547"/>
                  </a:lnTo>
                  <a:lnTo>
                    <a:pt x="17544" y="10662"/>
                  </a:lnTo>
                  <a:lnTo>
                    <a:pt x="17659" y="10754"/>
                  </a:lnTo>
                  <a:lnTo>
                    <a:pt x="17773" y="10834"/>
                  </a:lnTo>
                  <a:lnTo>
                    <a:pt x="17900" y="10914"/>
                  </a:lnTo>
                  <a:lnTo>
                    <a:pt x="18026" y="10972"/>
                  </a:lnTo>
                  <a:lnTo>
                    <a:pt x="18164" y="11018"/>
                  </a:lnTo>
                  <a:lnTo>
                    <a:pt x="18313" y="11064"/>
                  </a:lnTo>
                  <a:lnTo>
                    <a:pt x="18463" y="11075"/>
                  </a:lnTo>
                  <a:lnTo>
                    <a:pt x="18624" y="11087"/>
                  </a:lnTo>
                  <a:lnTo>
                    <a:pt x="18635" y="11087"/>
                  </a:lnTo>
                  <a:lnTo>
                    <a:pt x="18784" y="11075"/>
                  </a:lnTo>
                  <a:lnTo>
                    <a:pt x="18945" y="11064"/>
                  </a:lnTo>
                  <a:lnTo>
                    <a:pt x="19083" y="11029"/>
                  </a:lnTo>
                  <a:lnTo>
                    <a:pt x="19232" y="10972"/>
                  </a:lnTo>
                  <a:lnTo>
                    <a:pt x="19359" y="10914"/>
                  </a:lnTo>
                  <a:lnTo>
                    <a:pt x="19485" y="10845"/>
                  </a:lnTo>
                  <a:lnTo>
                    <a:pt x="19600" y="10765"/>
                  </a:lnTo>
                  <a:lnTo>
                    <a:pt x="19704" y="10662"/>
                  </a:lnTo>
                  <a:lnTo>
                    <a:pt x="19807" y="10570"/>
                  </a:lnTo>
                  <a:lnTo>
                    <a:pt x="19887" y="10455"/>
                  </a:lnTo>
                  <a:lnTo>
                    <a:pt x="19968" y="10340"/>
                  </a:lnTo>
                  <a:lnTo>
                    <a:pt x="20025" y="10214"/>
                  </a:lnTo>
                  <a:lnTo>
                    <a:pt x="20083" y="10076"/>
                  </a:lnTo>
                  <a:lnTo>
                    <a:pt x="20117" y="9938"/>
                  </a:lnTo>
                  <a:lnTo>
                    <a:pt x="20140" y="9800"/>
                  </a:lnTo>
                  <a:lnTo>
                    <a:pt x="20140" y="9651"/>
                  </a:lnTo>
                  <a:lnTo>
                    <a:pt x="20175" y="9214"/>
                  </a:lnTo>
                  <a:lnTo>
                    <a:pt x="20175" y="8777"/>
                  </a:lnTo>
                  <a:lnTo>
                    <a:pt x="20152" y="8352"/>
                  </a:lnTo>
                  <a:lnTo>
                    <a:pt x="20117" y="7939"/>
                  </a:lnTo>
                  <a:lnTo>
                    <a:pt x="20060" y="7514"/>
                  </a:lnTo>
                  <a:lnTo>
                    <a:pt x="19979" y="7112"/>
                  </a:lnTo>
                  <a:lnTo>
                    <a:pt x="19876" y="6698"/>
                  </a:lnTo>
                  <a:lnTo>
                    <a:pt x="19761" y="6307"/>
                  </a:lnTo>
                  <a:lnTo>
                    <a:pt x="19623" y="5917"/>
                  </a:lnTo>
                  <a:lnTo>
                    <a:pt x="19474" y="5526"/>
                  </a:lnTo>
                  <a:lnTo>
                    <a:pt x="19301" y="5147"/>
                  </a:lnTo>
                  <a:lnTo>
                    <a:pt x="19106" y="4791"/>
                  </a:lnTo>
                  <a:lnTo>
                    <a:pt x="18899" y="4423"/>
                  </a:lnTo>
                  <a:lnTo>
                    <a:pt x="18681" y="4079"/>
                  </a:lnTo>
                  <a:lnTo>
                    <a:pt x="18440" y="3746"/>
                  </a:lnTo>
                  <a:lnTo>
                    <a:pt x="18187" y="3424"/>
                  </a:lnTo>
                  <a:lnTo>
                    <a:pt x="17911" y="3102"/>
                  </a:lnTo>
                  <a:lnTo>
                    <a:pt x="17636" y="2803"/>
                  </a:lnTo>
                  <a:lnTo>
                    <a:pt x="17337" y="2516"/>
                  </a:lnTo>
                  <a:lnTo>
                    <a:pt x="17027" y="2241"/>
                  </a:lnTo>
                  <a:lnTo>
                    <a:pt x="16705" y="1976"/>
                  </a:lnTo>
                  <a:lnTo>
                    <a:pt x="16360" y="1735"/>
                  </a:lnTo>
                  <a:lnTo>
                    <a:pt x="16016" y="1494"/>
                  </a:lnTo>
                  <a:lnTo>
                    <a:pt x="15648" y="1276"/>
                  </a:lnTo>
                  <a:lnTo>
                    <a:pt x="15280" y="1080"/>
                  </a:lnTo>
                  <a:lnTo>
                    <a:pt x="14890" y="896"/>
                  </a:lnTo>
                  <a:lnTo>
                    <a:pt x="14499" y="724"/>
                  </a:lnTo>
                  <a:lnTo>
                    <a:pt x="14097" y="575"/>
                  </a:lnTo>
                  <a:lnTo>
                    <a:pt x="13684" y="448"/>
                  </a:lnTo>
                  <a:lnTo>
                    <a:pt x="13258" y="333"/>
                  </a:lnTo>
                  <a:lnTo>
                    <a:pt x="12833" y="242"/>
                  </a:lnTo>
                  <a:lnTo>
                    <a:pt x="12385" y="161"/>
                  </a:lnTo>
                  <a:lnTo>
                    <a:pt x="12052" y="115"/>
                  </a:lnTo>
                  <a:lnTo>
                    <a:pt x="11719" y="81"/>
                  </a:lnTo>
                  <a:lnTo>
                    <a:pt x="11386" y="46"/>
                  </a:lnTo>
                  <a:lnTo>
                    <a:pt x="11053" y="23"/>
                  </a:lnTo>
                  <a:lnTo>
                    <a:pt x="107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0" name="Google Shape;950;p23"/>
          <p:cNvSpPr/>
          <p:nvPr/>
        </p:nvSpPr>
        <p:spPr>
          <a:xfrm>
            <a:off x="8021028" y="1840266"/>
            <a:ext cx="234154" cy="365584"/>
          </a:xfrm>
          <a:custGeom>
            <a:rect b="b" l="l" r="r" t="t"/>
            <a:pathLst>
              <a:path extrusionOk="0" h="25850" w="16648">
                <a:moveTo>
                  <a:pt x="8330" y="6147"/>
                </a:moveTo>
                <a:lnTo>
                  <a:pt x="8410" y="6158"/>
                </a:lnTo>
                <a:lnTo>
                  <a:pt x="8490" y="6170"/>
                </a:lnTo>
                <a:lnTo>
                  <a:pt x="8559" y="6181"/>
                </a:lnTo>
                <a:lnTo>
                  <a:pt x="8628" y="6216"/>
                </a:lnTo>
                <a:lnTo>
                  <a:pt x="8697" y="6239"/>
                </a:lnTo>
                <a:lnTo>
                  <a:pt x="8755" y="6285"/>
                </a:lnTo>
                <a:lnTo>
                  <a:pt x="8812" y="6319"/>
                </a:lnTo>
                <a:lnTo>
                  <a:pt x="8869" y="6377"/>
                </a:lnTo>
                <a:lnTo>
                  <a:pt x="8915" y="6423"/>
                </a:lnTo>
                <a:lnTo>
                  <a:pt x="8961" y="6480"/>
                </a:lnTo>
                <a:lnTo>
                  <a:pt x="8996" y="6549"/>
                </a:lnTo>
                <a:lnTo>
                  <a:pt x="9030" y="6618"/>
                </a:lnTo>
                <a:lnTo>
                  <a:pt x="9053" y="6687"/>
                </a:lnTo>
                <a:lnTo>
                  <a:pt x="9076" y="6756"/>
                </a:lnTo>
                <a:lnTo>
                  <a:pt x="9088" y="6836"/>
                </a:lnTo>
                <a:lnTo>
                  <a:pt x="9088" y="6905"/>
                </a:lnTo>
                <a:lnTo>
                  <a:pt x="9088" y="7813"/>
                </a:lnTo>
                <a:lnTo>
                  <a:pt x="9306" y="7893"/>
                </a:lnTo>
                <a:lnTo>
                  <a:pt x="9513" y="8008"/>
                </a:lnTo>
                <a:lnTo>
                  <a:pt x="9708" y="8134"/>
                </a:lnTo>
                <a:lnTo>
                  <a:pt x="9880" y="8284"/>
                </a:lnTo>
                <a:lnTo>
                  <a:pt x="10053" y="8456"/>
                </a:lnTo>
                <a:lnTo>
                  <a:pt x="10191" y="8640"/>
                </a:lnTo>
                <a:lnTo>
                  <a:pt x="10317" y="8835"/>
                </a:lnTo>
                <a:lnTo>
                  <a:pt x="10432" y="9054"/>
                </a:lnTo>
                <a:lnTo>
                  <a:pt x="10455" y="9122"/>
                </a:lnTo>
                <a:lnTo>
                  <a:pt x="10478" y="9203"/>
                </a:lnTo>
                <a:lnTo>
                  <a:pt x="10489" y="9272"/>
                </a:lnTo>
                <a:lnTo>
                  <a:pt x="10489" y="9352"/>
                </a:lnTo>
                <a:lnTo>
                  <a:pt x="10489" y="9421"/>
                </a:lnTo>
                <a:lnTo>
                  <a:pt x="10478" y="9490"/>
                </a:lnTo>
                <a:lnTo>
                  <a:pt x="10455" y="9571"/>
                </a:lnTo>
                <a:lnTo>
                  <a:pt x="10432" y="9639"/>
                </a:lnTo>
                <a:lnTo>
                  <a:pt x="10397" y="9697"/>
                </a:lnTo>
                <a:lnTo>
                  <a:pt x="10363" y="9766"/>
                </a:lnTo>
                <a:lnTo>
                  <a:pt x="10317" y="9823"/>
                </a:lnTo>
                <a:lnTo>
                  <a:pt x="10271" y="9881"/>
                </a:lnTo>
                <a:lnTo>
                  <a:pt x="10225" y="9927"/>
                </a:lnTo>
                <a:lnTo>
                  <a:pt x="10156" y="9973"/>
                </a:lnTo>
                <a:lnTo>
                  <a:pt x="10099" y="10019"/>
                </a:lnTo>
                <a:lnTo>
                  <a:pt x="10030" y="10053"/>
                </a:lnTo>
                <a:lnTo>
                  <a:pt x="9949" y="10076"/>
                </a:lnTo>
                <a:lnTo>
                  <a:pt x="9880" y="10088"/>
                </a:lnTo>
                <a:lnTo>
                  <a:pt x="9800" y="10099"/>
                </a:lnTo>
                <a:lnTo>
                  <a:pt x="9731" y="10110"/>
                </a:lnTo>
                <a:lnTo>
                  <a:pt x="9662" y="10099"/>
                </a:lnTo>
                <a:lnTo>
                  <a:pt x="9582" y="10099"/>
                </a:lnTo>
                <a:lnTo>
                  <a:pt x="9513" y="10076"/>
                </a:lnTo>
                <a:lnTo>
                  <a:pt x="9444" y="10053"/>
                </a:lnTo>
                <a:lnTo>
                  <a:pt x="9375" y="10019"/>
                </a:lnTo>
                <a:lnTo>
                  <a:pt x="9318" y="9984"/>
                </a:lnTo>
                <a:lnTo>
                  <a:pt x="9260" y="9938"/>
                </a:lnTo>
                <a:lnTo>
                  <a:pt x="9203" y="9892"/>
                </a:lnTo>
                <a:lnTo>
                  <a:pt x="9157" y="9835"/>
                </a:lnTo>
                <a:lnTo>
                  <a:pt x="9111" y="9777"/>
                </a:lnTo>
                <a:lnTo>
                  <a:pt x="9065" y="9720"/>
                </a:lnTo>
                <a:lnTo>
                  <a:pt x="9030" y="9651"/>
                </a:lnTo>
                <a:lnTo>
                  <a:pt x="8984" y="9548"/>
                </a:lnTo>
                <a:lnTo>
                  <a:pt x="8915" y="9456"/>
                </a:lnTo>
                <a:lnTo>
                  <a:pt x="8835" y="9375"/>
                </a:lnTo>
                <a:lnTo>
                  <a:pt x="8755" y="9306"/>
                </a:lnTo>
                <a:lnTo>
                  <a:pt x="8663" y="9249"/>
                </a:lnTo>
                <a:lnTo>
                  <a:pt x="8559" y="9214"/>
                </a:lnTo>
                <a:lnTo>
                  <a:pt x="8444" y="9191"/>
                </a:lnTo>
                <a:lnTo>
                  <a:pt x="8330" y="9180"/>
                </a:lnTo>
                <a:lnTo>
                  <a:pt x="8261" y="9191"/>
                </a:lnTo>
                <a:lnTo>
                  <a:pt x="8180" y="9203"/>
                </a:lnTo>
                <a:lnTo>
                  <a:pt x="8111" y="9214"/>
                </a:lnTo>
                <a:lnTo>
                  <a:pt x="8042" y="9237"/>
                </a:lnTo>
                <a:lnTo>
                  <a:pt x="7973" y="9272"/>
                </a:lnTo>
                <a:lnTo>
                  <a:pt x="7904" y="9306"/>
                </a:lnTo>
                <a:lnTo>
                  <a:pt x="7847" y="9352"/>
                </a:lnTo>
                <a:lnTo>
                  <a:pt x="7801" y="9410"/>
                </a:lnTo>
                <a:lnTo>
                  <a:pt x="7744" y="9456"/>
                </a:lnTo>
                <a:lnTo>
                  <a:pt x="7709" y="9513"/>
                </a:lnTo>
                <a:lnTo>
                  <a:pt x="7663" y="9582"/>
                </a:lnTo>
                <a:lnTo>
                  <a:pt x="7640" y="9639"/>
                </a:lnTo>
                <a:lnTo>
                  <a:pt x="7606" y="9720"/>
                </a:lnTo>
                <a:lnTo>
                  <a:pt x="7594" y="9789"/>
                </a:lnTo>
                <a:lnTo>
                  <a:pt x="7583" y="9858"/>
                </a:lnTo>
                <a:lnTo>
                  <a:pt x="7571" y="9938"/>
                </a:lnTo>
                <a:lnTo>
                  <a:pt x="7583" y="10019"/>
                </a:lnTo>
                <a:lnTo>
                  <a:pt x="7594" y="10088"/>
                </a:lnTo>
                <a:lnTo>
                  <a:pt x="7606" y="10168"/>
                </a:lnTo>
                <a:lnTo>
                  <a:pt x="7640" y="10237"/>
                </a:lnTo>
                <a:lnTo>
                  <a:pt x="7663" y="10306"/>
                </a:lnTo>
                <a:lnTo>
                  <a:pt x="7709" y="10363"/>
                </a:lnTo>
                <a:lnTo>
                  <a:pt x="7744" y="10421"/>
                </a:lnTo>
                <a:lnTo>
                  <a:pt x="7801" y="10478"/>
                </a:lnTo>
                <a:lnTo>
                  <a:pt x="7847" y="10524"/>
                </a:lnTo>
                <a:lnTo>
                  <a:pt x="7904" y="10570"/>
                </a:lnTo>
                <a:lnTo>
                  <a:pt x="7973" y="10604"/>
                </a:lnTo>
                <a:lnTo>
                  <a:pt x="8042" y="10639"/>
                </a:lnTo>
                <a:lnTo>
                  <a:pt x="8111" y="10662"/>
                </a:lnTo>
                <a:lnTo>
                  <a:pt x="8180" y="10685"/>
                </a:lnTo>
                <a:lnTo>
                  <a:pt x="8261" y="10696"/>
                </a:lnTo>
                <a:lnTo>
                  <a:pt x="8330" y="10696"/>
                </a:lnTo>
                <a:lnTo>
                  <a:pt x="8571" y="10708"/>
                </a:lnTo>
                <a:lnTo>
                  <a:pt x="8789" y="10742"/>
                </a:lnTo>
                <a:lnTo>
                  <a:pt x="9007" y="10800"/>
                </a:lnTo>
                <a:lnTo>
                  <a:pt x="9214" y="10880"/>
                </a:lnTo>
                <a:lnTo>
                  <a:pt x="9421" y="10972"/>
                </a:lnTo>
                <a:lnTo>
                  <a:pt x="9605" y="11087"/>
                </a:lnTo>
                <a:lnTo>
                  <a:pt x="9777" y="11213"/>
                </a:lnTo>
                <a:lnTo>
                  <a:pt x="9938" y="11363"/>
                </a:lnTo>
                <a:lnTo>
                  <a:pt x="10087" y="11524"/>
                </a:lnTo>
                <a:lnTo>
                  <a:pt x="10214" y="11696"/>
                </a:lnTo>
                <a:lnTo>
                  <a:pt x="10329" y="11891"/>
                </a:lnTo>
                <a:lnTo>
                  <a:pt x="10432" y="12087"/>
                </a:lnTo>
                <a:lnTo>
                  <a:pt x="10501" y="12293"/>
                </a:lnTo>
                <a:lnTo>
                  <a:pt x="10558" y="12512"/>
                </a:lnTo>
                <a:lnTo>
                  <a:pt x="10593" y="12741"/>
                </a:lnTo>
                <a:lnTo>
                  <a:pt x="10604" y="12971"/>
                </a:lnTo>
                <a:lnTo>
                  <a:pt x="10604" y="13155"/>
                </a:lnTo>
                <a:lnTo>
                  <a:pt x="10581" y="13339"/>
                </a:lnTo>
                <a:lnTo>
                  <a:pt x="10547" y="13511"/>
                </a:lnTo>
                <a:lnTo>
                  <a:pt x="10489" y="13672"/>
                </a:lnTo>
                <a:lnTo>
                  <a:pt x="10432" y="13844"/>
                </a:lnTo>
                <a:lnTo>
                  <a:pt x="10363" y="13994"/>
                </a:lnTo>
                <a:lnTo>
                  <a:pt x="10271" y="14143"/>
                </a:lnTo>
                <a:lnTo>
                  <a:pt x="10179" y="14292"/>
                </a:lnTo>
                <a:lnTo>
                  <a:pt x="10076" y="14430"/>
                </a:lnTo>
                <a:lnTo>
                  <a:pt x="9961" y="14557"/>
                </a:lnTo>
                <a:lnTo>
                  <a:pt x="9835" y="14671"/>
                </a:lnTo>
                <a:lnTo>
                  <a:pt x="9697" y="14775"/>
                </a:lnTo>
                <a:lnTo>
                  <a:pt x="9559" y="14878"/>
                </a:lnTo>
                <a:lnTo>
                  <a:pt x="9409" y="14959"/>
                </a:lnTo>
                <a:lnTo>
                  <a:pt x="9249" y="15039"/>
                </a:lnTo>
                <a:lnTo>
                  <a:pt x="9088" y="15108"/>
                </a:lnTo>
                <a:lnTo>
                  <a:pt x="9088" y="16004"/>
                </a:lnTo>
                <a:lnTo>
                  <a:pt x="9088" y="16085"/>
                </a:lnTo>
                <a:lnTo>
                  <a:pt x="9076" y="16153"/>
                </a:lnTo>
                <a:lnTo>
                  <a:pt x="9053" y="16222"/>
                </a:lnTo>
                <a:lnTo>
                  <a:pt x="9030" y="16303"/>
                </a:lnTo>
                <a:lnTo>
                  <a:pt x="8996" y="16360"/>
                </a:lnTo>
                <a:lnTo>
                  <a:pt x="8961" y="16429"/>
                </a:lnTo>
                <a:lnTo>
                  <a:pt x="8915" y="16487"/>
                </a:lnTo>
                <a:lnTo>
                  <a:pt x="8869" y="16544"/>
                </a:lnTo>
                <a:lnTo>
                  <a:pt x="8812" y="16590"/>
                </a:lnTo>
                <a:lnTo>
                  <a:pt x="8755" y="16636"/>
                </a:lnTo>
                <a:lnTo>
                  <a:pt x="8697" y="16670"/>
                </a:lnTo>
                <a:lnTo>
                  <a:pt x="8628" y="16705"/>
                </a:lnTo>
                <a:lnTo>
                  <a:pt x="8559" y="16728"/>
                </a:lnTo>
                <a:lnTo>
                  <a:pt x="8490" y="16739"/>
                </a:lnTo>
                <a:lnTo>
                  <a:pt x="8410" y="16751"/>
                </a:lnTo>
                <a:lnTo>
                  <a:pt x="8330" y="16762"/>
                </a:lnTo>
                <a:lnTo>
                  <a:pt x="8261" y="16751"/>
                </a:lnTo>
                <a:lnTo>
                  <a:pt x="8180" y="16751"/>
                </a:lnTo>
                <a:lnTo>
                  <a:pt x="8111" y="16728"/>
                </a:lnTo>
                <a:lnTo>
                  <a:pt x="8031" y="16705"/>
                </a:lnTo>
                <a:lnTo>
                  <a:pt x="7904" y="16636"/>
                </a:lnTo>
                <a:lnTo>
                  <a:pt x="7790" y="16544"/>
                </a:lnTo>
                <a:lnTo>
                  <a:pt x="7732" y="16498"/>
                </a:lnTo>
                <a:lnTo>
                  <a:pt x="7686" y="16441"/>
                </a:lnTo>
                <a:lnTo>
                  <a:pt x="7652" y="16383"/>
                </a:lnTo>
                <a:lnTo>
                  <a:pt x="7617" y="16314"/>
                </a:lnTo>
                <a:lnTo>
                  <a:pt x="7594" y="16245"/>
                </a:lnTo>
                <a:lnTo>
                  <a:pt x="7571" y="16176"/>
                </a:lnTo>
                <a:lnTo>
                  <a:pt x="7560" y="16096"/>
                </a:lnTo>
                <a:lnTo>
                  <a:pt x="7560" y="16027"/>
                </a:lnTo>
                <a:lnTo>
                  <a:pt x="7560" y="15119"/>
                </a:lnTo>
                <a:lnTo>
                  <a:pt x="7342" y="15028"/>
                </a:lnTo>
                <a:lnTo>
                  <a:pt x="7135" y="14924"/>
                </a:lnTo>
                <a:lnTo>
                  <a:pt x="6951" y="14786"/>
                </a:lnTo>
                <a:lnTo>
                  <a:pt x="6767" y="14637"/>
                </a:lnTo>
                <a:lnTo>
                  <a:pt x="6606" y="14465"/>
                </a:lnTo>
                <a:lnTo>
                  <a:pt x="6468" y="14281"/>
                </a:lnTo>
                <a:lnTo>
                  <a:pt x="6342" y="14074"/>
                </a:lnTo>
                <a:lnTo>
                  <a:pt x="6239" y="13856"/>
                </a:lnTo>
                <a:lnTo>
                  <a:pt x="6216" y="13787"/>
                </a:lnTo>
                <a:lnTo>
                  <a:pt x="6193" y="13706"/>
                </a:lnTo>
                <a:lnTo>
                  <a:pt x="6181" y="13637"/>
                </a:lnTo>
                <a:lnTo>
                  <a:pt x="6181" y="13557"/>
                </a:lnTo>
                <a:lnTo>
                  <a:pt x="6181" y="13488"/>
                </a:lnTo>
                <a:lnTo>
                  <a:pt x="6193" y="13419"/>
                </a:lnTo>
                <a:lnTo>
                  <a:pt x="6216" y="13350"/>
                </a:lnTo>
                <a:lnTo>
                  <a:pt x="6239" y="13281"/>
                </a:lnTo>
                <a:lnTo>
                  <a:pt x="6262" y="13212"/>
                </a:lnTo>
                <a:lnTo>
                  <a:pt x="6308" y="13143"/>
                </a:lnTo>
                <a:lnTo>
                  <a:pt x="6342" y="13086"/>
                </a:lnTo>
                <a:lnTo>
                  <a:pt x="6388" y="13029"/>
                </a:lnTo>
                <a:lnTo>
                  <a:pt x="6445" y="12983"/>
                </a:lnTo>
                <a:lnTo>
                  <a:pt x="6503" y="12937"/>
                </a:lnTo>
                <a:lnTo>
                  <a:pt x="6572" y="12902"/>
                </a:lnTo>
                <a:lnTo>
                  <a:pt x="6641" y="12868"/>
                </a:lnTo>
                <a:lnTo>
                  <a:pt x="6710" y="12833"/>
                </a:lnTo>
                <a:lnTo>
                  <a:pt x="6790" y="12822"/>
                </a:lnTo>
                <a:lnTo>
                  <a:pt x="6859" y="12810"/>
                </a:lnTo>
                <a:lnTo>
                  <a:pt x="6939" y="12799"/>
                </a:lnTo>
                <a:lnTo>
                  <a:pt x="7008" y="12810"/>
                </a:lnTo>
                <a:lnTo>
                  <a:pt x="7077" y="12822"/>
                </a:lnTo>
                <a:lnTo>
                  <a:pt x="7158" y="12833"/>
                </a:lnTo>
                <a:lnTo>
                  <a:pt x="7227" y="12856"/>
                </a:lnTo>
                <a:lnTo>
                  <a:pt x="7284" y="12891"/>
                </a:lnTo>
                <a:lnTo>
                  <a:pt x="7353" y="12925"/>
                </a:lnTo>
                <a:lnTo>
                  <a:pt x="7410" y="12971"/>
                </a:lnTo>
                <a:lnTo>
                  <a:pt x="7468" y="13017"/>
                </a:lnTo>
                <a:lnTo>
                  <a:pt x="7514" y="13075"/>
                </a:lnTo>
                <a:lnTo>
                  <a:pt x="7560" y="13132"/>
                </a:lnTo>
                <a:lnTo>
                  <a:pt x="7606" y="13201"/>
                </a:lnTo>
                <a:lnTo>
                  <a:pt x="7640" y="13270"/>
                </a:lnTo>
                <a:lnTo>
                  <a:pt x="7686" y="13362"/>
                </a:lnTo>
                <a:lnTo>
                  <a:pt x="7755" y="13454"/>
                </a:lnTo>
                <a:lnTo>
                  <a:pt x="7824" y="13534"/>
                </a:lnTo>
                <a:lnTo>
                  <a:pt x="7916" y="13603"/>
                </a:lnTo>
                <a:lnTo>
                  <a:pt x="8008" y="13660"/>
                </a:lnTo>
                <a:lnTo>
                  <a:pt x="8111" y="13695"/>
                </a:lnTo>
                <a:lnTo>
                  <a:pt x="8226" y="13718"/>
                </a:lnTo>
                <a:lnTo>
                  <a:pt x="8330" y="13729"/>
                </a:lnTo>
                <a:lnTo>
                  <a:pt x="8410" y="13729"/>
                </a:lnTo>
                <a:lnTo>
                  <a:pt x="8490" y="13718"/>
                </a:lnTo>
                <a:lnTo>
                  <a:pt x="8559" y="13695"/>
                </a:lnTo>
                <a:lnTo>
                  <a:pt x="8628" y="13672"/>
                </a:lnTo>
                <a:lnTo>
                  <a:pt x="8697" y="13637"/>
                </a:lnTo>
                <a:lnTo>
                  <a:pt x="8755" y="13603"/>
                </a:lnTo>
                <a:lnTo>
                  <a:pt x="8812" y="13557"/>
                </a:lnTo>
                <a:lnTo>
                  <a:pt x="8869" y="13511"/>
                </a:lnTo>
                <a:lnTo>
                  <a:pt x="8915" y="13454"/>
                </a:lnTo>
                <a:lnTo>
                  <a:pt x="8961" y="13396"/>
                </a:lnTo>
                <a:lnTo>
                  <a:pt x="8996" y="13327"/>
                </a:lnTo>
                <a:lnTo>
                  <a:pt x="9030" y="13270"/>
                </a:lnTo>
                <a:lnTo>
                  <a:pt x="9053" y="13201"/>
                </a:lnTo>
                <a:lnTo>
                  <a:pt x="9076" y="13120"/>
                </a:lnTo>
                <a:lnTo>
                  <a:pt x="9088" y="13052"/>
                </a:lnTo>
                <a:lnTo>
                  <a:pt x="9088" y="12971"/>
                </a:lnTo>
                <a:lnTo>
                  <a:pt x="9088" y="12891"/>
                </a:lnTo>
                <a:lnTo>
                  <a:pt x="9076" y="12822"/>
                </a:lnTo>
                <a:lnTo>
                  <a:pt x="9053" y="12741"/>
                </a:lnTo>
                <a:lnTo>
                  <a:pt x="9030" y="12672"/>
                </a:lnTo>
                <a:lnTo>
                  <a:pt x="8996" y="12615"/>
                </a:lnTo>
                <a:lnTo>
                  <a:pt x="8961" y="12546"/>
                </a:lnTo>
                <a:lnTo>
                  <a:pt x="8915" y="12489"/>
                </a:lnTo>
                <a:lnTo>
                  <a:pt x="8869" y="12431"/>
                </a:lnTo>
                <a:lnTo>
                  <a:pt x="8812" y="12385"/>
                </a:lnTo>
                <a:lnTo>
                  <a:pt x="8755" y="12339"/>
                </a:lnTo>
                <a:lnTo>
                  <a:pt x="8697" y="12305"/>
                </a:lnTo>
                <a:lnTo>
                  <a:pt x="8628" y="12270"/>
                </a:lnTo>
                <a:lnTo>
                  <a:pt x="8559" y="12247"/>
                </a:lnTo>
                <a:lnTo>
                  <a:pt x="8490" y="12224"/>
                </a:lnTo>
                <a:lnTo>
                  <a:pt x="8410" y="12213"/>
                </a:lnTo>
                <a:lnTo>
                  <a:pt x="8330" y="12213"/>
                </a:lnTo>
                <a:lnTo>
                  <a:pt x="8100" y="12201"/>
                </a:lnTo>
                <a:lnTo>
                  <a:pt x="7881" y="12167"/>
                </a:lnTo>
                <a:lnTo>
                  <a:pt x="7663" y="12109"/>
                </a:lnTo>
                <a:lnTo>
                  <a:pt x="7445" y="12029"/>
                </a:lnTo>
                <a:lnTo>
                  <a:pt x="7250" y="11937"/>
                </a:lnTo>
                <a:lnTo>
                  <a:pt x="7066" y="11822"/>
                </a:lnTo>
                <a:lnTo>
                  <a:pt x="6893" y="11696"/>
                </a:lnTo>
                <a:lnTo>
                  <a:pt x="6721" y="11547"/>
                </a:lnTo>
                <a:lnTo>
                  <a:pt x="6583" y="11386"/>
                </a:lnTo>
                <a:lnTo>
                  <a:pt x="6445" y="11213"/>
                </a:lnTo>
                <a:lnTo>
                  <a:pt x="6331" y="11018"/>
                </a:lnTo>
                <a:lnTo>
                  <a:pt x="6239" y="10823"/>
                </a:lnTo>
                <a:lnTo>
                  <a:pt x="6158" y="10616"/>
                </a:lnTo>
                <a:lnTo>
                  <a:pt x="6101" y="10398"/>
                </a:lnTo>
                <a:lnTo>
                  <a:pt x="6066" y="10168"/>
                </a:lnTo>
                <a:lnTo>
                  <a:pt x="6055" y="9938"/>
                </a:lnTo>
                <a:lnTo>
                  <a:pt x="6066" y="9754"/>
                </a:lnTo>
                <a:lnTo>
                  <a:pt x="6089" y="9582"/>
                </a:lnTo>
                <a:lnTo>
                  <a:pt x="6124" y="9410"/>
                </a:lnTo>
                <a:lnTo>
                  <a:pt x="6170" y="9237"/>
                </a:lnTo>
                <a:lnTo>
                  <a:pt x="6227" y="9077"/>
                </a:lnTo>
                <a:lnTo>
                  <a:pt x="6296" y="8916"/>
                </a:lnTo>
                <a:lnTo>
                  <a:pt x="6388" y="8766"/>
                </a:lnTo>
                <a:lnTo>
                  <a:pt x="6480" y="8628"/>
                </a:lnTo>
                <a:lnTo>
                  <a:pt x="6583" y="8502"/>
                </a:lnTo>
                <a:lnTo>
                  <a:pt x="6698" y="8376"/>
                </a:lnTo>
                <a:lnTo>
                  <a:pt x="6813" y="8261"/>
                </a:lnTo>
                <a:lnTo>
                  <a:pt x="6951" y="8146"/>
                </a:lnTo>
                <a:lnTo>
                  <a:pt x="7089" y="8054"/>
                </a:lnTo>
                <a:lnTo>
                  <a:pt x="7238" y="7962"/>
                </a:lnTo>
                <a:lnTo>
                  <a:pt x="7399" y="7893"/>
                </a:lnTo>
                <a:lnTo>
                  <a:pt x="7560" y="7824"/>
                </a:lnTo>
                <a:lnTo>
                  <a:pt x="7560" y="6928"/>
                </a:lnTo>
                <a:lnTo>
                  <a:pt x="7560" y="6848"/>
                </a:lnTo>
                <a:lnTo>
                  <a:pt x="7571" y="6779"/>
                </a:lnTo>
                <a:lnTo>
                  <a:pt x="7594" y="6698"/>
                </a:lnTo>
                <a:lnTo>
                  <a:pt x="7617" y="6629"/>
                </a:lnTo>
                <a:lnTo>
                  <a:pt x="7652" y="6561"/>
                </a:lnTo>
                <a:lnTo>
                  <a:pt x="7686" y="6503"/>
                </a:lnTo>
                <a:lnTo>
                  <a:pt x="7732" y="6434"/>
                </a:lnTo>
                <a:lnTo>
                  <a:pt x="7790" y="6388"/>
                </a:lnTo>
                <a:lnTo>
                  <a:pt x="7847" y="6331"/>
                </a:lnTo>
                <a:lnTo>
                  <a:pt x="7904" y="6285"/>
                </a:lnTo>
                <a:lnTo>
                  <a:pt x="7962" y="6250"/>
                </a:lnTo>
                <a:lnTo>
                  <a:pt x="8031" y="6216"/>
                </a:lnTo>
                <a:lnTo>
                  <a:pt x="8111" y="6181"/>
                </a:lnTo>
                <a:lnTo>
                  <a:pt x="8180" y="6170"/>
                </a:lnTo>
                <a:lnTo>
                  <a:pt x="8261" y="6158"/>
                </a:lnTo>
                <a:lnTo>
                  <a:pt x="8330" y="6147"/>
                </a:lnTo>
                <a:close/>
                <a:moveTo>
                  <a:pt x="6893" y="19795"/>
                </a:moveTo>
                <a:lnTo>
                  <a:pt x="6974" y="19807"/>
                </a:lnTo>
                <a:lnTo>
                  <a:pt x="7043" y="19830"/>
                </a:lnTo>
                <a:lnTo>
                  <a:pt x="7112" y="19853"/>
                </a:lnTo>
                <a:lnTo>
                  <a:pt x="7181" y="19887"/>
                </a:lnTo>
                <a:lnTo>
                  <a:pt x="7238" y="19922"/>
                </a:lnTo>
                <a:lnTo>
                  <a:pt x="7296" y="19968"/>
                </a:lnTo>
                <a:lnTo>
                  <a:pt x="7353" y="20014"/>
                </a:lnTo>
                <a:lnTo>
                  <a:pt x="7399" y="20071"/>
                </a:lnTo>
                <a:lnTo>
                  <a:pt x="7445" y="20128"/>
                </a:lnTo>
                <a:lnTo>
                  <a:pt x="7479" y="20186"/>
                </a:lnTo>
                <a:lnTo>
                  <a:pt x="7514" y="20255"/>
                </a:lnTo>
                <a:lnTo>
                  <a:pt x="7537" y="20324"/>
                </a:lnTo>
                <a:lnTo>
                  <a:pt x="7560" y="20393"/>
                </a:lnTo>
                <a:lnTo>
                  <a:pt x="7571" y="20473"/>
                </a:lnTo>
                <a:lnTo>
                  <a:pt x="7571" y="20554"/>
                </a:lnTo>
                <a:lnTo>
                  <a:pt x="7571" y="20622"/>
                </a:lnTo>
                <a:lnTo>
                  <a:pt x="7560" y="20703"/>
                </a:lnTo>
                <a:lnTo>
                  <a:pt x="7537" y="20772"/>
                </a:lnTo>
                <a:lnTo>
                  <a:pt x="7514" y="20841"/>
                </a:lnTo>
                <a:lnTo>
                  <a:pt x="7479" y="20910"/>
                </a:lnTo>
                <a:lnTo>
                  <a:pt x="7445" y="20979"/>
                </a:lnTo>
                <a:lnTo>
                  <a:pt x="7399" y="21036"/>
                </a:lnTo>
                <a:lnTo>
                  <a:pt x="7353" y="21093"/>
                </a:lnTo>
                <a:lnTo>
                  <a:pt x="7296" y="21139"/>
                </a:lnTo>
                <a:lnTo>
                  <a:pt x="7238" y="21185"/>
                </a:lnTo>
                <a:lnTo>
                  <a:pt x="7181" y="21220"/>
                </a:lnTo>
                <a:lnTo>
                  <a:pt x="7112" y="21254"/>
                </a:lnTo>
                <a:lnTo>
                  <a:pt x="7043" y="21277"/>
                </a:lnTo>
                <a:lnTo>
                  <a:pt x="6974" y="21300"/>
                </a:lnTo>
                <a:lnTo>
                  <a:pt x="6893" y="21312"/>
                </a:lnTo>
                <a:lnTo>
                  <a:pt x="5228" y="21312"/>
                </a:lnTo>
                <a:lnTo>
                  <a:pt x="5147" y="21300"/>
                </a:lnTo>
                <a:lnTo>
                  <a:pt x="5078" y="21277"/>
                </a:lnTo>
                <a:lnTo>
                  <a:pt x="5009" y="21254"/>
                </a:lnTo>
                <a:lnTo>
                  <a:pt x="4940" y="21220"/>
                </a:lnTo>
                <a:lnTo>
                  <a:pt x="4883" y="21185"/>
                </a:lnTo>
                <a:lnTo>
                  <a:pt x="4826" y="21139"/>
                </a:lnTo>
                <a:lnTo>
                  <a:pt x="4768" y="21093"/>
                </a:lnTo>
                <a:lnTo>
                  <a:pt x="4722" y="21036"/>
                </a:lnTo>
                <a:lnTo>
                  <a:pt x="4676" y="20979"/>
                </a:lnTo>
                <a:lnTo>
                  <a:pt x="4630" y="20910"/>
                </a:lnTo>
                <a:lnTo>
                  <a:pt x="4607" y="20841"/>
                </a:lnTo>
                <a:lnTo>
                  <a:pt x="4584" y="20772"/>
                </a:lnTo>
                <a:lnTo>
                  <a:pt x="4561" y="20703"/>
                </a:lnTo>
                <a:lnTo>
                  <a:pt x="4550" y="20622"/>
                </a:lnTo>
                <a:lnTo>
                  <a:pt x="4550" y="20554"/>
                </a:lnTo>
                <a:lnTo>
                  <a:pt x="4550" y="20473"/>
                </a:lnTo>
                <a:lnTo>
                  <a:pt x="4561" y="20393"/>
                </a:lnTo>
                <a:lnTo>
                  <a:pt x="4584" y="20324"/>
                </a:lnTo>
                <a:lnTo>
                  <a:pt x="4607" y="20255"/>
                </a:lnTo>
                <a:lnTo>
                  <a:pt x="4630" y="20186"/>
                </a:lnTo>
                <a:lnTo>
                  <a:pt x="4676" y="20128"/>
                </a:lnTo>
                <a:lnTo>
                  <a:pt x="4722" y="20071"/>
                </a:lnTo>
                <a:lnTo>
                  <a:pt x="4768" y="20014"/>
                </a:lnTo>
                <a:lnTo>
                  <a:pt x="4826" y="19968"/>
                </a:lnTo>
                <a:lnTo>
                  <a:pt x="4883" y="19922"/>
                </a:lnTo>
                <a:lnTo>
                  <a:pt x="4940" y="19887"/>
                </a:lnTo>
                <a:lnTo>
                  <a:pt x="5009" y="19853"/>
                </a:lnTo>
                <a:lnTo>
                  <a:pt x="5078" y="19830"/>
                </a:lnTo>
                <a:lnTo>
                  <a:pt x="5147" y="19807"/>
                </a:lnTo>
                <a:lnTo>
                  <a:pt x="5228" y="19795"/>
                </a:lnTo>
                <a:close/>
                <a:moveTo>
                  <a:pt x="11443" y="19795"/>
                </a:moveTo>
                <a:lnTo>
                  <a:pt x="11512" y="19807"/>
                </a:lnTo>
                <a:lnTo>
                  <a:pt x="11592" y="19830"/>
                </a:lnTo>
                <a:lnTo>
                  <a:pt x="11661" y="19853"/>
                </a:lnTo>
                <a:lnTo>
                  <a:pt x="11730" y="19887"/>
                </a:lnTo>
                <a:lnTo>
                  <a:pt x="11788" y="19922"/>
                </a:lnTo>
                <a:lnTo>
                  <a:pt x="11845" y="19968"/>
                </a:lnTo>
                <a:lnTo>
                  <a:pt x="11902" y="20014"/>
                </a:lnTo>
                <a:lnTo>
                  <a:pt x="11948" y="20071"/>
                </a:lnTo>
                <a:lnTo>
                  <a:pt x="11994" y="20128"/>
                </a:lnTo>
                <a:lnTo>
                  <a:pt x="12029" y="20186"/>
                </a:lnTo>
                <a:lnTo>
                  <a:pt x="12063" y="20255"/>
                </a:lnTo>
                <a:lnTo>
                  <a:pt x="12086" y="20324"/>
                </a:lnTo>
                <a:lnTo>
                  <a:pt x="12109" y="20393"/>
                </a:lnTo>
                <a:lnTo>
                  <a:pt x="12121" y="20473"/>
                </a:lnTo>
                <a:lnTo>
                  <a:pt x="12121" y="20554"/>
                </a:lnTo>
                <a:lnTo>
                  <a:pt x="12121" y="20622"/>
                </a:lnTo>
                <a:lnTo>
                  <a:pt x="12109" y="20703"/>
                </a:lnTo>
                <a:lnTo>
                  <a:pt x="12086" y="20772"/>
                </a:lnTo>
                <a:lnTo>
                  <a:pt x="12063" y="20841"/>
                </a:lnTo>
                <a:lnTo>
                  <a:pt x="12029" y="20910"/>
                </a:lnTo>
                <a:lnTo>
                  <a:pt x="11994" y="20979"/>
                </a:lnTo>
                <a:lnTo>
                  <a:pt x="11948" y="21036"/>
                </a:lnTo>
                <a:lnTo>
                  <a:pt x="11902" y="21093"/>
                </a:lnTo>
                <a:lnTo>
                  <a:pt x="11845" y="21139"/>
                </a:lnTo>
                <a:lnTo>
                  <a:pt x="11788" y="21185"/>
                </a:lnTo>
                <a:lnTo>
                  <a:pt x="11730" y="21220"/>
                </a:lnTo>
                <a:lnTo>
                  <a:pt x="11661" y="21254"/>
                </a:lnTo>
                <a:lnTo>
                  <a:pt x="11592" y="21277"/>
                </a:lnTo>
                <a:lnTo>
                  <a:pt x="11512" y="21300"/>
                </a:lnTo>
                <a:lnTo>
                  <a:pt x="11443" y="21312"/>
                </a:lnTo>
                <a:lnTo>
                  <a:pt x="9777" y="21312"/>
                </a:lnTo>
                <a:lnTo>
                  <a:pt x="9697" y="21300"/>
                </a:lnTo>
                <a:lnTo>
                  <a:pt x="9628" y="21277"/>
                </a:lnTo>
                <a:lnTo>
                  <a:pt x="9559" y="21254"/>
                </a:lnTo>
                <a:lnTo>
                  <a:pt x="9490" y="21220"/>
                </a:lnTo>
                <a:lnTo>
                  <a:pt x="9421" y="21185"/>
                </a:lnTo>
                <a:lnTo>
                  <a:pt x="9363" y="21139"/>
                </a:lnTo>
                <a:lnTo>
                  <a:pt x="9318" y="21093"/>
                </a:lnTo>
                <a:lnTo>
                  <a:pt x="9260" y="21036"/>
                </a:lnTo>
                <a:lnTo>
                  <a:pt x="9226" y="20979"/>
                </a:lnTo>
                <a:lnTo>
                  <a:pt x="9180" y="20910"/>
                </a:lnTo>
                <a:lnTo>
                  <a:pt x="9145" y="20841"/>
                </a:lnTo>
                <a:lnTo>
                  <a:pt x="9122" y="20772"/>
                </a:lnTo>
                <a:lnTo>
                  <a:pt x="9111" y="20703"/>
                </a:lnTo>
                <a:lnTo>
                  <a:pt x="9099" y="20622"/>
                </a:lnTo>
                <a:lnTo>
                  <a:pt x="9088" y="20554"/>
                </a:lnTo>
                <a:lnTo>
                  <a:pt x="9099" y="20473"/>
                </a:lnTo>
                <a:lnTo>
                  <a:pt x="9111" y="20393"/>
                </a:lnTo>
                <a:lnTo>
                  <a:pt x="9122" y="20324"/>
                </a:lnTo>
                <a:lnTo>
                  <a:pt x="9145" y="20255"/>
                </a:lnTo>
                <a:lnTo>
                  <a:pt x="9180" y="20186"/>
                </a:lnTo>
                <a:lnTo>
                  <a:pt x="9226" y="20128"/>
                </a:lnTo>
                <a:lnTo>
                  <a:pt x="9260" y="20071"/>
                </a:lnTo>
                <a:lnTo>
                  <a:pt x="9318" y="20014"/>
                </a:lnTo>
                <a:lnTo>
                  <a:pt x="9363" y="19968"/>
                </a:lnTo>
                <a:lnTo>
                  <a:pt x="9421" y="19922"/>
                </a:lnTo>
                <a:lnTo>
                  <a:pt x="9490" y="19887"/>
                </a:lnTo>
                <a:lnTo>
                  <a:pt x="9559" y="19853"/>
                </a:lnTo>
                <a:lnTo>
                  <a:pt x="9628" y="19830"/>
                </a:lnTo>
                <a:lnTo>
                  <a:pt x="9697" y="19807"/>
                </a:lnTo>
                <a:lnTo>
                  <a:pt x="9777" y="19795"/>
                </a:lnTo>
                <a:close/>
                <a:moveTo>
                  <a:pt x="678" y="1"/>
                </a:moveTo>
                <a:lnTo>
                  <a:pt x="598" y="12"/>
                </a:lnTo>
                <a:lnTo>
                  <a:pt x="529" y="35"/>
                </a:lnTo>
                <a:lnTo>
                  <a:pt x="460" y="58"/>
                </a:lnTo>
                <a:lnTo>
                  <a:pt x="391" y="93"/>
                </a:lnTo>
                <a:lnTo>
                  <a:pt x="334" y="127"/>
                </a:lnTo>
                <a:lnTo>
                  <a:pt x="276" y="173"/>
                </a:lnTo>
                <a:lnTo>
                  <a:pt x="219" y="219"/>
                </a:lnTo>
                <a:lnTo>
                  <a:pt x="173" y="276"/>
                </a:lnTo>
                <a:lnTo>
                  <a:pt x="127" y="334"/>
                </a:lnTo>
                <a:lnTo>
                  <a:pt x="92" y="391"/>
                </a:lnTo>
                <a:lnTo>
                  <a:pt x="58" y="460"/>
                </a:lnTo>
                <a:lnTo>
                  <a:pt x="35" y="529"/>
                </a:lnTo>
                <a:lnTo>
                  <a:pt x="12" y="598"/>
                </a:lnTo>
                <a:lnTo>
                  <a:pt x="0" y="678"/>
                </a:lnTo>
                <a:lnTo>
                  <a:pt x="0" y="759"/>
                </a:lnTo>
                <a:lnTo>
                  <a:pt x="0" y="19795"/>
                </a:lnTo>
                <a:lnTo>
                  <a:pt x="2344" y="19795"/>
                </a:lnTo>
                <a:lnTo>
                  <a:pt x="2424" y="19807"/>
                </a:lnTo>
                <a:lnTo>
                  <a:pt x="2493" y="19830"/>
                </a:lnTo>
                <a:lnTo>
                  <a:pt x="2562" y="19853"/>
                </a:lnTo>
                <a:lnTo>
                  <a:pt x="2631" y="19887"/>
                </a:lnTo>
                <a:lnTo>
                  <a:pt x="2700" y="19922"/>
                </a:lnTo>
                <a:lnTo>
                  <a:pt x="2758" y="19968"/>
                </a:lnTo>
                <a:lnTo>
                  <a:pt x="2804" y="20014"/>
                </a:lnTo>
                <a:lnTo>
                  <a:pt x="2861" y="20071"/>
                </a:lnTo>
                <a:lnTo>
                  <a:pt x="2895" y="20128"/>
                </a:lnTo>
                <a:lnTo>
                  <a:pt x="2941" y="20186"/>
                </a:lnTo>
                <a:lnTo>
                  <a:pt x="2964" y="20255"/>
                </a:lnTo>
                <a:lnTo>
                  <a:pt x="2999" y="20324"/>
                </a:lnTo>
                <a:lnTo>
                  <a:pt x="3010" y="20393"/>
                </a:lnTo>
                <a:lnTo>
                  <a:pt x="3022" y="20473"/>
                </a:lnTo>
                <a:lnTo>
                  <a:pt x="3033" y="20554"/>
                </a:lnTo>
                <a:lnTo>
                  <a:pt x="3022" y="20622"/>
                </a:lnTo>
                <a:lnTo>
                  <a:pt x="3010" y="20703"/>
                </a:lnTo>
                <a:lnTo>
                  <a:pt x="2999" y="20772"/>
                </a:lnTo>
                <a:lnTo>
                  <a:pt x="2964" y="20841"/>
                </a:lnTo>
                <a:lnTo>
                  <a:pt x="2941" y="20910"/>
                </a:lnTo>
                <a:lnTo>
                  <a:pt x="2895" y="20979"/>
                </a:lnTo>
                <a:lnTo>
                  <a:pt x="2861" y="21036"/>
                </a:lnTo>
                <a:lnTo>
                  <a:pt x="2804" y="21093"/>
                </a:lnTo>
                <a:lnTo>
                  <a:pt x="2758" y="21139"/>
                </a:lnTo>
                <a:lnTo>
                  <a:pt x="2700" y="21185"/>
                </a:lnTo>
                <a:lnTo>
                  <a:pt x="2631" y="21220"/>
                </a:lnTo>
                <a:lnTo>
                  <a:pt x="2562" y="21254"/>
                </a:lnTo>
                <a:lnTo>
                  <a:pt x="2493" y="21277"/>
                </a:lnTo>
                <a:lnTo>
                  <a:pt x="2424" y="21300"/>
                </a:lnTo>
                <a:lnTo>
                  <a:pt x="2344" y="21312"/>
                </a:lnTo>
                <a:lnTo>
                  <a:pt x="0" y="21312"/>
                </a:lnTo>
                <a:lnTo>
                  <a:pt x="0" y="25091"/>
                </a:lnTo>
                <a:lnTo>
                  <a:pt x="0" y="25172"/>
                </a:lnTo>
                <a:lnTo>
                  <a:pt x="12" y="25252"/>
                </a:lnTo>
                <a:lnTo>
                  <a:pt x="35" y="25321"/>
                </a:lnTo>
                <a:lnTo>
                  <a:pt x="58" y="25390"/>
                </a:lnTo>
                <a:lnTo>
                  <a:pt x="92" y="25459"/>
                </a:lnTo>
                <a:lnTo>
                  <a:pt x="127" y="25517"/>
                </a:lnTo>
                <a:lnTo>
                  <a:pt x="173" y="25574"/>
                </a:lnTo>
                <a:lnTo>
                  <a:pt x="219" y="25631"/>
                </a:lnTo>
                <a:lnTo>
                  <a:pt x="276" y="25677"/>
                </a:lnTo>
                <a:lnTo>
                  <a:pt x="334" y="25723"/>
                </a:lnTo>
                <a:lnTo>
                  <a:pt x="391" y="25758"/>
                </a:lnTo>
                <a:lnTo>
                  <a:pt x="460" y="25792"/>
                </a:lnTo>
                <a:lnTo>
                  <a:pt x="529" y="25815"/>
                </a:lnTo>
                <a:lnTo>
                  <a:pt x="598" y="25838"/>
                </a:lnTo>
                <a:lnTo>
                  <a:pt x="678" y="25850"/>
                </a:lnTo>
                <a:lnTo>
                  <a:pt x="15992" y="25850"/>
                </a:lnTo>
                <a:lnTo>
                  <a:pt x="16061" y="25838"/>
                </a:lnTo>
                <a:lnTo>
                  <a:pt x="16130" y="25827"/>
                </a:lnTo>
                <a:lnTo>
                  <a:pt x="16199" y="25792"/>
                </a:lnTo>
                <a:lnTo>
                  <a:pt x="16268" y="25769"/>
                </a:lnTo>
                <a:lnTo>
                  <a:pt x="16325" y="25735"/>
                </a:lnTo>
                <a:lnTo>
                  <a:pt x="16383" y="25689"/>
                </a:lnTo>
                <a:lnTo>
                  <a:pt x="16440" y="25643"/>
                </a:lnTo>
                <a:lnTo>
                  <a:pt x="16486" y="25585"/>
                </a:lnTo>
                <a:lnTo>
                  <a:pt x="16521" y="25528"/>
                </a:lnTo>
                <a:lnTo>
                  <a:pt x="16567" y="25471"/>
                </a:lnTo>
                <a:lnTo>
                  <a:pt x="16590" y="25413"/>
                </a:lnTo>
                <a:lnTo>
                  <a:pt x="16613" y="25344"/>
                </a:lnTo>
                <a:lnTo>
                  <a:pt x="16636" y="25264"/>
                </a:lnTo>
                <a:lnTo>
                  <a:pt x="16647" y="25195"/>
                </a:lnTo>
                <a:lnTo>
                  <a:pt x="16647" y="25114"/>
                </a:lnTo>
                <a:lnTo>
                  <a:pt x="16647" y="21312"/>
                </a:lnTo>
                <a:lnTo>
                  <a:pt x="14315" y="21312"/>
                </a:lnTo>
                <a:lnTo>
                  <a:pt x="14246" y="21300"/>
                </a:lnTo>
                <a:lnTo>
                  <a:pt x="14166" y="21277"/>
                </a:lnTo>
                <a:lnTo>
                  <a:pt x="14097" y="21254"/>
                </a:lnTo>
                <a:lnTo>
                  <a:pt x="14039" y="21220"/>
                </a:lnTo>
                <a:lnTo>
                  <a:pt x="13970" y="21185"/>
                </a:lnTo>
                <a:lnTo>
                  <a:pt x="13913" y="21139"/>
                </a:lnTo>
                <a:lnTo>
                  <a:pt x="13855" y="21093"/>
                </a:lnTo>
                <a:lnTo>
                  <a:pt x="13810" y="21036"/>
                </a:lnTo>
                <a:lnTo>
                  <a:pt x="13764" y="20979"/>
                </a:lnTo>
                <a:lnTo>
                  <a:pt x="13729" y="20910"/>
                </a:lnTo>
                <a:lnTo>
                  <a:pt x="13695" y="20841"/>
                </a:lnTo>
                <a:lnTo>
                  <a:pt x="13672" y="20772"/>
                </a:lnTo>
                <a:lnTo>
                  <a:pt x="13649" y="20703"/>
                </a:lnTo>
                <a:lnTo>
                  <a:pt x="13637" y="20622"/>
                </a:lnTo>
                <a:lnTo>
                  <a:pt x="13637" y="20554"/>
                </a:lnTo>
                <a:lnTo>
                  <a:pt x="13637" y="20473"/>
                </a:lnTo>
                <a:lnTo>
                  <a:pt x="13649" y="20393"/>
                </a:lnTo>
                <a:lnTo>
                  <a:pt x="13672" y="20324"/>
                </a:lnTo>
                <a:lnTo>
                  <a:pt x="13695" y="20255"/>
                </a:lnTo>
                <a:lnTo>
                  <a:pt x="13729" y="20186"/>
                </a:lnTo>
                <a:lnTo>
                  <a:pt x="13764" y="20128"/>
                </a:lnTo>
                <a:lnTo>
                  <a:pt x="13810" y="20071"/>
                </a:lnTo>
                <a:lnTo>
                  <a:pt x="13855" y="20014"/>
                </a:lnTo>
                <a:lnTo>
                  <a:pt x="13913" y="19968"/>
                </a:lnTo>
                <a:lnTo>
                  <a:pt x="13970" y="19922"/>
                </a:lnTo>
                <a:lnTo>
                  <a:pt x="14039" y="19887"/>
                </a:lnTo>
                <a:lnTo>
                  <a:pt x="14097" y="19853"/>
                </a:lnTo>
                <a:lnTo>
                  <a:pt x="14166" y="19830"/>
                </a:lnTo>
                <a:lnTo>
                  <a:pt x="14246" y="19807"/>
                </a:lnTo>
                <a:lnTo>
                  <a:pt x="14315" y="19795"/>
                </a:lnTo>
                <a:lnTo>
                  <a:pt x="16647" y="19795"/>
                </a:lnTo>
                <a:lnTo>
                  <a:pt x="16647" y="770"/>
                </a:lnTo>
                <a:lnTo>
                  <a:pt x="16647" y="701"/>
                </a:lnTo>
                <a:lnTo>
                  <a:pt x="16636" y="621"/>
                </a:lnTo>
                <a:lnTo>
                  <a:pt x="16613" y="552"/>
                </a:lnTo>
                <a:lnTo>
                  <a:pt x="16590" y="472"/>
                </a:lnTo>
                <a:lnTo>
                  <a:pt x="16521" y="345"/>
                </a:lnTo>
                <a:lnTo>
                  <a:pt x="16440" y="230"/>
                </a:lnTo>
                <a:lnTo>
                  <a:pt x="16383" y="184"/>
                </a:lnTo>
                <a:lnTo>
                  <a:pt x="16325" y="138"/>
                </a:lnTo>
                <a:lnTo>
                  <a:pt x="16268" y="93"/>
                </a:lnTo>
                <a:lnTo>
                  <a:pt x="16199" y="58"/>
                </a:lnTo>
                <a:lnTo>
                  <a:pt x="16130" y="35"/>
                </a:lnTo>
                <a:lnTo>
                  <a:pt x="16061" y="12"/>
                </a:lnTo>
                <a:lnTo>
                  <a:pt x="15992" y="1"/>
                </a:lnTo>
                <a:lnTo>
                  <a:pt x="12879" y="1"/>
                </a:lnTo>
                <a:lnTo>
                  <a:pt x="12867" y="150"/>
                </a:lnTo>
                <a:lnTo>
                  <a:pt x="12844" y="299"/>
                </a:lnTo>
                <a:lnTo>
                  <a:pt x="12810" y="449"/>
                </a:lnTo>
                <a:lnTo>
                  <a:pt x="12764" y="587"/>
                </a:lnTo>
                <a:lnTo>
                  <a:pt x="12695" y="724"/>
                </a:lnTo>
                <a:lnTo>
                  <a:pt x="12626" y="851"/>
                </a:lnTo>
                <a:lnTo>
                  <a:pt x="12534" y="966"/>
                </a:lnTo>
                <a:lnTo>
                  <a:pt x="12431" y="1069"/>
                </a:lnTo>
                <a:lnTo>
                  <a:pt x="12328" y="1172"/>
                </a:lnTo>
                <a:lnTo>
                  <a:pt x="12213" y="1253"/>
                </a:lnTo>
                <a:lnTo>
                  <a:pt x="12086" y="1333"/>
                </a:lnTo>
                <a:lnTo>
                  <a:pt x="11960" y="1391"/>
                </a:lnTo>
                <a:lnTo>
                  <a:pt x="11811" y="1448"/>
                </a:lnTo>
                <a:lnTo>
                  <a:pt x="11673" y="1483"/>
                </a:lnTo>
                <a:lnTo>
                  <a:pt x="11523" y="1506"/>
                </a:lnTo>
                <a:lnTo>
                  <a:pt x="11362" y="1517"/>
                </a:lnTo>
                <a:lnTo>
                  <a:pt x="11213" y="1506"/>
                </a:lnTo>
                <a:lnTo>
                  <a:pt x="11064" y="1483"/>
                </a:lnTo>
                <a:lnTo>
                  <a:pt x="10914" y="1448"/>
                </a:lnTo>
                <a:lnTo>
                  <a:pt x="10777" y="1391"/>
                </a:lnTo>
                <a:lnTo>
                  <a:pt x="10639" y="1333"/>
                </a:lnTo>
                <a:lnTo>
                  <a:pt x="10512" y="1253"/>
                </a:lnTo>
                <a:lnTo>
                  <a:pt x="10397" y="1172"/>
                </a:lnTo>
                <a:lnTo>
                  <a:pt x="10294" y="1069"/>
                </a:lnTo>
                <a:lnTo>
                  <a:pt x="10191" y="966"/>
                </a:lnTo>
                <a:lnTo>
                  <a:pt x="10110" y="851"/>
                </a:lnTo>
                <a:lnTo>
                  <a:pt x="10030" y="724"/>
                </a:lnTo>
                <a:lnTo>
                  <a:pt x="9972" y="587"/>
                </a:lnTo>
                <a:lnTo>
                  <a:pt x="9915" y="449"/>
                </a:lnTo>
                <a:lnTo>
                  <a:pt x="9880" y="299"/>
                </a:lnTo>
                <a:lnTo>
                  <a:pt x="9857" y="150"/>
                </a:lnTo>
                <a:lnTo>
                  <a:pt x="9846" y="1"/>
                </a:lnTo>
                <a:lnTo>
                  <a:pt x="6813" y="1"/>
                </a:lnTo>
                <a:lnTo>
                  <a:pt x="6813" y="150"/>
                </a:lnTo>
                <a:lnTo>
                  <a:pt x="6790" y="299"/>
                </a:lnTo>
                <a:lnTo>
                  <a:pt x="6756" y="449"/>
                </a:lnTo>
                <a:lnTo>
                  <a:pt x="6698" y="587"/>
                </a:lnTo>
                <a:lnTo>
                  <a:pt x="6641" y="724"/>
                </a:lnTo>
                <a:lnTo>
                  <a:pt x="6560" y="851"/>
                </a:lnTo>
                <a:lnTo>
                  <a:pt x="6468" y="966"/>
                </a:lnTo>
                <a:lnTo>
                  <a:pt x="6376" y="1069"/>
                </a:lnTo>
                <a:lnTo>
                  <a:pt x="6262" y="1172"/>
                </a:lnTo>
                <a:lnTo>
                  <a:pt x="6147" y="1253"/>
                </a:lnTo>
                <a:lnTo>
                  <a:pt x="6020" y="1333"/>
                </a:lnTo>
                <a:lnTo>
                  <a:pt x="5894" y="1391"/>
                </a:lnTo>
                <a:lnTo>
                  <a:pt x="5756" y="1448"/>
                </a:lnTo>
                <a:lnTo>
                  <a:pt x="5607" y="1483"/>
                </a:lnTo>
                <a:lnTo>
                  <a:pt x="5457" y="1506"/>
                </a:lnTo>
                <a:lnTo>
                  <a:pt x="5297" y="1517"/>
                </a:lnTo>
                <a:lnTo>
                  <a:pt x="5147" y="1506"/>
                </a:lnTo>
                <a:lnTo>
                  <a:pt x="4998" y="1483"/>
                </a:lnTo>
                <a:lnTo>
                  <a:pt x="4849" y="1448"/>
                </a:lnTo>
                <a:lnTo>
                  <a:pt x="4711" y="1391"/>
                </a:lnTo>
                <a:lnTo>
                  <a:pt x="4584" y="1333"/>
                </a:lnTo>
                <a:lnTo>
                  <a:pt x="4458" y="1253"/>
                </a:lnTo>
                <a:lnTo>
                  <a:pt x="4343" y="1172"/>
                </a:lnTo>
                <a:lnTo>
                  <a:pt x="4228" y="1069"/>
                </a:lnTo>
                <a:lnTo>
                  <a:pt x="4136" y="966"/>
                </a:lnTo>
                <a:lnTo>
                  <a:pt x="4044" y="851"/>
                </a:lnTo>
                <a:lnTo>
                  <a:pt x="3975" y="724"/>
                </a:lnTo>
                <a:lnTo>
                  <a:pt x="3906" y="587"/>
                </a:lnTo>
                <a:lnTo>
                  <a:pt x="3861" y="449"/>
                </a:lnTo>
                <a:lnTo>
                  <a:pt x="3815" y="299"/>
                </a:lnTo>
                <a:lnTo>
                  <a:pt x="3792" y="150"/>
                </a:lnTo>
                <a:lnTo>
                  <a:pt x="379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1" name="Google Shape;951;p23"/>
          <p:cNvGrpSpPr/>
          <p:nvPr/>
        </p:nvGrpSpPr>
        <p:grpSpPr>
          <a:xfrm>
            <a:off x="3239625" y="2937579"/>
            <a:ext cx="287475" cy="365753"/>
            <a:chOff x="2911725" y="1452725"/>
            <a:chExt cx="510975" cy="646550"/>
          </a:xfrm>
        </p:grpSpPr>
        <p:sp>
          <p:nvSpPr>
            <p:cNvPr id="952" name="Google Shape;952;p23"/>
            <p:cNvSpPr/>
            <p:nvPr/>
          </p:nvSpPr>
          <p:spPr>
            <a:xfrm>
              <a:off x="2995000" y="1452725"/>
              <a:ext cx="427700" cy="267725"/>
            </a:xfrm>
            <a:custGeom>
              <a:rect b="b" l="l" r="r" t="t"/>
              <a:pathLst>
                <a:path extrusionOk="0" h="10709" w="17108">
                  <a:moveTo>
                    <a:pt x="11535" y="1"/>
                  </a:moveTo>
                  <a:lnTo>
                    <a:pt x="11340" y="12"/>
                  </a:lnTo>
                  <a:lnTo>
                    <a:pt x="11145" y="35"/>
                  </a:lnTo>
                  <a:lnTo>
                    <a:pt x="10950" y="81"/>
                  </a:lnTo>
                  <a:lnTo>
                    <a:pt x="10766" y="139"/>
                  </a:lnTo>
                  <a:lnTo>
                    <a:pt x="10582" y="208"/>
                  </a:lnTo>
                  <a:lnTo>
                    <a:pt x="10410" y="300"/>
                  </a:lnTo>
                  <a:lnTo>
                    <a:pt x="10249" y="403"/>
                  </a:lnTo>
                  <a:lnTo>
                    <a:pt x="10099" y="518"/>
                  </a:lnTo>
                  <a:lnTo>
                    <a:pt x="9950" y="644"/>
                  </a:lnTo>
                  <a:lnTo>
                    <a:pt x="9824" y="782"/>
                  </a:lnTo>
                  <a:lnTo>
                    <a:pt x="9697" y="943"/>
                  </a:lnTo>
                  <a:lnTo>
                    <a:pt x="9594" y="1104"/>
                  </a:lnTo>
                  <a:lnTo>
                    <a:pt x="9502" y="1276"/>
                  </a:lnTo>
                  <a:lnTo>
                    <a:pt x="9422" y="1448"/>
                  </a:lnTo>
                  <a:lnTo>
                    <a:pt x="9353" y="1644"/>
                  </a:lnTo>
                  <a:lnTo>
                    <a:pt x="9307" y="1839"/>
                  </a:lnTo>
                  <a:lnTo>
                    <a:pt x="9146" y="2632"/>
                  </a:lnTo>
                  <a:lnTo>
                    <a:pt x="9065" y="3103"/>
                  </a:lnTo>
                  <a:lnTo>
                    <a:pt x="8962" y="3643"/>
                  </a:lnTo>
                  <a:lnTo>
                    <a:pt x="8767" y="4642"/>
                  </a:lnTo>
                  <a:lnTo>
                    <a:pt x="759" y="4642"/>
                  </a:lnTo>
                  <a:lnTo>
                    <a:pt x="656" y="4654"/>
                  </a:lnTo>
                  <a:lnTo>
                    <a:pt x="564" y="4677"/>
                  </a:lnTo>
                  <a:lnTo>
                    <a:pt x="472" y="4711"/>
                  </a:lnTo>
                  <a:lnTo>
                    <a:pt x="380" y="4746"/>
                  </a:lnTo>
                  <a:lnTo>
                    <a:pt x="300" y="4803"/>
                  </a:lnTo>
                  <a:lnTo>
                    <a:pt x="231" y="4872"/>
                  </a:lnTo>
                  <a:lnTo>
                    <a:pt x="173" y="4941"/>
                  </a:lnTo>
                  <a:lnTo>
                    <a:pt x="116" y="5010"/>
                  </a:lnTo>
                  <a:lnTo>
                    <a:pt x="70" y="5090"/>
                  </a:lnTo>
                  <a:lnTo>
                    <a:pt x="35" y="5182"/>
                  </a:lnTo>
                  <a:lnTo>
                    <a:pt x="12" y="5274"/>
                  </a:lnTo>
                  <a:lnTo>
                    <a:pt x="1" y="5366"/>
                  </a:lnTo>
                  <a:lnTo>
                    <a:pt x="1" y="5458"/>
                  </a:lnTo>
                  <a:lnTo>
                    <a:pt x="24" y="5550"/>
                  </a:lnTo>
                  <a:lnTo>
                    <a:pt x="47" y="5630"/>
                  </a:lnTo>
                  <a:lnTo>
                    <a:pt x="81" y="5722"/>
                  </a:lnTo>
                  <a:lnTo>
                    <a:pt x="254" y="6101"/>
                  </a:lnTo>
                  <a:lnTo>
                    <a:pt x="415" y="6469"/>
                  </a:lnTo>
                  <a:lnTo>
                    <a:pt x="541" y="6813"/>
                  </a:lnTo>
                  <a:lnTo>
                    <a:pt x="667" y="7147"/>
                  </a:lnTo>
                  <a:lnTo>
                    <a:pt x="759" y="7457"/>
                  </a:lnTo>
                  <a:lnTo>
                    <a:pt x="840" y="7767"/>
                  </a:lnTo>
                  <a:lnTo>
                    <a:pt x="909" y="8066"/>
                  </a:lnTo>
                  <a:lnTo>
                    <a:pt x="955" y="8353"/>
                  </a:lnTo>
                  <a:lnTo>
                    <a:pt x="978" y="8629"/>
                  </a:lnTo>
                  <a:lnTo>
                    <a:pt x="989" y="8904"/>
                  </a:lnTo>
                  <a:lnTo>
                    <a:pt x="978" y="9180"/>
                  </a:lnTo>
                  <a:lnTo>
                    <a:pt x="955" y="9444"/>
                  </a:lnTo>
                  <a:lnTo>
                    <a:pt x="909" y="9709"/>
                  </a:lnTo>
                  <a:lnTo>
                    <a:pt x="851" y="9984"/>
                  </a:lnTo>
                  <a:lnTo>
                    <a:pt x="771" y="10249"/>
                  </a:lnTo>
                  <a:lnTo>
                    <a:pt x="679" y="10524"/>
                  </a:lnTo>
                  <a:lnTo>
                    <a:pt x="633" y="10616"/>
                  </a:lnTo>
                  <a:lnTo>
                    <a:pt x="598" y="10708"/>
                  </a:lnTo>
                  <a:lnTo>
                    <a:pt x="12374" y="10708"/>
                  </a:lnTo>
                  <a:lnTo>
                    <a:pt x="12271" y="10421"/>
                  </a:lnTo>
                  <a:lnTo>
                    <a:pt x="12179" y="10134"/>
                  </a:lnTo>
                  <a:lnTo>
                    <a:pt x="12098" y="9858"/>
                  </a:lnTo>
                  <a:lnTo>
                    <a:pt x="12041" y="9582"/>
                  </a:lnTo>
                  <a:lnTo>
                    <a:pt x="12006" y="9295"/>
                  </a:lnTo>
                  <a:lnTo>
                    <a:pt x="11995" y="9019"/>
                  </a:lnTo>
                  <a:lnTo>
                    <a:pt x="11995" y="8732"/>
                  </a:lnTo>
                  <a:lnTo>
                    <a:pt x="12018" y="8445"/>
                  </a:lnTo>
                  <a:lnTo>
                    <a:pt x="12064" y="8146"/>
                  </a:lnTo>
                  <a:lnTo>
                    <a:pt x="12121" y="7836"/>
                  </a:lnTo>
                  <a:lnTo>
                    <a:pt x="12202" y="7526"/>
                  </a:lnTo>
                  <a:lnTo>
                    <a:pt x="12305" y="7193"/>
                  </a:lnTo>
                  <a:lnTo>
                    <a:pt x="12420" y="6848"/>
                  </a:lnTo>
                  <a:lnTo>
                    <a:pt x="12558" y="6492"/>
                  </a:lnTo>
                  <a:lnTo>
                    <a:pt x="12719" y="6113"/>
                  </a:lnTo>
                  <a:lnTo>
                    <a:pt x="12903" y="5722"/>
                  </a:lnTo>
                  <a:lnTo>
                    <a:pt x="12937" y="5653"/>
                  </a:lnTo>
                  <a:lnTo>
                    <a:pt x="12960" y="5573"/>
                  </a:lnTo>
                  <a:lnTo>
                    <a:pt x="12971" y="5469"/>
                  </a:lnTo>
                  <a:lnTo>
                    <a:pt x="12971" y="5377"/>
                  </a:lnTo>
                  <a:lnTo>
                    <a:pt x="12960" y="5297"/>
                  </a:lnTo>
                  <a:lnTo>
                    <a:pt x="12937" y="5205"/>
                  </a:lnTo>
                  <a:lnTo>
                    <a:pt x="12914" y="5125"/>
                  </a:lnTo>
                  <a:lnTo>
                    <a:pt x="12880" y="5056"/>
                  </a:lnTo>
                  <a:lnTo>
                    <a:pt x="12834" y="4975"/>
                  </a:lnTo>
                  <a:lnTo>
                    <a:pt x="12776" y="4918"/>
                  </a:lnTo>
                  <a:lnTo>
                    <a:pt x="12719" y="4860"/>
                  </a:lnTo>
                  <a:lnTo>
                    <a:pt x="12661" y="4803"/>
                  </a:lnTo>
                  <a:lnTo>
                    <a:pt x="12592" y="4757"/>
                  </a:lnTo>
                  <a:lnTo>
                    <a:pt x="12523" y="4723"/>
                  </a:lnTo>
                  <a:lnTo>
                    <a:pt x="12443" y="4688"/>
                  </a:lnTo>
                  <a:lnTo>
                    <a:pt x="12363" y="4665"/>
                  </a:lnTo>
                  <a:lnTo>
                    <a:pt x="12282" y="4654"/>
                  </a:lnTo>
                  <a:lnTo>
                    <a:pt x="12202" y="4642"/>
                  </a:lnTo>
                  <a:lnTo>
                    <a:pt x="10306" y="4642"/>
                  </a:lnTo>
                  <a:lnTo>
                    <a:pt x="10789" y="2218"/>
                  </a:lnTo>
                  <a:lnTo>
                    <a:pt x="10835" y="2092"/>
                  </a:lnTo>
                  <a:lnTo>
                    <a:pt x="10892" y="1965"/>
                  </a:lnTo>
                  <a:lnTo>
                    <a:pt x="10961" y="1850"/>
                  </a:lnTo>
                  <a:lnTo>
                    <a:pt x="11053" y="1736"/>
                  </a:lnTo>
                  <a:lnTo>
                    <a:pt x="11156" y="1644"/>
                  </a:lnTo>
                  <a:lnTo>
                    <a:pt x="11283" y="1575"/>
                  </a:lnTo>
                  <a:lnTo>
                    <a:pt x="11340" y="1552"/>
                  </a:lnTo>
                  <a:lnTo>
                    <a:pt x="11398" y="1529"/>
                  </a:lnTo>
                  <a:lnTo>
                    <a:pt x="11466" y="1517"/>
                  </a:lnTo>
                  <a:lnTo>
                    <a:pt x="16430" y="1517"/>
                  </a:lnTo>
                  <a:lnTo>
                    <a:pt x="16510" y="1506"/>
                  </a:lnTo>
                  <a:lnTo>
                    <a:pt x="16579" y="1483"/>
                  </a:lnTo>
                  <a:lnTo>
                    <a:pt x="16648" y="1460"/>
                  </a:lnTo>
                  <a:lnTo>
                    <a:pt x="16717" y="1425"/>
                  </a:lnTo>
                  <a:lnTo>
                    <a:pt x="16774" y="1391"/>
                  </a:lnTo>
                  <a:lnTo>
                    <a:pt x="16843" y="1345"/>
                  </a:lnTo>
                  <a:lnTo>
                    <a:pt x="16889" y="1299"/>
                  </a:lnTo>
                  <a:lnTo>
                    <a:pt x="16935" y="1242"/>
                  </a:lnTo>
                  <a:lnTo>
                    <a:pt x="16981" y="1184"/>
                  </a:lnTo>
                  <a:lnTo>
                    <a:pt x="17015" y="1127"/>
                  </a:lnTo>
                  <a:lnTo>
                    <a:pt x="17050" y="1058"/>
                  </a:lnTo>
                  <a:lnTo>
                    <a:pt x="17073" y="989"/>
                  </a:lnTo>
                  <a:lnTo>
                    <a:pt x="17096" y="908"/>
                  </a:lnTo>
                  <a:lnTo>
                    <a:pt x="17107" y="839"/>
                  </a:lnTo>
                  <a:lnTo>
                    <a:pt x="17107" y="759"/>
                  </a:lnTo>
                  <a:lnTo>
                    <a:pt x="17107" y="679"/>
                  </a:lnTo>
                  <a:lnTo>
                    <a:pt x="17096" y="598"/>
                  </a:lnTo>
                  <a:lnTo>
                    <a:pt x="17073" y="529"/>
                  </a:lnTo>
                  <a:lnTo>
                    <a:pt x="17050" y="460"/>
                  </a:lnTo>
                  <a:lnTo>
                    <a:pt x="17015" y="391"/>
                  </a:lnTo>
                  <a:lnTo>
                    <a:pt x="16981" y="334"/>
                  </a:lnTo>
                  <a:lnTo>
                    <a:pt x="16935" y="277"/>
                  </a:lnTo>
                  <a:lnTo>
                    <a:pt x="16889" y="219"/>
                  </a:lnTo>
                  <a:lnTo>
                    <a:pt x="16843" y="173"/>
                  </a:lnTo>
                  <a:lnTo>
                    <a:pt x="16774" y="127"/>
                  </a:lnTo>
                  <a:lnTo>
                    <a:pt x="16717" y="93"/>
                  </a:lnTo>
                  <a:lnTo>
                    <a:pt x="16648" y="58"/>
                  </a:lnTo>
                  <a:lnTo>
                    <a:pt x="16579" y="35"/>
                  </a:lnTo>
                  <a:lnTo>
                    <a:pt x="16510" y="12"/>
                  </a:lnTo>
                  <a:lnTo>
                    <a:pt x="164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3"/>
            <p:cNvSpPr/>
            <p:nvPr/>
          </p:nvSpPr>
          <p:spPr>
            <a:xfrm>
              <a:off x="2948475" y="1758325"/>
              <a:ext cx="417075" cy="340950"/>
            </a:xfrm>
            <a:custGeom>
              <a:rect b="b" l="l" r="r" t="t"/>
              <a:pathLst>
                <a:path extrusionOk="0" h="13638" w="16683">
                  <a:moveTo>
                    <a:pt x="6928" y="1517"/>
                  </a:moveTo>
                  <a:lnTo>
                    <a:pt x="6997" y="1529"/>
                  </a:lnTo>
                  <a:lnTo>
                    <a:pt x="7066" y="1540"/>
                  </a:lnTo>
                  <a:lnTo>
                    <a:pt x="7135" y="1563"/>
                  </a:lnTo>
                  <a:lnTo>
                    <a:pt x="7204" y="1597"/>
                  </a:lnTo>
                  <a:lnTo>
                    <a:pt x="7273" y="1632"/>
                  </a:lnTo>
                  <a:lnTo>
                    <a:pt x="7331" y="1678"/>
                  </a:lnTo>
                  <a:lnTo>
                    <a:pt x="7388" y="1735"/>
                  </a:lnTo>
                  <a:lnTo>
                    <a:pt x="7445" y="1793"/>
                  </a:lnTo>
                  <a:lnTo>
                    <a:pt x="7480" y="1850"/>
                  </a:lnTo>
                  <a:lnTo>
                    <a:pt x="7526" y="1919"/>
                  </a:lnTo>
                  <a:lnTo>
                    <a:pt x="7549" y="1988"/>
                  </a:lnTo>
                  <a:lnTo>
                    <a:pt x="7583" y="2057"/>
                  </a:lnTo>
                  <a:lnTo>
                    <a:pt x="7595" y="2126"/>
                  </a:lnTo>
                  <a:lnTo>
                    <a:pt x="7606" y="2195"/>
                  </a:lnTo>
                  <a:lnTo>
                    <a:pt x="7606" y="2275"/>
                  </a:lnTo>
                  <a:lnTo>
                    <a:pt x="7606" y="2344"/>
                  </a:lnTo>
                  <a:lnTo>
                    <a:pt x="7595" y="2413"/>
                  </a:lnTo>
                  <a:lnTo>
                    <a:pt x="7583" y="2482"/>
                  </a:lnTo>
                  <a:lnTo>
                    <a:pt x="7549" y="2551"/>
                  </a:lnTo>
                  <a:lnTo>
                    <a:pt x="7526" y="2620"/>
                  </a:lnTo>
                  <a:lnTo>
                    <a:pt x="7480" y="2689"/>
                  </a:lnTo>
                  <a:lnTo>
                    <a:pt x="7445" y="2746"/>
                  </a:lnTo>
                  <a:lnTo>
                    <a:pt x="7388" y="2804"/>
                  </a:lnTo>
                  <a:lnTo>
                    <a:pt x="7331" y="2861"/>
                  </a:lnTo>
                  <a:lnTo>
                    <a:pt x="7273" y="2907"/>
                  </a:lnTo>
                  <a:lnTo>
                    <a:pt x="7204" y="2942"/>
                  </a:lnTo>
                  <a:lnTo>
                    <a:pt x="7135" y="2976"/>
                  </a:lnTo>
                  <a:lnTo>
                    <a:pt x="7066" y="2999"/>
                  </a:lnTo>
                  <a:lnTo>
                    <a:pt x="6997" y="3011"/>
                  </a:lnTo>
                  <a:lnTo>
                    <a:pt x="6928" y="3022"/>
                  </a:lnTo>
                  <a:lnTo>
                    <a:pt x="6779" y="3022"/>
                  </a:lnTo>
                  <a:lnTo>
                    <a:pt x="6710" y="3011"/>
                  </a:lnTo>
                  <a:lnTo>
                    <a:pt x="6641" y="2999"/>
                  </a:lnTo>
                  <a:lnTo>
                    <a:pt x="6572" y="2976"/>
                  </a:lnTo>
                  <a:lnTo>
                    <a:pt x="6503" y="2942"/>
                  </a:lnTo>
                  <a:lnTo>
                    <a:pt x="6434" y="2907"/>
                  </a:lnTo>
                  <a:lnTo>
                    <a:pt x="6377" y="2861"/>
                  </a:lnTo>
                  <a:lnTo>
                    <a:pt x="6320" y="2804"/>
                  </a:lnTo>
                  <a:lnTo>
                    <a:pt x="6262" y="2746"/>
                  </a:lnTo>
                  <a:lnTo>
                    <a:pt x="6216" y="2689"/>
                  </a:lnTo>
                  <a:lnTo>
                    <a:pt x="6182" y="2620"/>
                  </a:lnTo>
                  <a:lnTo>
                    <a:pt x="6147" y="2551"/>
                  </a:lnTo>
                  <a:lnTo>
                    <a:pt x="6124" y="2482"/>
                  </a:lnTo>
                  <a:lnTo>
                    <a:pt x="6113" y="2413"/>
                  </a:lnTo>
                  <a:lnTo>
                    <a:pt x="6101" y="2344"/>
                  </a:lnTo>
                  <a:lnTo>
                    <a:pt x="6090" y="2275"/>
                  </a:lnTo>
                  <a:lnTo>
                    <a:pt x="6101" y="2195"/>
                  </a:lnTo>
                  <a:lnTo>
                    <a:pt x="6113" y="2126"/>
                  </a:lnTo>
                  <a:lnTo>
                    <a:pt x="6124" y="2057"/>
                  </a:lnTo>
                  <a:lnTo>
                    <a:pt x="6147" y="1988"/>
                  </a:lnTo>
                  <a:lnTo>
                    <a:pt x="6182" y="1919"/>
                  </a:lnTo>
                  <a:lnTo>
                    <a:pt x="6216" y="1850"/>
                  </a:lnTo>
                  <a:lnTo>
                    <a:pt x="6262" y="1793"/>
                  </a:lnTo>
                  <a:lnTo>
                    <a:pt x="6320" y="1735"/>
                  </a:lnTo>
                  <a:lnTo>
                    <a:pt x="6377" y="1678"/>
                  </a:lnTo>
                  <a:lnTo>
                    <a:pt x="6434" y="1632"/>
                  </a:lnTo>
                  <a:lnTo>
                    <a:pt x="6503" y="1597"/>
                  </a:lnTo>
                  <a:lnTo>
                    <a:pt x="6572" y="1563"/>
                  </a:lnTo>
                  <a:lnTo>
                    <a:pt x="6641" y="1540"/>
                  </a:lnTo>
                  <a:lnTo>
                    <a:pt x="6710" y="1529"/>
                  </a:lnTo>
                  <a:lnTo>
                    <a:pt x="6779" y="1517"/>
                  </a:lnTo>
                  <a:close/>
                  <a:moveTo>
                    <a:pt x="8364" y="4539"/>
                  </a:moveTo>
                  <a:lnTo>
                    <a:pt x="8445" y="4550"/>
                  </a:lnTo>
                  <a:lnTo>
                    <a:pt x="8514" y="4561"/>
                  </a:lnTo>
                  <a:lnTo>
                    <a:pt x="8583" y="4573"/>
                  </a:lnTo>
                  <a:lnTo>
                    <a:pt x="8652" y="4596"/>
                  </a:lnTo>
                  <a:lnTo>
                    <a:pt x="8721" y="4630"/>
                  </a:lnTo>
                  <a:lnTo>
                    <a:pt x="8790" y="4665"/>
                  </a:lnTo>
                  <a:lnTo>
                    <a:pt x="8847" y="4711"/>
                  </a:lnTo>
                  <a:lnTo>
                    <a:pt x="8904" y="4768"/>
                  </a:lnTo>
                  <a:lnTo>
                    <a:pt x="8950" y="4826"/>
                  </a:lnTo>
                  <a:lnTo>
                    <a:pt x="8996" y="4883"/>
                  </a:lnTo>
                  <a:lnTo>
                    <a:pt x="9042" y="4952"/>
                  </a:lnTo>
                  <a:lnTo>
                    <a:pt x="9065" y="5010"/>
                  </a:lnTo>
                  <a:lnTo>
                    <a:pt x="9088" y="5090"/>
                  </a:lnTo>
                  <a:lnTo>
                    <a:pt x="9111" y="5159"/>
                  </a:lnTo>
                  <a:lnTo>
                    <a:pt x="9123" y="5228"/>
                  </a:lnTo>
                  <a:lnTo>
                    <a:pt x="9123" y="5297"/>
                  </a:lnTo>
                  <a:lnTo>
                    <a:pt x="9123" y="5377"/>
                  </a:lnTo>
                  <a:lnTo>
                    <a:pt x="9111" y="5446"/>
                  </a:lnTo>
                  <a:lnTo>
                    <a:pt x="9088" y="5515"/>
                  </a:lnTo>
                  <a:lnTo>
                    <a:pt x="9065" y="5584"/>
                  </a:lnTo>
                  <a:lnTo>
                    <a:pt x="9042" y="5653"/>
                  </a:lnTo>
                  <a:lnTo>
                    <a:pt x="8996" y="5722"/>
                  </a:lnTo>
                  <a:lnTo>
                    <a:pt x="8950" y="5779"/>
                  </a:lnTo>
                  <a:lnTo>
                    <a:pt x="8904" y="5837"/>
                  </a:lnTo>
                  <a:lnTo>
                    <a:pt x="8847" y="5883"/>
                  </a:lnTo>
                  <a:lnTo>
                    <a:pt x="8790" y="5929"/>
                  </a:lnTo>
                  <a:lnTo>
                    <a:pt x="8721" y="5975"/>
                  </a:lnTo>
                  <a:lnTo>
                    <a:pt x="8652" y="5998"/>
                  </a:lnTo>
                  <a:lnTo>
                    <a:pt x="8583" y="6032"/>
                  </a:lnTo>
                  <a:lnTo>
                    <a:pt x="8514" y="6044"/>
                  </a:lnTo>
                  <a:lnTo>
                    <a:pt x="8445" y="6055"/>
                  </a:lnTo>
                  <a:lnTo>
                    <a:pt x="8296" y="6055"/>
                  </a:lnTo>
                  <a:lnTo>
                    <a:pt x="8227" y="6044"/>
                  </a:lnTo>
                  <a:lnTo>
                    <a:pt x="8146" y="6032"/>
                  </a:lnTo>
                  <a:lnTo>
                    <a:pt x="8077" y="5998"/>
                  </a:lnTo>
                  <a:lnTo>
                    <a:pt x="8020" y="5975"/>
                  </a:lnTo>
                  <a:lnTo>
                    <a:pt x="7951" y="5929"/>
                  </a:lnTo>
                  <a:lnTo>
                    <a:pt x="7893" y="5883"/>
                  </a:lnTo>
                  <a:lnTo>
                    <a:pt x="7836" y="5837"/>
                  </a:lnTo>
                  <a:lnTo>
                    <a:pt x="7779" y="5779"/>
                  </a:lnTo>
                  <a:lnTo>
                    <a:pt x="7733" y="5722"/>
                  </a:lnTo>
                  <a:lnTo>
                    <a:pt x="7698" y="5653"/>
                  </a:lnTo>
                  <a:lnTo>
                    <a:pt x="7664" y="5584"/>
                  </a:lnTo>
                  <a:lnTo>
                    <a:pt x="7641" y="5515"/>
                  </a:lnTo>
                  <a:lnTo>
                    <a:pt x="7629" y="5446"/>
                  </a:lnTo>
                  <a:lnTo>
                    <a:pt x="7618" y="5377"/>
                  </a:lnTo>
                  <a:lnTo>
                    <a:pt x="7606" y="5297"/>
                  </a:lnTo>
                  <a:lnTo>
                    <a:pt x="7618" y="5228"/>
                  </a:lnTo>
                  <a:lnTo>
                    <a:pt x="7629" y="5159"/>
                  </a:lnTo>
                  <a:lnTo>
                    <a:pt x="7641" y="5090"/>
                  </a:lnTo>
                  <a:lnTo>
                    <a:pt x="7664" y="5010"/>
                  </a:lnTo>
                  <a:lnTo>
                    <a:pt x="7698" y="4952"/>
                  </a:lnTo>
                  <a:lnTo>
                    <a:pt x="7733" y="4883"/>
                  </a:lnTo>
                  <a:lnTo>
                    <a:pt x="7779" y="4826"/>
                  </a:lnTo>
                  <a:lnTo>
                    <a:pt x="7836" y="4768"/>
                  </a:lnTo>
                  <a:lnTo>
                    <a:pt x="7893" y="4711"/>
                  </a:lnTo>
                  <a:lnTo>
                    <a:pt x="7951" y="4665"/>
                  </a:lnTo>
                  <a:lnTo>
                    <a:pt x="8020" y="4630"/>
                  </a:lnTo>
                  <a:lnTo>
                    <a:pt x="8077" y="4596"/>
                  </a:lnTo>
                  <a:lnTo>
                    <a:pt x="8146" y="4573"/>
                  </a:lnTo>
                  <a:lnTo>
                    <a:pt x="8227" y="4561"/>
                  </a:lnTo>
                  <a:lnTo>
                    <a:pt x="8296" y="4550"/>
                  </a:lnTo>
                  <a:lnTo>
                    <a:pt x="8364" y="4539"/>
                  </a:lnTo>
                  <a:close/>
                  <a:moveTo>
                    <a:pt x="1655" y="1"/>
                  </a:moveTo>
                  <a:lnTo>
                    <a:pt x="1414" y="380"/>
                  </a:lnTo>
                  <a:lnTo>
                    <a:pt x="1104" y="839"/>
                  </a:lnTo>
                  <a:lnTo>
                    <a:pt x="828" y="1287"/>
                  </a:lnTo>
                  <a:lnTo>
                    <a:pt x="713" y="1483"/>
                  </a:lnTo>
                  <a:lnTo>
                    <a:pt x="644" y="1632"/>
                  </a:lnTo>
                  <a:lnTo>
                    <a:pt x="552" y="1758"/>
                  </a:lnTo>
                  <a:lnTo>
                    <a:pt x="472" y="1908"/>
                  </a:lnTo>
                  <a:lnTo>
                    <a:pt x="391" y="2068"/>
                  </a:lnTo>
                  <a:lnTo>
                    <a:pt x="311" y="2264"/>
                  </a:lnTo>
                  <a:lnTo>
                    <a:pt x="242" y="2471"/>
                  </a:lnTo>
                  <a:lnTo>
                    <a:pt x="185" y="2700"/>
                  </a:lnTo>
                  <a:lnTo>
                    <a:pt x="127" y="2942"/>
                  </a:lnTo>
                  <a:lnTo>
                    <a:pt x="81" y="3194"/>
                  </a:lnTo>
                  <a:lnTo>
                    <a:pt x="47" y="3470"/>
                  </a:lnTo>
                  <a:lnTo>
                    <a:pt x="12" y="3746"/>
                  </a:lnTo>
                  <a:lnTo>
                    <a:pt x="1" y="4022"/>
                  </a:lnTo>
                  <a:lnTo>
                    <a:pt x="1" y="4309"/>
                  </a:lnTo>
                  <a:lnTo>
                    <a:pt x="12" y="4596"/>
                  </a:lnTo>
                  <a:lnTo>
                    <a:pt x="47" y="4895"/>
                  </a:lnTo>
                  <a:lnTo>
                    <a:pt x="93" y="5182"/>
                  </a:lnTo>
                  <a:lnTo>
                    <a:pt x="150" y="5469"/>
                  </a:lnTo>
                  <a:lnTo>
                    <a:pt x="242" y="5756"/>
                  </a:lnTo>
                  <a:lnTo>
                    <a:pt x="334" y="6044"/>
                  </a:lnTo>
                  <a:lnTo>
                    <a:pt x="437" y="6319"/>
                  </a:lnTo>
                  <a:lnTo>
                    <a:pt x="564" y="6583"/>
                  </a:lnTo>
                  <a:lnTo>
                    <a:pt x="690" y="6836"/>
                  </a:lnTo>
                  <a:lnTo>
                    <a:pt x="840" y="7089"/>
                  </a:lnTo>
                  <a:lnTo>
                    <a:pt x="1000" y="7330"/>
                  </a:lnTo>
                  <a:lnTo>
                    <a:pt x="1161" y="7560"/>
                  </a:lnTo>
                  <a:lnTo>
                    <a:pt x="1345" y="7790"/>
                  </a:lnTo>
                  <a:lnTo>
                    <a:pt x="1540" y="8008"/>
                  </a:lnTo>
                  <a:lnTo>
                    <a:pt x="1736" y="8215"/>
                  </a:lnTo>
                  <a:lnTo>
                    <a:pt x="1942" y="8410"/>
                  </a:lnTo>
                  <a:lnTo>
                    <a:pt x="2172" y="8605"/>
                  </a:lnTo>
                  <a:lnTo>
                    <a:pt x="2390" y="8778"/>
                  </a:lnTo>
                  <a:lnTo>
                    <a:pt x="2632" y="8950"/>
                  </a:lnTo>
                  <a:lnTo>
                    <a:pt x="2873" y="9122"/>
                  </a:lnTo>
                  <a:lnTo>
                    <a:pt x="3137" y="9272"/>
                  </a:lnTo>
                  <a:lnTo>
                    <a:pt x="3390" y="9421"/>
                  </a:lnTo>
                  <a:lnTo>
                    <a:pt x="3666" y="9559"/>
                  </a:lnTo>
                  <a:lnTo>
                    <a:pt x="3941" y="9697"/>
                  </a:lnTo>
                  <a:lnTo>
                    <a:pt x="4217" y="9812"/>
                  </a:lnTo>
                  <a:lnTo>
                    <a:pt x="4504" y="9927"/>
                  </a:lnTo>
                  <a:lnTo>
                    <a:pt x="4792" y="10030"/>
                  </a:lnTo>
                  <a:lnTo>
                    <a:pt x="5090" y="10122"/>
                  </a:lnTo>
                  <a:lnTo>
                    <a:pt x="5400" y="10214"/>
                  </a:lnTo>
                  <a:lnTo>
                    <a:pt x="5699" y="10283"/>
                  </a:lnTo>
                  <a:lnTo>
                    <a:pt x="6009" y="10352"/>
                  </a:lnTo>
                  <a:lnTo>
                    <a:pt x="6331" y="10421"/>
                  </a:lnTo>
                  <a:lnTo>
                    <a:pt x="6641" y="10467"/>
                  </a:lnTo>
                  <a:lnTo>
                    <a:pt x="6963" y="10513"/>
                  </a:lnTo>
                  <a:lnTo>
                    <a:pt x="7285" y="10536"/>
                  </a:lnTo>
                  <a:lnTo>
                    <a:pt x="7606" y="10558"/>
                  </a:lnTo>
                  <a:lnTo>
                    <a:pt x="7606" y="12121"/>
                  </a:lnTo>
                  <a:lnTo>
                    <a:pt x="5263" y="12121"/>
                  </a:lnTo>
                  <a:lnTo>
                    <a:pt x="5182" y="12132"/>
                  </a:lnTo>
                  <a:lnTo>
                    <a:pt x="5113" y="12155"/>
                  </a:lnTo>
                  <a:lnTo>
                    <a:pt x="5044" y="12178"/>
                  </a:lnTo>
                  <a:lnTo>
                    <a:pt x="4975" y="12213"/>
                  </a:lnTo>
                  <a:lnTo>
                    <a:pt x="4918" y="12247"/>
                  </a:lnTo>
                  <a:lnTo>
                    <a:pt x="4860" y="12293"/>
                  </a:lnTo>
                  <a:lnTo>
                    <a:pt x="4803" y="12339"/>
                  </a:lnTo>
                  <a:lnTo>
                    <a:pt x="4757" y="12397"/>
                  </a:lnTo>
                  <a:lnTo>
                    <a:pt x="4711" y="12454"/>
                  </a:lnTo>
                  <a:lnTo>
                    <a:pt x="4677" y="12512"/>
                  </a:lnTo>
                  <a:lnTo>
                    <a:pt x="4642" y="12580"/>
                  </a:lnTo>
                  <a:lnTo>
                    <a:pt x="4619" y="12649"/>
                  </a:lnTo>
                  <a:lnTo>
                    <a:pt x="4596" y="12718"/>
                  </a:lnTo>
                  <a:lnTo>
                    <a:pt x="4585" y="12799"/>
                  </a:lnTo>
                  <a:lnTo>
                    <a:pt x="4585" y="12879"/>
                  </a:lnTo>
                  <a:lnTo>
                    <a:pt x="4585" y="12948"/>
                  </a:lnTo>
                  <a:lnTo>
                    <a:pt x="4596" y="13029"/>
                  </a:lnTo>
                  <a:lnTo>
                    <a:pt x="4619" y="13097"/>
                  </a:lnTo>
                  <a:lnTo>
                    <a:pt x="4642" y="13166"/>
                  </a:lnTo>
                  <a:lnTo>
                    <a:pt x="4677" y="13235"/>
                  </a:lnTo>
                  <a:lnTo>
                    <a:pt x="4711" y="13304"/>
                  </a:lnTo>
                  <a:lnTo>
                    <a:pt x="4757" y="13362"/>
                  </a:lnTo>
                  <a:lnTo>
                    <a:pt x="4803" y="13408"/>
                  </a:lnTo>
                  <a:lnTo>
                    <a:pt x="4860" y="13465"/>
                  </a:lnTo>
                  <a:lnTo>
                    <a:pt x="4918" y="13500"/>
                  </a:lnTo>
                  <a:lnTo>
                    <a:pt x="4975" y="13545"/>
                  </a:lnTo>
                  <a:lnTo>
                    <a:pt x="5044" y="13568"/>
                  </a:lnTo>
                  <a:lnTo>
                    <a:pt x="5113" y="13603"/>
                  </a:lnTo>
                  <a:lnTo>
                    <a:pt x="5182" y="13614"/>
                  </a:lnTo>
                  <a:lnTo>
                    <a:pt x="5263" y="13626"/>
                  </a:lnTo>
                  <a:lnTo>
                    <a:pt x="5332" y="13637"/>
                  </a:lnTo>
                  <a:lnTo>
                    <a:pt x="11397" y="13637"/>
                  </a:lnTo>
                  <a:lnTo>
                    <a:pt x="11478" y="13626"/>
                  </a:lnTo>
                  <a:lnTo>
                    <a:pt x="11547" y="13614"/>
                  </a:lnTo>
                  <a:lnTo>
                    <a:pt x="11627" y="13603"/>
                  </a:lnTo>
                  <a:lnTo>
                    <a:pt x="11696" y="13568"/>
                  </a:lnTo>
                  <a:lnTo>
                    <a:pt x="11754" y="13545"/>
                  </a:lnTo>
                  <a:lnTo>
                    <a:pt x="11822" y="13500"/>
                  </a:lnTo>
                  <a:lnTo>
                    <a:pt x="11880" y="13465"/>
                  </a:lnTo>
                  <a:lnTo>
                    <a:pt x="11937" y="13408"/>
                  </a:lnTo>
                  <a:lnTo>
                    <a:pt x="11983" y="13362"/>
                  </a:lnTo>
                  <a:lnTo>
                    <a:pt x="12029" y="13304"/>
                  </a:lnTo>
                  <a:lnTo>
                    <a:pt x="12064" y="13235"/>
                  </a:lnTo>
                  <a:lnTo>
                    <a:pt x="12098" y="13166"/>
                  </a:lnTo>
                  <a:lnTo>
                    <a:pt x="12121" y="13097"/>
                  </a:lnTo>
                  <a:lnTo>
                    <a:pt x="12144" y="13029"/>
                  </a:lnTo>
                  <a:lnTo>
                    <a:pt x="12156" y="12948"/>
                  </a:lnTo>
                  <a:lnTo>
                    <a:pt x="12156" y="12879"/>
                  </a:lnTo>
                  <a:lnTo>
                    <a:pt x="12156" y="12799"/>
                  </a:lnTo>
                  <a:lnTo>
                    <a:pt x="12144" y="12718"/>
                  </a:lnTo>
                  <a:lnTo>
                    <a:pt x="12121" y="12649"/>
                  </a:lnTo>
                  <a:lnTo>
                    <a:pt x="12098" y="12580"/>
                  </a:lnTo>
                  <a:lnTo>
                    <a:pt x="12064" y="12512"/>
                  </a:lnTo>
                  <a:lnTo>
                    <a:pt x="12029" y="12454"/>
                  </a:lnTo>
                  <a:lnTo>
                    <a:pt x="11983" y="12397"/>
                  </a:lnTo>
                  <a:lnTo>
                    <a:pt x="11937" y="12339"/>
                  </a:lnTo>
                  <a:lnTo>
                    <a:pt x="11880" y="12293"/>
                  </a:lnTo>
                  <a:lnTo>
                    <a:pt x="11822" y="12247"/>
                  </a:lnTo>
                  <a:lnTo>
                    <a:pt x="11754" y="12213"/>
                  </a:lnTo>
                  <a:lnTo>
                    <a:pt x="11696" y="12178"/>
                  </a:lnTo>
                  <a:lnTo>
                    <a:pt x="11627" y="12155"/>
                  </a:lnTo>
                  <a:lnTo>
                    <a:pt x="11547" y="12132"/>
                  </a:lnTo>
                  <a:lnTo>
                    <a:pt x="11478" y="12121"/>
                  </a:lnTo>
                  <a:lnTo>
                    <a:pt x="9123" y="12121"/>
                  </a:lnTo>
                  <a:lnTo>
                    <a:pt x="9123" y="10547"/>
                  </a:lnTo>
                  <a:lnTo>
                    <a:pt x="9421" y="10524"/>
                  </a:lnTo>
                  <a:lnTo>
                    <a:pt x="9709" y="10490"/>
                  </a:lnTo>
                  <a:lnTo>
                    <a:pt x="9996" y="10455"/>
                  </a:lnTo>
                  <a:lnTo>
                    <a:pt x="10283" y="10409"/>
                  </a:lnTo>
                  <a:lnTo>
                    <a:pt x="10570" y="10363"/>
                  </a:lnTo>
                  <a:lnTo>
                    <a:pt x="10846" y="10306"/>
                  </a:lnTo>
                  <a:lnTo>
                    <a:pt x="11133" y="10237"/>
                  </a:lnTo>
                  <a:lnTo>
                    <a:pt x="11409" y="10168"/>
                  </a:lnTo>
                  <a:lnTo>
                    <a:pt x="11685" y="10087"/>
                  </a:lnTo>
                  <a:lnTo>
                    <a:pt x="11949" y="10007"/>
                  </a:lnTo>
                  <a:lnTo>
                    <a:pt x="12225" y="9904"/>
                  </a:lnTo>
                  <a:lnTo>
                    <a:pt x="12477" y="9812"/>
                  </a:lnTo>
                  <a:lnTo>
                    <a:pt x="12742" y="9697"/>
                  </a:lnTo>
                  <a:lnTo>
                    <a:pt x="12994" y="9582"/>
                  </a:lnTo>
                  <a:lnTo>
                    <a:pt x="13236" y="9456"/>
                  </a:lnTo>
                  <a:lnTo>
                    <a:pt x="13477" y="9329"/>
                  </a:lnTo>
                  <a:lnTo>
                    <a:pt x="13718" y="9180"/>
                  </a:lnTo>
                  <a:lnTo>
                    <a:pt x="13948" y="9031"/>
                  </a:lnTo>
                  <a:lnTo>
                    <a:pt x="14166" y="8881"/>
                  </a:lnTo>
                  <a:lnTo>
                    <a:pt x="14384" y="8720"/>
                  </a:lnTo>
                  <a:lnTo>
                    <a:pt x="14591" y="8548"/>
                  </a:lnTo>
                  <a:lnTo>
                    <a:pt x="14798" y="8364"/>
                  </a:lnTo>
                  <a:lnTo>
                    <a:pt x="14982" y="8180"/>
                  </a:lnTo>
                  <a:lnTo>
                    <a:pt x="15177" y="7985"/>
                  </a:lnTo>
                  <a:lnTo>
                    <a:pt x="15349" y="7778"/>
                  </a:lnTo>
                  <a:lnTo>
                    <a:pt x="15522" y="7571"/>
                  </a:lnTo>
                  <a:lnTo>
                    <a:pt x="15671" y="7342"/>
                  </a:lnTo>
                  <a:lnTo>
                    <a:pt x="15820" y="7112"/>
                  </a:lnTo>
                  <a:lnTo>
                    <a:pt x="15970" y="6882"/>
                  </a:lnTo>
                  <a:lnTo>
                    <a:pt x="16096" y="6629"/>
                  </a:lnTo>
                  <a:lnTo>
                    <a:pt x="16211" y="6377"/>
                  </a:lnTo>
                  <a:lnTo>
                    <a:pt x="16326" y="6112"/>
                  </a:lnTo>
                  <a:lnTo>
                    <a:pt x="16429" y="5802"/>
                  </a:lnTo>
                  <a:lnTo>
                    <a:pt x="16521" y="5481"/>
                  </a:lnTo>
                  <a:lnTo>
                    <a:pt x="16590" y="5147"/>
                  </a:lnTo>
                  <a:lnTo>
                    <a:pt x="16648" y="4814"/>
                  </a:lnTo>
                  <a:lnTo>
                    <a:pt x="16671" y="4481"/>
                  </a:lnTo>
                  <a:lnTo>
                    <a:pt x="16682" y="4159"/>
                  </a:lnTo>
                  <a:lnTo>
                    <a:pt x="16682" y="3838"/>
                  </a:lnTo>
                  <a:lnTo>
                    <a:pt x="16659" y="3528"/>
                  </a:lnTo>
                  <a:lnTo>
                    <a:pt x="16625" y="3229"/>
                  </a:lnTo>
                  <a:lnTo>
                    <a:pt x="16567" y="2930"/>
                  </a:lnTo>
                  <a:lnTo>
                    <a:pt x="16510" y="2666"/>
                  </a:lnTo>
                  <a:lnTo>
                    <a:pt x="16429" y="2413"/>
                  </a:lnTo>
                  <a:lnTo>
                    <a:pt x="16349" y="2172"/>
                  </a:lnTo>
                  <a:lnTo>
                    <a:pt x="16257" y="1965"/>
                  </a:lnTo>
                  <a:lnTo>
                    <a:pt x="16154" y="1781"/>
                  </a:lnTo>
                  <a:lnTo>
                    <a:pt x="16050" y="1632"/>
                  </a:lnTo>
                  <a:lnTo>
                    <a:pt x="15970" y="1483"/>
                  </a:lnTo>
                  <a:lnTo>
                    <a:pt x="15855" y="1287"/>
                  </a:lnTo>
                  <a:lnTo>
                    <a:pt x="15579" y="828"/>
                  </a:lnTo>
                  <a:lnTo>
                    <a:pt x="15269" y="368"/>
                  </a:lnTo>
                  <a:lnTo>
                    <a:pt x="15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3"/>
            <p:cNvSpPr/>
            <p:nvPr/>
          </p:nvSpPr>
          <p:spPr>
            <a:xfrm>
              <a:off x="2911725" y="1453025"/>
              <a:ext cx="251625" cy="248750"/>
            </a:xfrm>
            <a:custGeom>
              <a:rect b="b" l="l" r="r" t="t"/>
              <a:pathLst>
                <a:path extrusionOk="0" h="9950" w="10065">
                  <a:moveTo>
                    <a:pt x="5032" y="0"/>
                  </a:moveTo>
                  <a:lnTo>
                    <a:pt x="4780" y="23"/>
                  </a:lnTo>
                  <a:lnTo>
                    <a:pt x="4527" y="46"/>
                  </a:lnTo>
                  <a:lnTo>
                    <a:pt x="4274" y="92"/>
                  </a:lnTo>
                  <a:lnTo>
                    <a:pt x="4033" y="150"/>
                  </a:lnTo>
                  <a:lnTo>
                    <a:pt x="3780" y="219"/>
                  </a:lnTo>
                  <a:lnTo>
                    <a:pt x="3539" y="299"/>
                  </a:lnTo>
                  <a:lnTo>
                    <a:pt x="3298" y="391"/>
                  </a:lnTo>
                  <a:lnTo>
                    <a:pt x="3056" y="483"/>
                  </a:lnTo>
                  <a:lnTo>
                    <a:pt x="2827" y="598"/>
                  </a:lnTo>
                  <a:lnTo>
                    <a:pt x="2597" y="736"/>
                  </a:lnTo>
                  <a:lnTo>
                    <a:pt x="2378" y="873"/>
                  </a:lnTo>
                  <a:lnTo>
                    <a:pt x="2160" y="1023"/>
                  </a:lnTo>
                  <a:lnTo>
                    <a:pt x="1953" y="1184"/>
                  </a:lnTo>
                  <a:lnTo>
                    <a:pt x="1747" y="1356"/>
                  </a:lnTo>
                  <a:lnTo>
                    <a:pt x="1551" y="1551"/>
                  </a:lnTo>
                  <a:lnTo>
                    <a:pt x="1367" y="1747"/>
                  </a:lnTo>
                  <a:lnTo>
                    <a:pt x="1184" y="1942"/>
                  </a:lnTo>
                  <a:lnTo>
                    <a:pt x="1023" y="2160"/>
                  </a:lnTo>
                  <a:lnTo>
                    <a:pt x="873" y="2378"/>
                  </a:lnTo>
                  <a:lnTo>
                    <a:pt x="736" y="2597"/>
                  </a:lnTo>
                  <a:lnTo>
                    <a:pt x="609" y="2826"/>
                  </a:lnTo>
                  <a:lnTo>
                    <a:pt x="494" y="3068"/>
                  </a:lnTo>
                  <a:lnTo>
                    <a:pt x="391" y="3309"/>
                  </a:lnTo>
                  <a:lnTo>
                    <a:pt x="299" y="3550"/>
                  </a:lnTo>
                  <a:lnTo>
                    <a:pt x="219" y="3803"/>
                  </a:lnTo>
                  <a:lnTo>
                    <a:pt x="150" y="4056"/>
                  </a:lnTo>
                  <a:lnTo>
                    <a:pt x="92" y="4308"/>
                  </a:lnTo>
                  <a:lnTo>
                    <a:pt x="46" y="4561"/>
                  </a:lnTo>
                  <a:lnTo>
                    <a:pt x="23" y="4825"/>
                  </a:lnTo>
                  <a:lnTo>
                    <a:pt x="0" y="5078"/>
                  </a:lnTo>
                  <a:lnTo>
                    <a:pt x="0" y="5342"/>
                  </a:lnTo>
                  <a:lnTo>
                    <a:pt x="0" y="5595"/>
                  </a:lnTo>
                  <a:lnTo>
                    <a:pt x="23" y="5859"/>
                  </a:lnTo>
                  <a:lnTo>
                    <a:pt x="46" y="6112"/>
                  </a:lnTo>
                  <a:lnTo>
                    <a:pt x="92" y="6376"/>
                  </a:lnTo>
                  <a:lnTo>
                    <a:pt x="150" y="6629"/>
                  </a:lnTo>
                  <a:lnTo>
                    <a:pt x="219" y="6882"/>
                  </a:lnTo>
                  <a:lnTo>
                    <a:pt x="299" y="7135"/>
                  </a:lnTo>
                  <a:lnTo>
                    <a:pt x="379" y="7376"/>
                  </a:lnTo>
                  <a:lnTo>
                    <a:pt x="483" y="7617"/>
                  </a:lnTo>
                  <a:lnTo>
                    <a:pt x="598" y="7847"/>
                  </a:lnTo>
                  <a:lnTo>
                    <a:pt x="736" y="8077"/>
                  </a:lnTo>
                  <a:lnTo>
                    <a:pt x="873" y="8306"/>
                  </a:lnTo>
                  <a:lnTo>
                    <a:pt x="1023" y="8525"/>
                  </a:lnTo>
                  <a:lnTo>
                    <a:pt x="1184" y="8732"/>
                  </a:lnTo>
                  <a:lnTo>
                    <a:pt x="1367" y="8938"/>
                  </a:lnTo>
                  <a:lnTo>
                    <a:pt x="1551" y="9134"/>
                  </a:lnTo>
                  <a:lnTo>
                    <a:pt x="1666" y="9260"/>
                  </a:lnTo>
                  <a:lnTo>
                    <a:pt x="1793" y="9375"/>
                  </a:lnTo>
                  <a:lnTo>
                    <a:pt x="2057" y="9593"/>
                  </a:lnTo>
                  <a:lnTo>
                    <a:pt x="2333" y="9777"/>
                  </a:lnTo>
                  <a:lnTo>
                    <a:pt x="2608" y="9949"/>
                  </a:lnTo>
                  <a:lnTo>
                    <a:pt x="2677" y="9754"/>
                  </a:lnTo>
                  <a:lnTo>
                    <a:pt x="2723" y="9559"/>
                  </a:lnTo>
                  <a:lnTo>
                    <a:pt x="2758" y="9363"/>
                  </a:lnTo>
                  <a:lnTo>
                    <a:pt x="2792" y="9168"/>
                  </a:lnTo>
                  <a:lnTo>
                    <a:pt x="2792" y="8961"/>
                  </a:lnTo>
                  <a:lnTo>
                    <a:pt x="2792" y="8766"/>
                  </a:lnTo>
                  <a:lnTo>
                    <a:pt x="2781" y="8559"/>
                  </a:lnTo>
                  <a:lnTo>
                    <a:pt x="2746" y="8352"/>
                  </a:lnTo>
                  <a:lnTo>
                    <a:pt x="2712" y="8146"/>
                  </a:lnTo>
                  <a:lnTo>
                    <a:pt x="2654" y="7916"/>
                  </a:lnTo>
                  <a:lnTo>
                    <a:pt x="2585" y="7686"/>
                  </a:lnTo>
                  <a:lnTo>
                    <a:pt x="2493" y="7445"/>
                  </a:lnTo>
                  <a:lnTo>
                    <a:pt x="2401" y="7192"/>
                  </a:lnTo>
                  <a:lnTo>
                    <a:pt x="2298" y="6928"/>
                  </a:lnTo>
                  <a:lnTo>
                    <a:pt x="2034" y="6365"/>
                  </a:lnTo>
                  <a:lnTo>
                    <a:pt x="1976" y="6216"/>
                  </a:lnTo>
                  <a:lnTo>
                    <a:pt x="1930" y="6078"/>
                  </a:lnTo>
                  <a:lnTo>
                    <a:pt x="1884" y="5940"/>
                  </a:lnTo>
                  <a:lnTo>
                    <a:pt x="1850" y="5790"/>
                  </a:lnTo>
                  <a:lnTo>
                    <a:pt x="1827" y="5653"/>
                  </a:lnTo>
                  <a:lnTo>
                    <a:pt x="1816" y="5515"/>
                  </a:lnTo>
                  <a:lnTo>
                    <a:pt x="1816" y="5365"/>
                  </a:lnTo>
                  <a:lnTo>
                    <a:pt x="1827" y="5228"/>
                  </a:lnTo>
                  <a:lnTo>
                    <a:pt x="1838" y="5090"/>
                  </a:lnTo>
                  <a:lnTo>
                    <a:pt x="1861" y="4952"/>
                  </a:lnTo>
                  <a:lnTo>
                    <a:pt x="1896" y="4814"/>
                  </a:lnTo>
                  <a:lnTo>
                    <a:pt x="1930" y="4676"/>
                  </a:lnTo>
                  <a:lnTo>
                    <a:pt x="1976" y="4550"/>
                  </a:lnTo>
                  <a:lnTo>
                    <a:pt x="2034" y="4423"/>
                  </a:lnTo>
                  <a:lnTo>
                    <a:pt x="2103" y="4297"/>
                  </a:lnTo>
                  <a:lnTo>
                    <a:pt x="2172" y="4182"/>
                  </a:lnTo>
                  <a:lnTo>
                    <a:pt x="2241" y="4067"/>
                  </a:lnTo>
                  <a:lnTo>
                    <a:pt x="2333" y="3952"/>
                  </a:lnTo>
                  <a:lnTo>
                    <a:pt x="2413" y="3849"/>
                  </a:lnTo>
                  <a:lnTo>
                    <a:pt x="2516" y="3757"/>
                  </a:lnTo>
                  <a:lnTo>
                    <a:pt x="2620" y="3654"/>
                  </a:lnTo>
                  <a:lnTo>
                    <a:pt x="2723" y="3573"/>
                  </a:lnTo>
                  <a:lnTo>
                    <a:pt x="2838" y="3493"/>
                  </a:lnTo>
                  <a:lnTo>
                    <a:pt x="2964" y="3412"/>
                  </a:lnTo>
                  <a:lnTo>
                    <a:pt x="3079" y="3355"/>
                  </a:lnTo>
                  <a:lnTo>
                    <a:pt x="3217" y="3286"/>
                  </a:lnTo>
                  <a:lnTo>
                    <a:pt x="3355" y="3240"/>
                  </a:lnTo>
                  <a:lnTo>
                    <a:pt x="3493" y="3194"/>
                  </a:lnTo>
                  <a:lnTo>
                    <a:pt x="3631" y="3160"/>
                  </a:lnTo>
                  <a:lnTo>
                    <a:pt x="3780" y="3137"/>
                  </a:lnTo>
                  <a:lnTo>
                    <a:pt x="3941" y="3125"/>
                  </a:lnTo>
                  <a:lnTo>
                    <a:pt x="10064" y="3125"/>
                  </a:lnTo>
                  <a:lnTo>
                    <a:pt x="9972" y="2918"/>
                  </a:lnTo>
                  <a:lnTo>
                    <a:pt x="9857" y="2712"/>
                  </a:lnTo>
                  <a:lnTo>
                    <a:pt x="9743" y="2493"/>
                  </a:lnTo>
                  <a:lnTo>
                    <a:pt x="9628" y="2298"/>
                  </a:lnTo>
                  <a:lnTo>
                    <a:pt x="9490" y="2091"/>
                  </a:lnTo>
                  <a:lnTo>
                    <a:pt x="9352" y="1907"/>
                  </a:lnTo>
                  <a:lnTo>
                    <a:pt x="9191" y="1724"/>
                  </a:lnTo>
                  <a:lnTo>
                    <a:pt x="9030" y="1551"/>
                  </a:lnTo>
                  <a:lnTo>
                    <a:pt x="8835" y="1356"/>
                  </a:lnTo>
                  <a:lnTo>
                    <a:pt x="8640" y="1184"/>
                  </a:lnTo>
                  <a:lnTo>
                    <a:pt x="8421" y="1023"/>
                  </a:lnTo>
                  <a:lnTo>
                    <a:pt x="8203" y="873"/>
                  </a:lnTo>
                  <a:lnTo>
                    <a:pt x="7985" y="736"/>
                  </a:lnTo>
                  <a:lnTo>
                    <a:pt x="7755" y="598"/>
                  </a:lnTo>
                  <a:lnTo>
                    <a:pt x="7525" y="483"/>
                  </a:lnTo>
                  <a:lnTo>
                    <a:pt x="7284" y="391"/>
                  </a:lnTo>
                  <a:lnTo>
                    <a:pt x="7043" y="299"/>
                  </a:lnTo>
                  <a:lnTo>
                    <a:pt x="6802" y="219"/>
                  </a:lnTo>
                  <a:lnTo>
                    <a:pt x="6560" y="150"/>
                  </a:lnTo>
                  <a:lnTo>
                    <a:pt x="6308" y="92"/>
                  </a:lnTo>
                  <a:lnTo>
                    <a:pt x="6055" y="46"/>
                  </a:lnTo>
                  <a:lnTo>
                    <a:pt x="5802" y="23"/>
                  </a:lnTo>
                  <a:lnTo>
                    <a:pt x="55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5" name="Google Shape;955;p23"/>
          <p:cNvGrpSpPr/>
          <p:nvPr/>
        </p:nvGrpSpPr>
        <p:grpSpPr>
          <a:xfrm>
            <a:off x="1652650" y="2023063"/>
            <a:ext cx="5838700" cy="1079738"/>
            <a:chOff x="1652650" y="2023063"/>
            <a:chExt cx="5838700" cy="1079738"/>
          </a:xfrm>
        </p:grpSpPr>
        <p:cxnSp>
          <p:nvCxnSpPr>
            <p:cNvPr id="956" name="Google Shape;956;p23"/>
            <p:cNvCxnSpPr/>
            <p:nvPr/>
          </p:nvCxnSpPr>
          <p:spPr>
            <a:xfrm>
              <a:off x="1652650" y="3102800"/>
              <a:ext cx="1083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7" name="Google Shape;957;p23"/>
            <p:cNvCxnSpPr/>
            <p:nvPr/>
          </p:nvCxnSpPr>
          <p:spPr>
            <a:xfrm>
              <a:off x="6407450" y="2023063"/>
              <a:ext cx="1083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8" name="Google Shape;958;p23"/>
            <p:cNvCxnSpPr/>
            <p:nvPr/>
          </p:nvCxnSpPr>
          <p:spPr>
            <a:xfrm flipH="1">
              <a:off x="4086075" y="2133600"/>
              <a:ext cx="971700" cy="88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4"/>
          <p:cNvSpPr/>
          <p:nvPr/>
        </p:nvSpPr>
        <p:spPr>
          <a:xfrm>
            <a:off x="457200" y="1291175"/>
            <a:ext cx="3913800" cy="155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2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grpSp>
        <p:nvGrpSpPr>
          <p:cNvPr id="965" name="Google Shape;965;p24"/>
          <p:cNvGrpSpPr/>
          <p:nvPr/>
        </p:nvGrpSpPr>
        <p:grpSpPr>
          <a:xfrm>
            <a:off x="620605" y="1635567"/>
            <a:ext cx="827788" cy="867219"/>
            <a:chOff x="6035892" y="2536930"/>
            <a:chExt cx="827788" cy="867219"/>
          </a:xfrm>
        </p:grpSpPr>
        <p:sp>
          <p:nvSpPr>
            <p:cNvPr id="966" name="Google Shape;966;p24"/>
            <p:cNvSpPr/>
            <p:nvPr/>
          </p:nvSpPr>
          <p:spPr>
            <a:xfrm>
              <a:off x="6176719" y="3323535"/>
              <a:ext cx="546151" cy="80614"/>
            </a:xfrm>
            <a:custGeom>
              <a:rect b="b" l="l" r="r" t="t"/>
              <a:pathLst>
                <a:path extrusionOk="0" h="4647" w="31483">
                  <a:moveTo>
                    <a:pt x="15741" y="1"/>
                  </a:moveTo>
                  <a:lnTo>
                    <a:pt x="14935" y="10"/>
                  </a:lnTo>
                  <a:lnTo>
                    <a:pt x="14129" y="19"/>
                  </a:lnTo>
                  <a:lnTo>
                    <a:pt x="13341" y="28"/>
                  </a:lnTo>
                  <a:lnTo>
                    <a:pt x="12571" y="47"/>
                  </a:lnTo>
                  <a:lnTo>
                    <a:pt x="11811" y="74"/>
                  </a:lnTo>
                  <a:lnTo>
                    <a:pt x="11059" y="111"/>
                  </a:lnTo>
                  <a:lnTo>
                    <a:pt x="10326" y="147"/>
                  </a:lnTo>
                  <a:lnTo>
                    <a:pt x="9612" y="184"/>
                  </a:lnTo>
                  <a:lnTo>
                    <a:pt x="8915" y="230"/>
                  </a:lnTo>
                  <a:lnTo>
                    <a:pt x="8237" y="285"/>
                  </a:lnTo>
                  <a:lnTo>
                    <a:pt x="7578" y="340"/>
                  </a:lnTo>
                  <a:lnTo>
                    <a:pt x="6936" y="395"/>
                  </a:lnTo>
                  <a:lnTo>
                    <a:pt x="6323" y="468"/>
                  </a:lnTo>
                  <a:lnTo>
                    <a:pt x="5727" y="532"/>
                  </a:lnTo>
                  <a:lnTo>
                    <a:pt x="5159" y="606"/>
                  </a:lnTo>
                  <a:lnTo>
                    <a:pt x="4609" y="679"/>
                  </a:lnTo>
                  <a:lnTo>
                    <a:pt x="4087" y="761"/>
                  </a:lnTo>
                  <a:lnTo>
                    <a:pt x="3592" y="844"/>
                  </a:lnTo>
                  <a:lnTo>
                    <a:pt x="3125" y="935"/>
                  </a:lnTo>
                  <a:lnTo>
                    <a:pt x="2685" y="1027"/>
                  </a:lnTo>
                  <a:lnTo>
                    <a:pt x="2273" y="1119"/>
                  </a:lnTo>
                  <a:lnTo>
                    <a:pt x="1897" y="1219"/>
                  </a:lnTo>
                  <a:lnTo>
                    <a:pt x="1549" y="1320"/>
                  </a:lnTo>
                  <a:lnTo>
                    <a:pt x="1238" y="1421"/>
                  </a:lnTo>
                  <a:lnTo>
                    <a:pt x="953" y="1522"/>
                  </a:lnTo>
                  <a:lnTo>
                    <a:pt x="706" y="1632"/>
                  </a:lnTo>
                  <a:lnTo>
                    <a:pt x="495" y="1742"/>
                  </a:lnTo>
                  <a:lnTo>
                    <a:pt x="321" y="1852"/>
                  </a:lnTo>
                  <a:lnTo>
                    <a:pt x="239" y="1916"/>
                  </a:lnTo>
                  <a:lnTo>
                    <a:pt x="175" y="1971"/>
                  </a:lnTo>
                  <a:lnTo>
                    <a:pt x="120" y="2026"/>
                  </a:lnTo>
                  <a:lnTo>
                    <a:pt x="83" y="2090"/>
                  </a:lnTo>
                  <a:lnTo>
                    <a:pt x="46" y="2145"/>
                  </a:lnTo>
                  <a:lnTo>
                    <a:pt x="19" y="2200"/>
                  </a:lnTo>
                  <a:lnTo>
                    <a:pt x="1" y="2264"/>
                  </a:lnTo>
                  <a:lnTo>
                    <a:pt x="1" y="2319"/>
                  </a:lnTo>
                  <a:lnTo>
                    <a:pt x="1" y="2383"/>
                  </a:lnTo>
                  <a:lnTo>
                    <a:pt x="19" y="2438"/>
                  </a:lnTo>
                  <a:lnTo>
                    <a:pt x="46" y="2502"/>
                  </a:lnTo>
                  <a:lnTo>
                    <a:pt x="83" y="2557"/>
                  </a:lnTo>
                  <a:lnTo>
                    <a:pt x="120" y="2621"/>
                  </a:lnTo>
                  <a:lnTo>
                    <a:pt x="175" y="2676"/>
                  </a:lnTo>
                  <a:lnTo>
                    <a:pt x="239" y="2731"/>
                  </a:lnTo>
                  <a:lnTo>
                    <a:pt x="321" y="2786"/>
                  </a:lnTo>
                  <a:lnTo>
                    <a:pt x="495" y="2905"/>
                  </a:lnTo>
                  <a:lnTo>
                    <a:pt x="706" y="3015"/>
                  </a:lnTo>
                  <a:lnTo>
                    <a:pt x="953" y="3116"/>
                  </a:lnTo>
                  <a:lnTo>
                    <a:pt x="1238" y="3226"/>
                  </a:lnTo>
                  <a:lnTo>
                    <a:pt x="1549" y="3327"/>
                  </a:lnTo>
                  <a:lnTo>
                    <a:pt x="1897" y="3427"/>
                  </a:lnTo>
                  <a:lnTo>
                    <a:pt x="2273" y="3528"/>
                  </a:lnTo>
                  <a:lnTo>
                    <a:pt x="2685" y="3620"/>
                  </a:lnTo>
                  <a:lnTo>
                    <a:pt x="3125" y="3712"/>
                  </a:lnTo>
                  <a:lnTo>
                    <a:pt x="3592" y="3794"/>
                  </a:lnTo>
                  <a:lnTo>
                    <a:pt x="4087" y="3886"/>
                  </a:lnTo>
                  <a:lnTo>
                    <a:pt x="4609" y="3959"/>
                  </a:lnTo>
                  <a:lnTo>
                    <a:pt x="5159" y="4041"/>
                  </a:lnTo>
                  <a:lnTo>
                    <a:pt x="5727" y="4115"/>
                  </a:lnTo>
                  <a:lnTo>
                    <a:pt x="6323" y="4179"/>
                  </a:lnTo>
                  <a:lnTo>
                    <a:pt x="6936" y="4243"/>
                  </a:lnTo>
                  <a:lnTo>
                    <a:pt x="7578" y="4307"/>
                  </a:lnTo>
                  <a:lnTo>
                    <a:pt x="8237" y="4362"/>
                  </a:lnTo>
                  <a:lnTo>
                    <a:pt x="8915" y="4417"/>
                  </a:lnTo>
                  <a:lnTo>
                    <a:pt x="9612" y="4463"/>
                  </a:lnTo>
                  <a:lnTo>
                    <a:pt x="10326" y="4499"/>
                  </a:lnTo>
                  <a:lnTo>
                    <a:pt x="11059" y="4536"/>
                  </a:lnTo>
                  <a:lnTo>
                    <a:pt x="11811" y="4573"/>
                  </a:lnTo>
                  <a:lnTo>
                    <a:pt x="12571" y="4591"/>
                  </a:lnTo>
                  <a:lnTo>
                    <a:pt x="13341" y="4619"/>
                  </a:lnTo>
                  <a:lnTo>
                    <a:pt x="14129" y="4628"/>
                  </a:lnTo>
                  <a:lnTo>
                    <a:pt x="14935" y="4637"/>
                  </a:lnTo>
                  <a:lnTo>
                    <a:pt x="15741" y="4646"/>
                  </a:lnTo>
                  <a:lnTo>
                    <a:pt x="16548" y="4637"/>
                  </a:lnTo>
                  <a:lnTo>
                    <a:pt x="17354" y="4628"/>
                  </a:lnTo>
                  <a:lnTo>
                    <a:pt x="18142" y="4619"/>
                  </a:lnTo>
                  <a:lnTo>
                    <a:pt x="18911" y="4591"/>
                  </a:lnTo>
                  <a:lnTo>
                    <a:pt x="19672" y="4573"/>
                  </a:lnTo>
                  <a:lnTo>
                    <a:pt x="20423" y="4536"/>
                  </a:lnTo>
                  <a:lnTo>
                    <a:pt x="21156" y="4499"/>
                  </a:lnTo>
                  <a:lnTo>
                    <a:pt x="21871" y="4463"/>
                  </a:lnTo>
                  <a:lnTo>
                    <a:pt x="22567" y="4417"/>
                  </a:lnTo>
                  <a:lnTo>
                    <a:pt x="23245" y="4362"/>
                  </a:lnTo>
                  <a:lnTo>
                    <a:pt x="23905" y="4307"/>
                  </a:lnTo>
                  <a:lnTo>
                    <a:pt x="24546" y="4243"/>
                  </a:lnTo>
                  <a:lnTo>
                    <a:pt x="25160" y="4179"/>
                  </a:lnTo>
                  <a:lnTo>
                    <a:pt x="25756" y="4115"/>
                  </a:lnTo>
                  <a:lnTo>
                    <a:pt x="26324" y="4041"/>
                  </a:lnTo>
                  <a:lnTo>
                    <a:pt x="26873" y="3959"/>
                  </a:lnTo>
                  <a:lnTo>
                    <a:pt x="27396" y="3886"/>
                  </a:lnTo>
                  <a:lnTo>
                    <a:pt x="27890" y="3794"/>
                  </a:lnTo>
                  <a:lnTo>
                    <a:pt x="28358" y="3712"/>
                  </a:lnTo>
                  <a:lnTo>
                    <a:pt x="28798" y="3620"/>
                  </a:lnTo>
                  <a:lnTo>
                    <a:pt x="29210" y="3528"/>
                  </a:lnTo>
                  <a:lnTo>
                    <a:pt x="29585" y="3427"/>
                  </a:lnTo>
                  <a:lnTo>
                    <a:pt x="29934" y="3327"/>
                  </a:lnTo>
                  <a:lnTo>
                    <a:pt x="30245" y="3226"/>
                  </a:lnTo>
                  <a:lnTo>
                    <a:pt x="30529" y="3116"/>
                  </a:lnTo>
                  <a:lnTo>
                    <a:pt x="30777" y="3015"/>
                  </a:lnTo>
                  <a:lnTo>
                    <a:pt x="30987" y="2905"/>
                  </a:lnTo>
                  <a:lnTo>
                    <a:pt x="31161" y="2786"/>
                  </a:lnTo>
                  <a:lnTo>
                    <a:pt x="31244" y="2731"/>
                  </a:lnTo>
                  <a:lnTo>
                    <a:pt x="31308" y="2676"/>
                  </a:lnTo>
                  <a:lnTo>
                    <a:pt x="31363" y="2621"/>
                  </a:lnTo>
                  <a:lnTo>
                    <a:pt x="31409" y="2557"/>
                  </a:lnTo>
                  <a:lnTo>
                    <a:pt x="31436" y="2502"/>
                  </a:lnTo>
                  <a:lnTo>
                    <a:pt x="31464" y="2438"/>
                  </a:lnTo>
                  <a:lnTo>
                    <a:pt x="31482" y="2383"/>
                  </a:lnTo>
                  <a:lnTo>
                    <a:pt x="31482" y="2319"/>
                  </a:lnTo>
                  <a:lnTo>
                    <a:pt x="31482" y="2264"/>
                  </a:lnTo>
                  <a:lnTo>
                    <a:pt x="31464" y="2200"/>
                  </a:lnTo>
                  <a:lnTo>
                    <a:pt x="31436" y="2145"/>
                  </a:lnTo>
                  <a:lnTo>
                    <a:pt x="31409" y="2090"/>
                  </a:lnTo>
                  <a:lnTo>
                    <a:pt x="31363" y="2026"/>
                  </a:lnTo>
                  <a:lnTo>
                    <a:pt x="31308" y="1971"/>
                  </a:lnTo>
                  <a:lnTo>
                    <a:pt x="31244" y="1916"/>
                  </a:lnTo>
                  <a:lnTo>
                    <a:pt x="31161" y="1852"/>
                  </a:lnTo>
                  <a:lnTo>
                    <a:pt x="30987" y="1742"/>
                  </a:lnTo>
                  <a:lnTo>
                    <a:pt x="30777" y="1632"/>
                  </a:lnTo>
                  <a:lnTo>
                    <a:pt x="30529" y="1522"/>
                  </a:lnTo>
                  <a:lnTo>
                    <a:pt x="30245" y="1421"/>
                  </a:lnTo>
                  <a:lnTo>
                    <a:pt x="29934" y="1320"/>
                  </a:lnTo>
                  <a:lnTo>
                    <a:pt x="29585" y="1219"/>
                  </a:lnTo>
                  <a:lnTo>
                    <a:pt x="29210" y="1119"/>
                  </a:lnTo>
                  <a:lnTo>
                    <a:pt x="28798" y="1027"/>
                  </a:lnTo>
                  <a:lnTo>
                    <a:pt x="28358" y="935"/>
                  </a:lnTo>
                  <a:lnTo>
                    <a:pt x="27890" y="844"/>
                  </a:lnTo>
                  <a:lnTo>
                    <a:pt x="27396" y="761"/>
                  </a:lnTo>
                  <a:lnTo>
                    <a:pt x="26873" y="679"/>
                  </a:lnTo>
                  <a:lnTo>
                    <a:pt x="26324" y="606"/>
                  </a:lnTo>
                  <a:lnTo>
                    <a:pt x="25756" y="532"/>
                  </a:lnTo>
                  <a:lnTo>
                    <a:pt x="25160" y="468"/>
                  </a:lnTo>
                  <a:lnTo>
                    <a:pt x="24546" y="395"/>
                  </a:lnTo>
                  <a:lnTo>
                    <a:pt x="23905" y="340"/>
                  </a:lnTo>
                  <a:lnTo>
                    <a:pt x="23245" y="285"/>
                  </a:lnTo>
                  <a:lnTo>
                    <a:pt x="22567" y="230"/>
                  </a:lnTo>
                  <a:lnTo>
                    <a:pt x="21871" y="184"/>
                  </a:lnTo>
                  <a:lnTo>
                    <a:pt x="21156" y="147"/>
                  </a:lnTo>
                  <a:lnTo>
                    <a:pt x="20423" y="111"/>
                  </a:lnTo>
                  <a:lnTo>
                    <a:pt x="19672" y="74"/>
                  </a:lnTo>
                  <a:lnTo>
                    <a:pt x="18911" y="47"/>
                  </a:lnTo>
                  <a:lnTo>
                    <a:pt x="18142" y="28"/>
                  </a:lnTo>
                  <a:lnTo>
                    <a:pt x="17354" y="19"/>
                  </a:lnTo>
                  <a:lnTo>
                    <a:pt x="16548" y="10"/>
                  </a:lnTo>
                  <a:lnTo>
                    <a:pt x="15741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6035892" y="2536930"/>
              <a:ext cx="827788" cy="827788"/>
            </a:xfrm>
            <a:custGeom>
              <a:rect b="b" l="l" r="r" t="t"/>
              <a:pathLst>
                <a:path extrusionOk="0" h="47718" w="47718">
                  <a:moveTo>
                    <a:pt x="23859" y="1"/>
                  </a:moveTo>
                  <a:lnTo>
                    <a:pt x="23245" y="10"/>
                  </a:lnTo>
                  <a:lnTo>
                    <a:pt x="22632" y="28"/>
                  </a:lnTo>
                  <a:lnTo>
                    <a:pt x="22027" y="74"/>
                  </a:lnTo>
                  <a:lnTo>
                    <a:pt x="21422" y="120"/>
                  </a:lnTo>
                  <a:lnTo>
                    <a:pt x="20817" y="193"/>
                  </a:lnTo>
                  <a:lnTo>
                    <a:pt x="20222" y="276"/>
                  </a:lnTo>
                  <a:lnTo>
                    <a:pt x="19636" y="376"/>
                  </a:lnTo>
                  <a:lnTo>
                    <a:pt x="19049" y="486"/>
                  </a:lnTo>
                  <a:lnTo>
                    <a:pt x="18472" y="615"/>
                  </a:lnTo>
                  <a:lnTo>
                    <a:pt x="17895" y="752"/>
                  </a:lnTo>
                  <a:lnTo>
                    <a:pt x="17327" y="908"/>
                  </a:lnTo>
                  <a:lnTo>
                    <a:pt x="16768" y="1073"/>
                  </a:lnTo>
                  <a:lnTo>
                    <a:pt x="16209" y="1256"/>
                  </a:lnTo>
                  <a:lnTo>
                    <a:pt x="15659" y="1448"/>
                  </a:lnTo>
                  <a:lnTo>
                    <a:pt x="15109" y="1659"/>
                  </a:lnTo>
                  <a:lnTo>
                    <a:pt x="14569" y="1879"/>
                  </a:lnTo>
                  <a:lnTo>
                    <a:pt x="14037" y="2108"/>
                  </a:lnTo>
                  <a:lnTo>
                    <a:pt x="13515" y="2355"/>
                  </a:lnTo>
                  <a:lnTo>
                    <a:pt x="12993" y="2612"/>
                  </a:lnTo>
                  <a:lnTo>
                    <a:pt x="12489" y="2878"/>
                  </a:lnTo>
                  <a:lnTo>
                    <a:pt x="11985" y="3162"/>
                  </a:lnTo>
                  <a:lnTo>
                    <a:pt x="11490" y="3455"/>
                  </a:lnTo>
                  <a:lnTo>
                    <a:pt x="10996" y="3757"/>
                  </a:lnTo>
                  <a:lnTo>
                    <a:pt x="10519" y="4078"/>
                  </a:lnTo>
                  <a:lnTo>
                    <a:pt x="10043" y="4399"/>
                  </a:lnTo>
                  <a:lnTo>
                    <a:pt x="9585" y="4738"/>
                  </a:lnTo>
                  <a:lnTo>
                    <a:pt x="9126" y="5086"/>
                  </a:lnTo>
                  <a:lnTo>
                    <a:pt x="8687" y="5452"/>
                  </a:lnTo>
                  <a:lnTo>
                    <a:pt x="8247" y="5819"/>
                  </a:lnTo>
                  <a:lnTo>
                    <a:pt x="7816" y="6204"/>
                  </a:lnTo>
                  <a:lnTo>
                    <a:pt x="7395" y="6588"/>
                  </a:lnTo>
                  <a:lnTo>
                    <a:pt x="6992" y="6992"/>
                  </a:lnTo>
                  <a:lnTo>
                    <a:pt x="6589" y="7395"/>
                  </a:lnTo>
                  <a:lnTo>
                    <a:pt x="6195" y="7816"/>
                  </a:lnTo>
                  <a:lnTo>
                    <a:pt x="5819" y="8247"/>
                  </a:lnTo>
                  <a:lnTo>
                    <a:pt x="5452" y="8687"/>
                  </a:lnTo>
                  <a:lnTo>
                    <a:pt x="5086" y="9126"/>
                  </a:lnTo>
                  <a:lnTo>
                    <a:pt x="4738" y="9585"/>
                  </a:lnTo>
                  <a:lnTo>
                    <a:pt x="4399" y="10052"/>
                  </a:lnTo>
                  <a:lnTo>
                    <a:pt x="4078" y="10519"/>
                  </a:lnTo>
                  <a:lnTo>
                    <a:pt x="3757" y="11005"/>
                  </a:lnTo>
                  <a:lnTo>
                    <a:pt x="3455" y="11490"/>
                  </a:lnTo>
                  <a:lnTo>
                    <a:pt x="3162" y="11985"/>
                  </a:lnTo>
                  <a:lnTo>
                    <a:pt x="2878" y="12489"/>
                  </a:lnTo>
                  <a:lnTo>
                    <a:pt x="2612" y="13002"/>
                  </a:lnTo>
                  <a:lnTo>
                    <a:pt x="2356" y="13515"/>
                  </a:lnTo>
                  <a:lnTo>
                    <a:pt x="2108" y="14037"/>
                  </a:lnTo>
                  <a:lnTo>
                    <a:pt x="1870" y="14578"/>
                  </a:lnTo>
                  <a:lnTo>
                    <a:pt x="1650" y="15109"/>
                  </a:lnTo>
                  <a:lnTo>
                    <a:pt x="1448" y="15659"/>
                  </a:lnTo>
                  <a:lnTo>
                    <a:pt x="1256" y="16209"/>
                  </a:lnTo>
                  <a:lnTo>
                    <a:pt x="1073" y="16768"/>
                  </a:lnTo>
                  <a:lnTo>
                    <a:pt x="908" y="17327"/>
                  </a:lnTo>
                  <a:lnTo>
                    <a:pt x="752" y="17895"/>
                  </a:lnTo>
                  <a:lnTo>
                    <a:pt x="615" y="18472"/>
                  </a:lnTo>
                  <a:lnTo>
                    <a:pt x="486" y="19049"/>
                  </a:lnTo>
                  <a:lnTo>
                    <a:pt x="377" y="19636"/>
                  </a:lnTo>
                  <a:lnTo>
                    <a:pt x="276" y="20231"/>
                  </a:lnTo>
                  <a:lnTo>
                    <a:pt x="193" y="20817"/>
                  </a:lnTo>
                  <a:lnTo>
                    <a:pt x="120" y="21422"/>
                  </a:lnTo>
                  <a:lnTo>
                    <a:pt x="65" y="22027"/>
                  </a:lnTo>
                  <a:lnTo>
                    <a:pt x="28" y="22632"/>
                  </a:lnTo>
                  <a:lnTo>
                    <a:pt x="10" y="23245"/>
                  </a:lnTo>
                  <a:lnTo>
                    <a:pt x="1" y="23859"/>
                  </a:lnTo>
                  <a:lnTo>
                    <a:pt x="10" y="24473"/>
                  </a:lnTo>
                  <a:lnTo>
                    <a:pt x="28" y="25087"/>
                  </a:lnTo>
                  <a:lnTo>
                    <a:pt x="65" y="25701"/>
                  </a:lnTo>
                  <a:lnTo>
                    <a:pt x="120" y="26296"/>
                  </a:lnTo>
                  <a:lnTo>
                    <a:pt x="193" y="26901"/>
                  </a:lnTo>
                  <a:lnTo>
                    <a:pt x="276" y="27497"/>
                  </a:lnTo>
                  <a:lnTo>
                    <a:pt x="377" y="28083"/>
                  </a:lnTo>
                  <a:lnTo>
                    <a:pt x="486" y="28669"/>
                  </a:lnTo>
                  <a:lnTo>
                    <a:pt x="615" y="29247"/>
                  </a:lnTo>
                  <a:lnTo>
                    <a:pt x="752" y="29824"/>
                  </a:lnTo>
                  <a:lnTo>
                    <a:pt x="908" y="30392"/>
                  </a:lnTo>
                  <a:lnTo>
                    <a:pt x="1073" y="30960"/>
                  </a:lnTo>
                  <a:lnTo>
                    <a:pt x="1256" y="31510"/>
                  </a:lnTo>
                  <a:lnTo>
                    <a:pt x="1448" y="32069"/>
                  </a:lnTo>
                  <a:lnTo>
                    <a:pt x="1650" y="32609"/>
                  </a:lnTo>
                  <a:lnTo>
                    <a:pt x="1870" y="33150"/>
                  </a:lnTo>
                  <a:lnTo>
                    <a:pt x="2108" y="33681"/>
                  </a:lnTo>
                  <a:lnTo>
                    <a:pt x="2356" y="34203"/>
                  </a:lnTo>
                  <a:lnTo>
                    <a:pt x="2612" y="34726"/>
                  </a:lnTo>
                  <a:lnTo>
                    <a:pt x="2878" y="35230"/>
                  </a:lnTo>
                  <a:lnTo>
                    <a:pt x="3162" y="35734"/>
                  </a:lnTo>
                  <a:lnTo>
                    <a:pt x="3455" y="36238"/>
                  </a:lnTo>
                  <a:lnTo>
                    <a:pt x="3757" y="36723"/>
                  </a:lnTo>
                  <a:lnTo>
                    <a:pt x="4078" y="37200"/>
                  </a:lnTo>
                  <a:lnTo>
                    <a:pt x="4399" y="37676"/>
                  </a:lnTo>
                  <a:lnTo>
                    <a:pt x="4738" y="38134"/>
                  </a:lnTo>
                  <a:lnTo>
                    <a:pt x="5086" y="38592"/>
                  </a:lnTo>
                  <a:lnTo>
                    <a:pt x="5452" y="39041"/>
                  </a:lnTo>
                  <a:lnTo>
                    <a:pt x="5819" y="39472"/>
                  </a:lnTo>
                  <a:lnTo>
                    <a:pt x="6195" y="39902"/>
                  </a:lnTo>
                  <a:lnTo>
                    <a:pt x="6589" y="40324"/>
                  </a:lnTo>
                  <a:lnTo>
                    <a:pt x="6992" y="40736"/>
                  </a:lnTo>
                  <a:lnTo>
                    <a:pt x="7395" y="41130"/>
                  </a:lnTo>
                  <a:lnTo>
                    <a:pt x="7816" y="41524"/>
                  </a:lnTo>
                  <a:lnTo>
                    <a:pt x="8247" y="41900"/>
                  </a:lnTo>
                  <a:lnTo>
                    <a:pt x="8687" y="42275"/>
                  </a:lnTo>
                  <a:lnTo>
                    <a:pt x="9126" y="42633"/>
                  </a:lnTo>
                  <a:lnTo>
                    <a:pt x="9585" y="42981"/>
                  </a:lnTo>
                  <a:lnTo>
                    <a:pt x="10043" y="43320"/>
                  </a:lnTo>
                  <a:lnTo>
                    <a:pt x="10519" y="43650"/>
                  </a:lnTo>
                  <a:lnTo>
                    <a:pt x="10996" y="43961"/>
                  </a:lnTo>
                  <a:lnTo>
                    <a:pt x="11490" y="44264"/>
                  </a:lnTo>
                  <a:lnTo>
                    <a:pt x="11985" y="44557"/>
                  </a:lnTo>
                  <a:lnTo>
                    <a:pt x="12489" y="44841"/>
                  </a:lnTo>
                  <a:lnTo>
                    <a:pt x="12993" y="45107"/>
                  </a:lnTo>
                  <a:lnTo>
                    <a:pt x="13515" y="45372"/>
                  </a:lnTo>
                  <a:lnTo>
                    <a:pt x="14037" y="45611"/>
                  </a:lnTo>
                  <a:lnTo>
                    <a:pt x="14569" y="45849"/>
                  </a:lnTo>
                  <a:lnTo>
                    <a:pt x="15109" y="46069"/>
                  </a:lnTo>
                  <a:lnTo>
                    <a:pt x="15659" y="46270"/>
                  </a:lnTo>
                  <a:lnTo>
                    <a:pt x="16209" y="46463"/>
                  </a:lnTo>
                  <a:lnTo>
                    <a:pt x="16768" y="46646"/>
                  </a:lnTo>
                  <a:lnTo>
                    <a:pt x="17327" y="46820"/>
                  </a:lnTo>
                  <a:lnTo>
                    <a:pt x="17895" y="46967"/>
                  </a:lnTo>
                  <a:lnTo>
                    <a:pt x="18472" y="47113"/>
                  </a:lnTo>
                  <a:lnTo>
                    <a:pt x="19049" y="47232"/>
                  </a:lnTo>
                  <a:lnTo>
                    <a:pt x="19636" y="47351"/>
                  </a:lnTo>
                  <a:lnTo>
                    <a:pt x="20222" y="47443"/>
                  </a:lnTo>
                  <a:lnTo>
                    <a:pt x="20817" y="47525"/>
                  </a:lnTo>
                  <a:lnTo>
                    <a:pt x="21422" y="47599"/>
                  </a:lnTo>
                  <a:lnTo>
                    <a:pt x="22027" y="47654"/>
                  </a:lnTo>
                  <a:lnTo>
                    <a:pt x="22632" y="47690"/>
                  </a:lnTo>
                  <a:lnTo>
                    <a:pt x="23245" y="47709"/>
                  </a:lnTo>
                  <a:lnTo>
                    <a:pt x="23859" y="47718"/>
                  </a:lnTo>
                  <a:lnTo>
                    <a:pt x="24473" y="47709"/>
                  </a:lnTo>
                  <a:lnTo>
                    <a:pt x="25087" y="47690"/>
                  </a:lnTo>
                  <a:lnTo>
                    <a:pt x="25692" y="47654"/>
                  </a:lnTo>
                  <a:lnTo>
                    <a:pt x="26296" y="47599"/>
                  </a:lnTo>
                  <a:lnTo>
                    <a:pt x="26901" y="47525"/>
                  </a:lnTo>
                  <a:lnTo>
                    <a:pt x="27497" y="47443"/>
                  </a:lnTo>
                  <a:lnTo>
                    <a:pt x="28083" y="47351"/>
                  </a:lnTo>
                  <a:lnTo>
                    <a:pt x="28670" y="47232"/>
                  </a:lnTo>
                  <a:lnTo>
                    <a:pt x="29247" y="47113"/>
                  </a:lnTo>
                  <a:lnTo>
                    <a:pt x="29824" y="46967"/>
                  </a:lnTo>
                  <a:lnTo>
                    <a:pt x="30392" y="46820"/>
                  </a:lnTo>
                  <a:lnTo>
                    <a:pt x="30951" y="46646"/>
                  </a:lnTo>
                  <a:lnTo>
                    <a:pt x="31510" y="46463"/>
                  </a:lnTo>
                  <a:lnTo>
                    <a:pt x="32060" y="46270"/>
                  </a:lnTo>
                  <a:lnTo>
                    <a:pt x="32609" y="46069"/>
                  </a:lnTo>
                  <a:lnTo>
                    <a:pt x="33150" y="45849"/>
                  </a:lnTo>
                  <a:lnTo>
                    <a:pt x="33681" y="45611"/>
                  </a:lnTo>
                  <a:lnTo>
                    <a:pt x="34203" y="45372"/>
                  </a:lnTo>
                  <a:lnTo>
                    <a:pt x="34726" y="45107"/>
                  </a:lnTo>
                  <a:lnTo>
                    <a:pt x="35230" y="44841"/>
                  </a:lnTo>
                  <a:lnTo>
                    <a:pt x="35734" y="44557"/>
                  </a:lnTo>
                  <a:lnTo>
                    <a:pt x="36228" y="44264"/>
                  </a:lnTo>
                  <a:lnTo>
                    <a:pt x="36723" y="43961"/>
                  </a:lnTo>
                  <a:lnTo>
                    <a:pt x="37200" y="43650"/>
                  </a:lnTo>
                  <a:lnTo>
                    <a:pt x="37676" y="43320"/>
                  </a:lnTo>
                  <a:lnTo>
                    <a:pt x="38134" y="42981"/>
                  </a:lnTo>
                  <a:lnTo>
                    <a:pt x="38592" y="42633"/>
                  </a:lnTo>
                  <a:lnTo>
                    <a:pt x="39032" y="42275"/>
                  </a:lnTo>
                  <a:lnTo>
                    <a:pt x="39472" y="41900"/>
                  </a:lnTo>
                  <a:lnTo>
                    <a:pt x="39902" y="41524"/>
                  </a:lnTo>
                  <a:lnTo>
                    <a:pt x="40324" y="41130"/>
                  </a:lnTo>
                  <a:lnTo>
                    <a:pt x="40727" y="40736"/>
                  </a:lnTo>
                  <a:lnTo>
                    <a:pt x="41130" y="40324"/>
                  </a:lnTo>
                  <a:lnTo>
                    <a:pt x="41524" y="39902"/>
                  </a:lnTo>
                  <a:lnTo>
                    <a:pt x="41900" y="39472"/>
                  </a:lnTo>
                  <a:lnTo>
                    <a:pt x="42275" y="39041"/>
                  </a:lnTo>
                  <a:lnTo>
                    <a:pt x="42633" y="38592"/>
                  </a:lnTo>
                  <a:lnTo>
                    <a:pt x="42981" y="38134"/>
                  </a:lnTo>
                  <a:lnTo>
                    <a:pt x="43320" y="37676"/>
                  </a:lnTo>
                  <a:lnTo>
                    <a:pt x="43641" y="37200"/>
                  </a:lnTo>
                  <a:lnTo>
                    <a:pt x="43961" y="36723"/>
                  </a:lnTo>
                  <a:lnTo>
                    <a:pt x="44264" y="36238"/>
                  </a:lnTo>
                  <a:lnTo>
                    <a:pt x="44557" y="35734"/>
                  </a:lnTo>
                  <a:lnTo>
                    <a:pt x="44841" y="35230"/>
                  </a:lnTo>
                  <a:lnTo>
                    <a:pt x="45107" y="34726"/>
                  </a:lnTo>
                  <a:lnTo>
                    <a:pt x="45363" y="34203"/>
                  </a:lnTo>
                  <a:lnTo>
                    <a:pt x="45610" y="33681"/>
                  </a:lnTo>
                  <a:lnTo>
                    <a:pt x="45849" y="33150"/>
                  </a:lnTo>
                  <a:lnTo>
                    <a:pt x="46069" y="32609"/>
                  </a:lnTo>
                  <a:lnTo>
                    <a:pt x="46270" y="32069"/>
                  </a:lnTo>
                  <a:lnTo>
                    <a:pt x="46463" y="31510"/>
                  </a:lnTo>
                  <a:lnTo>
                    <a:pt x="46646" y="30960"/>
                  </a:lnTo>
                  <a:lnTo>
                    <a:pt x="46811" y="30392"/>
                  </a:lnTo>
                  <a:lnTo>
                    <a:pt x="46966" y="29824"/>
                  </a:lnTo>
                  <a:lnTo>
                    <a:pt x="47104" y="29247"/>
                  </a:lnTo>
                  <a:lnTo>
                    <a:pt x="47232" y="28669"/>
                  </a:lnTo>
                  <a:lnTo>
                    <a:pt x="47342" y="28083"/>
                  </a:lnTo>
                  <a:lnTo>
                    <a:pt x="47443" y="27497"/>
                  </a:lnTo>
                  <a:lnTo>
                    <a:pt x="47525" y="26901"/>
                  </a:lnTo>
                  <a:lnTo>
                    <a:pt x="47599" y="26296"/>
                  </a:lnTo>
                  <a:lnTo>
                    <a:pt x="47654" y="25701"/>
                  </a:lnTo>
                  <a:lnTo>
                    <a:pt x="47690" y="25087"/>
                  </a:lnTo>
                  <a:lnTo>
                    <a:pt x="47709" y="24473"/>
                  </a:lnTo>
                  <a:lnTo>
                    <a:pt x="47718" y="23859"/>
                  </a:lnTo>
                  <a:lnTo>
                    <a:pt x="47709" y="23245"/>
                  </a:lnTo>
                  <a:lnTo>
                    <a:pt x="47690" y="22632"/>
                  </a:lnTo>
                  <a:lnTo>
                    <a:pt x="47654" y="22027"/>
                  </a:lnTo>
                  <a:lnTo>
                    <a:pt x="47599" y="21422"/>
                  </a:lnTo>
                  <a:lnTo>
                    <a:pt x="47525" y="20817"/>
                  </a:lnTo>
                  <a:lnTo>
                    <a:pt x="47443" y="20231"/>
                  </a:lnTo>
                  <a:lnTo>
                    <a:pt x="47342" y="19636"/>
                  </a:lnTo>
                  <a:lnTo>
                    <a:pt x="47232" y="19049"/>
                  </a:lnTo>
                  <a:lnTo>
                    <a:pt x="47104" y="18472"/>
                  </a:lnTo>
                  <a:lnTo>
                    <a:pt x="46966" y="17895"/>
                  </a:lnTo>
                  <a:lnTo>
                    <a:pt x="46811" y="17327"/>
                  </a:lnTo>
                  <a:lnTo>
                    <a:pt x="46646" y="16768"/>
                  </a:lnTo>
                  <a:lnTo>
                    <a:pt x="46463" y="16209"/>
                  </a:lnTo>
                  <a:lnTo>
                    <a:pt x="46270" y="15659"/>
                  </a:lnTo>
                  <a:lnTo>
                    <a:pt x="46069" y="15109"/>
                  </a:lnTo>
                  <a:lnTo>
                    <a:pt x="45849" y="14578"/>
                  </a:lnTo>
                  <a:lnTo>
                    <a:pt x="45610" y="14037"/>
                  </a:lnTo>
                  <a:lnTo>
                    <a:pt x="45363" y="13515"/>
                  </a:lnTo>
                  <a:lnTo>
                    <a:pt x="45107" y="13002"/>
                  </a:lnTo>
                  <a:lnTo>
                    <a:pt x="44841" y="12489"/>
                  </a:lnTo>
                  <a:lnTo>
                    <a:pt x="44557" y="11985"/>
                  </a:lnTo>
                  <a:lnTo>
                    <a:pt x="44264" y="11490"/>
                  </a:lnTo>
                  <a:lnTo>
                    <a:pt x="43961" y="11005"/>
                  </a:lnTo>
                  <a:lnTo>
                    <a:pt x="43641" y="10519"/>
                  </a:lnTo>
                  <a:lnTo>
                    <a:pt x="43320" y="10052"/>
                  </a:lnTo>
                  <a:lnTo>
                    <a:pt x="42981" y="9585"/>
                  </a:lnTo>
                  <a:lnTo>
                    <a:pt x="42633" y="9126"/>
                  </a:lnTo>
                  <a:lnTo>
                    <a:pt x="42275" y="8687"/>
                  </a:lnTo>
                  <a:lnTo>
                    <a:pt x="41900" y="8247"/>
                  </a:lnTo>
                  <a:lnTo>
                    <a:pt x="41524" y="7816"/>
                  </a:lnTo>
                  <a:lnTo>
                    <a:pt x="41130" y="7395"/>
                  </a:lnTo>
                  <a:lnTo>
                    <a:pt x="40727" y="6992"/>
                  </a:lnTo>
                  <a:lnTo>
                    <a:pt x="40324" y="6588"/>
                  </a:lnTo>
                  <a:lnTo>
                    <a:pt x="39902" y="6204"/>
                  </a:lnTo>
                  <a:lnTo>
                    <a:pt x="39472" y="5819"/>
                  </a:lnTo>
                  <a:lnTo>
                    <a:pt x="39032" y="5452"/>
                  </a:lnTo>
                  <a:lnTo>
                    <a:pt x="38592" y="5086"/>
                  </a:lnTo>
                  <a:lnTo>
                    <a:pt x="38134" y="4738"/>
                  </a:lnTo>
                  <a:lnTo>
                    <a:pt x="37676" y="4399"/>
                  </a:lnTo>
                  <a:lnTo>
                    <a:pt x="37200" y="4078"/>
                  </a:lnTo>
                  <a:lnTo>
                    <a:pt x="36723" y="3757"/>
                  </a:lnTo>
                  <a:lnTo>
                    <a:pt x="36228" y="3455"/>
                  </a:lnTo>
                  <a:lnTo>
                    <a:pt x="35734" y="3162"/>
                  </a:lnTo>
                  <a:lnTo>
                    <a:pt x="35230" y="2878"/>
                  </a:lnTo>
                  <a:lnTo>
                    <a:pt x="34726" y="2612"/>
                  </a:lnTo>
                  <a:lnTo>
                    <a:pt x="34203" y="2355"/>
                  </a:lnTo>
                  <a:lnTo>
                    <a:pt x="33681" y="2108"/>
                  </a:lnTo>
                  <a:lnTo>
                    <a:pt x="33150" y="1879"/>
                  </a:lnTo>
                  <a:lnTo>
                    <a:pt x="32609" y="1659"/>
                  </a:lnTo>
                  <a:lnTo>
                    <a:pt x="32060" y="1448"/>
                  </a:lnTo>
                  <a:lnTo>
                    <a:pt x="31510" y="1256"/>
                  </a:lnTo>
                  <a:lnTo>
                    <a:pt x="30951" y="1073"/>
                  </a:lnTo>
                  <a:lnTo>
                    <a:pt x="30392" y="908"/>
                  </a:lnTo>
                  <a:lnTo>
                    <a:pt x="29824" y="752"/>
                  </a:lnTo>
                  <a:lnTo>
                    <a:pt x="29247" y="615"/>
                  </a:lnTo>
                  <a:lnTo>
                    <a:pt x="28670" y="486"/>
                  </a:lnTo>
                  <a:lnTo>
                    <a:pt x="28083" y="376"/>
                  </a:lnTo>
                  <a:lnTo>
                    <a:pt x="27497" y="276"/>
                  </a:lnTo>
                  <a:lnTo>
                    <a:pt x="26901" y="193"/>
                  </a:lnTo>
                  <a:lnTo>
                    <a:pt x="26296" y="120"/>
                  </a:lnTo>
                  <a:lnTo>
                    <a:pt x="25692" y="74"/>
                  </a:lnTo>
                  <a:lnTo>
                    <a:pt x="25087" y="28"/>
                  </a:lnTo>
                  <a:lnTo>
                    <a:pt x="24473" y="10"/>
                  </a:lnTo>
                  <a:lnTo>
                    <a:pt x="238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6101865" y="2602902"/>
              <a:ext cx="562978" cy="562978"/>
            </a:xfrm>
            <a:custGeom>
              <a:rect b="b" l="l" r="r" t="t"/>
              <a:pathLst>
                <a:path extrusionOk="0" h="32453" w="32453">
                  <a:moveTo>
                    <a:pt x="15805" y="0"/>
                  </a:moveTo>
                  <a:lnTo>
                    <a:pt x="15393" y="18"/>
                  </a:lnTo>
                  <a:lnTo>
                    <a:pt x="14971" y="46"/>
                  </a:lnTo>
                  <a:lnTo>
                    <a:pt x="14568" y="83"/>
                  </a:lnTo>
                  <a:lnTo>
                    <a:pt x="14156" y="128"/>
                  </a:lnTo>
                  <a:lnTo>
                    <a:pt x="13753" y="183"/>
                  </a:lnTo>
                  <a:lnTo>
                    <a:pt x="13350" y="248"/>
                  </a:lnTo>
                  <a:lnTo>
                    <a:pt x="12956" y="330"/>
                  </a:lnTo>
                  <a:lnTo>
                    <a:pt x="12562" y="412"/>
                  </a:lnTo>
                  <a:lnTo>
                    <a:pt x="12168" y="504"/>
                  </a:lnTo>
                  <a:lnTo>
                    <a:pt x="11783" y="614"/>
                  </a:lnTo>
                  <a:lnTo>
                    <a:pt x="11398" y="724"/>
                  </a:lnTo>
                  <a:lnTo>
                    <a:pt x="11022" y="852"/>
                  </a:lnTo>
                  <a:lnTo>
                    <a:pt x="10647" y="980"/>
                  </a:lnTo>
                  <a:lnTo>
                    <a:pt x="10271" y="1127"/>
                  </a:lnTo>
                  <a:lnTo>
                    <a:pt x="9905" y="1274"/>
                  </a:lnTo>
                  <a:lnTo>
                    <a:pt x="9547" y="1429"/>
                  </a:lnTo>
                  <a:lnTo>
                    <a:pt x="9190" y="1594"/>
                  </a:lnTo>
                  <a:lnTo>
                    <a:pt x="8833" y="1768"/>
                  </a:lnTo>
                  <a:lnTo>
                    <a:pt x="8484" y="1952"/>
                  </a:lnTo>
                  <a:lnTo>
                    <a:pt x="8145" y="2144"/>
                  </a:lnTo>
                  <a:lnTo>
                    <a:pt x="7806" y="2346"/>
                  </a:lnTo>
                  <a:lnTo>
                    <a:pt x="7477" y="2556"/>
                  </a:lnTo>
                  <a:lnTo>
                    <a:pt x="7147" y="2767"/>
                  </a:lnTo>
                  <a:lnTo>
                    <a:pt x="6826" y="2987"/>
                  </a:lnTo>
                  <a:lnTo>
                    <a:pt x="6515" y="3225"/>
                  </a:lnTo>
                  <a:lnTo>
                    <a:pt x="6203" y="3454"/>
                  </a:lnTo>
                  <a:lnTo>
                    <a:pt x="5901" y="3702"/>
                  </a:lnTo>
                  <a:lnTo>
                    <a:pt x="5607" y="3958"/>
                  </a:lnTo>
                  <a:lnTo>
                    <a:pt x="5314" y="4215"/>
                  </a:lnTo>
                  <a:lnTo>
                    <a:pt x="5030" y="4480"/>
                  </a:lnTo>
                  <a:lnTo>
                    <a:pt x="4746" y="4746"/>
                  </a:lnTo>
                  <a:lnTo>
                    <a:pt x="4481" y="5030"/>
                  </a:lnTo>
                  <a:lnTo>
                    <a:pt x="4215" y="5314"/>
                  </a:lnTo>
                  <a:lnTo>
                    <a:pt x="3949" y="5607"/>
                  </a:lnTo>
                  <a:lnTo>
                    <a:pt x="3702" y="5901"/>
                  </a:lnTo>
                  <a:lnTo>
                    <a:pt x="3454" y="6203"/>
                  </a:lnTo>
                  <a:lnTo>
                    <a:pt x="3216" y="6514"/>
                  </a:lnTo>
                  <a:lnTo>
                    <a:pt x="2987" y="6835"/>
                  </a:lnTo>
                  <a:lnTo>
                    <a:pt x="2767" y="7156"/>
                  </a:lnTo>
                  <a:lnTo>
                    <a:pt x="2556" y="7477"/>
                  </a:lnTo>
                  <a:lnTo>
                    <a:pt x="2346" y="7806"/>
                  </a:lnTo>
                  <a:lnTo>
                    <a:pt x="2144" y="8145"/>
                  </a:lnTo>
                  <a:lnTo>
                    <a:pt x="1952" y="8494"/>
                  </a:lnTo>
                  <a:lnTo>
                    <a:pt x="1769" y="8842"/>
                  </a:lnTo>
                  <a:lnTo>
                    <a:pt x="1594" y="9190"/>
                  </a:lnTo>
                  <a:lnTo>
                    <a:pt x="1430" y="9547"/>
                  </a:lnTo>
                  <a:lnTo>
                    <a:pt x="1274" y="9905"/>
                  </a:lnTo>
                  <a:lnTo>
                    <a:pt x="1118" y="10271"/>
                  </a:lnTo>
                  <a:lnTo>
                    <a:pt x="981" y="10647"/>
                  </a:lnTo>
                  <a:lnTo>
                    <a:pt x="852" y="11022"/>
                  </a:lnTo>
                  <a:lnTo>
                    <a:pt x="724" y="11398"/>
                  </a:lnTo>
                  <a:lnTo>
                    <a:pt x="614" y="11783"/>
                  </a:lnTo>
                  <a:lnTo>
                    <a:pt x="504" y="12168"/>
                  </a:lnTo>
                  <a:lnTo>
                    <a:pt x="412" y="12562"/>
                  </a:lnTo>
                  <a:lnTo>
                    <a:pt x="330" y="12956"/>
                  </a:lnTo>
                  <a:lnTo>
                    <a:pt x="248" y="13350"/>
                  </a:lnTo>
                  <a:lnTo>
                    <a:pt x="183" y="13753"/>
                  </a:lnTo>
                  <a:lnTo>
                    <a:pt x="128" y="14156"/>
                  </a:lnTo>
                  <a:lnTo>
                    <a:pt x="83" y="14568"/>
                  </a:lnTo>
                  <a:lnTo>
                    <a:pt x="46" y="14980"/>
                  </a:lnTo>
                  <a:lnTo>
                    <a:pt x="19" y="15393"/>
                  </a:lnTo>
                  <a:lnTo>
                    <a:pt x="0" y="15805"/>
                  </a:lnTo>
                  <a:lnTo>
                    <a:pt x="0" y="16226"/>
                  </a:lnTo>
                  <a:lnTo>
                    <a:pt x="0" y="16648"/>
                  </a:lnTo>
                  <a:lnTo>
                    <a:pt x="19" y="17060"/>
                  </a:lnTo>
                  <a:lnTo>
                    <a:pt x="46" y="17473"/>
                  </a:lnTo>
                  <a:lnTo>
                    <a:pt x="83" y="17885"/>
                  </a:lnTo>
                  <a:lnTo>
                    <a:pt x="128" y="18288"/>
                  </a:lnTo>
                  <a:lnTo>
                    <a:pt x="183" y="18700"/>
                  </a:lnTo>
                  <a:lnTo>
                    <a:pt x="248" y="19094"/>
                  </a:lnTo>
                  <a:lnTo>
                    <a:pt x="330" y="19497"/>
                  </a:lnTo>
                  <a:lnTo>
                    <a:pt x="412" y="19891"/>
                  </a:lnTo>
                  <a:lnTo>
                    <a:pt x="504" y="20276"/>
                  </a:lnTo>
                  <a:lnTo>
                    <a:pt x="614" y="20670"/>
                  </a:lnTo>
                  <a:lnTo>
                    <a:pt x="724" y="21055"/>
                  </a:lnTo>
                  <a:lnTo>
                    <a:pt x="852" y="21431"/>
                  </a:lnTo>
                  <a:lnTo>
                    <a:pt x="981" y="21806"/>
                  </a:lnTo>
                  <a:lnTo>
                    <a:pt x="1118" y="22173"/>
                  </a:lnTo>
                  <a:lnTo>
                    <a:pt x="1274" y="22539"/>
                  </a:lnTo>
                  <a:lnTo>
                    <a:pt x="1430" y="22906"/>
                  </a:lnTo>
                  <a:lnTo>
                    <a:pt x="1594" y="23263"/>
                  </a:lnTo>
                  <a:lnTo>
                    <a:pt x="1769" y="23611"/>
                  </a:lnTo>
                  <a:lnTo>
                    <a:pt x="1952" y="23959"/>
                  </a:lnTo>
                  <a:lnTo>
                    <a:pt x="2144" y="24298"/>
                  </a:lnTo>
                  <a:lnTo>
                    <a:pt x="2346" y="24637"/>
                  </a:lnTo>
                  <a:lnTo>
                    <a:pt x="2556" y="24967"/>
                  </a:lnTo>
                  <a:lnTo>
                    <a:pt x="2767" y="25297"/>
                  </a:lnTo>
                  <a:lnTo>
                    <a:pt x="2987" y="25618"/>
                  </a:lnTo>
                  <a:lnTo>
                    <a:pt x="3216" y="25938"/>
                  </a:lnTo>
                  <a:lnTo>
                    <a:pt x="3454" y="26241"/>
                  </a:lnTo>
                  <a:lnTo>
                    <a:pt x="3702" y="26543"/>
                  </a:lnTo>
                  <a:lnTo>
                    <a:pt x="3949" y="26846"/>
                  </a:lnTo>
                  <a:lnTo>
                    <a:pt x="4215" y="27139"/>
                  </a:lnTo>
                  <a:lnTo>
                    <a:pt x="4481" y="27423"/>
                  </a:lnTo>
                  <a:lnTo>
                    <a:pt x="4746" y="27698"/>
                  </a:lnTo>
                  <a:lnTo>
                    <a:pt x="5030" y="27973"/>
                  </a:lnTo>
                  <a:lnTo>
                    <a:pt x="5314" y="28238"/>
                  </a:lnTo>
                  <a:lnTo>
                    <a:pt x="5607" y="28495"/>
                  </a:lnTo>
                  <a:lnTo>
                    <a:pt x="5901" y="28751"/>
                  </a:lnTo>
                  <a:lnTo>
                    <a:pt x="6203" y="28990"/>
                  </a:lnTo>
                  <a:lnTo>
                    <a:pt x="6515" y="29228"/>
                  </a:lnTo>
                  <a:lnTo>
                    <a:pt x="6826" y="29457"/>
                  </a:lnTo>
                  <a:lnTo>
                    <a:pt x="7147" y="29677"/>
                  </a:lnTo>
                  <a:lnTo>
                    <a:pt x="7477" y="29897"/>
                  </a:lnTo>
                  <a:lnTo>
                    <a:pt x="7806" y="30107"/>
                  </a:lnTo>
                  <a:lnTo>
                    <a:pt x="8145" y="30300"/>
                  </a:lnTo>
                  <a:lnTo>
                    <a:pt x="8484" y="30492"/>
                  </a:lnTo>
                  <a:lnTo>
                    <a:pt x="8833" y="30675"/>
                  </a:lnTo>
                  <a:lnTo>
                    <a:pt x="9190" y="30849"/>
                  </a:lnTo>
                  <a:lnTo>
                    <a:pt x="9547" y="31014"/>
                  </a:lnTo>
                  <a:lnTo>
                    <a:pt x="9905" y="31179"/>
                  </a:lnTo>
                  <a:lnTo>
                    <a:pt x="10271" y="31326"/>
                  </a:lnTo>
                  <a:lnTo>
                    <a:pt x="10647" y="31463"/>
                  </a:lnTo>
                  <a:lnTo>
                    <a:pt x="11022" y="31601"/>
                  </a:lnTo>
                  <a:lnTo>
                    <a:pt x="11398" y="31720"/>
                  </a:lnTo>
                  <a:lnTo>
                    <a:pt x="11783" y="31839"/>
                  </a:lnTo>
                  <a:lnTo>
                    <a:pt x="12168" y="31940"/>
                  </a:lnTo>
                  <a:lnTo>
                    <a:pt x="12562" y="32041"/>
                  </a:lnTo>
                  <a:lnTo>
                    <a:pt x="12956" y="32123"/>
                  </a:lnTo>
                  <a:lnTo>
                    <a:pt x="13350" y="32196"/>
                  </a:lnTo>
                  <a:lnTo>
                    <a:pt x="13753" y="32270"/>
                  </a:lnTo>
                  <a:lnTo>
                    <a:pt x="14156" y="32325"/>
                  </a:lnTo>
                  <a:lnTo>
                    <a:pt x="14568" y="32370"/>
                  </a:lnTo>
                  <a:lnTo>
                    <a:pt x="14971" y="32407"/>
                  </a:lnTo>
                  <a:lnTo>
                    <a:pt x="15393" y="32435"/>
                  </a:lnTo>
                  <a:lnTo>
                    <a:pt x="15805" y="32444"/>
                  </a:lnTo>
                  <a:lnTo>
                    <a:pt x="16227" y="32453"/>
                  </a:lnTo>
                  <a:lnTo>
                    <a:pt x="16639" y="32444"/>
                  </a:lnTo>
                  <a:lnTo>
                    <a:pt x="17060" y="32435"/>
                  </a:lnTo>
                  <a:lnTo>
                    <a:pt x="17473" y="32407"/>
                  </a:lnTo>
                  <a:lnTo>
                    <a:pt x="17885" y="32370"/>
                  </a:lnTo>
                  <a:lnTo>
                    <a:pt x="18288" y="32325"/>
                  </a:lnTo>
                  <a:lnTo>
                    <a:pt x="18691" y="32270"/>
                  </a:lnTo>
                  <a:lnTo>
                    <a:pt x="19094" y="32196"/>
                  </a:lnTo>
                  <a:lnTo>
                    <a:pt x="19497" y="32123"/>
                  </a:lnTo>
                  <a:lnTo>
                    <a:pt x="19891" y="32041"/>
                  </a:lnTo>
                  <a:lnTo>
                    <a:pt x="20276" y="31940"/>
                  </a:lnTo>
                  <a:lnTo>
                    <a:pt x="20670" y="31839"/>
                  </a:lnTo>
                  <a:lnTo>
                    <a:pt x="21046" y="31720"/>
                  </a:lnTo>
                  <a:lnTo>
                    <a:pt x="21431" y="31601"/>
                  </a:lnTo>
                  <a:lnTo>
                    <a:pt x="21806" y="31463"/>
                  </a:lnTo>
                  <a:lnTo>
                    <a:pt x="22173" y="31326"/>
                  </a:lnTo>
                  <a:lnTo>
                    <a:pt x="22539" y="31179"/>
                  </a:lnTo>
                  <a:lnTo>
                    <a:pt x="22906" y="31014"/>
                  </a:lnTo>
                  <a:lnTo>
                    <a:pt x="23263" y="30849"/>
                  </a:lnTo>
                  <a:lnTo>
                    <a:pt x="23611" y="30675"/>
                  </a:lnTo>
                  <a:lnTo>
                    <a:pt x="23959" y="30492"/>
                  </a:lnTo>
                  <a:lnTo>
                    <a:pt x="24298" y="30300"/>
                  </a:lnTo>
                  <a:lnTo>
                    <a:pt x="24637" y="30107"/>
                  </a:lnTo>
                  <a:lnTo>
                    <a:pt x="24967" y="29897"/>
                  </a:lnTo>
                  <a:lnTo>
                    <a:pt x="25297" y="29677"/>
                  </a:lnTo>
                  <a:lnTo>
                    <a:pt x="25618" y="29457"/>
                  </a:lnTo>
                  <a:lnTo>
                    <a:pt x="25929" y="29228"/>
                  </a:lnTo>
                  <a:lnTo>
                    <a:pt x="26241" y="28990"/>
                  </a:lnTo>
                  <a:lnTo>
                    <a:pt x="26543" y="28751"/>
                  </a:lnTo>
                  <a:lnTo>
                    <a:pt x="26846" y="28495"/>
                  </a:lnTo>
                  <a:lnTo>
                    <a:pt x="27139" y="28238"/>
                  </a:lnTo>
                  <a:lnTo>
                    <a:pt x="27423" y="27973"/>
                  </a:lnTo>
                  <a:lnTo>
                    <a:pt x="27698" y="27698"/>
                  </a:lnTo>
                  <a:lnTo>
                    <a:pt x="27972" y="27423"/>
                  </a:lnTo>
                  <a:lnTo>
                    <a:pt x="28238" y="27139"/>
                  </a:lnTo>
                  <a:lnTo>
                    <a:pt x="28495" y="26846"/>
                  </a:lnTo>
                  <a:lnTo>
                    <a:pt x="28742" y="26543"/>
                  </a:lnTo>
                  <a:lnTo>
                    <a:pt x="28990" y="26241"/>
                  </a:lnTo>
                  <a:lnTo>
                    <a:pt x="29228" y="25938"/>
                  </a:lnTo>
                  <a:lnTo>
                    <a:pt x="29457" y="25618"/>
                  </a:lnTo>
                  <a:lnTo>
                    <a:pt x="29677" y="25297"/>
                  </a:lnTo>
                  <a:lnTo>
                    <a:pt x="29897" y="24967"/>
                  </a:lnTo>
                  <a:lnTo>
                    <a:pt x="30098" y="24637"/>
                  </a:lnTo>
                  <a:lnTo>
                    <a:pt x="30300" y="24298"/>
                  </a:lnTo>
                  <a:lnTo>
                    <a:pt x="30492" y="23959"/>
                  </a:lnTo>
                  <a:lnTo>
                    <a:pt x="30675" y="23611"/>
                  </a:lnTo>
                  <a:lnTo>
                    <a:pt x="30849" y="23263"/>
                  </a:lnTo>
                  <a:lnTo>
                    <a:pt x="31014" y="22906"/>
                  </a:lnTo>
                  <a:lnTo>
                    <a:pt x="31179" y="22539"/>
                  </a:lnTo>
                  <a:lnTo>
                    <a:pt x="31326" y="22173"/>
                  </a:lnTo>
                  <a:lnTo>
                    <a:pt x="31463" y="21806"/>
                  </a:lnTo>
                  <a:lnTo>
                    <a:pt x="31601" y="21431"/>
                  </a:lnTo>
                  <a:lnTo>
                    <a:pt x="31720" y="21055"/>
                  </a:lnTo>
                  <a:lnTo>
                    <a:pt x="31839" y="20670"/>
                  </a:lnTo>
                  <a:lnTo>
                    <a:pt x="31940" y="20276"/>
                  </a:lnTo>
                  <a:lnTo>
                    <a:pt x="32031" y="19891"/>
                  </a:lnTo>
                  <a:lnTo>
                    <a:pt x="32123" y="19497"/>
                  </a:lnTo>
                  <a:lnTo>
                    <a:pt x="32196" y="19094"/>
                  </a:lnTo>
                  <a:lnTo>
                    <a:pt x="32260" y="18700"/>
                  </a:lnTo>
                  <a:lnTo>
                    <a:pt x="32325" y="18288"/>
                  </a:lnTo>
                  <a:lnTo>
                    <a:pt x="32370" y="17885"/>
                  </a:lnTo>
                  <a:lnTo>
                    <a:pt x="32407" y="17473"/>
                  </a:lnTo>
                  <a:lnTo>
                    <a:pt x="32425" y="17060"/>
                  </a:lnTo>
                  <a:lnTo>
                    <a:pt x="32444" y="16648"/>
                  </a:lnTo>
                  <a:lnTo>
                    <a:pt x="32453" y="16226"/>
                  </a:lnTo>
                  <a:lnTo>
                    <a:pt x="32444" y="15805"/>
                  </a:lnTo>
                  <a:lnTo>
                    <a:pt x="32425" y="15393"/>
                  </a:lnTo>
                  <a:lnTo>
                    <a:pt x="32407" y="14980"/>
                  </a:lnTo>
                  <a:lnTo>
                    <a:pt x="32370" y="14568"/>
                  </a:lnTo>
                  <a:lnTo>
                    <a:pt x="32325" y="14156"/>
                  </a:lnTo>
                  <a:lnTo>
                    <a:pt x="32260" y="13753"/>
                  </a:lnTo>
                  <a:lnTo>
                    <a:pt x="32196" y="13350"/>
                  </a:lnTo>
                  <a:lnTo>
                    <a:pt x="32123" y="12956"/>
                  </a:lnTo>
                  <a:lnTo>
                    <a:pt x="32031" y="12562"/>
                  </a:lnTo>
                  <a:lnTo>
                    <a:pt x="31940" y="12168"/>
                  </a:lnTo>
                  <a:lnTo>
                    <a:pt x="31839" y="11783"/>
                  </a:lnTo>
                  <a:lnTo>
                    <a:pt x="31720" y="11398"/>
                  </a:lnTo>
                  <a:lnTo>
                    <a:pt x="31601" y="11022"/>
                  </a:lnTo>
                  <a:lnTo>
                    <a:pt x="31463" y="10647"/>
                  </a:lnTo>
                  <a:lnTo>
                    <a:pt x="31326" y="10271"/>
                  </a:lnTo>
                  <a:lnTo>
                    <a:pt x="31179" y="9905"/>
                  </a:lnTo>
                  <a:lnTo>
                    <a:pt x="31014" y="9547"/>
                  </a:lnTo>
                  <a:lnTo>
                    <a:pt x="30849" y="9190"/>
                  </a:lnTo>
                  <a:lnTo>
                    <a:pt x="30675" y="8842"/>
                  </a:lnTo>
                  <a:lnTo>
                    <a:pt x="30492" y="8494"/>
                  </a:lnTo>
                  <a:lnTo>
                    <a:pt x="30300" y="8145"/>
                  </a:lnTo>
                  <a:lnTo>
                    <a:pt x="30098" y="7806"/>
                  </a:lnTo>
                  <a:lnTo>
                    <a:pt x="29897" y="7477"/>
                  </a:lnTo>
                  <a:lnTo>
                    <a:pt x="29677" y="7156"/>
                  </a:lnTo>
                  <a:lnTo>
                    <a:pt x="29457" y="6835"/>
                  </a:lnTo>
                  <a:lnTo>
                    <a:pt x="29228" y="6514"/>
                  </a:lnTo>
                  <a:lnTo>
                    <a:pt x="28990" y="6203"/>
                  </a:lnTo>
                  <a:lnTo>
                    <a:pt x="28742" y="5901"/>
                  </a:lnTo>
                  <a:lnTo>
                    <a:pt x="28495" y="5607"/>
                  </a:lnTo>
                  <a:lnTo>
                    <a:pt x="28238" y="5314"/>
                  </a:lnTo>
                  <a:lnTo>
                    <a:pt x="27972" y="5030"/>
                  </a:lnTo>
                  <a:lnTo>
                    <a:pt x="27698" y="4746"/>
                  </a:lnTo>
                  <a:lnTo>
                    <a:pt x="27423" y="4480"/>
                  </a:lnTo>
                  <a:lnTo>
                    <a:pt x="27139" y="4215"/>
                  </a:lnTo>
                  <a:lnTo>
                    <a:pt x="26846" y="3958"/>
                  </a:lnTo>
                  <a:lnTo>
                    <a:pt x="26543" y="3702"/>
                  </a:lnTo>
                  <a:lnTo>
                    <a:pt x="26241" y="3454"/>
                  </a:lnTo>
                  <a:lnTo>
                    <a:pt x="25929" y="3225"/>
                  </a:lnTo>
                  <a:lnTo>
                    <a:pt x="25618" y="2987"/>
                  </a:lnTo>
                  <a:lnTo>
                    <a:pt x="25297" y="2767"/>
                  </a:lnTo>
                  <a:lnTo>
                    <a:pt x="24967" y="2556"/>
                  </a:lnTo>
                  <a:lnTo>
                    <a:pt x="24637" y="2346"/>
                  </a:lnTo>
                  <a:lnTo>
                    <a:pt x="24298" y="2144"/>
                  </a:lnTo>
                  <a:lnTo>
                    <a:pt x="23959" y="1952"/>
                  </a:lnTo>
                  <a:lnTo>
                    <a:pt x="23611" y="1768"/>
                  </a:lnTo>
                  <a:lnTo>
                    <a:pt x="23263" y="1594"/>
                  </a:lnTo>
                  <a:lnTo>
                    <a:pt x="22906" y="1429"/>
                  </a:lnTo>
                  <a:lnTo>
                    <a:pt x="22539" y="1274"/>
                  </a:lnTo>
                  <a:lnTo>
                    <a:pt x="22173" y="1127"/>
                  </a:lnTo>
                  <a:lnTo>
                    <a:pt x="21806" y="980"/>
                  </a:lnTo>
                  <a:lnTo>
                    <a:pt x="21431" y="852"/>
                  </a:lnTo>
                  <a:lnTo>
                    <a:pt x="21046" y="724"/>
                  </a:lnTo>
                  <a:lnTo>
                    <a:pt x="20670" y="614"/>
                  </a:lnTo>
                  <a:lnTo>
                    <a:pt x="20276" y="504"/>
                  </a:lnTo>
                  <a:lnTo>
                    <a:pt x="19891" y="412"/>
                  </a:lnTo>
                  <a:lnTo>
                    <a:pt x="19497" y="330"/>
                  </a:lnTo>
                  <a:lnTo>
                    <a:pt x="19094" y="248"/>
                  </a:lnTo>
                  <a:lnTo>
                    <a:pt x="18691" y="183"/>
                  </a:lnTo>
                  <a:lnTo>
                    <a:pt x="18288" y="128"/>
                  </a:lnTo>
                  <a:lnTo>
                    <a:pt x="17885" y="83"/>
                  </a:lnTo>
                  <a:lnTo>
                    <a:pt x="17473" y="46"/>
                  </a:lnTo>
                  <a:lnTo>
                    <a:pt x="17060" y="18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rgbClr val="FFBE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6101865" y="2602902"/>
              <a:ext cx="562978" cy="562978"/>
            </a:xfrm>
            <a:custGeom>
              <a:rect b="b" l="l" r="r" t="t"/>
              <a:pathLst>
                <a:path extrusionOk="0" fill="none" h="32453" w="32453">
                  <a:moveTo>
                    <a:pt x="16227" y="0"/>
                  </a:moveTo>
                  <a:lnTo>
                    <a:pt x="16227" y="0"/>
                  </a:lnTo>
                  <a:lnTo>
                    <a:pt x="15805" y="0"/>
                  </a:lnTo>
                  <a:lnTo>
                    <a:pt x="15393" y="18"/>
                  </a:lnTo>
                  <a:lnTo>
                    <a:pt x="14971" y="46"/>
                  </a:lnTo>
                  <a:lnTo>
                    <a:pt x="14568" y="83"/>
                  </a:lnTo>
                  <a:lnTo>
                    <a:pt x="14156" y="128"/>
                  </a:lnTo>
                  <a:lnTo>
                    <a:pt x="13753" y="183"/>
                  </a:lnTo>
                  <a:lnTo>
                    <a:pt x="13350" y="248"/>
                  </a:lnTo>
                  <a:lnTo>
                    <a:pt x="12956" y="330"/>
                  </a:lnTo>
                  <a:lnTo>
                    <a:pt x="12562" y="412"/>
                  </a:lnTo>
                  <a:lnTo>
                    <a:pt x="12168" y="504"/>
                  </a:lnTo>
                  <a:lnTo>
                    <a:pt x="11783" y="614"/>
                  </a:lnTo>
                  <a:lnTo>
                    <a:pt x="11398" y="724"/>
                  </a:lnTo>
                  <a:lnTo>
                    <a:pt x="11022" y="852"/>
                  </a:lnTo>
                  <a:lnTo>
                    <a:pt x="10647" y="980"/>
                  </a:lnTo>
                  <a:lnTo>
                    <a:pt x="10271" y="1127"/>
                  </a:lnTo>
                  <a:lnTo>
                    <a:pt x="9905" y="1274"/>
                  </a:lnTo>
                  <a:lnTo>
                    <a:pt x="9547" y="1429"/>
                  </a:lnTo>
                  <a:lnTo>
                    <a:pt x="9190" y="1594"/>
                  </a:lnTo>
                  <a:lnTo>
                    <a:pt x="8833" y="1768"/>
                  </a:lnTo>
                  <a:lnTo>
                    <a:pt x="8484" y="1952"/>
                  </a:lnTo>
                  <a:lnTo>
                    <a:pt x="8145" y="2144"/>
                  </a:lnTo>
                  <a:lnTo>
                    <a:pt x="7806" y="2346"/>
                  </a:lnTo>
                  <a:lnTo>
                    <a:pt x="7477" y="2556"/>
                  </a:lnTo>
                  <a:lnTo>
                    <a:pt x="7147" y="2767"/>
                  </a:lnTo>
                  <a:lnTo>
                    <a:pt x="6826" y="2987"/>
                  </a:lnTo>
                  <a:lnTo>
                    <a:pt x="6515" y="3225"/>
                  </a:lnTo>
                  <a:lnTo>
                    <a:pt x="6203" y="3454"/>
                  </a:lnTo>
                  <a:lnTo>
                    <a:pt x="5901" y="3702"/>
                  </a:lnTo>
                  <a:lnTo>
                    <a:pt x="5607" y="3958"/>
                  </a:lnTo>
                  <a:lnTo>
                    <a:pt x="5314" y="4215"/>
                  </a:lnTo>
                  <a:lnTo>
                    <a:pt x="5030" y="4480"/>
                  </a:lnTo>
                  <a:lnTo>
                    <a:pt x="4746" y="4746"/>
                  </a:lnTo>
                  <a:lnTo>
                    <a:pt x="4481" y="5030"/>
                  </a:lnTo>
                  <a:lnTo>
                    <a:pt x="4215" y="5314"/>
                  </a:lnTo>
                  <a:lnTo>
                    <a:pt x="3949" y="5607"/>
                  </a:lnTo>
                  <a:lnTo>
                    <a:pt x="3702" y="5901"/>
                  </a:lnTo>
                  <a:lnTo>
                    <a:pt x="3454" y="6203"/>
                  </a:lnTo>
                  <a:lnTo>
                    <a:pt x="3216" y="6514"/>
                  </a:lnTo>
                  <a:lnTo>
                    <a:pt x="2987" y="6835"/>
                  </a:lnTo>
                  <a:lnTo>
                    <a:pt x="2767" y="7156"/>
                  </a:lnTo>
                  <a:lnTo>
                    <a:pt x="2556" y="7477"/>
                  </a:lnTo>
                  <a:lnTo>
                    <a:pt x="2346" y="7806"/>
                  </a:lnTo>
                  <a:lnTo>
                    <a:pt x="2144" y="8145"/>
                  </a:lnTo>
                  <a:lnTo>
                    <a:pt x="1952" y="8494"/>
                  </a:lnTo>
                  <a:lnTo>
                    <a:pt x="1769" y="8842"/>
                  </a:lnTo>
                  <a:lnTo>
                    <a:pt x="1594" y="9190"/>
                  </a:lnTo>
                  <a:lnTo>
                    <a:pt x="1430" y="9547"/>
                  </a:lnTo>
                  <a:lnTo>
                    <a:pt x="1274" y="9905"/>
                  </a:lnTo>
                  <a:lnTo>
                    <a:pt x="1118" y="10271"/>
                  </a:lnTo>
                  <a:lnTo>
                    <a:pt x="981" y="10647"/>
                  </a:lnTo>
                  <a:lnTo>
                    <a:pt x="852" y="11022"/>
                  </a:lnTo>
                  <a:lnTo>
                    <a:pt x="724" y="11398"/>
                  </a:lnTo>
                  <a:lnTo>
                    <a:pt x="614" y="11783"/>
                  </a:lnTo>
                  <a:lnTo>
                    <a:pt x="504" y="12168"/>
                  </a:lnTo>
                  <a:lnTo>
                    <a:pt x="412" y="12562"/>
                  </a:lnTo>
                  <a:lnTo>
                    <a:pt x="330" y="12956"/>
                  </a:lnTo>
                  <a:lnTo>
                    <a:pt x="248" y="13350"/>
                  </a:lnTo>
                  <a:lnTo>
                    <a:pt x="183" y="13753"/>
                  </a:lnTo>
                  <a:lnTo>
                    <a:pt x="128" y="14156"/>
                  </a:lnTo>
                  <a:lnTo>
                    <a:pt x="83" y="14568"/>
                  </a:lnTo>
                  <a:lnTo>
                    <a:pt x="46" y="14980"/>
                  </a:lnTo>
                  <a:lnTo>
                    <a:pt x="19" y="15393"/>
                  </a:lnTo>
                  <a:lnTo>
                    <a:pt x="0" y="15805"/>
                  </a:lnTo>
                  <a:lnTo>
                    <a:pt x="0" y="16226"/>
                  </a:lnTo>
                  <a:lnTo>
                    <a:pt x="0" y="16226"/>
                  </a:lnTo>
                  <a:lnTo>
                    <a:pt x="0" y="16648"/>
                  </a:lnTo>
                  <a:lnTo>
                    <a:pt x="19" y="17060"/>
                  </a:lnTo>
                  <a:lnTo>
                    <a:pt x="46" y="17473"/>
                  </a:lnTo>
                  <a:lnTo>
                    <a:pt x="83" y="17885"/>
                  </a:lnTo>
                  <a:lnTo>
                    <a:pt x="128" y="18288"/>
                  </a:lnTo>
                  <a:lnTo>
                    <a:pt x="183" y="18700"/>
                  </a:lnTo>
                  <a:lnTo>
                    <a:pt x="248" y="19094"/>
                  </a:lnTo>
                  <a:lnTo>
                    <a:pt x="330" y="19497"/>
                  </a:lnTo>
                  <a:lnTo>
                    <a:pt x="412" y="19891"/>
                  </a:lnTo>
                  <a:lnTo>
                    <a:pt x="504" y="20276"/>
                  </a:lnTo>
                  <a:lnTo>
                    <a:pt x="614" y="20670"/>
                  </a:lnTo>
                  <a:lnTo>
                    <a:pt x="724" y="21055"/>
                  </a:lnTo>
                  <a:lnTo>
                    <a:pt x="852" y="21431"/>
                  </a:lnTo>
                  <a:lnTo>
                    <a:pt x="981" y="21806"/>
                  </a:lnTo>
                  <a:lnTo>
                    <a:pt x="1118" y="22173"/>
                  </a:lnTo>
                  <a:lnTo>
                    <a:pt x="1274" y="22539"/>
                  </a:lnTo>
                  <a:lnTo>
                    <a:pt x="1430" y="22906"/>
                  </a:lnTo>
                  <a:lnTo>
                    <a:pt x="1594" y="23263"/>
                  </a:lnTo>
                  <a:lnTo>
                    <a:pt x="1769" y="23611"/>
                  </a:lnTo>
                  <a:lnTo>
                    <a:pt x="1952" y="23959"/>
                  </a:lnTo>
                  <a:lnTo>
                    <a:pt x="2144" y="24298"/>
                  </a:lnTo>
                  <a:lnTo>
                    <a:pt x="2346" y="24637"/>
                  </a:lnTo>
                  <a:lnTo>
                    <a:pt x="2556" y="24967"/>
                  </a:lnTo>
                  <a:lnTo>
                    <a:pt x="2767" y="25297"/>
                  </a:lnTo>
                  <a:lnTo>
                    <a:pt x="2987" y="25618"/>
                  </a:lnTo>
                  <a:lnTo>
                    <a:pt x="3216" y="25938"/>
                  </a:lnTo>
                  <a:lnTo>
                    <a:pt x="3454" y="26241"/>
                  </a:lnTo>
                  <a:lnTo>
                    <a:pt x="3702" y="26543"/>
                  </a:lnTo>
                  <a:lnTo>
                    <a:pt x="3949" y="26846"/>
                  </a:lnTo>
                  <a:lnTo>
                    <a:pt x="4215" y="27139"/>
                  </a:lnTo>
                  <a:lnTo>
                    <a:pt x="4481" y="27423"/>
                  </a:lnTo>
                  <a:lnTo>
                    <a:pt x="4746" y="27698"/>
                  </a:lnTo>
                  <a:lnTo>
                    <a:pt x="5030" y="27973"/>
                  </a:lnTo>
                  <a:lnTo>
                    <a:pt x="5314" y="28238"/>
                  </a:lnTo>
                  <a:lnTo>
                    <a:pt x="5607" y="28495"/>
                  </a:lnTo>
                  <a:lnTo>
                    <a:pt x="5901" y="28751"/>
                  </a:lnTo>
                  <a:lnTo>
                    <a:pt x="6203" y="28990"/>
                  </a:lnTo>
                  <a:lnTo>
                    <a:pt x="6515" y="29228"/>
                  </a:lnTo>
                  <a:lnTo>
                    <a:pt x="6826" y="29457"/>
                  </a:lnTo>
                  <a:lnTo>
                    <a:pt x="7147" y="29677"/>
                  </a:lnTo>
                  <a:lnTo>
                    <a:pt x="7477" y="29897"/>
                  </a:lnTo>
                  <a:lnTo>
                    <a:pt x="7806" y="30107"/>
                  </a:lnTo>
                  <a:lnTo>
                    <a:pt x="8145" y="30300"/>
                  </a:lnTo>
                  <a:lnTo>
                    <a:pt x="8484" y="30492"/>
                  </a:lnTo>
                  <a:lnTo>
                    <a:pt x="8833" y="30675"/>
                  </a:lnTo>
                  <a:lnTo>
                    <a:pt x="9190" y="30849"/>
                  </a:lnTo>
                  <a:lnTo>
                    <a:pt x="9547" y="31014"/>
                  </a:lnTo>
                  <a:lnTo>
                    <a:pt x="9905" y="31179"/>
                  </a:lnTo>
                  <a:lnTo>
                    <a:pt x="10271" y="31326"/>
                  </a:lnTo>
                  <a:lnTo>
                    <a:pt x="10647" y="31463"/>
                  </a:lnTo>
                  <a:lnTo>
                    <a:pt x="11022" y="31601"/>
                  </a:lnTo>
                  <a:lnTo>
                    <a:pt x="11398" y="31720"/>
                  </a:lnTo>
                  <a:lnTo>
                    <a:pt x="11783" y="31839"/>
                  </a:lnTo>
                  <a:lnTo>
                    <a:pt x="12168" y="31940"/>
                  </a:lnTo>
                  <a:lnTo>
                    <a:pt x="12562" y="32041"/>
                  </a:lnTo>
                  <a:lnTo>
                    <a:pt x="12956" y="32123"/>
                  </a:lnTo>
                  <a:lnTo>
                    <a:pt x="13350" y="32196"/>
                  </a:lnTo>
                  <a:lnTo>
                    <a:pt x="13753" y="32270"/>
                  </a:lnTo>
                  <a:lnTo>
                    <a:pt x="14156" y="32325"/>
                  </a:lnTo>
                  <a:lnTo>
                    <a:pt x="14568" y="32370"/>
                  </a:lnTo>
                  <a:lnTo>
                    <a:pt x="14971" y="32407"/>
                  </a:lnTo>
                  <a:lnTo>
                    <a:pt x="15393" y="32435"/>
                  </a:lnTo>
                  <a:lnTo>
                    <a:pt x="15805" y="32444"/>
                  </a:lnTo>
                  <a:lnTo>
                    <a:pt x="16227" y="32453"/>
                  </a:lnTo>
                  <a:lnTo>
                    <a:pt x="16227" y="32453"/>
                  </a:lnTo>
                  <a:lnTo>
                    <a:pt x="16639" y="32444"/>
                  </a:lnTo>
                  <a:lnTo>
                    <a:pt x="17060" y="32435"/>
                  </a:lnTo>
                  <a:lnTo>
                    <a:pt x="17473" y="32407"/>
                  </a:lnTo>
                  <a:lnTo>
                    <a:pt x="17885" y="32370"/>
                  </a:lnTo>
                  <a:lnTo>
                    <a:pt x="18288" y="32325"/>
                  </a:lnTo>
                  <a:lnTo>
                    <a:pt x="18691" y="32270"/>
                  </a:lnTo>
                  <a:lnTo>
                    <a:pt x="19094" y="32196"/>
                  </a:lnTo>
                  <a:lnTo>
                    <a:pt x="19497" y="32123"/>
                  </a:lnTo>
                  <a:lnTo>
                    <a:pt x="19891" y="32041"/>
                  </a:lnTo>
                  <a:lnTo>
                    <a:pt x="20276" y="31940"/>
                  </a:lnTo>
                  <a:lnTo>
                    <a:pt x="20670" y="31839"/>
                  </a:lnTo>
                  <a:lnTo>
                    <a:pt x="21046" y="31720"/>
                  </a:lnTo>
                  <a:lnTo>
                    <a:pt x="21431" y="31601"/>
                  </a:lnTo>
                  <a:lnTo>
                    <a:pt x="21806" y="31463"/>
                  </a:lnTo>
                  <a:lnTo>
                    <a:pt x="22173" y="31326"/>
                  </a:lnTo>
                  <a:lnTo>
                    <a:pt x="22539" y="31179"/>
                  </a:lnTo>
                  <a:lnTo>
                    <a:pt x="22906" y="31014"/>
                  </a:lnTo>
                  <a:lnTo>
                    <a:pt x="23263" y="30849"/>
                  </a:lnTo>
                  <a:lnTo>
                    <a:pt x="23611" y="30675"/>
                  </a:lnTo>
                  <a:lnTo>
                    <a:pt x="23959" y="30492"/>
                  </a:lnTo>
                  <a:lnTo>
                    <a:pt x="24298" y="30300"/>
                  </a:lnTo>
                  <a:lnTo>
                    <a:pt x="24637" y="30107"/>
                  </a:lnTo>
                  <a:lnTo>
                    <a:pt x="24967" y="29897"/>
                  </a:lnTo>
                  <a:lnTo>
                    <a:pt x="25297" y="29677"/>
                  </a:lnTo>
                  <a:lnTo>
                    <a:pt x="25618" y="29457"/>
                  </a:lnTo>
                  <a:lnTo>
                    <a:pt x="25929" y="29228"/>
                  </a:lnTo>
                  <a:lnTo>
                    <a:pt x="26241" y="28990"/>
                  </a:lnTo>
                  <a:lnTo>
                    <a:pt x="26543" y="28751"/>
                  </a:lnTo>
                  <a:lnTo>
                    <a:pt x="26846" y="28495"/>
                  </a:lnTo>
                  <a:lnTo>
                    <a:pt x="27139" y="28238"/>
                  </a:lnTo>
                  <a:lnTo>
                    <a:pt x="27423" y="27973"/>
                  </a:lnTo>
                  <a:lnTo>
                    <a:pt x="27698" y="27698"/>
                  </a:lnTo>
                  <a:lnTo>
                    <a:pt x="27972" y="27423"/>
                  </a:lnTo>
                  <a:lnTo>
                    <a:pt x="28238" y="27139"/>
                  </a:lnTo>
                  <a:lnTo>
                    <a:pt x="28495" y="26846"/>
                  </a:lnTo>
                  <a:lnTo>
                    <a:pt x="28742" y="26543"/>
                  </a:lnTo>
                  <a:lnTo>
                    <a:pt x="28990" y="26241"/>
                  </a:lnTo>
                  <a:lnTo>
                    <a:pt x="29228" y="25938"/>
                  </a:lnTo>
                  <a:lnTo>
                    <a:pt x="29457" y="25618"/>
                  </a:lnTo>
                  <a:lnTo>
                    <a:pt x="29677" y="25297"/>
                  </a:lnTo>
                  <a:lnTo>
                    <a:pt x="29897" y="24967"/>
                  </a:lnTo>
                  <a:lnTo>
                    <a:pt x="30098" y="24637"/>
                  </a:lnTo>
                  <a:lnTo>
                    <a:pt x="30300" y="24298"/>
                  </a:lnTo>
                  <a:lnTo>
                    <a:pt x="30492" y="23959"/>
                  </a:lnTo>
                  <a:lnTo>
                    <a:pt x="30675" y="23611"/>
                  </a:lnTo>
                  <a:lnTo>
                    <a:pt x="30849" y="23263"/>
                  </a:lnTo>
                  <a:lnTo>
                    <a:pt x="31014" y="22906"/>
                  </a:lnTo>
                  <a:lnTo>
                    <a:pt x="31179" y="22539"/>
                  </a:lnTo>
                  <a:lnTo>
                    <a:pt x="31326" y="22173"/>
                  </a:lnTo>
                  <a:lnTo>
                    <a:pt x="31463" y="21806"/>
                  </a:lnTo>
                  <a:lnTo>
                    <a:pt x="31601" y="21431"/>
                  </a:lnTo>
                  <a:lnTo>
                    <a:pt x="31720" y="21055"/>
                  </a:lnTo>
                  <a:lnTo>
                    <a:pt x="31839" y="20670"/>
                  </a:lnTo>
                  <a:lnTo>
                    <a:pt x="31940" y="20276"/>
                  </a:lnTo>
                  <a:lnTo>
                    <a:pt x="32031" y="19891"/>
                  </a:lnTo>
                  <a:lnTo>
                    <a:pt x="32123" y="19497"/>
                  </a:lnTo>
                  <a:lnTo>
                    <a:pt x="32196" y="19094"/>
                  </a:lnTo>
                  <a:lnTo>
                    <a:pt x="32260" y="18700"/>
                  </a:lnTo>
                  <a:lnTo>
                    <a:pt x="32325" y="18288"/>
                  </a:lnTo>
                  <a:lnTo>
                    <a:pt x="32370" y="17885"/>
                  </a:lnTo>
                  <a:lnTo>
                    <a:pt x="32407" y="17473"/>
                  </a:lnTo>
                  <a:lnTo>
                    <a:pt x="32425" y="17060"/>
                  </a:lnTo>
                  <a:lnTo>
                    <a:pt x="32444" y="16648"/>
                  </a:lnTo>
                  <a:lnTo>
                    <a:pt x="32453" y="16226"/>
                  </a:lnTo>
                  <a:lnTo>
                    <a:pt x="32453" y="16226"/>
                  </a:lnTo>
                  <a:lnTo>
                    <a:pt x="32444" y="15805"/>
                  </a:lnTo>
                  <a:lnTo>
                    <a:pt x="32425" y="15393"/>
                  </a:lnTo>
                  <a:lnTo>
                    <a:pt x="32407" y="14980"/>
                  </a:lnTo>
                  <a:lnTo>
                    <a:pt x="32370" y="14568"/>
                  </a:lnTo>
                  <a:lnTo>
                    <a:pt x="32325" y="14156"/>
                  </a:lnTo>
                  <a:lnTo>
                    <a:pt x="32260" y="13753"/>
                  </a:lnTo>
                  <a:lnTo>
                    <a:pt x="32196" y="13350"/>
                  </a:lnTo>
                  <a:lnTo>
                    <a:pt x="32123" y="12956"/>
                  </a:lnTo>
                  <a:lnTo>
                    <a:pt x="32031" y="12562"/>
                  </a:lnTo>
                  <a:lnTo>
                    <a:pt x="31940" y="12168"/>
                  </a:lnTo>
                  <a:lnTo>
                    <a:pt x="31839" y="11783"/>
                  </a:lnTo>
                  <a:lnTo>
                    <a:pt x="31720" y="11398"/>
                  </a:lnTo>
                  <a:lnTo>
                    <a:pt x="31601" y="11022"/>
                  </a:lnTo>
                  <a:lnTo>
                    <a:pt x="31463" y="10647"/>
                  </a:lnTo>
                  <a:lnTo>
                    <a:pt x="31326" y="10271"/>
                  </a:lnTo>
                  <a:lnTo>
                    <a:pt x="31179" y="9905"/>
                  </a:lnTo>
                  <a:lnTo>
                    <a:pt x="31014" y="9547"/>
                  </a:lnTo>
                  <a:lnTo>
                    <a:pt x="30849" y="9190"/>
                  </a:lnTo>
                  <a:lnTo>
                    <a:pt x="30675" y="8842"/>
                  </a:lnTo>
                  <a:lnTo>
                    <a:pt x="30492" y="8494"/>
                  </a:lnTo>
                  <a:lnTo>
                    <a:pt x="30300" y="8145"/>
                  </a:lnTo>
                  <a:lnTo>
                    <a:pt x="30098" y="7806"/>
                  </a:lnTo>
                  <a:lnTo>
                    <a:pt x="29897" y="7477"/>
                  </a:lnTo>
                  <a:lnTo>
                    <a:pt x="29677" y="7156"/>
                  </a:lnTo>
                  <a:lnTo>
                    <a:pt x="29457" y="6835"/>
                  </a:lnTo>
                  <a:lnTo>
                    <a:pt x="29228" y="6514"/>
                  </a:lnTo>
                  <a:lnTo>
                    <a:pt x="28990" y="6203"/>
                  </a:lnTo>
                  <a:lnTo>
                    <a:pt x="28742" y="5901"/>
                  </a:lnTo>
                  <a:lnTo>
                    <a:pt x="28495" y="5607"/>
                  </a:lnTo>
                  <a:lnTo>
                    <a:pt x="28238" y="5314"/>
                  </a:lnTo>
                  <a:lnTo>
                    <a:pt x="27972" y="5030"/>
                  </a:lnTo>
                  <a:lnTo>
                    <a:pt x="27698" y="4746"/>
                  </a:lnTo>
                  <a:lnTo>
                    <a:pt x="27423" y="4480"/>
                  </a:lnTo>
                  <a:lnTo>
                    <a:pt x="27139" y="4215"/>
                  </a:lnTo>
                  <a:lnTo>
                    <a:pt x="26846" y="3958"/>
                  </a:lnTo>
                  <a:lnTo>
                    <a:pt x="26543" y="3702"/>
                  </a:lnTo>
                  <a:lnTo>
                    <a:pt x="26241" y="3454"/>
                  </a:lnTo>
                  <a:lnTo>
                    <a:pt x="25929" y="3225"/>
                  </a:lnTo>
                  <a:lnTo>
                    <a:pt x="25618" y="2987"/>
                  </a:lnTo>
                  <a:lnTo>
                    <a:pt x="25297" y="2767"/>
                  </a:lnTo>
                  <a:lnTo>
                    <a:pt x="24967" y="2556"/>
                  </a:lnTo>
                  <a:lnTo>
                    <a:pt x="24637" y="2346"/>
                  </a:lnTo>
                  <a:lnTo>
                    <a:pt x="24298" y="2144"/>
                  </a:lnTo>
                  <a:lnTo>
                    <a:pt x="23959" y="1952"/>
                  </a:lnTo>
                  <a:lnTo>
                    <a:pt x="23611" y="1768"/>
                  </a:lnTo>
                  <a:lnTo>
                    <a:pt x="23263" y="1594"/>
                  </a:lnTo>
                  <a:lnTo>
                    <a:pt x="22906" y="1429"/>
                  </a:lnTo>
                  <a:lnTo>
                    <a:pt x="22539" y="1274"/>
                  </a:lnTo>
                  <a:lnTo>
                    <a:pt x="22173" y="1127"/>
                  </a:lnTo>
                  <a:lnTo>
                    <a:pt x="21806" y="980"/>
                  </a:lnTo>
                  <a:lnTo>
                    <a:pt x="21431" y="852"/>
                  </a:lnTo>
                  <a:lnTo>
                    <a:pt x="21046" y="724"/>
                  </a:lnTo>
                  <a:lnTo>
                    <a:pt x="20670" y="614"/>
                  </a:lnTo>
                  <a:lnTo>
                    <a:pt x="20276" y="504"/>
                  </a:lnTo>
                  <a:lnTo>
                    <a:pt x="19891" y="412"/>
                  </a:lnTo>
                  <a:lnTo>
                    <a:pt x="19497" y="330"/>
                  </a:lnTo>
                  <a:lnTo>
                    <a:pt x="19094" y="248"/>
                  </a:lnTo>
                  <a:lnTo>
                    <a:pt x="18691" y="183"/>
                  </a:lnTo>
                  <a:lnTo>
                    <a:pt x="18288" y="128"/>
                  </a:lnTo>
                  <a:lnTo>
                    <a:pt x="17885" y="83"/>
                  </a:lnTo>
                  <a:lnTo>
                    <a:pt x="17473" y="46"/>
                  </a:lnTo>
                  <a:lnTo>
                    <a:pt x="17060" y="18"/>
                  </a:lnTo>
                  <a:lnTo>
                    <a:pt x="16639" y="0"/>
                  </a:lnTo>
                  <a:lnTo>
                    <a:pt x="16227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6381749" y="2593829"/>
              <a:ext cx="136074" cy="79330"/>
            </a:xfrm>
            <a:custGeom>
              <a:rect b="b" l="l" r="r" t="t"/>
              <a:pathLst>
                <a:path extrusionOk="0" h="4573" w="7844">
                  <a:moveTo>
                    <a:pt x="3721" y="1"/>
                  </a:moveTo>
                  <a:lnTo>
                    <a:pt x="3519" y="10"/>
                  </a:lnTo>
                  <a:lnTo>
                    <a:pt x="3327" y="28"/>
                  </a:lnTo>
                  <a:lnTo>
                    <a:pt x="3134" y="47"/>
                  </a:lnTo>
                  <a:lnTo>
                    <a:pt x="2942" y="74"/>
                  </a:lnTo>
                  <a:lnTo>
                    <a:pt x="2759" y="102"/>
                  </a:lnTo>
                  <a:lnTo>
                    <a:pt x="2575" y="138"/>
                  </a:lnTo>
                  <a:lnTo>
                    <a:pt x="2401" y="175"/>
                  </a:lnTo>
                  <a:lnTo>
                    <a:pt x="2227" y="221"/>
                  </a:lnTo>
                  <a:lnTo>
                    <a:pt x="2053" y="276"/>
                  </a:lnTo>
                  <a:lnTo>
                    <a:pt x="1888" y="331"/>
                  </a:lnTo>
                  <a:lnTo>
                    <a:pt x="1733" y="386"/>
                  </a:lnTo>
                  <a:lnTo>
                    <a:pt x="1577" y="450"/>
                  </a:lnTo>
                  <a:lnTo>
                    <a:pt x="1430" y="523"/>
                  </a:lnTo>
                  <a:lnTo>
                    <a:pt x="1284" y="596"/>
                  </a:lnTo>
                  <a:lnTo>
                    <a:pt x="1155" y="670"/>
                  </a:lnTo>
                  <a:lnTo>
                    <a:pt x="1018" y="752"/>
                  </a:lnTo>
                  <a:lnTo>
                    <a:pt x="899" y="835"/>
                  </a:lnTo>
                  <a:lnTo>
                    <a:pt x="780" y="917"/>
                  </a:lnTo>
                  <a:lnTo>
                    <a:pt x="670" y="1009"/>
                  </a:lnTo>
                  <a:lnTo>
                    <a:pt x="569" y="1100"/>
                  </a:lnTo>
                  <a:lnTo>
                    <a:pt x="477" y="1201"/>
                  </a:lnTo>
                  <a:lnTo>
                    <a:pt x="386" y="1293"/>
                  </a:lnTo>
                  <a:lnTo>
                    <a:pt x="312" y="1394"/>
                  </a:lnTo>
                  <a:lnTo>
                    <a:pt x="239" y="1503"/>
                  </a:lnTo>
                  <a:lnTo>
                    <a:pt x="175" y="1604"/>
                  </a:lnTo>
                  <a:lnTo>
                    <a:pt x="129" y="1714"/>
                  </a:lnTo>
                  <a:lnTo>
                    <a:pt x="83" y="1824"/>
                  </a:lnTo>
                  <a:lnTo>
                    <a:pt x="47" y="1943"/>
                  </a:lnTo>
                  <a:lnTo>
                    <a:pt x="19" y="2053"/>
                  </a:lnTo>
                  <a:lnTo>
                    <a:pt x="10" y="2172"/>
                  </a:lnTo>
                  <a:lnTo>
                    <a:pt x="1" y="2291"/>
                  </a:lnTo>
                  <a:lnTo>
                    <a:pt x="10" y="2401"/>
                  </a:lnTo>
                  <a:lnTo>
                    <a:pt x="19" y="2520"/>
                  </a:lnTo>
                  <a:lnTo>
                    <a:pt x="47" y="2640"/>
                  </a:lnTo>
                  <a:lnTo>
                    <a:pt x="83" y="2750"/>
                  </a:lnTo>
                  <a:lnTo>
                    <a:pt x="129" y="2860"/>
                  </a:lnTo>
                  <a:lnTo>
                    <a:pt x="175" y="2969"/>
                  </a:lnTo>
                  <a:lnTo>
                    <a:pt x="239" y="3070"/>
                  </a:lnTo>
                  <a:lnTo>
                    <a:pt x="312" y="3180"/>
                  </a:lnTo>
                  <a:lnTo>
                    <a:pt x="386" y="3281"/>
                  </a:lnTo>
                  <a:lnTo>
                    <a:pt x="477" y="3382"/>
                  </a:lnTo>
                  <a:lnTo>
                    <a:pt x="569" y="3473"/>
                  </a:lnTo>
                  <a:lnTo>
                    <a:pt x="670" y="3565"/>
                  </a:lnTo>
                  <a:lnTo>
                    <a:pt x="780" y="3657"/>
                  </a:lnTo>
                  <a:lnTo>
                    <a:pt x="899" y="3739"/>
                  </a:lnTo>
                  <a:lnTo>
                    <a:pt x="1018" y="3831"/>
                  </a:lnTo>
                  <a:lnTo>
                    <a:pt x="1155" y="3904"/>
                  </a:lnTo>
                  <a:lnTo>
                    <a:pt x="1284" y="3977"/>
                  </a:lnTo>
                  <a:lnTo>
                    <a:pt x="1430" y="4051"/>
                  </a:lnTo>
                  <a:lnTo>
                    <a:pt x="1577" y="4124"/>
                  </a:lnTo>
                  <a:lnTo>
                    <a:pt x="1733" y="4188"/>
                  </a:lnTo>
                  <a:lnTo>
                    <a:pt x="1888" y="4243"/>
                  </a:lnTo>
                  <a:lnTo>
                    <a:pt x="2053" y="4298"/>
                  </a:lnTo>
                  <a:lnTo>
                    <a:pt x="2227" y="4353"/>
                  </a:lnTo>
                  <a:lnTo>
                    <a:pt x="2401" y="4399"/>
                  </a:lnTo>
                  <a:lnTo>
                    <a:pt x="2575" y="4435"/>
                  </a:lnTo>
                  <a:lnTo>
                    <a:pt x="2759" y="4472"/>
                  </a:lnTo>
                  <a:lnTo>
                    <a:pt x="2942" y="4500"/>
                  </a:lnTo>
                  <a:lnTo>
                    <a:pt x="3134" y="4527"/>
                  </a:lnTo>
                  <a:lnTo>
                    <a:pt x="3327" y="4545"/>
                  </a:lnTo>
                  <a:lnTo>
                    <a:pt x="3519" y="4564"/>
                  </a:lnTo>
                  <a:lnTo>
                    <a:pt x="3721" y="4573"/>
                  </a:lnTo>
                  <a:lnTo>
                    <a:pt x="4124" y="4573"/>
                  </a:lnTo>
                  <a:lnTo>
                    <a:pt x="4325" y="4564"/>
                  </a:lnTo>
                  <a:lnTo>
                    <a:pt x="4518" y="4545"/>
                  </a:lnTo>
                  <a:lnTo>
                    <a:pt x="4710" y="4527"/>
                  </a:lnTo>
                  <a:lnTo>
                    <a:pt x="4903" y="4500"/>
                  </a:lnTo>
                  <a:lnTo>
                    <a:pt x="5086" y="4472"/>
                  </a:lnTo>
                  <a:lnTo>
                    <a:pt x="5269" y="4435"/>
                  </a:lnTo>
                  <a:lnTo>
                    <a:pt x="5452" y="4399"/>
                  </a:lnTo>
                  <a:lnTo>
                    <a:pt x="5617" y="4353"/>
                  </a:lnTo>
                  <a:lnTo>
                    <a:pt x="5791" y="4298"/>
                  </a:lnTo>
                  <a:lnTo>
                    <a:pt x="5956" y="4243"/>
                  </a:lnTo>
                  <a:lnTo>
                    <a:pt x="6112" y="4188"/>
                  </a:lnTo>
                  <a:lnTo>
                    <a:pt x="6268" y="4124"/>
                  </a:lnTo>
                  <a:lnTo>
                    <a:pt x="6414" y="4051"/>
                  </a:lnTo>
                  <a:lnTo>
                    <a:pt x="6561" y="3977"/>
                  </a:lnTo>
                  <a:lnTo>
                    <a:pt x="6689" y="3904"/>
                  </a:lnTo>
                  <a:lnTo>
                    <a:pt x="6827" y="3831"/>
                  </a:lnTo>
                  <a:lnTo>
                    <a:pt x="6946" y="3739"/>
                  </a:lnTo>
                  <a:lnTo>
                    <a:pt x="7065" y="3657"/>
                  </a:lnTo>
                  <a:lnTo>
                    <a:pt x="7175" y="3565"/>
                  </a:lnTo>
                  <a:lnTo>
                    <a:pt x="7276" y="3473"/>
                  </a:lnTo>
                  <a:lnTo>
                    <a:pt x="7367" y="3382"/>
                  </a:lnTo>
                  <a:lnTo>
                    <a:pt x="7459" y="3281"/>
                  </a:lnTo>
                  <a:lnTo>
                    <a:pt x="7532" y="3180"/>
                  </a:lnTo>
                  <a:lnTo>
                    <a:pt x="7606" y="3070"/>
                  </a:lnTo>
                  <a:lnTo>
                    <a:pt x="7670" y="2969"/>
                  </a:lnTo>
                  <a:lnTo>
                    <a:pt x="7715" y="2860"/>
                  </a:lnTo>
                  <a:lnTo>
                    <a:pt x="7761" y="2750"/>
                  </a:lnTo>
                  <a:lnTo>
                    <a:pt x="7798" y="2640"/>
                  </a:lnTo>
                  <a:lnTo>
                    <a:pt x="7825" y="2520"/>
                  </a:lnTo>
                  <a:lnTo>
                    <a:pt x="7835" y="2401"/>
                  </a:lnTo>
                  <a:lnTo>
                    <a:pt x="7844" y="2291"/>
                  </a:lnTo>
                  <a:lnTo>
                    <a:pt x="7835" y="2172"/>
                  </a:lnTo>
                  <a:lnTo>
                    <a:pt x="7825" y="2053"/>
                  </a:lnTo>
                  <a:lnTo>
                    <a:pt x="7798" y="1943"/>
                  </a:lnTo>
                  <a:lnTo>
                    <a:pt x="7761" y="1824"/>
                  </a:lnTo>
                  <a:lnTo>
                    <a:pt x="7715" y="1714"/>
                  </a:lnTo>
                  <a:lnTo>
                    <a:pt x="7670" y="1604"/>
                  </a:lnTo>
                  <a:lnTo>
                    <a:pt x="7606" y="1503"/>
                  </a:lnTo>
                  <a:lnTo>
                    <a:pt x="7532" y="1394"/>
                  </a:lnTo>
                  <a:lnTo>
                    <a:pt x="7459" y="1293"/>
                  </a:lnTo>
                  <a:lnTo>
                    <a:pt x="7367" y="1201"/>
                  </a:lnTo>
                  <a:lnTo>
                    <a:pt x="7276" y="1100"/>
                  </a:lnTo>
                  <a:lnTo>
                    <a:pt x="7175" y="1009"/>
                  </a:lnTo>
                  <a:lnTo>
                    <a:pt x="7065" y="917"/>
                  </a:lnTo>
                  <a:lnTo>
                    <a:pt x="6946" y="835"/>
                  </a:lnTo>
                  <a:lnTo>
                    <a:pt x="6827" y="752"/>
                  </a:lnTo>
                  <a:lnTo>
                    <a:pt x="6689" y="670"/>
                  </a:lnTo>
                  <a:lnTo>
                    <a:pt x="6561" y="596"/>
                  </a:lnTo>
                  <a:lnTo>
                    <a:pt x="6414" y="523"/>
                  </a:lnTo>
                  <a:lnTo>
                    <a:pt x="6268" y="450"/>
                  </a:lnTo>
                  <a:lnTo>
                    <a:pt x="6112" y="386"/>
                  </a:lnTo>
                  <a:lnTo>
                    <a:pt x="5956" y="331"/>
                  </a:lnTo>
                  <a:lnTo>
                    <a:pt x="5791" y="276"/>
                  </a:lnTo>
                  <a:lnTo>
                    <a:pt x="5617" y="221"/>
                  </a:lnTo>
                  <a:lnTo>
                    <a:pt x="5452" y="175"/>
                  </a:lnTo>
                  <a:lnTo>
                    <a:pt x="5269" y="138"/>
                  </a:lnTo>
                  <a:lnTo>
                    <a:pt x="5086" y="102"/>
                  </a:lnTo>
                  <a:lnTo>
                    <a:pt x="4903" y="74"/>
                  </a:lnTo>
                  <a:lnTo>
                    <a:pt x="4710" y="47"/>
                  </a:lnTo>
                  <a:lnTo>
                    <a:pt x="4518" y="28"/>
                  </a:lnTo>
                  <a:lnTo>
                    <a:pt x="4325" y="10"/>
                  </a:lnTo>
                  <a:lnTo>
                    <a:pt x="41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6662293" y="3198771"/>
              <a:ext cx="55477" cy="55495"/>
            </a:xfrm>
            <a:custGeom>
              <a:rect b="b" l="l" r="r" t="t"/>
              <a:pathLst>
                <a:path extrusionOk="0" h="3199" w="3198">
                  <a:moveTo>
                    <a:pt x="2227" y="0"/>
                  </a:moveTo>
                  <a:lnTo>
                    <a:pt x="2080" y="10"/>
                  </a:lnTo>
                  <a:lnTo>
                    <a:pt x="1933" y="37"/>
                  </a:lnTo>
                  <a:lnTo>
                    <a:pt x="1778" y="74"/>
                  </a:lnTo>
                  <a:lnTo>
                    <a:pt x="1631" y="129"/>
                  </a:lnTo>
                  <a:lnTo>
                    <a:pt x="1475" y="193"/>
                  </a:lnTo>
                  <a:lnTo>
                    <a:pt x="1320" y="275"/>
                  </a:lnTo>
                  <a:lnTo>
                    <a:pt x="1164" y="367"/>
                  </a:lnTo>
                  <a:lnTo>
                    <a:pt x="1017" y="477"/>
                  </a:lnTo>
                  <a:lnTo>
                    <a:pt x="871" y="596"/>
                  </a:lnTo>
                  <a:lnTo>
                    <a:pt x="733" y="733"/>
                  </a:lnTo>
                  <a:lnTo>
                    <a:pt x="596" y="871"/>
                  </a:lnTo>
                  <a:lnTo>
                    <a:pt x="477" y="1017"/>
                  </a:lnTo>
                  <a:lnTo>
                    <a:pt x="367" y="1164"/>
                  </a:lnTo>
                  <a:lnTo>
                    <a:pt x="275" y="1320"/>
                  </a:lnTo>
                  <a:lnTo>
                    <a:pt x="193" y="1476"/>
                  </a:lnTo>
                  <a:lnTo>
                    <a:pt x="129" y="1631"/>
                  </a:lnTo>
                  <a:lnTo>
                    <a:pt x="74" y="1778"/>
                  </a:lnTo>
                  <a:lnTo>
                    <a:pt x="37" y="1934"/>
                  </a:lnTo>
                  <a:lnTo>
                    <a:pt x="9" y="2080"/>
                  </a:lnTo>
                  <a:lnTo>
                    <a:pt x="0" y="2227"/>
                  </a:lnTo>
                  <a:lnTo>
                    <a:pt x="0" y="2364"/>
                  </a:lnTo>
                  <a:lnTo>
                    <a:pt x="19" y="2493"/>
                  </a:lnTo>
                  <a:lnTo>
                    <a:pt x="55" y="2621"/>
                  </a:lnTo>
                  <a:lnTo>
                    <a:pt x="101" y="2740"/>
                  </a:lnTo>
                  <a:lnTo>
                    <a:pt x="174" y="2841"/>
                  </a:lnTo>
                  <a:lnTo>
                    <a:pt x="257" y="2942"/>
                  </a:lnTo>
                  <a:lnTo>
                    <a:pt x="348" y="3024"/>
                  </a:lnTo>
                  <a:lnTo>
                    <a:pt x="458" y="3088"/>
                  </a:lnTo>
                  <a:lnTo>
                    <a:pt x="568" y="3134"/>
                  </a:lnTo>
                  <a:lnTo>
                    <a:pt x="697" y="3171"/>
                  </a:lnTo>
                  <a:lnTo>
                    <a:pt x="825" y="3189"/>
                  </a:lnTo>
                  <a:lnTo>
                    <a:pt x="962" y="3198"/>
                  </a:lnTo>
                  <a:lnTo>
                    <a:pt x="1109" y="3189"/>
                  </a:lnTo>
                  <a:lnTo>
                    <a:pt x="1255" y="3161"/>
                  </a:lnTo>
                  <a:lnTo>
                    <a:pt x="1411" y="3116"/>
                  </a:lnTo>
                  <a:lnTo>
                    <a:pt x="1567" y="3070"/>
                  </a:lnTo>
                  <a:lnTo>
                    <a:pt x="1714" y="2996"/>
                  </a:lnTo>
                  <a:lnTo>
                    <a:pt x="1869" y="2914"/>
                  </a:lnTo>
                  <a:lnTo>
                    <a:pt x="2025" y="2822"/>
                  </a:lnTo>
                  <a:lnTo>
                    <a:pt x="2172" y="2712"/>
                  </a:lnTo>
                  <a:lnTo>
                    <a:pt x="2318" y="2593"/>
                  </a:lnTo>
                  <a:lnTo>
                    <a:pt x="2465" y="2465"/>
                  </a:lnTo>
                  <a:lnTo>
                    <a:pt x="2593" y="2318"/>
                  </a:lnTo>
                  <a:lnTo>
                    <a:pt x="2712" y="2172"/>
                  </a:lnTo>
                  <a:lnTo>
                    <a:pt x="2822" y="2025"/>
                  </a:lnTo>
                  <a:lnTo>
                    <a:pt x="2914" y="1870"/>
                  </a:lnTo>
                  <a:lnTo>
                    <a:pt x="2996" y="1714"/>
                  </a:lnTo>
                  <a:lnTo>
                    <a:pt x="3070" y="1567"/>
                  </a:lnTo>
                  <a:lnTo>
                    <a:pt x="3115" y="1411"/>
                  </a:lnTo>
                  <a:lnTo>
                    <a:pt x="3161" y="1256"/>
                  </a:lnTo>
                  <a:lnTo>
                    <a:pt x="3180" y="1109"/>
                  </a:lnTo>
                  <a:lnTo>
                    <a:pt x="3198" y="962"/>
                  </a:lnTo>
                  <a:lnTo>
                    <a:pt x="3189" y="825"/>
                  </a:lnTo>
                  <a:lnTo>
                    <a:pt x="3170" y="697"/>
                  </a:lnTo>
                  <a:lnTo>
                    <a:pt x="3134" y="568"/>
                  </a:lnTo>
                  <a:lnTo>
                    <a:pt x="3088" y="459"/>
                  </a:lnTo>
                  <a:lnTo>
                    <a:pt x="3024" y="349"/>
                  </a:lnTo>
                  <a:lnTo>
                    <a:pt x="2941" y="257"/>
                  </a:lnTo>
                  <a:lnTo>
                    <a:pt x="2841" y="175"/>
                  </a:lnTo>
                  <a:lnTo>
                    <a:pt x="2740" y="101"/>
                  </a:lnTo>
                  <a:lnTo>
                    <a:pt x="2621" y="55"/>
                  </a:lnTo>
                  <a:lnTo>
                    <a:pt x="2492" y="19"/>
                  </a:lnTo>
                  <a:lnTo>
                    <a:pt x="2364" y="0"/>
                  </a:lnTo>
                  <a:close/>
                </a:path>
              </a:pathLst>
            </a:custGeom>
            <a:solidFill>
              <a:srgbClr val="FFBE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6689945" y="3141230"/>
              <a:ext cx="35771" cy="35944"/>
            </a:xfrm>
            <a:custGeom>
              <a:rect b="b" l="l" r="r" t="t"/>
              <a:pathLst>
                <a:path extrusionOk="0" h="2072" w="2062">
                  <a:moveTo>
                    <a:pt x="1430" y="1"/>
                  </a:moveTo>
                  <a:lnTo>
                    <a:pt x="1338" y="10"/>
                  </a:lnTo>
                  <a:lnTo>
                    <a:pt x="1247" y="28"/>
                  </a:lnTo>
                  <a:lnTo>
                    <a:pt x="1146" y="56"/>
                  </a:lnTo>
                  <a:lnTo>
                    <a:pt x="1045" y="92"/>
                  </a:lnTo>
                  <a:lnTo>
                    <a:pt x="953" y="129"/>
                  </a:lnTo>
                  <a:lnTo>
                    <a:pt x="853" y="184"/>
                  </a:lnTo>
                  <a:lnTo>
                    <a:pt x="752" y="248"/>
                  </a:lnTo>
                  <a:lnTo>
                    <a:pt x="651" y="312"/>
                  </a:lnTo>
                  <a:lnTo>
                    <a:pt x="559" y="395"/>
                  </a:lnTo>
                  <a:lnTo>
                    <a:pt x="468" y="477"/>
                  </a:lnTo>
                  <a:lnTo>
                    <a:pt x="385" y="569"/>
                  </a:lnTo>
                  <a:lnTo>
                    <a:pt x="303" y="660"/>
                  </a:lnTo>
                  <a:lnTo>
                    <a:pt x="239" y="761"/>
                  </a:lnTo>
                  <a:lnTo>
                    <a:pt x="175" y="862"/>
                  </a:lnTo>
                  <a:lnTo>
                    <a:pt x="120" y="954"/>
                  </a:lnTo>
                  <a:lnTo>
                    <a:pt x="83" y="1054"/>
                  </a:lnTo>
                  <a:lnTo>
                    <a:pt x="46" y="1155"/>
                  </a:lnTo>
                  <a:lnTo>
                    <a:pt x="19" y="1256"/>
                  </a:lnTo>
                  <a:lnTo>
                    <a:pt x="0" y="1348"/>
                  </a:lnTo>
                  <a:lnTo>
                    <a:pt x="0" y="1439"/>
                  </a:lnTo>
                  <a:lnTo>
                    <a:pt x="0" y="1531"/>
                  </a:lnTo>
                  <a:lnTo>
                    <a:pt x="10" y="1613"/>
                  </a:lnTo>
                  <a:lnTo>
                    <a:pt x="37" y="1696"/>
                  </a:lnTo>
                  <a:lnTo>
                    <a:pt x="65" y="1769"/>
                  </a:lnTo>
                  <a:lnTo>
                    <a:pt x="110" y="1842"/>
                  </a:lnTo>
                  <a:lnTo>
                    <a:pt x="165" y="1906"/>
                  </a:lnTo>
                  <a:lnTo>
                    <a:pt x="220" y="1952"/>
                  </a:lnTo>
                  <a:lnTo>
                    <a:pt x="294" y="1998"/>
                  </a:lnTo>
                  <a:lnTo>
                    <a:pt x="367" y="2026"/>
                  </a:lnTo>
                  <a:lnTo>
                    <a:pt x="449" y="2053"/>
                  </a:lnTo>
                  <a:lnTo>
                    <a:pt x="532" y="2062"/>
                  </a:lnTo>
                  <a:lnTo>
                    <a:pt x="623" y="2071"/>
                  </a:lnTo>
                  <a:lnTo>
                    <a:pt x="715" y="2062"/>
                  </a:lnTo>
                  <a:lnTo>
                    <a:pt x="807" y="2044"/>
                  </a:lnTo>
                  <a:lnTo>
                    <a:pt x="908" y="2016"/>
                  </a:lnTo>
                  <a:lnTo>
                    <a:pt x="1008" y="1980"/>
                  </a:lnTo>
                  <a:lnTo>
                    <a:pt x="1109" y="1943"/>
                  </a:lnTo>
                  <a:lnTo>
                    <a:pt x="1210" y="1888"/>
                  </a:lnTo>
                  <a:lnTo>
                    <a:pt x="1302" y="1824"/>
                  </a:lnTo>
                  <a:lnTo>
                    <a:pt x="1402" y="1760"/>
                  </a:lnTo>
                  <a:lnTo>
                    <a:pt x="1494" y="1677"/>
                  </a:lnTo>
                  <a:lnTo>
                    <a:pt x="1586" y="1595"/>
                  </a:lnTo>
                  <a:lnTo>
                    <a:pt x="1677" y="1503"/>
                  </a:lnTo>
                  <a:lnTo>
                    <a:pt x="1750" y="1412"/>
                  </a:lnTo>
                  <a:lnTo>
                    <a:pt x="1824" y="1311"/>
                  </a:lnTo>
                  <a:lnTo>
                    <a:pt x="1879" y="1210"/>
                  </a:lnTo>
                  <a:lnTo>
                    <a:pt x="1934" y="1118"/>
                  </a:lnTo>
                  <a:lnTo>
                    <a:pt x="1980" y="1018"/>
                  </a:lnTo>
                  <a:lnTo>
                    <a:pt x="2007" y="917"/>
                  </a:lnTo>
                  <a:lnTo>
                    <a:pt x="2034" y="816"/>
                  </a:lnTo>
                  <a:lnTo>
                    <a:pt x="2053" y="725"/>
                  </a:lnTo>
                  <a:lnTo>
                    <a:pt x="2062" y="633"/>
                  </a:lnTo>
                  <a:lnTo>
                    <a:pt x="2053" y="541"/>
                  </a:lnTo>
                  <a:lnTo>
                    <a:pt x="2044" y="459"/>
                  </a:lnTo>
                  <a:lnTo>
                    <a:pt x="2025" y="376"/>
                  </a:lnTo>
                  <a:lnTo>
                    <a:pt x="1989" y="303"/>
                  </a:lnTo>
                  <a:lnTo>
                    <a:pt x="1943" y="230"/>
                  </a:lnTo>
                  <a:lnTo>
                    <a:pt x="1897" y="166"/>
                  </a:lnTo>
                  <a:lnTo>
                    <a:pt x="1833" y="120"/>
                  </a:lnTo>
                  <a:lnTo>
                    <a:pt x="1769" y="74"/>
                  </a:lnTo>
                  <a:lnTo>
                    <a:pt x="1686" y="47"/>
                  </a:lnTo>
                  <a:lnTo>
                    <a:pt x="1613" y="19"/>
                  </a:lnTo>
                  <a:lnTo>
                    <a:pt x="1521" y="1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rgbClr val="FFBE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6594742" y="3237560"/>
              <a:ext cx="23055" cy="23055"/>
            </a:xfrm>
            <a:custGeom>
              <a:rect b="b" l="l" r="r" t="t"/>
              <a:pathLst>
                <a:path extrusionOk="0" h="1329" w="1329">
                  <a:moveTo>
                    <a:pt x="862" y="0"/>
                  </a:moveTo>
                  <a:lnTo>
                    <a:pt x="807" y="9"/>
                  </a:lnTo>
                  <a:lnTo>
                    <a:pt x="678" y="55"/>
                  </a:lnTo>
                  <a:lnTo>
                    <a:pt x="550" y="110"/>
                  </a:lnTo>
                  <a:lnTo>
                    <a:pt x="422" y="202"/>
                  </a:lnTo>
                  <a:lnTo>
                    <a:pt x="303" y="302"/>
                  </a:lnTo>
                  <a:lnTo>
                    <a:pt x="202" y="421"/>
                  </a:lnTo>
                  <a:lnTo>
                    <a:pt x="110" y="550"/>
                  </a:lnTo>
                  <a:lnTo>
                    <a:pt x="55" y="678"/>
                  </a:lnTo>
                  <a:lnTo>
                    <a:pt x="9" y="806"/>
                  </a:lnTo>
                  <a:lnTo>
                    <a:pt x="0" y="861"/>
                  </a:lnTo>
                  <a:lnTo>
                    <a:pt x="0" y="925"/>
                  </a:lnTo>
                  <a:lnTo>
                    <a:pt x="0" y="980"/>
                  </a:lnTo>
                  <a:lnTo>
                    <a:pt x="9" y="1035"/>
                  </a:lnTo>
                  <a:lnTo>
                    <a:pt x="19" y="1090"/>
                  </a:lnTo>
                  <a:lnTo>
                    <a:pt x="46" y="1136"/>
                  </a:lnTo>
                  <a:lnTo>
                    <a:pt x="74" y="1182"/>
                  </a:lnTo>
                  <a:lnTo>
                    <a:pt x="101" y="1219"/>
                  </a:lnTo>
                  <a:lnTo>
                    <a:pt x="147" y="1255"/>
                  </a:lnTo>
                  <a:lnTo>
                    <a:pt x="193" y="1283"/>
                  </a:lnTo>
                  <a:lnTo>
                    <a:pt x="239" y="1301"/>
                  </a:lnTo>
                  <a:lnTo>
                    <a:pt x="284" y="1319"/>
                  </a:lnTo>
                  <a:lnTo>
                    <a:pt x="339" y="1329"/>
                  </a:lnTo>
                  <a:lnTo>
                    <a:pt x="458" y="1329"/>
                  </a:lnTo>
                  <a:lnTo>
                    <a:pt x="523" y="1310"/>
                  </a:lnTo>
                  <a:lnTo>
                    <a:pt x="651" y="1274"/>
                  </a:lnTo>
                  <a:lnTo>
                    <a:pt x="779" y="1209"/>
                  </a:lnTo>
                  <a:lnTo>
                    <a:pt x="907" y="1127"/>
                  </a:lnTo>
                  <a:lnTo>
                    <a:pt x="1026" y="1026"/>
                  </a:lnTo>
                  <a:lnTo>
                    <a:pt x="1127" y="907"/>
                  </a:lnTo>
                  <a:lnTo>
                    <a:pt x="1210" y="779"/>
                  </a:lnTo>
                  <a:lnTo>
                    <a:pt x="1274" y="651"/>
                  </a:lnTo>
                  <a:lnTo>
                    <a:pt x="1310" y="522"/>
                  </a:lnTo>
                  <a:lnTo>
                    <a:pt x="1320" y="458"/>
                  </a:lnTo>
                  <a:lnTo>
                    <a:pt x="1329" y="403"/>
                  </a:lnTo>
                  <a:lnTo>
                    <a:pt x="1329" y="348"/>
                  </a:lnTo>
                  <a:lnTo>
                    <a:pt x="1320" y="293"/>
                  </a:lnTo>
                  <a:lnTo>
                    <a:pt x="1301" y="238"/>
                  </a:lnTo>
                  <a:lnTo>
                    <a:pt x="1283" y="192"/>
                  </a:lnTo>
                  <a:lnTo>
                    <a:pt x="1256" y="147"/>
                  </a:lnTo>
                  <a:lnTo>
                    <a:pt x="1219" y="101"/>
                  </a:lnTo>
                  <a:lnTo>
                    <a:pt x="1182" y="73"/>
                  </a:lnTo>
                  <a:lnTo>
                    <a:pt x="1136" y="46"/>
                  </a:lnTo>
                  <a:lnTo>
                    <a:pt x="1091" y="18"/>
                  </a:lnTo>
                  <a:lnTo>
                    <a:pt x="1036" y="9"/>
                  </a:lnTo>
                  <a:lnTo>
                    <a:pt x="981" y="0"/>
                  </a:lnTo>
                  <a:close/>
                </a:path>
              </a:pathLst>
            </a:custGeom>
            <a:solidFill>
              <a:srgbClr val="FFBE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4" name="Google Shape;974;p24"/>
          <p:cNvGrpSpPr/>
          <p:nvPr/>
        </p:nvGrpSpPr>
        <p:grpSpPr>
          <a:xfrm>
            <a:off x="649539" y="3528911"/>
            <a:ext cx="769917" cy="855284"/>
            <a:chOff x="6079264" y="3686961"/>
            <a:chExt cx="769917" cy="855284"/>
          </a:xfrm>
        </p:grpSpPr>
        <p:sp>
          <p:nvSpPr>
            <p:cNvPr id="975" name="Google Shape;975;p24"/>
            <p:cNvSpPr/>
            <p:nvPr/>
          </p:nvSpPr>
          <p:spPr>
            <a:xfrm>
              <a:off x="6196394" y="4461804"/>
              <a:ext cx="546151" cy="80440"/>
            </a:xfrm>
            <a:custGeom>
              <a:rect b="b" l="l" r="r" t="t"/>
              <a:pathLst>
                <a:path extrusionOk="0" h="4637" w="31483">
                  <a:moveTo>
                    <a:pt x="14935" y="1"/>
                  </a:moveTo>
                  <a:lnTo>
                    <a:pt x="14129" y="10"/>
                  </a:lnTo>
                  <a:lnTo>
                    <a:pt x="13341" y="28"/>
                  </a:lnTo>
                  <a:lnTo>
                    <a:pt x="12571" y="47"/>
                  </a:lnTo>
                  <a:lnTo>
                    <a:pt x="11811" y="74"/>
                  </a:lnTo>
                  <a:lnTo>
                    <a:pt x="11059" y="102"/>
                  </a:lnTo>
                  <a:lnTo>
                    <a:pt x="10326" y="138"/>
                  </a:lnTo>
                  <a:lnTo>
                    <a:pt x="9612" y="184"/>
                  </a:lnTo>
                  <a:lnTo>
                    <a:pt x="8915" y="230"/>
                  </a:lnTo>
                  <a:lnTo>
                    <a:pt x="8237" y="276"/>
                  </a:lnTo>
                  <a:lnTo>
                    <a:pt x="7578" y="331"/>
                  </a:lnTo>
                  <a:lnTo>
                    <a:pt x="6936" y="395"/>
                  </a:lnTo>
                  <a:lnTo>
                    <a:pt x="6323" y="459"/>
                  </a:lnTo>
                  <a:lnTo>
                    <a:pt x="5727" y="532"/>
                  </a:lnTo>
                  <a:lnTo>
                    <a:pt x="5159" y="596"/>
                  </a:lnTo>
                  <a:lnTo>
                    <a:pt x="4609" y="679"/>
                  </a:lnTo>
                  <a:lnTo>
                    <a:pt x="4087" y="761"/>
                  </a:lnTo>
                  <a:lnTo>
                    <a:pt x="3592" y="844"/>
                  </a:lnTo>
                  <a:lnTo>
                    <a:pt x="3125" y="926"/>
                  </a:lnTo>
                  <a:lnTo>
                    <a:pt x="2685" y="1018"/>
                  </a:lnTo>
                  <a:lnTo>
                    <a:pt x="2273" y="1119"/>
                  </a:lnTo>
                  <a:lnTo>
                    <a:pt x="1897" y="1210"/>
                  </a:lnTo>
                  <a:lnTo>
                    <a:pt x="1549" y="1311"/>
                  </a:lnTo>
                  <a:lnTo>
                    <a:pt x="1238" y="1412"/>
                  </a:lnTo>
                  <a:lnTo>
                    <a:pt x="953" y="1522"/>
                  </a:lnTo>
                  <a:lnTo>
                    <a:pt x="706" y="1632"/>
                  </a:lnTo>
                  <a:lnTo>
                    <a:pt x="495" y="1742"/>
                  </a:lnTo>
                  <a:lnTo>
                    <a:pt x="321" y="1852"/>
                  </a:lnTo>
                  <a:lnTo>
                    <a:pt x="239" y="1907"/>
                  </a:lnTo>
                  <a:lnTo>
                    <a:pt x="175" y="1962"/>
                  </a:lnTo>
                  <a:lnTo>
                    <a:pt x="120" y="2026"/>
                  </a:lnTo>
                  <a:lnTo>
                    <a:pt x="83" y="2081"/>
                  </a:lnTo>
                  <a:lnTo>
                    <a:pt x="46" y="2136"/>
                  </a:lnTo>
                  <a:lnTo>
                    <a:pt x="19" y="2200"/>
                  </a:lnTo>
                  <a:lnTo>
                    <a:pt x="1" y="2255"/>
                  </a:lnTo>
                  <a:lnTo>
                    <a:pt x="1" y="2319"/>
                  </a:lnTo>
                  <a:lnTo>
                    <a:pt x="1" y="2374"/>
                  </a:lnTo>
                  <a:lnTo>
                    <a:pt x="19" y="2438"/>
                  </a:lnTo>
                  <a:lnTo>
                    <a:pt x="46" y="2493"/>
                  </a:lnTo>
                  <a:lnTo>
                    <a:pt x="83" y="2557"/>
                  </a:lnTo>
                  <a:lnTo>
                    <a:pt x="120" y="2612"/>
                  </a:lnTo>
                  <a:lnTo>
                    <a:pt x="175" y="2667"/>
                  </a:lnTo>
                  <a:lnTo>
                    <a:pt x="239" y="2731"/>
                  </a:lnTo>
                  <a:lnTo>
                    <a:pt x="321" y="2786"/>
                  </a:lnTo>
                  <a:lnTo>
                    <a:pt x="495" y="2896"/>
                  </a:lnTo>
                  <a:lnTo>
                    <a:pt x="706" y="3006"/>
                  </a:lnTo>
                  <a:lnTo>
                    <a:pt x="953" y="3116"/>
                  </a:lnTo>
                  <a:lnTo>
                    <a:pt x="1238" y="3217"/>
                  </a:lnTo>
                  <a:lnTo>
                    <a:pt x="1549" y="3327"/>
                  </a:lnTo>
                  <a:lnTo>
                    <a:pt x="1897" y="3428"/>
                  </a:lnTo>
                  <a:lnTo>
                    <a:pt x="2273" y="3519"/>
                  </a:lnTo>
                  <a:lnTo>
                    <a:pt x="2685" y="3611"/>
                  </a:lnTo>
                  <a:lnTo>
                    <a:pt x="3125" y="3702"/>
                  </a:lnTo>
                  <a:lnTo>
                    <a:pt x="3592" y="3794"/>
                  </a:lnTo>
                  <a:lnTo>
                    <a:pt x="4087" y="3877"/>
                  </a:lnTo>
                  <a:lnTo>
                    <a:pt x="4609" y="3959"/>
                  </a:lnTo>
                  <a:lnTo>
                    <a:pt x="5159" y="4032"/>
                  </a:lnTo>
                  <a:lnTo>
                    <a:pt x="5727" y="4106"/>
                  </a:lnTo>
                  <a:lnTo>
                    <a:pt x="6323" y="4179"/>
                  </a:lnTo>
                  <a:lnTo>
                    <a:pt x="6936" y="4243"/>
                  </a:lnTo>
                  <a:lnTo>
                    <a:pt x="7578" y="4298"/>
                  </a:lnTo>
                  <a:lnTo>
                    <a:pt x="8237" y="4353"/>
                  </a:lnTo>
                  <a:lnTo>
                    <a:pt x="8915" y="4408"/>
                  </a:lnTo>
                  <a:lnTo>
                    <a:pt x="9612" y="4454"/>
                  </a:lnTo>
                  <a:lnTo>
                    <a:pt x="10326" y="4500"/>
                  </a:lnTo>
                  <a:lnTo>
                    <a:pt x="11059" y="4536"/>
                  </a:lnTo>
                  <a:lnTo>
                    <a:pt x="11811" y="4564"/>
                  </a:lnTo>
                  <a:lnTo>
                    <a:pt x="12571" y="4591"/>
                  </a:lnTo>
                  <a:lnTo>
                    <a:pt x="13341" y="4610"/>
                  </a:lnTo>
                  <a:lnTo>
                    <a:pt x="14129" y="4628"/>
                  </a:lnTo>
                  <a:lnTo>
                    <a:pt x="14935" y="4637"/>
                  </a:lnTo>
                  <a:lnTo>
                    <a:pt x="16548" y="4637"/>
                  </a:lnTo>
                  <a:lnTo>
                    <a:pt x="17354" y="4628"/>
                  </a:lnTo>
                  <a:lnTo>
                    <a:pt x="18142" y="4610"/>
                  </a:lnTo>
                  <a:lnTo>
                    <a:pt x="18911" y="4591"/>
                  </a:lnTo>
                  <a:lnTo>
                    <a:pt x="19672" y="4564"/>
                  </a:lnTo>
                  <a:lnTo>
                    <a:pt x="20423" y="4536"/>
                  </a:lnTo>
                  <a:lnTo>
                    <a:pt x="21156" y="4500"/>
                  </a:lnTo>
                  <a:lnTo>
                    <a:pt x="21871" y="4454"/>
                  </a:lnTo>
                  <a:lnTo>
                    <a:pt x="22567" y="4408"/>
                  </a:lnTo>
                  <a:lnTo>
                    <a:pt x="23245" y="4353"/>
                  </a:lnTo>
                  <a:lnTo>
                    <a:pt x="23905" y="4298"/>
                  </a:lnTo>
                  <a:lnTo>
                    <a:pt x="24546" y="4243"/>
                  </a:lnTo>
                  <a:lnTo>
                    <a:pt x="25160" y="4179"/>
                  </a:lnTo>
                  <a:lnTo>
                    <a:pt x="25756" y="4106"/>
                  </a:lnTo>
                  <a:lnTo>
                    <a:pt x="26324" y="4032"/>
                  </a:lnTo>
                  <a:lnTo>
                    <a:pt x="26873" y="3959"/>
                  </a:lnTo>
                  <a:lnTo>
                    <a:pt x="27396" y="3877"/>
                  </a:lnTo>
                  <a:lnTo>
                    <a:pt x="27890" y="3794"/>
                  </a:lnTo>
                  <a:lnTo>
                    <a:pt x="28358" y="3702"/>
                  </a:lnTo>
                  <a:lnTo>
                    <a:pt x="28798" y="3611"/>
                  </a:lnTo>
                  <a:lnTo>
                    <a:pt x="29210" y="3519"/>
                  </a:lnTo>
                  <a:lnTo>
                    <a:pt x="29585" y="3428"/>
                  </a:lnTo>
                  <a:lnTo>
                    <a:pt x="29934" y="3327"/>
                  </a:lnTo>
                  <a:lnTo>
                    <a:pt x="30245" y="3217"/>
                  </a:lnTo>
                  <a:lnTo>
                    <a:pt x="30529" y="3116"/>
                  </a:lnTo>
                  <a:lnTo>
                    <a:pt x="30777" y="3006"/>
                  </a:lnTo>
                  <a:lnTo>
                    <a:pt x="30987" y="2896"/>
                  </a:lnTo>
                  <a:lnTo>
                    <a:pt x="31161" y="2786"/>
                  </a:lnTo>
                  <a:lnTo>
                    <a:pt x="31244" y="2731"/>
                  </a:lnTo>
                  <a:lnTo>
                    <a:pt x="31308" y="2667"/>
                  </a:lnTo>
                  <a:lnTo>
                    <a:pt x="31363" y="2612"/>
                  </a:lnTo>
                  <a:lnTo>
                    <a:pt x="31409" y="2557"/>
                  </a:lnTo>
                  <a:lnTo>
                    <a:pt x="31436" y="2493"/>
                  </a:lnTo>
                  <a:lnTo>
                    <a:pt x="31464" y="2438"/>
                  </a:lnTo>
                  <a:lnTo>
                    <a:pt x="31482" y="2374"/>
                  </a:lnTo>
                  <a:lnTo>
                    <a:pt x="31482" y="2319"/>
                  </a:lnTo>
                  <a:lnTo>
                    <a:pt x="31482" y="2255"/>
                  </a:lnTo>
                  <a:lnTo>
                    <a:pt x="31464" y="2200"/>
                  </a:lnTo>
                  <a:lnTo>
                    <a:pt x="31436" y="2136"/>
                  </a:lnTo>
                  <a:lnTo>
                    <a:pt x="31409" y="2081"/>
                  </a:lnTo>
                  <a:lnTo>
                    <a:pt x="31363" y="2026"/>
                  </a:lnTo>
                  <a:lnTo>
                    <a:pt x="31308" y="1962"/>
                  </a:lnTo>
                  <a:lnTo>
                    <a:pt x="31244" y="1907"/>
                  </a:lnTo>
                  <a:lnTo>
                    <a:pt x="31161" y="1852"/>
                  </a:lnTo>
                  <a:lnTo>
                    <a:pt x="30987" y="1742"/>
                  </a:lnTo>
                  <a:lnTo>
                    <a:pt x="30777" y="1632"/>
                  </a:lnTo>
                  <a:lnTo>
                    <a:pt x="30529" y="1522"/>
                  </a:lnTo>
                  <a:lnTo>
                    <a:pt x="30245" y="1412"/>
                  </a:lnTo>
                  <a:lnTo>
                    <a:pt x="29934" y="1311"/>
                  </a:lnTo>
                  <a:lnTo>
                    <a:pt x="29585" y="1210"/>
                  </a:lnTo>
                  <a:lnTo>
                    <a:pt x="29210" y="1119"/>
                  </a:lnTo>
                  <a:lnTo>
                    <a:pt x="28798" y="1018"/>
                  </a:lnTo>
                  <a:lnTo>
                    <a:pt x="28358" y="926"/>
                  </a:lnTo>
                  <a:lnTo>
                    <a:pt x="27890" y="844"/>
                  </a:lnTo>
                  <a:lnTo>
                    <a:pt x="27396" y="761"/>
                  </a:lnTo>
                  <a:lnTo>
                    <a:pt x="26873" y="679"/>
                  </a:lnTo>
                  <a:lnTo>
                    <a:pt x="26324" y="596"/>
                  </a:lnTo>
                  <a:lnTo>
                    <a:pt x="25756" y="532"/>
                  </a:lnTo>
                  <a:lnTo>
                    <a:pt x="25160" y="459"/>
                  </a:lnTo>
                  <a:lnTo>
                    <a:pt x="24546" y="395"/>
                  </a:lnTo>
                  <a:lnTo>
                    <a:pt x="23905" y="331"/>
                  </a:lnTo>
                  <a:lnTo>
                    <a:pt x="23245" y="276"/>
                  </a:lnTo>
                  <a:lnTo>
                    <a:pt x="22567" y="230"/>
                  </a:lnTo>
                  <a:lnTo>
                    <a:pt x="21871" y="184"/>
                  </a:lnTo>
                  <a:lnTo>
                    <a:pt x="21156" y="138"/>
                  </a:lnTo>
                  <a:lnTo>
                    <a:pt x="20423" y="102"/>
                  </a:lnTo>
                  <a:lnTo>
                    <a:pt x="19672" y="74"/>
                  </a:lnTo>
                  <a:lnTo>
                    <a:pt x="18911" y="47"/>
                  </a:lnTo>
                  <a:lnTo>
                    <a:pt x="18142" y="28"/>
                  </a:lnTo>
                  <a:lnTo>
                    <a:pt x="17354" y="10"/>
                  </a:lnTo>
                  <a:lnTo>
                    <a:pt x="16548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6083549" y="3852109"/>
              <a:ext cx="405793" cy="405793"/>
            </a:xfrm>
            <a:custGeom>
              <a:rect b="b" l="l" r="r" t="t"/>
              <a:pathLst>
                <a:path extrusionOk="0" h="23392" w="23392">
                  <a:moveTo>
                    <a:pt x="11417" y="0"/>
                  </a:moveTo>
                  <a:lnTo>
                    <a:pt x="11133" y="10"/>
                  </a:lnTo>
                  <a:lnTo>
                    <a:pt x="10858" y="28"/>
                  </a:lnTo>
                  <a:lnTo>
                    <a:pt x="10574" y="46"/>
                  </a:lnTo>
                  <a:lnTo>
                    <a:pt x="10299" y="83"/>
                  </a:lnTo>
                  <a:lnTo>
                    <a:pt x="10015" y="120"/>
                  </a:lnTo>
                  <a:lnTo>
                    <a:pt x="9740" y="156"/>
                  </a:lnTo>
                  <a:lnTo>
                    <a:pt x="9465" y="211"/>
                  </a:lnTo>
                  <a:lnTo>
                    <a:pt x="9190" y="266"/>
                  </a:lnTo>
                  <a:lnTo>
                    <a:pt x="8915" y="330"/>
                  </a:lnTo>
                  <a:lnTo>
                    <a:pt x="8640" y="404"/>
                  </a:lnTo>
                  <a:lnTo>
                    <a:pt x="8366" y="477"/>
                  </a:lnTo>
                  <a:lnTo>
                    <a:pt x="8100" y="559"/>
                  </a:lnTo>
                  <a:lnTo>
                    <a:pt x="7825" y="651"/>
                  </a:lnTo>
                  <a:lnTo>
                    <a:pt x="7559" y="752"/>
                  </a:lnTo>
                  <a:lnTo>
                    <a:pt x="7294" y="853"/>
                  </a:lnTo>
                  <a:lnTo>
                    <a:pt x="7028" y="963"/>
                  </a:lnTo>
                  <a:lnTo>
                    <a:pt x="6771" y="1082"/>
                  </a:lnTo>
                  <a:lnTo>
                    <a:pt x="6515" y="1201"/>
                  </a:lnTo>
                  <a:lnTo>
                    <a:pt x="6258" y="1338"/>
                  </a:lnTo>
                  <a:lnTo>
                    <a:pt x="6002" y="1476"/>
                  </a:lnTo>
                  <a:lnTo>
                    <a:pt x="5754" y="1613"/>
                  </a:lnTo>
                  <a:lnTo>
                    <a:pt x="5507" y="1769"/>
                  </a:lnTo>
                  <a:lnTo>
                    <a:pt x="5260" y="1925"/>
                  </a:lnTo>
                  <a:lnTo>
                    <a:pt x="5021" y="2089"/>
                  </a:lnTo>
                  <a:lnTo>
                    <a:pt x="4783" y="2254"/>
                  </a:lnTo>
                  <a:lnTo>
                    <a:pt x="4545" y="2438"/>
                  </a:lnTo>
                  <a:lnTo>
                    <a:pt x="4316" y="2621"/>
                  </a:lnTo>
                  <a:lnTo>
                    <a:pt x="4087" y="2813"/>
                  </a:lnTo>
                  <a:lnTo>
                    <a:pt x="3858" y="3006"/>
                  </a:lnTo>
                  <a:lnTo>
                    <a:pt x="3638" y="3216"/>
                  </a:lnTo>
                  <a:lnTo>
                    <a:pt x="3427" y="3427"/>
                  </a:lnTo>
                  <a:lnTo>
                    <a:pt x="3216" y="3638"/>
                  </a:lnTo>
                  <a:lnTo>
                    <a:pt x="3006" y="3858"/>
                  </a:lnTo>
                  <a:lnTo>
                    <a:pt x="2813" y="4087"/>
                  </a:lnTo>
                  <a:lnTo>
                    <a:pt x="2621" y="4316"/>
                  </a:lnTo>
                  <a:lnTo>
                    <a:pt x="2438" y="4545"/>
                  </a:lnTo>
                  <a:lnTo>
                    <a:pt x="2263" y="4774"/>
                  </a:lnTo>
                  <a:lnTo>
                    <a:pt x="2089" y="5021"/>
                  </a:lnTo>
                  <a:lnTo>
                    <a:pt x="1924" y="5260"/>
                  </a:lnTo>
                  <a:lnTo>
                    <a:pt x="1769" y="5507"/>
                  </a:lnTo>
                  <a:lnTo>
                    <a:pt x="1622" y="5754"/>
                  </a:lnTo>
                  <a:lnTo>
                    <a:pt x="1476" y="6002"/>
                  </a:lnTo>
                  <a:lnTo>
                    <a:pt x="1338" y="6258"/>
                  </a:lnTo>
                  <a:lnTo>
                    <a:pt x="1210" y="6515"/>
                  </a:lnTo>
                  <a:lnTo>
                    <a:pt x="1082" y="6771"/>
                  </a:lnTo>
                  <a:lnTo>
                    <a:pt x="962" y="7028"/>
                  </a:lnTo>
                  <a:lnTo>
                    <a:pt x="853" y="7294"/>
                  </a:lnTo>
                  <a:lnTo>
                    <a:pt x="752" y="7559"/>
                  </a:lnTo>
                  <a:lnTo>
                    <a:pt x="651" y="7825"/>
                  </a:lnTo>
                  <a:lnTo>
                    <a:pt x="559" y="8091"/>
                  </a:lnTo>
                  <a:lnTo>
                    <a:pt x="477" y="8366"/>
                  </a:lnTo>
                  <a:lnTo>
                    <a:pt x="404" y="8640"/>
                  </a:lnTo>
                  <a:lnTo>
                    <a:pt x="330" y="8906"/>
                  </a:lnTo>
                  <a:lnTo>
                    <a:pt x="266" y="9181"/>
                  </a:lnTo>
                  <a:lnTo>
                    <a:pt x="211" y="9465"/>
                  </a:lnTo>
                  <a:lnTo>
                    <a:pt x="165" y="9740"/>
                  </a:lnTo>
                  <a:lnTo>
                    <a:pt x="120" y="10015"/>
                  </a:lnTo>
                  <a:lnTo>
                    <a:pt x="83" y="10299"/>
                  </a:lnTo>
                  <a:lnTo>
                    <a:pt x="55" y="10574"/>
                  </a:lnTo>
                  <a:lnTo>
                    <a:pt x="28" y="10858"/>
                  </a:lnTo>
                  <a:lnTo>
                    <a:pt x="10" y="11133"/>
                  </a:lnTo>
                  <a:lnTo>
                    <a:pt x="0" y="11417"/>
                  </a:lnTo>
                  <a:lnTo>
                    <a:pt x="0" y="11692"/>
                  </a:lnTo>
                  <a:lnTo>
                    <a:pt x="0" y="11976"/>
                  </a:lnTo>
                  <a:lnTo>
                    <a:pt x="10" y="12260"/>
                  </a:lnTo>
                  <a:lnTo>
                    <a:pt x="28" y="12534"/>
                  </a:lnTo>
                  <a:lnTo>
                    <a:pt x="55" y="12818"/>
                  </a:lnTo>
                  <a:lnTo>
                    <a:pt x="83" y="13093"/>
                  </a:lnTo>
                  <a:lnTo>
                    <a:pt x="120" y="13377"/>
                  </a:lnTo>
                  <a:lnTo>
                    <a:pt x="165" y="13652"/>
                  </a:lnTo>
                  <a:lnTo>
                    <a:pt x="211" y="13927"/>
                  </a:lnTo>
                  <a:lnTo>
                    <a:pt x="266" y="14202"/>
                  </a:lnTo>
                  <a:lnTo>
                    <a:pt x="330" y="14477"/>
                  </a:lnTo>
                  <a:lnTo>
                    <a:pt x="404" y="14752"/>
                  </a:lnTo>
                  <a:lnTo>
                    <a:pt x="477" y="15027"/>
                  </a:lnTo>
                  <a:lnTo>
                    <a:pt x="559" y="15301"/>
                  </a:lnTo>
                  <a:lnTo>
                    <a:pt x="651" y="15567"/>
                  </a:lnTo>
                  <a:lnTo>
                    <a:pt x="752" y="15833"/>
                  </a:lnTo>
                  <a:lnTo>
                    <a:pt x="853" y="16099"/>
                  </a:lnTo>
                  <a:lnTo>
                    <a:pt x="962" y="16364"/>
                  </a:lnTo>
                  <a:lnTo>
                    <a:pt x="1082" y="16621"/>
                  </a:lnTo>
                  <a:lnTo>
                    <a:pt x="1210" y="16877"/>
                  </a:lnTo>
                  <a:lnTo>
                    <a:pt x="1338" y="17134"/>
                  </a:lnTo>
                  <a:lnTo>
                    <a:pt x="1476" y="17390"/>
                  </a:lnTo>
                  <a:lnTo>
                    <a:pt x="1622" y="17638"/>
                  </a:lnTo>
                  <a:lnTo>
                    <a:pt x="1769" y="17885"/>
                  </a:lnTo>
                  <a:lnTo>
                    <a:pt x="1924" y="18133"/>
                  </a:lnTo>
                  <a:lnTo>
                    <a:pt x="2089" y="18371"/>
                  </a:lnTo>
                  <a:lnTo>
                    <a:pt x="2263" y="18609"/>
                  </a:lnTo>
                  <a:lnTo>
                    <a:pt x="2438" y="18847"/>
                  </a:lnTo>
                  <a:lnTo>
                    <a:pt x="2621" y="19076"/>
                  </a:lnTo>
                  <a:lnTo>
                    <a:pt x="2813" y="19305"/>
                  </a:lnTo>
                  <a:lnTo>
                    <a:pt x="3006" y="19534"/>
                  </a:lnTo>
                  <a:lnTo>
                    <a:pt x="3216" y="19754"/>
                  </a:lnTo>
                  <a:lnTo>
                    <a:pt x="3427" y="19965"/>
                  </a:lnTo>
                  <a:lnTo>
                    <a:pt x="3638" y="20176"/>
                  </a:lnTo>
                  <a:lnTo>
                    <a:pt x="3858" y="20387"/>
                  </a:lnTo>
                  <a:lnTo>
                    <a:pt x="4087" y="20579"/>
                  </a:lnTo>
                  <a:lnTo>
                    <a:pt x="4316" y="20771"/>
                  </a:lnTo>
                  <a:lnTo>
                    <a:pt x="4545" y="20955"/>
                  </a:lnTo>
                  <a:lnTo>
                    <a:pt x="4783" y="21129"/>
                  </a:lnTo>
                  <a:lnTo>
                    <a:pt x="5021" y="21303"/>
                  </a:lnTo>
                  <a:lnTo>
                    <a:pt x="5260" y="21468"/>
                  </a:lnTo>
                  <a:lnTo>
                    <a:pt x="5507" y="21623"/>
                  </a:lnTo>
                  <a:lnTo>
                    <a:pt x="5754" y="21779"/>
                  </a:lnTo>
                  <a:lnTo>
                    <a:pt x="6002" y="21917"/>
                  </a:lnTo>
                  <a:lnTo>
                    <a:pt x="6258" y="22054"/>
                  </a:lnTo>
                  <a:lnTo>
                    <a:pt x="6515" y="22182"/>
                  </a:lnTo>
                  <a:lnTo>
                    <a:pt x="6771" y="22311"/>
                  </a:lnTo>
                  <a:lnTo>
                    <a:pt x="7028" y="22430"/>
                  </a:lnTo>
                  <a:lnTo>
                    <a:pt x="7294" y="22540"/>
                  </a:lnTo>
                  <a:lnTo>
                    <a:pt x="7559" y="22640"/>
                  </a:lnTo>
                  <a:lnTo>
                    <a:pt x="7825" y="22741"/>
                  </a:lnTo>
                  <a:lnTo>
                    <a:pt x="8100" y="22833"/>
                  </a:lnTo>
                  <a:lnTo>
                    <a:pt x="8366" y="22915"/>
                  </a:lnTo>
                  <a:lnTo>
                    <a:pt x="8640" y="22989"/>
                  </a:lnTo>
                  <a:lnTo>
                    <a:pt x="8915" y="23062"/>
                  </a:lnTo>
                  <a:lnTo>
                    <a:pt x="9190" y="23126"/>
                  </a:lnTo>
                  <a:lnTo>
                    <a:pt x="9465" y="23181"/>
                  </a:lnTo>
                  <a:lnTo>
                    <a:pt x="9740" y="23227"/>
                  </a:lnTo>
                  <a:lnTo>
                    <a:pt x="10015" y="23273"/>
                  </a:lnTo>
                  <a:lnTo>
                    <a:pt x="10299" y="23309"/>
                  </a:lnTo>
                  <a:lnTo>
                    <a:pt x="10574" y="23337"/>
                  </a:lnTo>
                  <a:lnTo>
                    <a:pt x="10858" y="23364"/>
                  </a:lnTo>
                  <a:lnTo>
                    <a:pt x="11133" y="23383"/>
                  </a:lnTo>
                  <a:lnTo>
                    <a:pt x="11417" y="23392"/>
                  </a:lnTo>
                  <a:lnTo>
                    <a:pt x="11975" y="23392"/>
                  </a:lnTo>
                  <a:lnTo>
                    <a:pt x="12259" y="23383"/>
                  </a:lnTo>
                  <a:lnTo>
                    <a:pt x="12534" y="23364"/>
                  </a:lnTo>
                  <a:lnTo>
                    <a:pt x="12818" y="23337"/>
                  </a:lnTo>
                  <a:lnTo>
                    <a:pt x="13093" y="23309"/>
                  </a:lnTo>
                  <a:lnTo>
                    <a:pt x="13377" y="23273"/>
                  </a:lnTo>
                  <a:lnTo>
                    <a:pt x="13652" y="23227"/>
                  </a:lnTo>
                  <a:lnTo>
                    <a:pt x="13927" y="23181"/>
                  </a:lnTo>
                  <a:lnTo>
                    <a:pt x="14211" y="23126"/>
                  </a:lnTo>
                  <a:lnTo>
                    <a:pt x="14486" y="23062"/>
                  </a:lnTo>
                  <a:lnTo>
                    <a:pt x="14752" y="22989"/>
                  </a:lnTo>
                  <a:lnTo>
                    <a:pt x="15026" y="22915"/>
                  </a:lnTo>
                  <a:lnTo>
                    <a:pt x="15301" y="22833"/>
                  </a:lnTo>
                  <a:lnTo>
                    <a:pt x="15567" y="22741"/>
                  </a:lnTo>
                  <a:lnTo>
                    <a:pt x="15833" y="22640"/>
                  </a:lnTo>
                  <a:lnTo>
                    <a:pt x="16098" y="22540"/>
                  </a:lnTo>
                  <a:lnTo>
                    <a:pt x="16364" y="22430"/>
                  </a:lnTo>
                  <a:lnTo>
                    <a:pt x="16621" y="22311"/>
                  </a:lnTo>
                  <a:lnTo>
                    <a:pt x="16877" y="22182"/>
                  </a:lnTo>
                  <a:lnTo>
                    <a:pt x="17134" y="22054"/>
                  </a:lnTo>
                  <a:lnTo>
                    <a:pt x="17390" y="21917"/>
                  </a:lnTo>
                  <a:lnTo>
                    <a:pt x="17638" y="21779"/>
                  </a:lnTo>
                  <a:lnTo>
                    <a:pt x="17885" y="21623"/>
                  </a:lnTo>
                  <a:lnTo>
                    <a:pt x="18132" y="21468"/>
                  </a:lnTo>
                  <a:lnTo>
                    <a:pt x="18380" y="21303"/>
                  </a:lnTo>
                  <a:lnTo>
                    <a:pt x="18618" y="21129"/>
                  </a:lnTo>
                  <a:lnTo>
                    <a:pt x="18847" y="20955"/>
                  </a:lnTo>
                  <a:lnTo>
                    <a:pt x="19085" y="20771"/>
                  </a:lnTo>
                  <a:lnTo>
                    <a:pt x="19305" y="20579"/>
                  </a:lnTo>
                  <a:lnTo>
                    <a:pt x="19534" y="20387"/>
                  </a:lnTo>
                  <a:lnTo>
                    <a:pt x="19754" y="20176"/>
                  </a:lnTo>
                  <a:lnTo>
                    <a:pt x="19965" y="19965"/>
                  </a:lnTo>
                  <a:lnTo>
                    <a:pt x="20176" y="19754"/>
                  </a:lnTo>
                  <a:lnTo>
                    <a:pt x="20386" y="19534"/>
                  </a:lnTo>
                  <a:lnTo>
                    <a:pt x="20579" y="19305"/>
                  </a:lnTo>
                  <a:lnTo>
                    <a:pt x="20771" y="19076"/>
                  </a:lnTo>
                  <a:lnTo>
                    <a:pt x="20954" y="18847"/>
                  </a:lnTo>
                  <a:lnTo>
                    <a:pt x="21138" y="18609"/>
                  </a:lnTo>
                  <a:lnTo>
                    <a:pt x="21303" y="18371"/>
                  </a:lnTo>
                  <a:lnTo>
                    <a:pt x="21468" y="18133"/>
                  </a:lnTo>
                  <a:lnTo>
                    <a:pt x="21623" y="17885"/>
                  </a:lnTo>
                  <a:lnTo>
                    <a:pt x="21779" y="17638"/>
                  </a:lnTo>
                  <a:lnTo>
                    <a:pt x="21916" y="17390"/>
                  </a:lnTo>
                  <a:lnTo>
                    <a:pt x="22054" y="17134"/>
                  </a:lnTo>
                  <a:lnTo>
                    <a:pt x="22191" y="16877"/>
                  </a:lnTo>
                  <a:lnTo>
                    <a:pt x="22310" y="16621"/>
                  </a:lnTo>
                  <a:lnTo>
                    <a:pt x="22430" y="16364"/>
                  </a:lnTo>
                  <a:lnTo>
                    <a:pt x="22540" y="16099"/>
                  </a:lnTo>
                  <a:lnTo>
                    <a:pt x="22640" y="15833"/>
                  </a:lnTo>
                  <a:lnTo>
                    <a:pt x="22741" y="15567"/>
                  </a:lnTo>
                  <a:lnTo>
                    <a:pt x="22833" y="15301"/>
                  </a:lnTo>
                  <a:lnTo>
                    <a:pt x="22915" y="15027"/>
                  </a:lnTo>
                  <a:lnTo>
                    <a:pt x="22988" y="14752"/>
                  </a:lnTo>
                  <a:lnTo>
                    <a:pt x="23062" y="14477"/>
                  </a:lnTo>
                  <a:lnTo>
                    <a:pt x="23126" y="14202"/>
                  </a:lnTo>
                  <a:lnTo>
                    <a:pt x="23181" y="13927"/>
                  </a:lnTo>
                  <a:lnTo>
                    <a:pt x="23236" y="13652"/>
                  </a:lnTo>
                  <a:lnTo>
                    <a:pt x="23272" y="13377"/>
                  </a:lnTo>
                  <a:lnTo>
                    <a:pt x="23309" y="13093"/>
                  </a:lnTo>
                  <a:lnTo>
                    <a:pt x="23346" y="12818"/>
                  </a:lnTo>
                  <a:lnTo>
                    <a:pt x="23364" y="12534"/>
                  </a:lnTo>
                  <a:lnTo>
                    <a:pt x="23382" y="12260"/>
                  </a:lnTo>
                  <a:lnTo>
                    <a:pt x="23392" y="11976"/>
                  </a:lnTo>
                  <a:lnTo>
                    <a:pt x="23392" y="11692"/>
                  </a:lnTo>
                  <a:lnTo>
                    <a:pt x="23392" y="11417"/>
                  </a:lnTo>
                  <a:lnTo>
                    <a:pt x="23382" y="11133"/>
                  </a:lnTo>
                  <a:lnTo>
                    <a:pt x="23364" y="10858"/>
                  </a:lnTo>
                  <a:lnTo>
                    <a:pt x="23346" y="10574"/>
                  </a:lnTo>
                  <a:lnTo>
                    <a:pt x="23309" y="10299"/>
                  </a:lnTo>
                  <a:lnTo>
                    <a:pt x="23272" y="10015"/>
                  </a:lnTo>
                  <a:lnTo>
                    <a:pt x="23236" y="9740"/>
                  </a:lnTo>
                  <a:lnTo>
                    <a:pt x="23181" y="9465"/>
                  </a:lnTo>
                  <a:lnTo>
                    <a:pt x="23126" y="9181"/>
                  </a:lnTo>
                  <a:lnTo>
                    <a:pt x="23062" y="8906"/>
                  </a:lnTo>
                  <a:lnTo>
                    <a:pt x="22988" y="8640"/>
                  </a:lnTo>
                  <a:lnTo>
                    <a:pt x="22915" y="8366"/>
                  </a:lnTo>
                  <a:lnTo>
                    <a:pt x="22833" y="8091"/>
                  </a:lnTo>
                  <a:lnTo>
                    <a:pt x="22741" y="7825"/>
                  </a:lnTo>
                  <a:lnTo>
                    <a:pt x="22640" y="7559"/>
                  </a:lnTo>
                  <a:lnTo>
                    <a:pt x="22540" y="7294"/>
                  </a:lnTo>
                  <a:lnTo>
                    <a:pt x="22430" y="7028"/>
                  </a:lnTo>
                  <a:lnTo>
                    <a:pt x="22310" y="6771"/>
                  </a:lnTo>
                  <a:lnTo>
                    <a:pt x="22191" y="6515"/>
                  </a:lnTo>
                  <a:lnTo>
                    <a:pt x="22054" y="6258"/>
                  </a:lnTo>
                  <a:lnTo>
                    <a:pt x="21916" y="6002"/>
                  </a:lnTo>
                  <a:lnTo>
                    <a:pt x="21779" y="5754"/>
                  </a:lnTo>
                  <a:lnTo>
                    <a:pt x="21623" y="5507"/>
                  </a:lnTo>
                  <a:lnTo>
                    <a:pt x="21468" y="5260"/>
                  </a:lnTo>
                  <a:lnTo>
                    <a:pt x="21303" y="5021"/>
                  </a:lnTo>
                  <a:lnTo>
                    <a:pt x="21138" y="4774"/>
                  </a:lnTo>
                  <a:lnTo>
                    <a:pt x="20954" y="4545"/>
                  </a:lnTo>
                  <a:lnTo>
                    <a:pt x="20771" y="4316"/>
                  </a:lnTo>
                  <a:lnTo>
                    <a:pt x="20579" y="4087"/>
                  </a:lnTo>
                  <a:lnTo>
                    <a:pt x="20386" y="3858"/>
                  </a:lnTo>
                  <a:lnTo>
                    <a:pt x="20176" y="3638"/>
                  </a:lnTo>
                  <a:lnTo>
                    <a:pt x="19965" y="3427"/>
                  </a:lnTo>
                  <a:lnTo>
                    <a:pt x="19754" y="3216"/>
                  </a:lnTo>
                  <a:lnTo>
                    <a:pt x="19534" y="3006"/>
                  </a:lnTo>
                  <a:lnTo>
                    <a:pt x="19305" y="2813"/>
                  </a:lnTo>
                  <a:lnTo>
                    <a:pt x="19085" y="2621"/>
                  </a:lnTo>
                  <a:lnTo>
                    <a:pt x="18847" y="2438"/>
                  </a:lnTo>
                  <a:lnTo>
                    <a:pt x="18618" y="2254"/>
                  </a:lnTo>
                  <a:lnTo>
                    <a:pt x="18380" y="2089"/>
                  </a:lnTo>
                  <a:lnTo>
                    <a:pt x="18132" y="1925"/>
                  </a:lnTo>
                  <a:lnTo>
                    <a:pt x="17885" y="1769"/>
                  </a:lnTo>
                  <a:lnTo>
                    <a:pt x="17638" y="1613"/>
                  </a:lnTo>
                  <a:lnTo>
                    <a:pt x="17390" y="1476"/>
                  </a:lnTo>
                  <a:lnTo>
                    <a:pt x="17134" y="1338"/>
                  </a:lnTo>
                  <a:lnTo>
                    <a:pt x="16877" y="1201"/>
                  </a:lnTo>
                  <a:lnTo>
                    <a:pt x="16621" y="1082"/>
                  </a:lnTo>
                  <a:lnTo>
                    <a:pt x="16364" y="963"/>
                  </a:lnTo>
                  <a:lnTo>
                    <a:pt x="16098" y="853"/>
                  </a:lnTo>
                  <a:lnTo>
                    <a:pt x="15833" y="752"/>
                  </a:lnTo>
                  <a:lnTo>
                    <a:pt x="15567" y="651"/>
                  </a:lnTo>
                  <a:lnTo>
                    <a:pt x="15301" y="559"/>
                  </a:lnTo>
                  <a:lnTo>
                    <a:pt x="15026" y="477"/>
                  </a:lnTo>
                  <a:lnTo>
                    <a:pt x="14752" y="404"/>
                  </a:lnTo>
                  <a:lnTo>
                    <a:pt x="14486" y="330"/>
                  </a:lnTo>
                  <a:lnTo>
                    <a:pt x="14211" y="266"/>
                  </a:lnTo>
                  <a:lnTo>
                    <a:pt x="13927" y="211"/>
                  </a:lnTo>
                  <a:lnTo>
                    <a:pt x="13652" y="156"/>
                  </a:lnTo>
                  <a:lnTo>
                    <a:pt x="13377" y="120"/>
                  </a:lnTo>
                  <a:lnTo>
                    <a:pt x="13093" y="83"/>
                  </a:lnTo>
                  <a:lnTo>
                    <a:pt x="12818" y="46"/>
                  </a:lnTo>
                  <a:lnTo>
                    <a:pt x="12534" y="28"/>
                  </a:lnTo>
                  <a:lnTo>
                    <a:pt x="12259" y="10"/>
                  </a:lnTo>
                  <a:lnTo>
                    <a:pt x="11975" y="0"/>
                  </a:lnTo>
                  <a:close/>
                </a:path>
              </a:pathLst>
            </a:custGeom>
            <a:solidFill>
              <a:srgbClr val="6F5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6083549" y="3852109"/>
              <a:ext cx="405793" cy="405793"/>
            </a:xfrm>
            <a:custGeom>
              <a:rect b="b" l="l" r="r" t="t"/>
              <a:pathLst>
                <a:path extrusionOk="0" fill="none" h="23392" w="23392">
                  <a:moveTo>
                    <a:pt x="19965" y="3427"/>
                  </a:moveTo>
                  <a:lnTo>
                    <a:pt x="19965" y="3427"/>
                  </a:lnTo>
                  <a:lnTo>
                    <a:pt x="20176" y="3638"/>
                  </a:lnTo>
                  <a:lnTo>
                    <a:pt x="20386" y="3858"/>
                  </a:lnTo>
                  <a:lnTo>
                    <a:pt x="20579" y="4087"/>
                  </a:lnTo>
                  <a:lnTo>
                    <a:pt x="20771" y="4316"/>
                  </a:lnTo>
                  <a:lnTo>
                    <a:pt x="20954" y="4545"/>
                  </a:lnTo>
                  <a:lnTo>
                    <a:pt x="21138" y="4774"/>
                  </a:lnTo>
                  <a:lnTo>
                    <a:pt x="21303" y="5021"/>
                  </a:lnTo>
                  <a:lnTo>
                    <a:pt x="21468" y="5260"/>
                  </a:lnTo>
                  <a:lnTo>
                    <a:pt x="21623" y="5507"/>
                  </a:lnTo>
                  <a:lnTo>
                    <a:pt x="21779" y="5754"/>
                  </a:lnTo>
                  <a:lnTo>
                    <a:pt x="21916" y="6002"/>
                  </a:lnTo>
                  <a:lnTo>
                    <a:pt x="22054" y="6258"/>
                  </a:lnTo>
                  <a:lnTo>
                    <a:pt x="22191" y="6515"/>
                  </a:lnTo>
                  <a:lnTo>
                    <a:pt x="22310" y="6771"/>
                  </a:lnTo>
                  <a:lnTo>
                    <a:pt x="22430" y="7028"/>
                  </a:lnTo>
                  <a:lnTo>
                    <a:pt x="22540" y="7294"/>
                  </a:lnTo>
                  <a:lnTo>
                    <a:pt x="22640" y="7559"/>
                  </a:lnTo>
                  <a:lnTo>
                    <a:pt x="22741" y="7825"/>
                  </a:lnTo>
                  <a:lnTo>
                    <a:pt x="22833" y="8091"/>
                  </a:lnTo>
                  <a:lnTo>
                    <a:pt x="22915" y="8366"/>
                  </a:lnTo>
                  <a:lnTo>
                    <a:pt x="22988" y="8640"/>
                  </a:lnTo>
                  <a:lnTo>
                    <a:pt x="23062" y="8906"/>
                  </a:lnTo>
                  <a:lnTo>
                    <a:pt x="23126" y="9181"/>
                  </a:lnTo>
                  <a:lnTo>
                    <a:pt x="23181" y="9465"/>
                  </a:lnTo>
                  <a:lnTo>
                    <a:pt x="23236" y="9740"/>
                  </a:lnTo>
                  <a:lnTo>
                    <a:pt x="23272" y="10015"/>
                  </a:lnTo>
                  <a:lnTo>
                    <a:pt x="23309" y="10299"/>
                  </a:lnTo>
                  <a:lnTo>
                    <a:pt x="23346" y="10574"/>
                  </a:lnTo>
                  <a:lnTo>
                    <a:pt x="23364" y="10858"/>
                  </a:lnTo>
                  <a:lnTo>
                    <a:pt x="23382" y="11133"/>
                  </a:lnTo>
                  <a:lnTo>
                    <a:pt x="23392" y="11417"/>
                  </a:lnTo>
                  <a:lnTo>
                    <a:pt x="23392" y="11692"/>
                  </a:lnTo>
                  <a:lnTo>
                    <a:pt x="23392" y="11976"/>
                  </a:lnTo>
                  <a:lnTo>
                    <a:pt x="23382" y="12260"/>
                  </a:lnTo>
                  <a:lnTo>
                    <a:pt x="23364" y="12534"/>
                  </a:lnTo>
                  <a:lnTo>
                    <a:pt x="23346" y="12818"/>
                  </a:lnTo>
                  <a:lnTo>
                    <a:pt x="23309" y="13093"/>
                  </a:lnTo>
                  <a:lnTo>
                    <a:pt x="23272" y="13377"/>
                  </a:lnTo>
                  <a:lnTo>
                    <a:pt x="23236" y="13652"/>
                  </a:lnTo>
                  <a:lnTo>
                    <a:pt x="23181" y="13927"/>
                  </a:lnTo>
                  <a:lnTo>
                    <a:pt x="23126" y="14202"/>
                  </a:lnTo>
                  <a:lnTo>
                    <a:pt x="23062" y="14477"/>
                  </a:lnTo>
                  <a:lnTo>
                    <a:pt x="22988" y="14752"/>
                  </a:lnTo>
                  <a:lnTo>
                    <a:pt x="22915" y="15027"/>
                  </a:lnTo>
                  <a:lnTo>
                    <a:pt x="22833" y="15301"/>
                  </a:lnTo>
                  <a:lnTo>
                    <a:pt x="22741" y="15567"/>
                  </a:lnTo>
                  <a:lnTo>
                    <a:pt x="22640" y="15833"/>
                  </a:lnTo>
                  <a:lnTo>
                    <a:pt x="22540" y="16099"/>
                  </a:lnTo>
                  <a:lnTo>
                    <a:pt x="22430" y="16364"/>
                  </a:lnTo>
                  <a:lnTo>
                    <a:pt x="22310" y="16621"/>
                  </a:lnTo>
                  <a:lnTo>
                    <a:pt x="22191" y="16877"/>
                  </a:lnTo>
                  <a:lnTo>
                    <a:pt x="22054" y="17134"/>
                  </a:lnTo>
                  <a:lnTo>
                    <a:pt x="21916" y="17390"/>
                  </a:lnTo>
                  <a:lnTo>
                    <a:pt x="21779" y="17638"/>
                  </a:lnTo>
                  <a:lnTo>
                    <a:pt x="21623" y="17885"/>
                  </a:lnTo>
                  <a:lnTo>
                    <a:pt x="21468" y="18133"/>
                  </a:lnTo>
                  <a:lnTo>
                    <a:pt x="21303" y="18371"/>
                  </a:lnTo>
                  <a:lnTo>
                    <a:pt x="21138" y="18609"/>
                  </a:lnTo>
                  <a:lnTo>
                    <a:pt x="20954" y="18847"/>
                  </a:lnTo>
                  <a:lnTo>
                    <a:pt x="20771" y="19076"/>
                  </a:lnTo>
                  <a:lnTo>
                    <a:pt x="20579" y="19305"/>
                  </a:lnTo>
                  <a:lnTo>
                    <a:pt x="20386" y="19534"/>
                  </a:lnTo>
                  <a:lnTo>
                    <a:pt x="20176" y="19754"/>
                  </a:lnTo>
                  <a:lnTo>
                    <a:pt x="19965" y="19965"/>
                  </a:lnTo>
                  <a:lnTo>
                    <a:pt x="19965" y="19965"/>
                  </a:lnTo>
                  <a:lnTo>
                    <a:pt x="19754" y="20176"/>
                  </a:lnTo>
                  <a:lnTo>
                    <a:pt x="19534" y="20387"/>
                  </a:lnTo>
                  <a:lnTo>
                    <a:pt x="19305" y="20579"/>
                  </a:lnTo>
                  <a:lnTo>
                    <a:pt x="19085" y="20771"/>
                  </a:lnTo>
                  <a:lnTo>
                    <a:pt x="18847" y="20955"/>
                  </a:lnTo>
                  <a:lnTo>
                    <a:pt x="18618" y="21129"/>
                  </a:lnTo>
                  <a:lnTo>
                    <a:pt x="18380" y="21303"/>
                  </a:lnTo>
                  <a:lnTo>
                    <a:pt x="18132" y="21468"/>
                  </a:lnTo>
                  <a:lnTo>
                    <a:pt x="17885" y="21623"/>
                  </a:lnTo>
                  <a:lnTo>
                    <a:pt x="17638" y="21779"/>
                  </a:lnTo>
                  <a:lnTo>
                    <a:pt x="17390" y="21917"/>
                  </a:lnTo>
                  <a:lnTo>
                    <a:pt x="17134" y="22054"/>
                  </a:lnTo>
                  <a:lnTo>
                    <a:pt x="16877" y="22182"/>
                  </a:lnTo>
                  <a:lnTo>
                    <a:pt x="16621" y="22311"/>
                  </a:lnTo>
                  <a:lnTo>
                    <a:pt x="16364" y="22430"/>
                  </a:lnTo>
                  <a:lnTo>
                    <a:pt x="16098" y="22540"/>
                  </a:lnTo>
                  <a:lnTo>
                    <a:pt x="15833" y="22640"/>
                  </a:lnTo>
                  <a:lnTo>
                    <a:pt x="15567" y="22741"/>
                  </a:lnTo>
                  <a:lnTo>
                    <a:pt x="15301" y="22833"/>
                  </a:lnTo>
                  <a:lnTo>
                    <a:pt x="15026" y="22915"/>
                  </a:lnTo>
                  <a:lnTo>
                    <a:pt x="14752" y="22989"/>
                  </a:lnTo>
                  <a:lnTo>
                    <a:pt x="14486" y="23062"/>
                  </a:lnTo>
                  <a:lnTo>
                    <a:pt x="14211" y="23126"/>
                  </a:lnTo>
                  <a:lnTo>
                    <a:pt x="13927" y="23181"/>
                  </a:lnTo>
                  <a:lnTo>
                    <a:pt x="13652" y="23227"/>
                  </a:lnTo>
                  <a:lnTo>
                    <a:pt x="13377" y="23273"/>
                  </a:lnTo>
                  <a:lnTo>
                    <a:pt x="13093" y="23309"/>
                  </a:lnTo>
                  <a:lnTo>
                    <a:pt x="12818" y="23337"/>
                  </a:lnTo>
                  <a:lnTo>
                    <a:pt x="12534" y="23364"/>
                  </a:lnTo>
                  <a:lnTo>
                    <a:pt x="12259" y="23383"/>
                  </a:lnTo>
                  <a:lnTo>
                    <a:pt x="11975" y="23392"/>
                  </a:lnTo>
                  <a:lnTo>
                    <a:pt x="11701" y="23392"/>
                  </a:lnTo>
                  <a:lnTo>
                    <a:pt x="11417" y="23392"/>
                  </a:lnTo>
                  <a:lnTo>
                    <a:pt x="11133" y="23383"/>
                  </a:lnTo>
                  <a:lnTo>
                    <a:pt x="10858" y="23364"/>
                  </a:lnTo>
                  <a:lnTo>
                    <a:pt x="10574" y="23337"/>
                  </a:lnTo>
                  <a:lnTo>
                    <a:pt x="10299" y="23309"/>
                  </a:lnTo>
                  <a:lnTo>
                    <a:pt x="10015" y="23273"/>
                  </a:lnTo>
                  <a:lnTo>
                    <a:pt x="9740" y="23227"/>
                  </a:lnTo>
                  <a:lnTo>
                    <a:pt x="9465" y="23181"/>
                  </a:lnTo>
                  <a:lnTo>
                    <a:pt x="9190" y="23126"/>
                  </a:lnTo>
                  <a:lnTo>
                    <a:pt x="8915" y="23062"/>
                  </a:lnTo>
                  <a:lnTo>
                    <a:pt x="8640" y="22989"/>
                  </a:lnTo>
                  <a:lnTo>
                    <a:pt x="8366" y="22915"/>
                  </a:lnTo>
                  <a:lnTo>
                    <a:pt x="8100" y="22833"/>
                  </a:lnTo>
                  <a:lnTo>
                    <a:pt x="7825" y="22741"/>
                  </a:lnTo>
                  <a:lnTo>
                    <a:pt x="7559" y="22640"/>
                  </a:lnTo>
                  <a:lnTo>
                    <a:pt x="7294" y="22540"/>
                  </a:lnTo>
                  <a:lnTo>
                    <a:pt x="7028" y="22430"/>
                  </a:lnTo>
                  <a:lnTo>
                    <a:pt x="6771" y="22311"/>
                  </a:lnTo>
                  <a:lnTo>
                    <a:pt x="6515" y="22182"/>
                  </a:lnTo>
                  <a:lnTo>
                    <a:pt x="6258" y="22054"/>
                  </a:lnTo>
                  <a:lnTo>
                    <a:pt x="6002" y="21917"/>
                  </a:lnTo>
                  <a:lnTo>
                    <a:pt x="5754" y="21779"/>
                  </a:lnTo>
                  <a:lnTo>
                    <a:pt x="5507" y="21623"/>
                  </a:lnTo>
                  <a:lnTo>
                    <a:pt x="5260" y="21468"/>
                  </a:lnTo>
                  <a:lnTo>
                    <a:pt x="5021" y="21303"/>
                  </a:lnTo>
                  <a:lnTo>
                    <a:pt x="4783" y="21129"/>
                  </a:lnTo>
                  <a:lnTo>
                    <a:pt x="4545" y="20955"/>
                  </a:lnTo>
                  <a:lnTo>
                    <a:pt x="4316" y="20771"/>
                  </a:lnTo>
                  <a:lnTo>
                    <a:pt x="4087" y="20579"/>
                  </a:lnTo>
                  <a:lnTo>
                    <a:pt x="3858" y="20387"/>
                  </a:lnTo>
                  <a:lnTo>
                    <a:pt x="3638" y="20176"/>
                  </a:lnTo>
                  <a:lnTo>
                    <a:pt x="3427" y="19965"/>
                  </a:lnTo>
                  <a:lnTo>
                    <a:pt x="3427" y="19965"/>
                  </a:lnTo>
                  <a:lnTo>
                    <a:pt x="3216" y="19754"/>
                  </a:lnTo>
                  <a:lnTo>
                    <a:pt x="3006" y="19534"/>
                  </a:lnTo>
                  <a:lnTo>
                    <a:pt x="2813" y="19305"/>
                  </a:lnTo>
                  <a:lnTo>
                    <a:pt x="2621" y="19076"/>
                  </a:lnTo>
                  <a:lnTo>
                    <a:pt x="2438" y="18847"/>
                  </a:lnTo>
                  <a:lnTo>
                    <a:pt x="2263" y="18609"/>
                  </a:lnTo>
                  <a:lnTo>
                    <a:pt x="2089" y="18371"/>
                  </a:lnTo>
                  <a:lnTo>
                    <a:pt x="1924" y="18133"/>
                  </a:lnTo>
                  <a:lnTo>
                    <a:pt x="1769" y="17885"/>
                  </a:lnTo>
                  <a:lnTo>
                    <a:pt x="1622" y="17638"/>
                  </a:lnTo>
                  <a:lnTo>
                    <a:pt x="1476" y="17390"/>
                  </a:lnTo>
                  <a:lnTo>
                    <a:pt x="1338" y="17134"/>
                  </a:lnTo>
                  <a:lnTo>
                    <a:pt x="1210" y="16877"/>
                  </a:lnTo>
                  <a:lnTo>
                    <a:pt x="1082" y="16621"/>
                  </a:lnTo>
                  <a:lnTo>
                    <a:pt x="962" y="16364"/>
                  </a:lnTo>
                  <a:lnTo>
                    <a:pt x="853" y="16099"/>
                  </a:lnTo>
                  <a:lnTo>
                    <a:pt x="752" y="15833"/>
                  </a:lnTo>
                  <a:lnTo>
                    <a:pt x="651" y="15567"/>
                  </a:lnTo>
                  <a:lnTo>
                    <a:pt x="559" y="15301"/>
                  </a:lnTo>
                  <a:lnTo>
                    <a:pt x="477" y="15027"/>
                  </a:lnTo>
                  <a:lnTo>
                    <a:pt x="404" y="14752"/>
                  </a:lnTo>
                  <a:lnTo>
                    <a:pt x="330" y="14477"/>
                  </a:lnTo>
                  <a:lnTo>
                    <a:pt x="266" y="14202"/>
                  </a:lnTo>
                  <a:lnTo>
                    <a:pt x="211" y="13927"/>
                  </a:lnTo>
                  <a:lnTo>
                    <a:pt x="165" y="13652"/>
                  </a:lnTo>
                  <a:lnTo>
                    <a:pt x="120" y="13377"/>
                  </a:lnTo>
                  <a:lnTo>
                    <a:pt x="83" y="13093"/>
                  </a:lnTo>
                  <a:lnTo>
                    <a:pt x="55" y="12818"/>
                  </a:lnTo>
                  <a:lnTo>
                    <a:pt x="28" y="12534"/>
                  </a:lnTo>
                  <a:lnTo>
                    <a:pt x="10" y="12260"/>
                  </a:lnTo>
                  <a:lnTo>
                    <a:pt x="0" y="11976"/>
                  </a:lnTo>
                  <a:lnTo>
                    <a:pt x="0" y="11692"/>
                  </a:lnTo>
                  <a:lnTo>
                    <a:pt x="0" y="11417"/>
                  </a:lnTo>
                  <a:lnTo>
                    <a:pt x="10" y="11133"/>
                  </a:lnTo>
                  <a:lnTo>
                    <a:pt x="28" y="10858"/>
                  </a:lnTo>
                  <a:lnTo>
                    <a:pt x="55" y="10574"/>
                  </a:lnTo>
                  <a:lnTo>
                    <a:pt x="83" y="10299"/>
                  </a:lnTo>
                  <a:lnTo>
                    <a:pt x="120" y="10015"/>
                  </a:lnTo>
                  <a:lnTo>
                    <a:pt x="165" y="9740"/>
                  </a:lnTo>
                  <a:lnTo>
                    <a:pt x="211" y="9465"/>
                  </a:lnTo>
                  <a:lnTo>
                    <a:pt x="266" y="9181"/>
                  </a:lnTo>
                  <a:lnTo>
                    <a:pt x="330" y="8906"/>
                  </a:lnTo>
                  <a:lnTo>
                    <a:pt x="404" y="8640"/>
                  </a:lnTo>
                  <a:lnTo>
                    <a:pt x="477" y="8366"/>
                  </a:lnTo>
                  <a:lnTo>
                    <a:pt x="559" y="8091"/>
                  </a:lnTo>
                  <a:lnTo>
                    <a:pt x="651" y="7825"/>
                  </a:lnTo>
                  <a:lnTo>
                    <a:pt x="752" y="7559"/>
                  </a:lnTo>
                  <a:lnTo>
                    <a:pt x="853" y="7294"/>
                  </a:lnTo>
                  <a:lnTo>
                    <a:pt x="962" y="7028"/>
                  </a:lnTo>
                  <a:lnTo>
                    <a:pt x="1082" y="6771"/>
                  </a:lnTo>
                  <a:lnTo>
                    <a:pt x="1210" y="6515"/>
                  </a:lnTo>
                  <a:lnTo>
                    <a:pt x="1338" y="6258"/>
                  </a:lnTo>
                  <a:lnTo>
                    <a:pt x="1476" y="6002"/>
                  </a:lnTo>
                  <a:lnTo>
                    <a:pt x="1622" y="5754"/>
                  </a:lnTo>
                  <a:lnTo>
                    <a:pt x="1769" y="5507"/>
                  </a:lnTo>
                  <a:lnTo>
                    <a:pt x="1924" y="5260"/>
                  </a:lnTo>
                  <a:lnTo>
                    <a:pt x="2089" y="5021"/>
                  </a:lnTo>
                  <a:lnTo>
                    <a:pt x="2263" y="4774"/>
                  </a:lnTo>
                  <a:lnTo>
                    <a:pt x="2438" y="4545"/>
                  </a:lnTo>
                  <a:lnTo>
                    <a:pt x="2621" y="4316"/>
                  </a:lnTo>
                  <a:lnTo>
                    <a:pt x="2813" y="4087"/>
                  </a:lnTo>
                  <a:lnTo>
                    <a:pt x="3006" y="3858"/>
                  </a:lnTo>
                  <a:lnTo>
                    <a:pt x="3216" y="3638"/>
                  </a:lnTo>
                  <a:lnTo>
                    <a:pt x="3427" y="3427"/>
                  </a:lnTo>
                  <a:lnTo>
                    <a:pt x="3427" y="3427"/>
                  </a:lnTo>
                  <a:lnTo>
                    <a:pt x="3638" y="3216"/>
                  </a:lnTo>
                  <a:lnTo>
                    <a:pt x="3858" y="3006"/>
                  </a:lnTo>
                  <a:lnTo>
                    <a:pt x="4087" y="2813"/>
                  </a:lnTo>
                  <a:lnTo>
                    <a:pt x="4316" y="2621"/>
                  </a:lnTo>
                  <a:lnTo>
                    <a:pt x="4545" y="2438"/>
                  </a:lnTo>
                  <a:lnTo>
                    <a:pt x="4783" y="2254"/>
                  </a:lnTo>
                  <a:lnTo>
                    <a:pt x="5021" y="2089"/>
                  </a:lnTo>
                  <a:lnTo>
                    <a:pt x="5260" y="1925"/>
                  </a:lnTo>
                  <a:lnTo>
                    <a:pt x="5507" y="1769"/>
                  </a:lnTo>
                  <a:lnTo>
                    <a:pt x="5754" y="1613"/>
                  </a:lnTo>
                  <a:lnTo>
                    <a:pt x="6002" y="1476"/>
                  </a:lnTo>
                  <a:lnTo>
                    <a:pt x="6258" y="1338"/>
                  </a:lnTo>
                  <a:lnTo>
                    <a:pt x="6515" y="1201"/>
                  </a:lnTo>
                  <a:lnTo>
                    <a:pt x="6771" y="1082"/>
                  </a:lnTo>
                  <a:lnTo>
                    <a:pt x="7028" y="963"/>
                  </a:lnTo>
                  <a:lnTo>
                    <a:pt x="7294" y="853"/>
                  </a:lnTo>
                  <a:lnTo>
                    <a:pt x="7559" y="752"/>
                  </a:lnTo>
                  <a:lnTo>
                    <a:pt x="7825" y="651"/>
                  </a:lnTo>
                  <a:lnTo>
                    <a:pt x="8100" y="559"/>
                  </a:lnTo>
                  <a:lnTo>
                    <a:pt x="8366" y="477"/>
                  </a:lnTo>
                  <a:lnTo>
                    <a:pt x="8640" y="404"/>
                  </a:lnTo>
                  <a:lnTo>
                    <a:pt x="8915" y="330"/>
                  </a:lnTo>
                  <a:lnTo>
                    <a:pt x="9190" y="266"/>
                  </a:lnTo>
                  <a:lnTo>
                    <a:pt x="9465" y="211"/>
                  </a:lnTo>
                  <a:lnTo>
                    <a:pt x="9740" y="156"/>
                  </a:lnTo>
                  <a:lnTo>
                    <a:pt x="10015" y="120"/>
                  </a:lnTo>
                  <a:lnTo>
                    <a:pt x="10299" y="83"/>
                  </a:lnTo>
                  <a:lnTo>
                    <a:pt x="10574" y="46"/>
                  </a:lnTo>
                  <a:lnTo>
                    <a:pt x="10858" y="28"/>
                  </a:lnTo>
                  <a:lnTo>
                    <a:pt x="11133" y="10"/>
                  </a:lnTo>
                  <a:lnTo>
                    <a:pt x="11417" y="0"/>
                  </a:lnTo>
                  <a:lnTo>
                    <a:pt x="11701" y="0"/>
                  </a:lnTo>
                  <a:lnTo>
                    <a:pt x="11975" y="0"/>
                  </a:lnTo>
                  <a:lnTo>
                    <a:pt x="12259" y="10"/>
                  </a:lnTo>
                  <a:lnTo>
                    <a:pt x="12534" y="28"/>
                  </a:lnTo>
                  <a:lnTo>
                    <a:pt x="12818" y="46"/>
                  </a:lnTo>
                  <a:lnTo>
                    <a:pt x="13093" y="83"/>
                  </a:lnTo>
                  <a:lnTo>
                    <a:pt x="13377" y="120"/>
                  </a:lnTo>
                  <a:lnTo>
                    <a:pt x="13652" y="156"/>
                  </a:lnTo>
                  <a:lnTo>
                    <a:pt x="13927" y="211"/>
                  </a:lnTo>
                  <a:lnTo>
                    <a:pt x="14211" y="266"/>
                  </a:lnTo>
                  <a:lnTo>
                    <a:pt x="14486" y="330"/>
                  </a:lnTo>
                  <a:lnTo>
                    <a:pt x="14752" y="404"/>
                  </a:lnTo>
                  <a:lnTo>
                    <a:pt x="15026" y="477"/>
                  </a:lnTo>
                  <a:lnTo>
                    <a:pt x="15301" y="559"/>
                  </a:lnTo>
                  <a:lnTo>
                    <a:pt x="15567" y="651"/>
                  </a:lnTo>
                  <a:lnTo>
                    <a:pt x="15833" y="752"/>
                  </a:lnTo>
                  <a:lnTo>
                    <a:pt x="16098" y="853"/>
                  </a:lnTo>
                  <a:lnTo>
                    <a:pt x="16364" y="963"/>
                  </a:lnTo>
                  <a:lnTo>
                    <a:pt x="16621" y="1082"/>
                  </a:lnTo>
                  <a:lnTo>
                    <a:pt x="16877" y="1201"/>
                  </a:lnTo>
                  <a:lnTo>
                    <a:pt x="17134" y="1338"/>
                  </a:lnTo>
                  <a:lnTo>
                    <a:pt x="17390" y="1476"/>
                  </a:lnTo>
                  <a:lnTo>
                    <a:pt x="17638" y="1613"/>
                  </a:lnTo>
                  <a:lnTo>
                    <a:pt x="17885" y="1769"/>
                  </a:lnTo>
                  <a:lnTo>
                    <a:pt x="18132" y="1925"/>
                  </a:lnTo>
                  <a:lnTo>
                    <a:pt x="18380" y="2089"/>
                  </a:lnTo>
                  <a:lnTo>
                    <a:pt x="18618" y="2254"/>
                  </a:lnTo>
                  <a:lnTo>
                    <a:pt x="18847" y="2438"/>
                  </a:lnTo>
                  <a:lnTo>
                    <a:pt x="19085" y="2621"/>
                  </a:lnTo>
                  <a:lnTo>
                    <a:pt x="19305" y="2813"/>
                  </a:lnTo>
                  <a:lnTo>
                    <a:pt x="19534" y="3006"/>
                  </a:lnTo>
                  <a:lnTo>
                    <a:pt x="19754" y="3216"/>
                  </a:lnTo>
                  <a:lnTo>
                    <a:pt x="19965" y="342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6104852" y="3903614"/>
              <a:ext cx="230323" cy="230479"/>
            </a:xfrm>
            <a:custGeom>
              <a:rect b="b" l="l" r="r" t="t"/>
              <a:pathLst>
                <a:path extrusionOk="0" h="13286" w="13277">
                  <a:moveTo>
                    <a:pt x="6643" y="0"/>
                  </a:moveTo>
                  <a:lnTo>
                    <a:pt x="6322" y="9"/>
                  </a:lnTo>
                  <a:lnTo>
                    <a:pt x="6001" y="37"/>
                  </a:lnTo>
                  <a:lnTo>
                    <a:pt x="5690" y="73"/>
                  </a:lnTo>
                  <a:lnTo>
                    <a:pt x="5369" y="128"/>
                  </a:lnTo>
                  <a:lnTo>
                    <a:pt x="5058" y="192"/>
                  </a:lnTo>
                  <a:lnTo>
                    <a:pt x="4746" y="275"/>
                  </a:lnTo>
                  <a:lnTo>
                    <a:pt x="4444" y="376"/>
                  </a:lnTo>
                  <a:lnTo>
                    <a:pt x="4141" y="486"/>
                  </a:lnTo>
                  <a:lnTo>
                    <a:pt x="3848" y="614"/>
                  </a:lnTo>
                  <a:lnTo>
                    <a:pt x="3555" y="761"/>
                  </a:lnTo>
                  <a:lnTo>
                    <a:pt x="3262" y="925"/>
                  </a:lnTo>
                  <a:lnTo>
                    <a:pt x="2987" y="1100"/>
                  </a:lnTo>
                  <a:lnTo>
                    <a:pt x="2712" y="1283"/>
                  </a:lnTo>
                  <a:lnTo>
                    <a:pt x="2446" y="1494"/>
                  </a:lnTo>
                  <a:lnTo>
                    <a:pt x="2190" y="1713"/>
                  </a:lnTo>
                  <a:lnTo>
                    <a:pt x="1943" y="1952"/>
                  </a:lnTo>
                  <a:lnTo>
                    <a:pt x="1713" y="2199"/>
                  </a:lnTo>
                  <a:lnTo>
                    <a:pt x="1494" y="2456"/>
                  </a:lnTo>
                  <a:lnTo>
                    <a:pt x="1283" y="2712"/>
                  </a:lnTo>
                  <a:lnTo>
                    <a:pt x="1090" y="2987"/>
                  </a:lnTo>
                  <a:lnTo>
                    <a:pt x="916" y="3271"/>
                  </a:lnTo>
                  <a:lnTo>
                    <a:pt x="761" y="3555"/>
                  </a:lnTo>
                  <a:lnTo>
                    <a:pt x="614" y="3848"/>
                  </a:lnTo>
                  <a:lnTo>
                    <a:pt x="486" y="4141"/>
                  </a:lnTo>
                  <a:lnTo>
                    <a:pt x="376" y="4444"/>
                  </a:lnTo>
                  <a:lnTo>
                    <a:pt x="275" y="4755"/>
                  </a:lnTo>
                  <a:lnTo>
                    <a:pt x="193" y="5058"/>
                  </a:lnTo>
                  <a:lnTo>
                    <a:pt x="119" y="5378"/>
                  </a:lnTo>
                  <a:lnTo>
                    <a:pt x="64" y="5690"/>
                  </a:lnTo>
                  <a:lnTo>
                    <a:pt x="28" y="6010"/>
                  </a:lnTo>
                  <a:lnTo>
                    <a:pt x="9" y="6322"/>
                  </a:lnTo>
                  <a:lnTo>
                    <a:pt x="0" y="6643"/>
                  </a:lnTo>
                  <a:lnTo>
                    <a:pt x="9" y="6963"/>
                  </a:lnTo>
                  <a:lnTo>
                    <a:pt x="28" y="7275"/>
                  </a:lnTo>
                  <a:lnTo>
                    <a:pt x="64" y="7596"/>
                  </a:lnTo>
                  <a:lnTo>
                    <a:pt x="119" y="7907"/>
                  </a:lnTo>
                  <a:lnTo>
                    <a:pt x="193" y="8228"/>
                  </a:lnTo>
                  <a:lnTo>
                    <a:pt x="275" y="8530"/>
                  </a:lnTo>
                  <a:lnTo>
                    <a:pt x="376" y="8842"/>
                  </a:lnTo>
                  <a:lnTo>
                    <a:pt x="486" y="9144"/>
                  </a:lnTo>
                  <a:lnTo>
                    <a:pt x="614" y="9437"/>
                  </a:lnTo>
                  <a:lnTo>
                    <a:pt x="761" y="9730"/>
                  </a:lnTo>
                  <a:lnTo>
                    <a:pt x="916" y="10014"/>
                  </a:lnTo>
                  <a:lnTo>
                    <a:pt x="1090" y="10298"/>
                  </a:lnTo>
                  <a:lnTo>
                    <a:pt x="1283" y="10573"/>
                  </a:lnTo>
                  <a:lnTo>
                    <a:pt x="1494" y="10830"/>
                  </a:lnTo>
                  <a:lnTo>
                    <a:pt x="1713" y="11086"/>
                  </a:lnTo>
                  <a:lnTo>
                    <a:pt x="1943" y="11334"/>
                  </a:lnTo>
                  <a:lnTo>
                    <a:pt x="2190" y="11572"/>
                  </a:lnTo>
                  <a:lnTo>
                    <a:pt x="2446" y="11792"/>
                  </a:lnTo>
                  <a:lnTo>
                    <a:pt x="2712" y="12003"/>
                  </a:lnTo>
                  <a:lnTo>
                    <a:pt x="2987" y="12186"/>
                  </a:lnTo>
                  <a:lnTo>
                    <a:pt x="3262" y="12360"/>
                  </a:lnTo>
                  <a:lnTo>
                    <a:pt x="3555" y="12525"/>
                  </a:lnTo>
                  <a:lnTo>
                    <a:pt x="3848" y="12671"/>
                  </a:lnTo>
                  <a:lnTo>
                    <a:pt x="4141" y="12800"/>
                  </a:lnTo>
                  <a:lnTo>
                    <a:pt x="4444" y="12910"/>
                  </a:lnTo>
                  <a:lnTo>
                    <a:pt x="4746" y="13010"/>
                  </a:lnTo>
                  <a:lnTo>
                    <a:pt x="5058" y="13093"/>
                  </a:lnTo>
                  <a:lnTo>
                    <a:pt x="5369" y="13157"/>
                  </a:lnTo>
                  <a:lnTo>
                    <a:pt x="5690" y="13212"/>
                  </a:lnTo>
                  <a:lnTo>
                    <a:pt x="6001" y="13249"/>
                  </a:lnTo>
                  <a:lnTo>
                    <a:pt x="6322" y="13276"/>
                  </a:lnTo>
                  <a:lnTo>
                    <a:pt x="6643" y="13285"/>
                  </a:lnTo>
                  <a:lnTo>
                    <a:pt x="6963" y="13276"/>
                  </a:lnTo>
                  <a:lnTo>
                    <a:pt x="7275" y="13249"/>
                  </a:lnTo>
                  <a:lnTo>
                    <a:pt x="7596" y="13212"/>
                  </a:lnTo>
                  <a:lnTo>
                    <a:pt x="7907" y="13157"/>
                  </a:lnTo>
                  <a:lnTo>
                    <a:pt x="8219" y="13093"/>
                  </a:lnTo>
                  <a:lnTo>
                    <a:pt x="8530" y="13010"/>
                  </a:lnTo>
                  <a:lnTo>
                    <a:pt x="8842" y="12910"/>
                  </a:lnTo>
                  <a:lnTo>
                    <a:pt x="9135" y="12800"/>
                  </a:lnTo>
                  <a:lnTo>
                    <a:pt x="9437" y="12671"/>
                  </a:lnTo>
                  <a:lnTo>
                    <a:pt x="9730" y="12525"/>
                  </a:lnTo>
                  <a:lnTo>
                    <a:pt x="10014" y="12360"/>
                  </a:lnTo>
                  <a:lnTo>
                    <a:pt x="10299" y="12186"/>
                  </a:lnTo>
                  <a:lnTo>
                    <a:pt x="10564" y="12003"/>
                  </a:lnTo>
                  <a:lnTo>
                    <a:pt x="10830" y="11792"/>
                  </a:lnTo>
                  <a:lnTo>
                    <a:pt x="11086" y="11572"/>
                  </a:lnTo>
                  <a:lnTo>
                    <a:pt x="11334" y="11334"/>
                  </a:lnTo>
                  <a:lnTo>
                    <a:pt x="11572" y="11086"/>
                  </a:lnTo>
                  <a:lnTo>
                    <a:pt x="11792" y="10830"/>
                  </a:lnTo>
                  <a:lnTo>
                    <a:pt x="11994" y="10573"/>
                  </a:lnTo>
                  <a:lnTo>
                    <a:pt x="12186" y="10298"/>
                  </a:lnTo>
                  <a:lnTo>
                    <a:pt x="12360" y="10014"/>
                  </a:lnTo>
                  <a:lnTo>
                    <a:pt x="12525" y="9730"/>
                  </a:lnTo>
                  <a:lnTo>
                    <a:pt x="12662" y="9437"/>
                  </a:lnTo>
                  <a:lnTo>
                    <a:pt x="12791" y="9144"/>
                  </a:lnTo>
                  <a:lnTo>
                    <a:pt x="12910" y="8842"/>
                  </a:lnTo>
                  <a:lnTo>
                    <a:pt x="13011" y="8530"/>
                  </a:lnTo>
                  <a:lnTo>
                    <a:pt x="13093" y="8228"/>
                  </a:lnTo>
                  <a:lnTo>
                    <a:pt x="13157" y="7907"/>
                  </a:lnTo>
                  <a:lnTo>
                    <a:pt x="13212" y="7596"/>
                  </a:lnTo>
                  <a:lnTo>
                    <a:pt x="13249" y="7275"/>
                  </a:lnTo>
                  <a:lnTo>
                    <a:pt x="13276" y="6963"/>
                  </a:lnTo>
                  <a:lnTo>
                    <a:pt x="13276" y="6643"/>
                  </a:lnTo>
                  <a:lnTo>
                    <a:pt x="13276" y="6322"/>
                  </a:lnTo>
                  <a:lnTo>
                    <a:pt x="13249" y="6010"/>
                  </a:lnTo>
                  <a:lnTo>
                    <a:pt x="13212" y="5690"/>
                  </a:lnTo>
                  <a:lnTo>
                    <a:pt x="13157" y="5378"/>
                  </a:lnTo>
                  <a:lnTo>
                    <a:pt x="13093" y="5058"/>
                  </a:lnTo>
                  <a:lnTo>
                    <a:pt x="13011" y="4755"/>
                  </a:lnTo>
                  <a:lnTo>
                    <a:pt x="12910" y="4444"/>
                  </a:lnTo>
                  <a:lnTo>
                    <a:pt x="12791" y="4141"/>
                  </a:lnTo>
                  <a:lnTo>
                    <a:pt x="12662" y="3848"/>
                  </a:lnTo>
                  <a:lnTo>
                    <a:pt x="12525" y="3555"/>
                  </a:lnTo>
                  <a:lnTo>
                    <a:pt x="12360" y="3271"/>
                  </a:lnTo>
                  <a:lnTo>
                    <a:pt x="12186" y="2987"/>
                  </a:lnTo>
                  <a:lnTo>
                    <a:pt x="11994" y="2712"/>
                  </a:lnTo>
                  <a:lnTo>
                    <a:pt x="11792" y="2456"/>
                  </a:lnTo>
                  <a:lnTo>
                    <a:pt x="11572" y="2199"/>
                  </a:lnTo>
                  <a:lnTo>
                    <a:pt x="11334" y="1952"/>
                  </a:lnTo>
                  <a:lnTo>
                    <a:pt x="11086" y="1713"/>
                  </a:lnTo>
                  <a:lnTo>
                    <a:pt x="10830" y="1494"/>
                  </a:lnTo>
                  <a:lnTo>
                    <a:pt x="10564" y="1283"/>
                  </a:lnTo>
                  <a:lnTo>
                    <a:pt x="10299" y="1100"/>
                  </a:lnTo>
                  <a:lnTo>
                    <a:pt x="10014" y="925"/>
                  </a:lnTo>
                  <a:lnTo>
                    <a:pt x="9730" y="761"/>
                  </a:lnTo>
                  <a:lnTo>
                    <a:pt x="9437" y="614"/>
                  </a:lnTo>
                  <a:lnTo>
                    <a:pt x="9135" y="486"/>
                  </a:lnTo>
                  <a:lnTo>
                    <a:pt x="8842" y="376"/>
                  </a:lnTo>
                  <a:lnTo>
                    <a:pt x="8530" y="275"/>
                  </a:lnTo>
                  <a:lnTo>
                    <a:pt x="8219" y="192"/>
                  </a:lnTo>
                  <a:lnTo>
                    <a:pt x="7907" y="128"/>
                  </a:lnTo>
                  <a:lnTo>
                    <a:pt x="7596" y="73"/>
                  </a:lnTo>
                  <a:lnTo>
                    <a:pt x="7275" y="37"/>
                  </a:lnTo>
                  <a:lnTo>
                    <a:pt x="6963" y="9"/>
                  </a:lnTo>
                  <a:lnTo>
                    <a:pt x="66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6104852" y="3903614"/>
              <a:ext cx="230323" cy="230479"/>
            </a:xfrm>
            <a:custGeom>
              <a:rect b="b" l="l" r="r" t="t"/>
              <a:pathLst>
                <a:path extrusionOk="0" fill="none" h="13286" w="13277">
                  <a:moveTo>
                    <a:pt x="6643" y="0"/>
                  </a:moveTo>
                  <a:lnTo>
                    <a:pt x="6643" y="0"/>
                  </a:lnTo>
                  <a:lnTo>
                    <a:pt x="6322" y="9"/>
                  </a:lnTo>
                  <a:lnTo>
                    <a:pt x="6001" y="37"/>
                  </a:lnTo>
                  <a:lnTo>
                    <a:pt x="5690" y="73"/>
                  </a:lnTo>
                  <a:lnTo>
                    <a:pt x="5369" y="128"/>
                  </a:lnTo>
                  <a:lnTo>
                    <a:pt x="5058" y="192"/>
                  </a:lnTo>
                  <a:lnTo>
                    <a:pt x="4746" y="275"/>
                  </a:lnTo>
                  <a:lnTo>
                    <a:pt x="4444" y="376"/>
                  </a:lnTo>
                  <a:lnTo>
                    <a:pt x="4141" y="486"/>
                  </a:lnTo>
                  <a:lnTo>
                    <a:pt x="3848" y="614"/>
                  </a:lnTo>
                  <a:lnTo>
                    <a:pt x="3555" y="761"/>
                  </a:lnTo>
                  <a:lnTo>
                    <a:pt x="3262" y="925"/>
                  </a:lnTo>
                  <a:lnTo>
                    <a:pt x="2987" y="1100"/>
                  </a:lnTo>
                  <a:lnTo>
                    <a:pt x="2712" y="1283"/>
                  </a:lnTo>
                  <a:lnTo>
                    <a:pt x="2446" y="1494"/>
                  </a:lnTo>
                  <a:lnTo>
                    <a:pt x="2190" y="1713"/>
                  </a:lnTo>
                  <a:lnTo>
                    <a:pt x="1943" y="1952"/>
                  </a:lnTo>
                  <a:lnTo>
                    <a:pt x="1943" y="1952"/>
                  </a:lnTo>
                  <a:lnTo>
                    <a:pt x="1713" y="2199"/>
                  </a:lnTo>
                  <a:lnTo>
                    <a:pt x="1494" y="2456"/>
                  </a:lnTo>
                  <a:lnTo>
                    <a:pt x="1283" y="2712"/>
                  </a:lnTo>
                  <a:lnTo>
                    <a:pt x="1090" y="2987"/>
                  </a:lnTo>
                  <a:lnTo>
                    <a:pt x="916" y="3271"/>
                  </a:lnTo>
                  <a:lnTo>
                    <a:pt x="761" y="3555"/>
                  </a:lnTo>
                  <a:lnTo>
                    <a:pt x="614" y="3848"/>
                  </a:lnTo>
                  <a:lnTo>
                    <a:pt x="486" y="4141"/>
                  </a:lnTo>
                  <a:lnTo>
                    <a:pt x="376" y="4444"/>
                  </a:lnTo>
                  <a:lnTo>
                    <a:pt x="275" y="4755"/>
                  </a:lnTo>
                  <a:lnTo>
                    <a:pt x="193" y="5058"/>
                  </a:lnTo>
                  <a:lnTo>
                    <a:pt x="119" y="5378"/>
                  </a:lnTo>
                  <a:lnTo>
                    <a:pt x="64" y="5690"/>
                  </a:lnTo>
                  <a:lnTo>
                    <a:pt x="28" y="6010"/>
                  </a:lnTo>
                  <a:lnTo>
                    <a:pt x="9" y="6322"/>
                  </a:lnTo>
                  <a:lnTo>
                    <a:pt x="0" y="6643"/>
                  </a:lnTo>
                  <a:lnTo>
                    <a:pt x="9" y="6963"/>
                  </a:lnTo>
                  <a:lnTo>
                    <a:pt x="28" y="7275"/>
                  </a:lnTo>
                  <a:lnTo>
                    <a:pt x="64" y="7596"/>
                  </a:lnTo>
                  <a:lnTo>
                    <a:pt x="119" y="7907"/>
                  </a:lnTo>
                  <a:lnTo>
                    <a:pt x="193" y="8228"/>
                  </a:lnTo>
                  <a:lnTo>
                    <a:pt x="275" y="8530"/>
                  </a:lnTo>
                  <a:lnTo>
                    <a:pt x="376" y="8842"/>
                  </a:lnTo>
                  <a:lnTo>
                    <a:pt x="486" y="9144"/>
                  </a:lnTo>
                  <a:lnTo>
                    <a:pt x="614" y="9437"/>
                  </a:lnTo>
                  <a:lnTo>
                    <a:pt x="761" y="9730"/>
                  </a:lnTo>
                  <a:lnTo>
                    <a:pt x="916" y="10014"/>
                  </a:lnTo>
                  <a:lnTo>
                    <a:pt x="1090" y="10298"/>
                  </a:lnTo>
                  <a:lnTo>
                    <a:pt x="1283" y="10573"/>
                  </a:lnTo>
                  <a:lnTo>
                    <a:pt x="1494" y="10830"/>
                  </a:lnTo>
                  <a:lnTo>
                    <a:pt x="1713" y="11086"/>
                  </a:lnTo>
                  <a:lnTo>
                    <a:pt x="1943" y="11334"/>
                  </a:lnTo>
                  <a:lnTo>
                    <a:pt x="1943" y="11334"/>
                  </a:lnTo>
                  <a:lnTo>
                    <a:pt x="2190" y="11572"/>
                  </a:lnTo>
                  <a:lnTo>
                    <a:pt x="2446" y="11792"/>
                  </a:lnTo>
                  <a:lnTo>
                    <a:pt x="2712" y="12003"/>
                  </a:lnTo>
                  <a:lnTo>
                    <a:pt x="2987" y="12186"/>
                  </a:lnTo>
                  <a:lnTo>
                    <a:pt x="3262" y="12360"/>
                  </a:lnTo>
                  <a:lnTo>
                    <a:pt x="3555" y="12525"/>
                  </a:lnTo>
                  <a:lnTo>
                    <a:pt x="3848" y="12671"/>
                  </a:lnTo>
                  <a:lnTo>
                    <a:pt x="4141" y="12800"/>
                  </a:lnTo>
                  <a:lnTo>
                    <a:pt x="4444" y="12910"/>
                  </a:lnTo>
                  <a:lnTo>
                    <a:pt x="4746" y="13010"/>
                  </a:lnTo>
                  <a:lnTo>
                    <a:pt x="5058" y="13093"/>
                  </a:lnTo>
                  <a:lnTo>
                    <a:pt x="5369" y="13157"/>
                  </a:lnTo>
                  <a:lnTo>
                    <a:pt x="5690" y="13212"/>
                  </a:lnTo>
                  <a:lnTo>
                    <a:pt x="6001" y="13249"/>
                  </a:lnTo>
                  <a:lnTo>
                    <a:pt x="6322" y="13276"/>
                  </a:lnTo>
                  <a:lnTo>
                    <a:pt x="6643" y="13285"/>
                  </a:lnTo>
                  <a:lnTo>
                    <a:pt x="6643" y="13285"/>
                  </a:lnTo>
                  <a:lnTo>
                    <a:pt x="6963" y="13276"/>
                  </a:lnTo>
                  <a:lnTo>
                    <a:pt x="7275" y="13249"/>
                  </a:lnTo>
                  <a:lnTo>
                    <a:pt x="7596" y="13212"/>
                  </a:lnTo>
                  <a:lnTo>
                    <a:pt x="7907" y="13157"/>
                  </a:lnTo>
                  <a:lnTo>
                    <a:pt x="8219" y="13093"/>
                  </a:lnTo>
                  <a:lnTo>
                    <a:pt x="8530" y="13010"/>
                  </a:lnTo>
                  <a:lnTo>
                    <a:pt x="8842" y="12910"/>
                  </a:lnTo>
                  <a:lnTo>
                    <a:pt x="9135" y="12800"/>
                  </a:lnTo>
                  <a:lnTo>
                    <a:pt x="9437" y="12671"/>
                  </a:lnTo>
                  <a:lnTo>
                    <a:pt x="9730" y="12525"/>
                  </a:lnTo>
                  <a:lnTo>
                    <a:pt x="10014" y="12360"/>
                  </a:lnTo>
                  <a:lnTo>
                    <a:pt x="10299" y="12186"/>
                  </a:lnTo>
                  <a:lnTo>
                    <a:pt x="10564" y="12003"/>
                  </a:lnTo>
                  <a:lnTo>
                    <a:pt x="10830" y="11792"/>
                  </a:lnTo>
                  <a:lnTo>
                    <a:pt x="11086" y="11572"/>
                  </a:lnTo>
                  <a:lnTo>
                    <a:pt x="11334" y="11334"/>
                  </a:lnTo>
                  <a:lnTo>
                    <a:pt x="11334" y="11334"/>
                  </a:lnTo>
                  <a:lnTo>
                    <a:pt x="11572" y="11086"/>
                  </a:lnTo>
                  <a:lnTo>
                    <a:pt x="11792" y="10830"/>
                  </a:lnTo>
                  <a:lnTo>
                    <a:pt x="11994" y="10573"/>
                  </a:lnTo>
                  <a:lnTo>
                    <a:pt x="12186" y="10298"/>
                  </a:lnTo>
                  <a:lnTo>
                    <a:pt x="12360" y="10014"/>
                  </a:lnTo>
                  <a:lnTo>
                    <a:pt x="12525" y="9730"/>
                  </a:lnTo>
                  <a:lnTo>
                    <a:pt x="12662" y="9437"/>
                  </a:lnTo>
                  <a:lnTo>
                    <a:pt x="12791" y="9144"/>
                  </a:lnTo>
                  <a:lnTo>
                    <a:pt x="12910" y="8842"/>
                  </a:lnTo>
                  <a:lnTo>
                    <a:pt x="13011" y="8530"/>
                  </a:lnTo>
                  <a:lnTo>
                    <a:pt x="13093" y="8228"/>
                  </a:lnTo>
                  <a:lnTo>
                    <a:pt x="13157" y="7907"/>
                  </a:lnTo>
                  <a:lnTo>
                    <a:pt x="13212" y="7596"/>
                  </a:lnTo>
                  <a:lnTo>
                    <a:pt x="13249" y="7275"/>
                  </a:lnTo>
                  <a:lnTo>
                    <a:pt x="13276" y="6963"/>
                  </a:lnTo>
                  <a:lnTo>
                    <a:pt x="13276" y="6643"/>
                  </a:lnTo>
                  <a:lnTo>
                    <a:pt x="13276" y="6322"/>
                  </a:lnTo>
                  <a:lnTo>
                    <a:pt x="13249" y="6010"/>
                  </a:lnTo>
                  <a:lnTo>
                    <a:pt x="13212" y="5690"/>
                  </a:lnTo>
                  <a:lnTo>
                    <a:pt x="13157" y="5378"/>
                  </a:lnTo>
                  <a:lnTo>
                    <a:pt x="13093" y="5058"/>
                  </a:lnTo>
                  <a:lnTo>
                    <a:pt x="13011" y="4755"/>
                  </a:lnTo>
                  <a:lnTo>
                    <a:pt x="12910" y="4444"/>
                  </a:lnTo>
                  <a:lnTo>
                    <a:pt x="12791" y="4141"/>
                  </a:lnTo>
                  <a:lnTo>
                    <a:pt x="12662" y="3848"/>
                  </a:lnTo>
                  <a:lnTo>
                    <a:pt x="12525" y="3555"/>
                  </a:lnTo>
                  <a:lnTo>
                    <a:pt x="12360" y="3271"/>
                  </a:lnTo>
                  <a:lnTo>
                    <a:pt x="12186" y="2987"/>
                  </a:lnTo>
                  <a:lnTo>
                    <a:pt x="11994" y="2712"/>
                  </a:lnTo>
                  <a:lnTo>
                    <a:pt x="11792" y="2456"/>
                  </a:lnTo>
                  <a:lnTo>
                    <a:pt x="11572" y="2199"/>
                  </a:lnTo>
                  <a:lnTo>
                    <a:pt x="11334" y="1952"/>
                  </a:lnTo>
                  <a:lnTo>
                    <a:pt x="11334" y="1952"/>
                  </a:lnTo>
                  <a:lnTo>
                    <a:pt x="11086" y="1713"/>
                  </a:lnTo>
                  <a:lnTo>
                    <a:pt x="10830" y="1494"/>
                  </a:lnTo>
                  <a:lnTo>
                    <a:pt x="10564" y="1283"/>
                  </a:lnTo>
                  <a:lnTo>
                    <a:pt x="10299" y="1100"/>
                  </a:lnTo>
                  <a:lnTo>
                    <a:pt x="10014" y="925"/>
                  </a:lnTo>
                  <a:lnTo>
                    <a:pt x="9730" y="761"/>
                  </a:lnTo>
                  <a:lnTo>
                    <a:pt x="9437" y="614"/>
                  </a:lnTo>
                  <a:lnTo>
                    <a:pt x="9135" y="486"/>
                  </a:lnTo>
                  <a:lnTo>
                    <a:pt x="8842" y="376"/>
                  </a:lnTo>
                  <a:lnTo>
                    <a:pt x="8530" y="275"/>
                  </a:lnTo>
                  <a:lnTo>
                    <a:pt x="8219" y="192"/>
                  </a:lnTo>
                  <a:lnTo>
                    <a:pt x="7907" y="128"/>
                  </a:lnTo>
                  <a:lnTo>
                    <a:pt x="7596" y="73"/>
                  </a:lnTo>
                  <a:lnTo>
                    <a:pt x="7275" y="37"/>
                  </a:lnTo>
                  <a:lnTo>
                    <a:pt x="6963" y="9"/>
                  </a:lnTo>
                  <a:lnTo>
                    <a:pt x="66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6138072" y="4199874"/>
              <a:ext cx="73918" cy="73918"/>
            </a:xfrm>
            <a:custGeom>
              <a:rect b="b" l="l" r="r" t="t"/>
              <a:pathLst>
                <a:path extrusionOk="0" h="4261" w="4261">
                  <a:moveTo>
                    <a:pt x="2135" y="1"/>
                  </a:moveTo>
                  <a:lnTo>
                    <a:pt x="1924" y="10"/>
                  </a:lnTo>
                  <a:lnTo>
                    <a:pt x="1723" y="37"/>
                  </a:lnTo>
                  <a:lnTo>
                    <a:pt x="1530" y="83"/>
                  </a:lnTo>
                  <a:lnTo>
                    <a:pt x="1329" y="156"/>
                  </a:lnTo>
                  <a:lnTo>
                    <a:pt x="1145" y="239"/>
                  </a:lnTo>
                  <a:lnTo>
                    <a:pt x="962" y="349"/>
                  </a:lnTo>
                  <a:lnTo>
                    <a:pt x="788" y="477"/>
                  </a:lnTo>
                  <a:lnTo>
                    <a:pt x="706" y="550"/>
                  </a:lnTo>
                  <a:lnTo>
                    <a:pt x="623" y="624"/>
                  </a:lnTo>
                  <a:lnTo>
                    <a:pt x="550" y="706"/>
                  </a:lnTo>
                  <a:lnTo>
                    <a:pt x="477" y="788"/>
                  </a:lnTo>
                  <a:lnTo>
                    <a:pt x="348" y="953"/>
                  </a:lnTo>
                  <a:lnTo>
                    <a:pt x="247" y="1137"/>
                  </a:lnTo>
                  <a:lnTo>
                    <a:pt x="156" y="1329"/>
                  </a:lnTo>
                  <a:lnTo>
                    <a:pt x="92" y="1521"/>
                  </a:lnTo>
                  <a:lnTo>
                    <a:pt x="37" y="1723"/>
                  </a:lnTo>
                  <a:lnTo>
                    <a:pt x="9" y="1925"/>
                  </a:lnTo>
                  <a:lnTo>
                    <a:pt x="0" y="2126"/>
                  </a:lnTo>
                  <a:lnTo>
                    <a:pt x="9" y="2337"/>
                  </a:lnTo>
                  <a:lnTo>
                    <a:pt x="37" y="2538"/>
                  </a:lnTo>
                  <a:lnTo>
                    <a:pt x="92" y="2740"/>
                  </a:lnTo>
                  <a:lnTo>
                    <a:pt x="156" y="2932"/>
                  </a:lnTo>
                  <a:lnTo>
                    <a:pt x="247" y="3125"/>
                  </a:lnTo>
                  <a:lnTo>
                    <a:pt x="348" y="3299"/>
                  </a:lnTo>
                  <a:lnTo>
                    <a:pt x="477" y="3473"/>
                  </a:lnTo>
                  <a:lnTo>
                    <a:pt x="550" y="3555"/>
                  </a:lnTo>
                  <a:lnTo>
                    <a:pt x="623" y="3638"/>
                  </a:lnTo>
                  <a:lnTo>
                    <a:pt x="706" y="3711"/>
                  </a:lnTo>
                  <a:lnTo>
                    <a:pt x="788" y="3785"/>
                  </a:lnTo>
                  <a:lnTo>
                    <a:pt x="962" y="3913"/>
                  </a:lnTo>
                  <a:lnTo>
                    <a:pt x="1145" y="4014"/>
                  </a:lnTo>
                  <a:lnTo>
                    <a:pt x="1329" y="4105"/>
                  </a:lnTo>
                  <a:lnTo>
                    <a:pt x="1530" y="4169"/>
                  </a:lnTo>
                  <a:lnTo>
                    <a:pt x="1723" y="4224"/>
                  </a:lnTo>
                  <a:lnTo>
                    <a:pt x="1924" y="4252"/>
                  </a:lnTo>
                  <a:lnTo>
                    <a:pt x="2135" y="4261"/>
                  </a:lnTo>
                  <a:lnTo>
                    <a:pt x="2336" y="4252"/>
                  </a:lnTo>
                  <a:lnTo>
                    <a:pt x="2538" y="4224"/>
                  </a:lnTo>
                  <a:lnTo>
                    <a:pt x="2740" y="4169"/>
                  </a:lnTo>
                  <a:lnTo>
                    <a:pt x="2932" y="4105"/>
                  </a:lnTo>
                  <a:lnTo>
                    <a:pt x="3124" y="4014"/>
                  </a:lnTo>
                  <a:lnTo>
                    <a:pt x="3308" y="3913"/>
                  </a:lnTo>
                  <a:lnTo>
                    <a:pt x="3482" y="3785"/>
                  </a:lnTo>
                  <a:lnTo>
                    <a:pt x="3564" y="3711"/>
                  </a:lnTo>
                  <a:lnTo>
                    <a:pt x="3637" y="3638"/>
                  </a:lnTo>
                  <a:lnTo>
                    <a:pt x="3711" y="3555"/>
                  </a:lnTo>
                  <a:lnTo>
                    <a:pt x="3784" y="3473"/>
                  </a:lnTo>
                  <a:lnTo>
                    <a:pt x="3912" y="3299"/>
                  </a:lnTo>
                  <a:lnTo>
                    <a:pt x="4022" y="3125"/>
                  </a:lnTo>
                  <a:lnTo>
                    <a:pt x="4105" y="2932"/>
                  </a:lnTo>
                  <a:lnTo>
                    <a:pt x="4178" y="2740"/>
                  </a:lnTo>
                  <a:lnTo>
                    <a:pt x="4224" y="2538"/>
                  </a:lnTo>
                  <a:lnTo>
                    <a:pt x="4251" y="2337"/>
                  </a:lnTo>
                  <a:lnTo>
                    <a:pt x="4261" y="2126"/>
                  </a:lnTo>
                  <a:lnTo>
                    <a:pt x="4251" y="1925"/>
                  </a:lnTo>
                  <a:lnTo>
                    <a:pt x="4224" y="1723"/>
                  </a:lnTo>
                  <a:lnTo>
                    <a:pt x="4178" y="1521"/>
                  </a:lnTo>
                  <a:lnTo>
                    <a:pt x="4105" y="1329"/>
                  </a:lnTo>
                  <a:lnTo>
                    <a:pt x="4022" y="1137"/>
                  </a:lnTo>
                  <a:lnTo>
                    <a:pt x="3912" y="953"/>
                  </a:lnTo>
                  <a:lnTo>
                    <a:pt x="3784" y="788"/>
                  </a:lnTo>
                  <a:lnTo>
                    <a:pt x="3711" y="706"/>
                  </a:lnTo>
                  <a:lnTo>
                    <a:pt x="3637" y="624"/>
                  </a:lnTo>
                  <a:lnTo>
                    <a:pt x="3564" y="550"/>
                  </a:lnTo>
                  <a:lnTo>
                    <a:pt x="3482" y="477"/>
                  </a:lnTo>
                  <a:lnTo>
                    <a:pt x="3308" y="349"/>
                  </a:lnTo>
                  <a:lnTo>
                    <a:pt x="3124" y="239"/>
                  </a:lnTo>
                  <a:lnTo>
                    <a:pt x="2932" y="156"/>
                  </a:lnTo>
                  <a:lnTo>
                    <a:pt x="2740" y="83"/>
                  </a:lnTo>
                  <a:lnTo>
                    <a:pt x="2538" y="37"/>
                  </a:lnTo>
                  <a:lnTo>
                    <a:pt x="2336" y="10"/>
                  </a:lnTo>
                  <a:lnTo>
                    <a:pt x="2135" y="1"/>
                  </a:lnTo>
                  <a:close/>
                </a:path>
              </a:pathLst>
            </a:custGeom>
            <a:solidFill>
              <a:srgbClr val="6F5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6079264" y="4140910"/>
              <a:ext cx="73918" cy="73918"/>
            </a:xfrm>
            <a:custGeom>
              <a:rect b="b" l="l" r="r" t="t"/>
              <a:pathLst>
                <a:path extrusionOk="0" h="4261" w="4261">
                  <a:moveTo>
                    <a:pt x="2126" y="0"/>
                  </a:moveTo>
                  <a:lnTo>
                    <a:pt x="1924" y="9"/>
                  </a:lnTo>
                  <a:lnTo>
                    <a:pt x="1723" y="46"/>
                  </a:lnTo>
                  <a:lnTo>
                    <a:pt x="1521" y="92"/>
                  </a:lnTo>
                  <a:lnTo>
                    <a:pt x="1329" y="156"/>
                  </a:lnTo>
                  <a:lnTo>
                    <a:pt x="1136" y="248"/>
                  </a:lnTo>
                  <a:lnTo>
                    <a:pt x="953" y="358"/>
                  </a:lnTo>
                  <a:lnTo>
                    <a:pt x="779" y="477"/>
                  </a:lnTo>
                  <a:lnTo>
                    <a:pt x="696" y="550"/>
                  </a:lnTo>
                  <a:lnTo>
                    <a:pt x="623" y="623"/>
                  </a:lnTo>
                  <a:lnTo>
                    <a:pt x="541" y="706"/>
                  </a:lnTo>
                  <a:lnTo>
                    <a:pt x="476" y="788"/>
                  </a:lnTo>
                  <a:lnTo>
                    <a:pt x="348" y="962"/>
                  </a:lnTo>
                  <a:lnTo>
                    <a:pt x="238" y="1146"/>
                  </a:lnTo>
                  <a:lnTo>
                    <a:pt x="156" y="1329"/>
                  </a:lnTo>
                  <a:lnTo>
                    <a:pt x="82" y="1530"/>
                  </a:lnTo>
                  <a:lnTo>
                    <a:pt x="37" y="1723"/>
                  </a:lnTo>
                  <a:lnTo>
                    <a:pt x="9" y="1934"/>
                  </a:lnTo>
                  <a:lnTo>
                    <a:pt x="0" y="2135"/>
                  </a:lnTo>
                  <a:lnTo>
                    <a:pt x="9" y="2337"/>
                  </a:lnTo>
                  <a:lnTo>
                    <a:pt x="37" y="2538"/>
                  </a:lnTo>
                  <a:lnTo>
                    <a:pt x="82" y="2740"/>
                  </a:lnTo>
                  <a:lnTo>
                    <a:pt x="156" y="2932"/>
                  </a:lnTo>
                  <a:lnTo>
                    <a:pt x="238" y="3125"/>
                  </a:lnTo>
                  <a:lnTo>
                    <a:pt x="348" y="3308"/>
                  </a:lnTo>
                  <a:lnTo>
                    <a:pt x="476" y="3482"/>
                  </a:lnTo>
                  <a:lnTo>
                    <a:pt x="541" y="3564"/>
                  </a:lnTo>
                  <a:lnTo>
                    <a:pt x="623" y="3638"/>
                  </a:lnTo>
                  <a:lnTo>
                    <a:pt x="696" y="3720"/>
                  </a:lnTo>
                  <a:lnTo>
                    <a:pt x="779" y="3784"/>
                  </a:lnTo>
                  <a:lnTo>
                    <a:pt x="953" y="3913"/>
                  </a:lnTo>
                  <a:lnTo>
                    <a:pt x="1136" y="4023"/>
                  </a:lnTo>
                  <a:lnTo>
                    <a:pt x="1329" y="4105"/>
                  </a:lnTo>
                  <a:lnTo>
                    <a:pt x="1521" y="4178"/>
                  </a:lnTo>
                  <a:lnTo>
                    <a:pt x="1723" y="4224"/>
                  </a:lnTo>
                  <a:lnTo>
                    <a:pt x="1924" y="4252"/>
                  </a:lnTo>
                  <a:lnTo>
                    <a:pt x="2126" y="4261"/>
                  </a:lnTo>
                  <a:lnTo>
                    <a:pt x="2327" y="4252"/>
                  </a:lnTo>
                  <a:lnTo>
                    <a:pt x="2538" y="4224"/>
                  </a:lnTo>
                  <a:lnTo>
                    <a:pt x="2730" y="4178"/>
                  </a:lnTo>
                  <a:lnTo>
                    <a:pt x="2932" y="4105"/>
                  </a:lnTo>
                  <a:lnTo>
                    <a:pt x="3115" y="4023"/>
                  </a:lnTo>
                  <a:lnTo>
                    <a:pt x="3298" y="3913"/>
                  </a:lnTo>
                  <a:lnTo>
                    <a:pt x="3473" y="3784"/>
                  </a:lnTo>
                  <a:lnTo>
                    <a:pt x="3555" y="3720"/>
                  </a:lnTo>
                  <a:lnTo>
                    <a:pt x="3637" y="3638"/>
                  </a:lnTo>
                  <a:lnTo>
                    <a:pt x="3711" y="3564"/>
                  </a:lnTo>
                  <a:lnTo>
                    <a:pt x="3784" y="3482"/>
                  </a:lnTo>
                  <a:lnTo>
                    <a:pt x="3903" y="3308"/>
                  </a:lnTo>
                  <a:lnTo>
                    <a:pt x="4013" y="3125"/>
                  </a:lnTo>
                  <a:lnTo>
                    <a:pt x="4105" y="2932"/>
                  </a:lnTo>
                  <a:lnTo>
                    <a:pt x="4169" y="2740"/>
                  </a:lnTo>
                  <a:lnTo>
                    <a:pt x="4224" y="2538"/>
                  </a:lnTo>
                  <a:lnTo>
                    <a:pt x="4251" y="2337"/>
                  </a:lnTo>
                  <a:lnTo>
                    <a:pt x="4260" y="2135"/>
                  </a:lnTo>
                  <a:lnTo>
                    <a:pt x="4251" y="1934"/>
                  </a:lnTo>
                  <a:lnTo>
                    <a:pt x="4224" y="1723"/>
                  </a:lnTo>
                  <a:lnTo>
                    <a:pt x="4169" y="1530"/>
                  </a:lnTo>
                  <a:lnTo>
                    <a:pt x="4105" y="1329"/>
                  </a:lnTo>
                  <a:lnTo>
                    <a:pt x="4013" y="1146"/>
                  </a:lnTo>
                  <a:lnTo>
                    <a:pt x="3903" y="962"/>
                  </a:lnTo>
                  <a:lnTo>
                    <a:pt x="3784" y="788"/>
                  </a:lnTo>
                  <a:lnTo>
                    <a:pt x="3711" y="706"/>
                  </a:lnTo>
                  <a:lnTo>
                    <a:pt x="3637" y="623"/>
                  </a:lnTo>
                  <a:lnTo>
                    <a:pt x="3555" y="550"/>
                  </a:lnTo>
                  <a:lnTo>
                    <a:pt x="3473" y="477"/>
                  </a:lnTo>
                  <a:lnTo>
                    <a:pt x="3298" y="358"/>
                  </a:lnTo>
                  <a:lnTo>
                    <a:pt x="3115" y="248"/>
                  </a:lnTo>
                  <a:lnTo>
                    <a:pt x="2932" y="156"/>
                  </a:lnTo>
                  <a:lnTo>
                    <a:pt x="2730" y="92"/>
                  </a:lnTo>
                  <a:lnTo>
                    <a:pt x="2538" y="46"/>
                  </a:lnTo>
                  <a:lnTo>
                    <a:pt x="2327" y="9"/>
                  </a:lnTo>
                  <a:lnTo>
                    <a:pt x="2126" y="0"/>
                  </a:lnTo>
                  <a:close/>
                </a:path>
              </a:pathLst>
            </a:custGeom>
            <a:solidFill>
              <a:srgbClr val="6F5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6092604" y="4186361"/>
              <a:ext cx="74091" cy="73935"/>
            </a:xfrm>
            <a:custGeom>
              <a:rect b="b" l="l" r="r" t="t"/>
              <a:pathLst>
                <a:path extrusionOk="0" h="4262" w="4271">
                  <a:moveTo>
                    <a:pt x="2135" y="1"/>
                  </a:moveTo>
                  <a:lnTo>
                    <a:pt x="1934" y="10"/>
                  </a:lnTo>
                  <a:lnTo>
                    <a:pt x="1732" y="37"/>
                  </a:lnTo>
                  <a:lnTo>
                    <a:pt x="1531" y="92"/>
                  </a:lnTo>
                  <a:lnTo>
                    <a:pt x="1329" y="156"/>
                  </a:lnTo>
                  <a:lnTo>
                    <a:pt x="1146" y="248"/>
                  </a:lnTo>
                  <a:lnTo>
                    <a:pt x="963" y="349"/>
                  </a:lnTo>
                  <a:lnTo>
                    <a:pt x="789" y="477"/>
                  </a:lnTo>
                  <a:lnTo>
                    <a:pt x="706" y="550"/>
                  </a:lnTo>
                  <a:lnTo>
                    <a:pt x="624" y="624"/>
                  </a:lnTo>
                  <a:lnTo>
                    <a:pt x="550" y="706"/>
                  </a:lnTo>
                  <a:lnTo>
                    <a:pt x="486" y="789"/>
                  </a:lnTo>
                  <a:lnTo>
                    <a:pt x="358" y="963"/>
                  </a:lnTo>
                  <a:lnTo>
                    <a:pt x="248" y="1146"/>
                  </a:lnTo>
                  <a:lnTo>
                    <a:pt x="156" y="1329"/>
                  </a:lnTo>
                  <a:lnTo>
                    <a:pt x="92" y="1522"/>
                  </a:lnTo>
                  <a:lnTo>
                    <a:pt x="46" y="1723"/>
                  </a:lnTo>
                  <a:lnTo>
                    <a:pt x="10" y="1925"/>
                  </a:lnTo>
                  <a:lnTo>
                    <a:pt x="1" y="2136"/>
                  </a:lnTo>
                  <a:lnTo>
                    <a:pt x="10" y="2337"/>
                  </a:lnTo>
                  <a:lnTo>
                    <a:pt x="46" y="2539"/>
                  </a:lnTo>
                  <a:lnTo>
                    <a:pt x="92" y="2740"/>
                  </a:lnTo>
                  <a:lnTo>
                    <a:pt x="156" y="2933"/>
                  </a:lnTo>
                  <a:lnTo>
                    <a:pt x="248" y="3125"/>
                  </a:lnTo>
                  <a:lnTo>
                    <a:pt x="358" y="3308"/>
                  </a:lnTo>
                  <a:lnTo>
                    <a:pt x="486" y="3473"/>
                  </a:lnTo>
                  <a:lnTo>
                    <a:pt x="550" y="3556"/>
                  </a:lnTo>
                  <a:lnTo>
                    <a:pt x="624" y="3638"/>
                  </a:lnTo>
                  <a:lnTo>
                    <a:pt x="706" y="3711"/>
                  </a:lnTo>
                  <a:lnTo>
                    <a:pt x="789" y="3785"/>
                  </a:lnTo>
                  <a:lnTo>
                    <a:pt x="963" y="3913"/>
                  </a:lnTo>
                  <a:lnTo>
                    <a:pt x="1146" y="4023"/>
                  </a:lnTo>
                  <a:lnTo>
                    <a:pt x="1329" y="4105"/>
                  </a:lnTo>
                  <a:lnTo>
                    <a:pt x="1531" y="4179"/>
                  </a:lnTo>
                  <a:lnTo>
                    <a:pt x="1732" y="4225"/>
                  </a:lnTo>
                  <a:lnTo>
                    <a:pt x="1934" y="4252"/>
                  </a:lnTo>
                  <a:lnTo>
                    <a:pt x="2135" y="4261"/>
                  </a:lnTo>
                  <a:lnTo>
                    <a:pt x="2337" y="4252"/>
                  </a:lnTo>
                  <a:lnTo>
                    <a:pt x="2539" y="4225"/>
                  </a:lnTo>
                  <a:lnTo>
                    <a:pt x="2740" y="4179"/>
                  </a:lnTo>
                  <a:lnTo>
                    <a:pt x="2933" y="4105"/>
                  </a:lnTo>
                  <a:lnTo>
                    <a:pt x="3125" y="4023"/>
                  </a:lnTo>
                  <a:lnTo>
                    <a:pt x="3308" y="3913"/>
                  </a:lnTo>
                  <a:lnTo>
                    <a:pt x="3482" y="3785"/>
                  </a:lnTo>
                  <a:lnTo>
                    <a:pt x="3565" y="3711"/>
                  </a:lnTo>
                  <a:lnTo>
                    <a:pt x="3638" y="3638"/>
                  </a:lnTo>
                  <a:lnTo>
                    <a:pt x="3721" y="3556"/>
                  </a:lnTo>
                  <a:lnTo>
                    <a:pt x="3785" y="3473"/>
                  </a:lnTo>
                  <a:lnTo>
                    <a:pt x="3913" y="3308"/>
                  </a:lnTo>
                  <a:lnTo>
                    <a:pt x="4023" y="3125"/>
                  </a:lnTo>
                  <a:lnTo>
                    <a:pt x="4115" y="2933"/>
                  </a:lnTo>
                  <a:lnTo>
                    <a:pt x="4179" y="2740"/>
                  </a:lnTo>
                  <a:lnTo>
                    <a:pt x="4224" y="2539"/>
                  </a:lnTo>
                  <a:lnTo>
                    <a:pt x="4261" y="2337"/>
                  </a:lnTo>
                  <a:lnTo>
                    <a:pt x="4270" y="2136"/>
                  </a:lnTo>
                  <a:lnTo>
                    <a:pt x="4261" y="1925"/>
                  </a:lnTo>
                  <a:lnTo>
                    <a:pt x="4224" y="1723"/>
                  </a:lnTo>
                  <a:lnTo>
                    <a:pt x="4179" y="1522"/>
                  </a:lnTo>
                  <a:lnTo>
                    <a:pt x="4115" y="1329"/>
                  </a:lnTo>
                  <a:lnTo>
                    <a:pt x="4023" y="1146"/>
                  </a:lnTo>
                  <a:lnTo>
                    <a:pt x="3913" y="963"/>
                  </a:lnTo>
                  <a:lnTo>
                    <a:pt x="3785" y="789"/>
                  </a:lnTo>
                  <a:lnTo>
                    <a:pt x="3721" y="706"/>
                  </a:lnTo>
                  <a:lnTo>
                    <a:pt x="3638" y="624"/>
                  </a:lnTo>
                  <a:lnTo>
                    <a:pt x="3565" y="550"/>
                  </a:lnTo>
                  <a:lnTo>
                    <a:pt x="3482" y="477"/>
                  </a:lnTo>
                  <a:lnTo>
                    <a:pt x="3308" y="349"/>
                  </a:lnTo>
                  <a:lnTo>
                    <a:pt x="3125" y="248"/>
                  </a:lnTo>
                  <a:lnTo>
                    <a:pt x="2933" y="156"/>
                  </a:lnTo>
                  <a:lnTo>
                    <a:pt x="2740" y="92"/>
                  </a:lnTo>
                  <a:lnTo>
                    <a:pt x="2539" y="37"/>
                  </a:lnTo>
                  <a:lnTo>
                    <a:pt x="2337" y="10"/>
                  </a:lnTo>
                  <a:lnTo>
                    <a:pt x="2135" y="1"/>
                  </a:lnTo>
                  <a:close/>
                </a:path>
              </a:pathLst>
            </a:custGeom>
            <a:solidFill>
              <a:srgbClr val="6F5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6726950" y="4226416"/>
              <a:ext cx="73918" cy="73935"/>
            </a:xfrm>
            <a:custGeom>
              <a:rect b="b" l="l" r="r" t="t"/>
              <a:pathLst>
                <a:path extrusionOk="0" h="4262" w="4261">
                  <a:moveTo>
                    <a:pt x="2126" y="1"/>
                  </a:moveTo>
                  <a:lnTo>
                    <a:pt x="1924" y="10"/>
                  </a:lnTo>
                  <a:lnTo>
                    <a:pt x="1723" y="37"/>
                  </a:lnTo>
                  <a:lnTo>
                    <a:pt x="1521" y="83"/>
                  </a:lnTo>
                  <a:lnTo>
                    <a:pt x="1329" y="156"/>
                  </a:lnTo>
                  <a:lnTo>
                    <a:pt x="1136" y="239"/>
                  </a:lnTo>
                  <a:lnTo>
                    <a:pt x="953" y="349"/>
                  </a:lnTo>
                  <a:lnTo>
                    <a:pt x="779" y="477"/>
                  </a:lnTo>
                  <a:lnTo>
                    <a:pt x="696" y="550"/>
                  </a:lnTo>
                  <a:lnTo>
                    <a:pt x="623" y="624"/>
                  </a:lnTo>
                  <a:lnTo>
                    <a:pt x="550" y="706"/>
                  </a:lnTo>
                  <a:lnTo>
                    <a:pt x="477" y="789"/>
                  </a:lnTo>
                  <a:lnTo>
                    <a:pt x="348" y="953"/>
                  </a:lnTo>
                  <a:lnTo>
                    <a:pt x="238" y="1137"/>
                  </a:lnTo>
                  <a:lnTo>
                    <a:pt x="156" y="1329"/>
                  </a:lnTo>
                  <a:lnTo>
                    <a:pt x="83" y="1522"/>
                  </a:lnTo>
                  <a:lnTo>
                    <a:pt x="37" y="1723"/>
                  </a:lnTo>
                  <a:lnTo>
                    <a:pt x="9" y="1925"/>
                  </a:lnTo>
                  <a:lnTo>
                    <a:pt x="0" y="2126"/>
                  </a:lnTo>
                  <a:lnTo>
                    <a:pt x="9" y="2337"/>
                  </a:lnTo>
                  <a:lnTo>
                    <a:pt x="37" y="2539"/>
                  </a:lnTo>
                  <a:lnTo>
                    <a:pt x="83" y="2740"/>
                  </a:lnTo>
                  <a:lnTo>
                    <a:pt x="156" y="2933"/>
                  </a:lnTo>
                  <a:lnTo>
                    <a:pt x="238" y="3125"/>
                  </a:lnTo>
                  <a:lnTo>
                    <a:pt x="348" y="3299"/>
                  </a:lnTo>
                  <a:lnTo>
                    <a:pt x="477" y="3473"/>
                  </a:lnTo>
                  <a:lnTo>
                    <a:pt x="550" y="3556"/>
                  </a:lnTo>
                  <a:lnTo>
                    <a:pt x="623" y="3638"/>
                  </a:lnTo>
                  <a:lnTo>
                    <a:pt x="696" y="3711"/>
                  </a:lnTo>
                  <a:lnTo>
                    <a:pt x="779" y="3785"/>
                  </a:lnTo>
                  <a:lnTo>
                    <a:pt x="953" y="3913"/>
                  </a:lnTo>
                  <a:lnTo>
                    <a:pt x="1136" y="4014"/>
                  </a:lnTo>
                  <a:lnTo>
                    <a:pt x="1329" y="4105"/>
                  </a:lnTo>
                  <a:lnTo>
                    <a:pt x="1521" y="4169"/>
                  </a:lnTo>
                  <a:lnTo>
                    <a:pt x="1723" y="4224"/>
                  </a:lnTo>
                  <a:lnTo>
                    <a:pt x="1924" y="4252"/>
                  </a:lnTo>
                  <a:lnTo>
                    <a:pt x="2126" y="4261"/>
                  </a:lnTo>
                  <a:lnTo>
                    <a:pt x="2337" y="4252"/>
                  </a:lnTo>
                  <a:lnTo>
                    <a:pt x="2538" y="4224"/>
                  </a:lnTo>
                  <a:lnTo>
                    <a:pt x="2730" y="4169"/>
                  </a:lnTo>
                  <a:lnTo>
                    <a:pt x="2932" y="4105"/>
                  </a:lnTo>
                  <a:lnTo>
                    <a:pt x="3115" y="4014"/>
                  </a:lnTo>
                  <a:lnTo>
                    <a:pt x="3299" y="3913"/>
                  </a:lnTo>
                  <a:lnTo>
                    <a:pt x="3473" y="3785"/>
                  </a:lnTo>
                  <a:lnTo>
                    <a:pt x="3555" y="3711"/>
                  </a:lnTo>
                  <a:lnTo>
                    <a:pt x="3638" y="3638"/>
                  </a:lnTo>
                  <a:lnTo>
                    <a:pt x="3711" y="3556"/>
                  </a:lnTo>
                  <a:lnTo>
                    <a:pt x="3784" y="3473"/>
                  </a:lnTo>
                  <a:lnTo>
                    <a:pt x="3912" y="3299"/>
                  </a:lnTo>
                  <a:lnTo>
                    <a:pt x="4013" y="3125"/>
                  </a:lnTo>
                  <a:lnTo>
                    <a:pt x="4105" y="2933"/>
                  </a:lnTo>
                  <a:lnTo>
                    <a:pt x="4169" y="2740"/>
                  </a:lnTo>
                  <a:lnTo>
                    <a:pt x="4224" y="2539"/>
                  </a:lnTo>
                  <a:lnTo>
                    <a:pt x="4251" y="2337"/>
                  </a:lnTo>
                  <a:lnTo>
                    <a:pt x="4261" y="2126"/>
                  </a:lnTo>
                  <a:lnTo>
                    <a:pt x="4251" y="1925"/>
                  </a:lnTo>
                  <a:lnTo>
                    <a:pt x="4224" y="1723"/>
                  </a:lnTo>
                  <a:lnTo>
                    <a:pt x="4169" y="1522"/>
                  </a:lnTo>
                  <a:lnTo>
                    <a:pt x="4105" y="1329"/>
                  </a:lnTo>
                  <a:lnTo>
                    <a:pt x="4013" y="1137"/>
                  </a:lnTo>
                  <a:lnTo>
                    <a:pt x="3912" y="953"/>
                  </a:lnTo>
                  <a:lnTo>
                    <a:pt x="3784" y="789"/>
                  </a:lnTo>
                  <a:lnTo>
                    <a:pt x="3711" y="706"/>
                  </a:lnTo>
                  <a:lnTo>
                    <a:pt x="3638" y="624"/>
                  </a:lnTo>
                  <a:lnTo>
                    <a:pt x="3555" y="550"/>
                  </a:lnTo>
                  <a:lnTo>
                    <a:pt x="3473" y="477"/>
                  </a:lnTo>
                  <a:lnTo>
                    <a:pt x="3299" y="349"/>
                  </a:lnTo>
                  <a:lnTo>
                    <a:pt x="3115" y="239"/>
                  </a:lnTo>
                  <a:lnTo>
                    <a:pt x="2932" y="156"/>
                  </a:lnTo>
                  <a:lnTo>
                    <a:pt x="2730" y="83"/>
                  </a:lnTo>
                  <a:lnTo>
                    <a:pt x="2538" y="37"/>
                  </a:lnTo>
                  <a:lnTo>
                    <a:pt x="2337" y="10"/>
                  </a:lnTo>
                  <a:lnTo>
                    <a:pt x="2126" y="1"/>
                  </a:lnTo>
                  <a:close/>
                </a:path>
              </a:pathLst>
            </a:custGeom>
            <a:solidFill>
              <a:srgbClr val="6F5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6772245" y="4212902"/>
              <a:ext cx="74074" cy="73935"/>
            </a:xfrm>
            <a:custGeom>
              <a:rect b="b" l="l" r="r" t="t"/>
              <a:pathLst>
                <a:path extrusionOk="0" h="4262" w="4270">
                  <a:moveTo>
                    <a:pt x="2135" y="1"/>
                  </a:moveTo>
                  <a:lnTo>
                    <a:pt x="1934" y="10"/>
                  </a:lnTo>
                  <a:lnTo>
                    <a:pt x="1732" y="37"/>
                  </a:lnTo>
                  <a:lnTo>
                    <a:pt x="1530" y="92"/>
                  </a:lnTo>
                  <a:lnTo>
                    <a:pt x="1338" y="157"/>
                  </a:lnTo>
                  <a:lnTo>
                    <a:pt x="1146" y="248"/>
                  </a:lnTo>
                  <a:lnTo>
                    <a:pt x="962" y="349"/>
                  </a:lnTo>
                  <a:lnTo>
                    <a:pt x="788" y="477"/>
                  </a:lnTo>
                  <a:lnTo>
                    <a:pt x="706" y="551"/>
                  </a:lnTo>
                  <a:lnTo>
                    <a:pt x="633" y="624"/>
                  </a:lnTo>
                  <a:lnTo>
                    <a:pt x="550" y="706"/>
                  </a:lnTo>
                  <a:lnTo>
                    <a:pt x="486" y="789"/>
                  </a:lnTo>
                  <a:lnTo>
                    <a:pt x="358" y="963"/>
                  </a:lnTo>
                  <a:lnTo>
                    <a:pt x="248" y="1137"/>
                  </a:lnTo>
                  <a:lnTo>
                    <a:pt x="156" y="1329"/>
                  </a:lnTo>
                  <a:lnTo>
                    <a:pt x="92" y="1522"/>
                  </a:lnTo>
                  <a:lnTo>
                    <a:pt x="46" y="1723"/>
                  </a:lnTo>
                  <a:lnTo>
                    <a:pt x="19" y="1925"/>
                  </a:lnTo>
                  <a:lnTo>
                    <a:pt x="0" y="2136"/>
                  </a:lnTo>
                  <a:lnTo>
                    <a:pt x="19" y="2337"/>
                  </a:lnTo>
                  <a:lnTo>
                    <a:pt x="46" y="2539"/>
                  </a:lnTo>
                  <a:lnTo>
                    <a:pt x="92" y="2740"/>
                  </a:lnTo>
                  <a:lnTo>
                    <a:pt x="156" y="2933"/>
                  </a:lnTo>
                  <a:lnTo>
                    <a:pt x="248" y="3125"/>
                  </a:lnTo>
                  <a:lnTo>
                    <a:pt x="358" y="3308"/>
                  </a:lnTo>
                  <a:lnTo>
                    <a:pt x="486" y="3473"/>
                  </a:lnTo>
                  <a:lnTo>
                    <a:pt x="550" y="3556"/>
                  </a:lnTo>
                  <a:lnTo>
                    <a:pt x="633" y="3638"/>
                  </a:lnTo>
                  <a:lnTo>
                    <a:pt x="706" y="3712"/>
                  </a:lnTo>
                  <a:lnTo>
                    <a:pt x="788" y="3785"/>
                  </a:lnTo>
                  <a:lnTo>
                    <a:pt x="962" y="3913"/>
                  </a:lnTo>
                  <a:lnTo>
                    <a:pt x="1146" y="4023"/>
                  </a:lnTo>
                  <a:lnTo>
                    <a:pt x="1338" y="4106"/>
                  </a:lnTo>
                  <a:lnTo>
                    <a:pt x="1530" y="4179"/>
                  </a:lnTo>
                  <a:lnTo>
                    <a:pt x="1732" y="4225"/>
                  </a:lnTo>
                  <a:lnTo>
                    <a:pt x="1934" y="4252"/>
                  </a:lnTo>
                  <a:lnTo>
                    <a:pt x="2135" y="4261"/>
                  </a:lnTo>
                  <a:lnTo>
                    <a:pt x="2337" y="4252"/>
                  </a:lnTo>
                  <a:lnTo>
                    <a:pt x="2538" y="4225"/>
                  </a:lnTo>
                  <a:lnTo>
                    <a:pt x="2740" y="4179"/>
                  </a:lnTo>
                  <a:lnTo>
                    <a:pt x="2941" y="4106"/>
                  </a:lnTo>
                  <a:lnTo>
                    <a:pt x="3125" y="4023"/>
                  </a:lnTo>
                  <a:lnTo>
                    <a:pt x="3308" y="3913"/>
                  </a:lnTo>
                  <a:lnTo>
                    <a:pt x="3482" y="3785"/>
                  </a:lnTo>
                  <a:lnTo>
                    <a:pt x="3564" y="3712"/>
                  </a:lnTo>
                  <a:lnTo>
                    <a:pt x="3647" y="3638"/>
                  </a:lnTo>
                  <a:lnTo>
                    <a:pt x="3720" y="3556"/>
                  </a:lnTo>
                  <a:lnTo>
                    <a:pt x="3784" y="3473"/>
                  </a:lnTo>
                  <a:lnTo>
                    <a:pt x="3913" y="3308"/>
                  </a:lnTo>
                  <a:lnTo>
                    <a:pt x="4023" y="3125"/>
                  </a:lnTo>
                  <a:lnTo>
                    <a:pt x="4114" y="2933"/>
                  </a:lnTo>
                  <a:lnTo>
                    <a:pt x="4178" y="2740"/>
                  </a:lnTo>
                  <a:lnTo>
                    <a:pt x="4224" y="2539"/>
                  </a:lnTo>
                  <a:lnTo>
                    <a:pt x="4261" y="2337"/>
                  </a:lnTo>
                  <a:lnTo>
                    <a:pt x="4270" y="2136"/>
                  </a:lnTo>
                  <a:lnTo>
                    <a:pt x="4261" y="1925"/>
                  </a:lnTo>
                  <a:lnTo>
                    <a:pt x="4224" y="1723"/>
                  </a:lnTo>
                  <a:lnTo>
                    <a:pt x="4178" y="1522"/>
                  </a:lnTo>
                  <a:lnTo>
                    <a:pt x="4114" y="1329"/>
                  </a:lnTo>
                  <a:lnTo>
                    <a:pt x="4023" y="1137"/>
                  </a:lnTo>
                  <a:lnTo>
                    <a:pt x="3913" y="963"/>
                  </a:lnTo>
                  <a:lnTo>
                    <a:pt x="3784" y="789"/>
                  </a:lnTo>
                  <a:lnTo>
                    <a:pt x="3720" y="706"/>
                  </a:lnTo>
                  <a:lnTo>
                    <a:pt x="3647" y="624"/>
                  </a:lnTo>
                  <a:lnTo>
                    <a:pt x="3564" y="551"/>
                  </a:lnTo>
                  <a:lnTo>
                    <a:pt x="3482" y="477"/>
                  </a:lnTo>
                  <a:lnTo>
                    <a:pt x="3308" y="349"/>
                  </a:lnTo>
                  <a:lnTo>
                    <a:pt x="3125" y="248"/>
                  </a:lnTo>
                  <a:lnTo>
                    <a:pt x="2941" y="157"/>
                  </a:lnTo>
                  <a:lnTo>
                    <a:pt x="2740" y="92"/>
                  </a:lnTo>
                  <a:lnTo>
                    <a:pt x="2538" y="37"/>
                  </a:lnTo>
                  <a:lnTo>
                    <a:pt x="2337" y="10"/>
                  </a:lnTo>
                  <a:lnTo>
                    <a:pt x="2135" y="1"/>
                  </a:lnTo>
                  <a:close/>
                </a:path>
              </a:pathLst>
            </a:custGeom>
            <a:solidFill>
              <a:srgbClr val="6F5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6443232" y="3893274"/>
              <a:ext cx="405949" cy="405949"/>
            </a:xfrm>
            <a:custGeom>
              <a:rect b="b" l="l" r="r" t="t"/>
              <a:pathLst>
                <a:path extrusionOk="0" h="23401" w="23401">
                  <a:moveTo>
                    <a:pt x="11426" y="1"/>
                  </a:moveTo>
                  <a:lnTo>
                    <a:pt x="11142" y="10"/>
                  </a:lnTo>
                  <a:lnTo>
                    <a:pt x="10858" y="28"/>
                  </a:lnTo>
                  <a:lnTo>
                    <a:pt x="10583" y="55"/>
                  </a:lnTo>
                  <a:lnTo>
                    <a:pt x="10299" y="83"/>
                  </a:lnTo>
                  <a:lnTo>
                    <a:pt x="10024" y="120"/>
                  </a:lnTo>
                  <a:lnTo>
                    <a:pt x="9749" y="165"/>
                  </a:lnTo>
                  <a:lnTo>
                    <a:pt x="9465" y="211"/>
                  </a:lnTo>
                  <a:lnTo>
                    <a:pt x="9190" y="266"/>
                  </a:lnTo>
                  <a:lnTo>
                    <a:pt x="8915" y="330"/>
                  </a:lnTo>
                  <a:lnTo>
                    <a:pt x="8641" y="404"/>
                  </a:lnTo>
                  <a:lnTo>
                    <a:pt x="8375" y="477"/>
                  </a:lnTo>
                  <a:lnTo>
                    <a:pt x="8100" y="569"/>
                  </a:lnTo>
                  <a:lnTo>
                    <a:pt x="7834" y="651"/>
                  </a:lnTo>
                  <a:lnTo>
                    <a:pt x="7569" y="752"/>
                  </a:lnTo>
                  <a:lnTo>
                    <a:pt x="7303" y="853"/>
                  </a:lnTo>
                  <a:lnTo>
                    <a:pt x="7037" y="963"/>
                  </a:lnTo>
                  <a:lnTo>
                    <a:pt x="6781" y="1082"/>
                  </a:lnTo>
                  <a:lnTo>
                    <a:pt x="6515" y="1210"/>
                  </a:lnTo>
                  <a:lnTo>
                    <a:pt x="6258" y="1338"/>
                  </a:lnTo>
                  <a:lnTo>
                    <a:pt x="6011" y="1476"/>
                  </a:lnTo>
                  <a:lnTo>
                    <a:pt x="5754" y="1622"/>
                  </a:lnTo>
                  <a:lnTo>
                    <a:pt x="5507" y="1769"/>
                  </a:lnTo>
                  <a:lnTo>
                    <a:pt x="5269" y="1925"/>
                  </a:lnTo>
                  <a:lnTo>
                    <a:pt x="5021" y="2090"/>
                  </a:lnTo>
                  <a:lnTo>
                    <a:pt x="4783" y="2264"/>
                  </a:lnTo>
                  <a:lnTo>
                    <a:pt x="4554" y="2438"/>
                  </a:lnTo>
                  <a:lnTo>
                    <a:pt x="4316" y="2621"/>
                  </a:lnTo>
                  <a:lnTo>
                    <a:pt x="4096" y="2813"/>
                  </a:lnTo>
                  <a:lnTo>
                    <a:pt x="3867" y="3006"/>
                  </a:lnTo>
                  <a:lnTo>
                    <a:pt x="3647" y="3216"/>
                  </a:lnTo>
                  <a:lnTo>
                    <a:pt x="3427" y="3427"/>
                  </a:lnTo>
                  <a:lnTo>
                    <a:pt x="3217" y="3638"/>
                  </a:lnTo>
                  <a:lnTo>
                    <a:pt x="3015" y="3858"/>
                  </a:lnTo>
                  <a:lnTo>
                    <a:pt x="2823" y="4087"/>
                  </a:lnTo>
                  <a:lnTo>
                    <a:pt x="2630" y="4316"/>
                  </a:lnTo>
                  <a:lnTo>
                    <a:pt x="2447" y="4545"/>
                  </a:lnTo>
                  <a:lnTo>
                    <a:pt x="2264" y="4783"/>
                  </a:lnTo>
                  <a:lnTo>
                    <a:pt x="2099" y="5021"/>
                  </a:lnTo>
                  <a:lnTo>
                    <a:pt x="1934" y="5260"/>
                  </a:lnTo>
                  <a:lnTo>
                    <a:pt x="1778" y="5507"/>
                  </a:lnTo>
                  <a:lnTo>
                    <a:pt x="1622" y="5754"/>
                  </a:lnTo>
                  <a:lnTo>
                    <a:pt x="1476" y="6002"/>
                  </a:lnTo>
                  <a:lnTo>
                    <a:pt x="1347" y="6258"/>
                  </a:lnTo>
                  <a:lnTo>
                    <a:pt x="1210" y="6515"/>
                  </a:lnTo>
                  <a:lnTo>
                    <a:pt x="1091" y="6771"/>
                  </a:lnTo>
                  <a:lnTo>
                    <a:pt x="972" y="7028"/>
                  </a:lnTo>
                  <a:lnTo>
                    <a:pt x="862" y="7294"/>
                  </a:lnTo>
                  <a:lnTo>
                    <a:pt x="761" y="7559"/>
                  </a:lnTo>
                  <a:lnTo>
                    <a:pt x="660" y="7825"/>
                  </a:lnTo>
                  <a:lnTo>
                    <a:pt x="569" y="8100"/>
                  </a:lnTo>
                  <a:lnTo>
                    <a:pt x="486" y="8366"/>
                  </a:lnTo>
                  <a:lnTo>
                    <a:pt x="413" y="8641"/>
                  </a:lnTo>
                  <a:lnTo>
                    <a:pt x="340" y="8915"/>
                  </a:lnTo>
                  <a:lnTo>
                    <a:pt x="275" y="9190"/>
                  </a:lnTo>
                  <a:lnTo>
                    <a:pt x="220" y="9465"/>
                  </a:lnTo>
                  <a:lnTo>
                    <a:pt x="165" y="9740"/>
                  </a:lnTo>
                  <a:lnTo>
                    <a:pt x="129" y="10015"/>
                  </a:lnTo>
                  <a:lnTo>
                    <a:pt x="92" y="10299"/>
                  </a:lnTo>
                  <a:lnTo>
                    <a:pt x="56" y="10574"/>
                  </a:lnTo>
                  <a:lnTo>
                    <a:pt x="37" y="10858"/>
                  </a:lnTo>
                  <a:lnTo>
                    <a:pt x="19" y="11133"/>
                  </a:lnTo>
                  <a:lnTo>
                    <a:pt x="10" y="11417"/>
                  </a:lnTo>
                  <a:lnTo>
                    <a:pt x="1" y="11701"/>
                  </a:lnTo>
                  <a:lnTo>
                    <a:pt x="10" y="11976"/>
                  </a:lnTo>
                  <a:lnTo>
                    <a:pt x="19" y="12260"/>
                  </a:lnTo>
                  <a:lnTo>
                    <a:pt x="37" y="12544"/>
                  </a:lnTo>
                  <a:lnTo>
                    <a:pt x="56" y="12819"/>
                  </a:lnTo>
                  <a:lnTo>
                    <a:pt x="92" y="13103"/>
                  </a:lnTo>
                  <a:lnTo>
                    <a:pt x="129" y="13377"/>
                  </a:lnTo>
                  <a:lnTo>
                    <a:pt x="165" y="13652"/>
                  </a:lnTo>
                  <a:lnTo>
                    <a:pt x="220" y="13936"/>
                  </a:lnTo>
                  <a:lnTo>
                    <a:pt x="275" y="14211"/>
                  </a:lnTo>
                  <a:lnTo>
                    <a:pt x="340" y="14486"/>
                  </a:lnTo>
                  <a:lnTo>
                    <a:pt x="413" y="14761"/>
                  </a:lnTo>
                  <a:lnTo>
                    <a:pt x="486" y="15027"/>
                  </a:lnTo>
                  <a:lnTo>
                    <a:pt x="569" y="15301"/>
                  </a:lnTo>
                  <a:lnTo>
                    <a:pt x="660" y="15567"/>
                  </a:lnTo>
                  <a:lnTo>
                    <a:pt x="761" y="15833"/>
                  </a:lnTo>
                  <a:lnTo>
                    <a:pt x="862" y="16099"/>
                  </a:lnTo>
                  <a:lnTo>
                    <a:pt x="972" y="16364"/>
                  </a:lnTo>
                  <a:lnTo>
                    <a:pt x="1091" y="16621"/>
                  </a:lnTo>
                  <a:lnTo>
                    <a:pt x="1210" y="16887"/>
                  </a:lnTo>
                  <a:lnTo>
                    <a:pt x="1347" y="17134"/>
                  </a:lnTo>
                  <a:lnTo>
                    <a:pt x="1476" y="17390"/>
                  </a:lnTo>
                  <a:lnTo>
                    <a:pt x="1622" y="17638"/>
                  </a:lnTo>
                  <a:lnTo>
                    <a:pt x="1778" y="17894"/>
                  </a:lnTo>
                  <a:lnTo>
                    <a:pt x="1934" y="18133"/>
                  </a:lnTo>
                  <a:lnTo>
                    <a:pt x="2099" y="18380"/>
                  </a:lnTo>
                  <a:lnTo>
                    <a:pt x="2264" y="18618"/>
                  </a:lnTo>
                  <a:lnTo>
                    <a:pt x="2447" y="18847"/>
                  </a:lnTo>
                  <a:lnTo>
                    <a:pt x="2630" y="19085"/>
                  </a:lnTo>
                  <a:lnTo>
                    <a:pt x="2823" y="19305"/>
                  </a:lnTo>
                  <a:lnTo>
                    <a:pt x="3015" y="19534"/>
                  </a:lnTo>
                  <a:lnTo>
                    <a:pt x="3217" y="19754"/>
                  </a:lnTo>
                  <a:lnTo>
                    <a:pt x="3427" y="19974"/>
                  </a:lnTo>
                  <a:lnTo>
                    <a:pt x="3647" y="20185"/>
                  </a:lnTo>
                  <a:lnTo>
                    <a:pt x="3867" y="20387"/>
                  </a:lnTo>
                  <a:lnTo>
                    <a:pt x="4096" y="20579"/>
                  </a:lnTo>
                  <a:lnTo>
                    <a:pt x="4316" y="20771"/>
                  </a:lnTo>
                  <a:lnTo>
                    <a:pt x="4554" y="20955"/>
                  </a:lnTo>
                  <a:lnTo>
                    <a:pt x="4783" y="21138"/>
                  </a:lnTo>
                  <a:lnTo>
                    <a:pt x="5021" y="21303"/>
                  </a:lnTo>
                  <a:lnTo>
                    <a:pt x="5269" y="21468"/>
                  </a:lnTo>
                  <a:lnTo>
                    <a:pt x="5507" y="21623"/>
                  </a:lnTo>
                  <a:lnTo>
                    <a:pt x="5754" y="21779"/>
                  </a:lnTo>
                  <a:lnTo>
                    <a:pt x="6011" y="21917"/>
                  </a:lnTo>
                  <a:lnTo>
                    <a:pt x="6258" y="22054"/>
                  </a:lnTo>
                  <a:lnTo>
                    <a:pt x="6515" y="22191"/>
                  </a:lnTo>
                  <a:lnTo>
                    <a:pt x="6781" y="22311"/>
                  </a:lnTo>
                  <a:lnTo>
                    <a:pt x="7037" y="22430"/>
                  </a:lnTo>
                  <a:lnTo>
                    <a:pt x="7303" y="22540"/>
                  </a:lnTo>
                  <a:lnTo>
                    <a:pt x="7569" y="22640"/>
                  </a:lnTo>
                  <a:lnTo>
                    <a:pt x="7834" y="22741"/>
                  </a:lnTo>
                  <a:lnTo>
                    <a:pt x="8100" y="22833"/>
                  </a:lnTo>
                  <a:lnTo>
                    <a:pt x="8375" y="22915"/>
                  </a:lnTo>
                  <a:lnTo>
                    <a:pt x="8641" y="22989"/>
                  </a:lnTo>
                  <a:lnTo>
                    <a:pt x="8915" y="23062"/>
                  </a:lnTo>
                  <a:lnTo>
                    <a:pt x="9190" y="23126"/>
                  </a:lnTo>
                  <a:lnTo>
                    <a:pt x="9465" y="23181"/>
                  </a:lnTo>
                  <a:lnTo>
                    <a:pt x="9749" y="23236"/>
                  </a:lnTo>
                  <a:lnTo>
                    <a:pt x="10024" y="23273"/>
                  </a:lnTo>
                  <a:lnTo>
                    <a:pt x="10299" y="23309"/>
                  </a:lnTo>
                  <a:lnTo>
                    <a:pt x="10583" y="23346"/>
                  </a:lnTo>
                  <a:lnTo>
                    <a:pt x="10858" y="23364"/>
                  </a:lnTo>
                  <a:lnTo>
                    <a:pt x="11142" y="23383"/>
                  </a:lnTo>
                  <a:lnTo>
                    <a:pt x="11426" y="23392"/>
                  </a:lnTo>
                  <a:lnTo>
                    <a:pt x="11701" y="23401"/>
                  </a:lnTo>
                  <a:lnTo>
                    <a:pt x="11985" y="23392"/>
                  </a:lnTo>
                  <a:lnTo>
                    <a:pt x="12269" y="23383"/>
                  </a:lnTo>
                  <a:lnTo>
                    <a:pt x="12544" y="23364"/>
                  </a:lnTo>
                  <a:lnTo>
                    <a:pt x="12828" y="23346"/>
                  </a:lnTo>
                  <a:lnTo>
                    <a:pt x="13103" y="23309"/>
                  </a:lnTo>
                  <a:lnTo>
                    <a:pt x="13387" y="23273"/>
                  </a:lnTo>
                  <a:lnTo>
                    <a:pt x="13661" y="23236"/>
                  </a:lnTo>
                  <a:lnTo>
                    <a:pt x="13936" y="23181"/>
                  </a:lnTo>
                  <a:lnTo>
                    <a:pt x="14211" y="23126"/>
                  </a:lnTo>
                  <a:lnTo>
                    <a:pt x="14486" y="23062"/>
                  </a:lnTo>
                  <a:lnTo>
                    <a:pt x="14761" y="22989"/>
                  </a:lnTo>
                  <a:lnTo>
                    <a:pt x="15036" y="22915"/>
                  </a:lnTo>
                  <a:lnTo>
                    <a:pt x="15301" y="22833"/>
                  </a:lnTo>
                  <a:lnTo>
                    <a:pt x="15576" y="22741"/>
                  </a:lnTo>
                  <a:lnTo>
                    <a:pt x="15842" y="22640"/>
                  </a:lnTo>
                  <a:lnTo>
                    <a:pt x="16108" y="22540"/>
                  </a:lnTo>
                  <a:lnTo>
                    <a:pt x="16364" y="22430"/>
                  </a:lnTo>
                  <a:lnTo>
                    <a:pt x="16630" y="22311"/>
                  </a:lnTo>
                  <a:lnTo>
                    <a:pt x="16887" y="22191"/>
                  </a:lnTo>
                  <a:lnTo>
                    <a:pt x="17143" y="22054"/>
                  </a:lnTo>
                  <a:lnTo>
                    <a:pt x="17400" y="21917"/>
                  </a:lnTo>
                  <a:lnTo>
                    <a:pt x="17647" y="21779"/>
                  </a:lnTo>
                  <a:lnTo>
                    <a:pt x="17894" y="21623"/>
                  </a:lnTo>
                  <a:lnTo>
                    <a:pt x="18142" y="21468"/>
                  </a:lnTo>
                  <a:lnTo>
                    <a:pt x="18380" y="21303"/>
                  </a:lnTo>
                  <a:lnTo>
                    <a:pt x="18618" y="21138"/>
                  </a:lnTo>
                  <a:lnTo>
                    <a:pt x="18856" y="20955"/>
                  </a:lnTo>
                  <a:lnTo>
                    <a:pt x="19085" y="20771"/>
                  </a:lnTo>
                  <a:lnTo>
                    <a:pt x="19315" y="20579"/>
                  </a:lnTo>
                  <a:lnTo>
                    <a:pt x="19544" y="20387"/>
                  </a:lnTo>
                  <a:lnTo>
                    <a:pt x="19764" y="20185"/>
                  </a:lnTo>
                  <a:lnTo>
                    <a:pt x="19974" y="19974"/>
                  </a:lnTo>
                  <a:lnTo>
                    <a:pt x="20185" y="19754"/>
                  </a:lnTo>
                  <a:lnTo>
                    <a:pt x="20387" y="19534"/>
                  </a:lnTo>
                  <a:lnTo>
                    <a:pt x="20588" y="19305"/>
                  </a:lnTo>
                  <a:lnTo>
                    <a:pt x="20781" y="19085"/>
                  </a:lnTo>
                  <a:lnTo>
                    <a:pt x="20964" y="18847"/>
                  </a:lnTo>
                  <a:lnTo>
                    <a:pt x="21138" y="18618"/>
                  </a:lnTo>
                  <a:lnTo>
                    <a:pt x="21312" y="18380"/>
                  </a:lnTo>
                  <a:lnTo>
                    <a:pt x="21477" y="18133"/>
                  </a:lnTo>
                  <a:lnTo>
                    <a:pt x="21633" y="17894"/>
                  </a:lnTo>
                  <a:lnTo>
                    <a:pt x="21779" y="17638"/>
                  </a:lnTo>
                  <a:lnTo>
                    <a:pt x="21926" y="17390"/>
                  </a:lnTo>
                  <a:lnTo>
                    <a:pt x="22063" y="17134"/>
                  </a:lnTo>
                  <a:lnTo>
                    <a:pt x="22191" y="16887"/>
                  </a:lnTo>
                  <a:lnTo>
                    <a:pt x="22320" y="16621"/>
                  </a:lnTo>
                  <a:lnTo>
                    <a:pt x="22439" y="16364"/>
                  </a:lnTo>
                  <a:lnTo>
                    <a:pt x="22549" y="16099"/>
                  </a:lnTo>
                  <a:lnTo>
                    <a:pt x="22650" y="15833"/>
                  </a:lnTo>
                  <a:lnTo>
                    <a:pt x="22750" y="15567"/>
                  </a:lnTo>
                  <a:lnTo>
                    <a:pt x="22833" y="15301"/>
                  </a:lnTo>
                  <a:lnTo>
                    <a:pt x="22924" y="15027"/>
                  </a:lnTo>
                  <a:lnTo>
                    <a:pt x="22998" y="14761"/>
                  </a:lnTo>
                  <a:lnTo>
                    <a:pt x="23071" y="14486"/>
                  </a:lnTo>
                  <a:lnTo>
                    <a:pt x="23135" y="14211"/>
                  </a:lnTo>
                  <a:lnTo>
                    <a:pt x="23190" y="13936"/>
                  </a:lnTo>
                  <a:lnTo>
                    <a:pt x="23236" y="13652"/>
                  </a:lnTo>
                  <a:lnTo>
                    <a:pt x="23282" y="13377"/>
                  </a:lnTo>
                  <a:lnTo>
                    <a:pt x="23318" y="13103"/>
                  </a:lnTo>
                  <a:lnTo>
                    <a:pt x="23346" y="12819"/>
                  </a:lnTo>
                  <a:lnTo>
                    <a:pt x="23373" y="12544"/>
                  </a:lnTo>
                  <a:lnTo>
                    <a:pt x="23392" y="12260"/>
                  </a:lnTo>
                  <a:lnTo>
                    <a:pt x="23401" y="11976"/>
                  </a:lnTo>
                  <a:lnTo>
                    <a:pt x="23401" y="11701"/>
                  </a:lnTo>
                  <a:lnTo>
                    <a:pt x="23401" y="11417"/>
                  </a:lnTo>
                  <a:lnTo>
                    <a:pt x="23392" y="11133"/>
                  </a:lnTo>
                  <a:lnTo>
                    <a:pt x="23373" y="10858"/>
                  </a:lnTo>
                  <a:lnTo>
                    <a:pt x="23346" y="10574"/>
                  </a:lnTo>
                  <a:lnTo>
                    <a:pt x="23318" y="10299"/>
                  </a:lnTo>
                  <a:lnTo>
                    <a:pt x="23282" y="10015"/>
                  </a:lnTo>
                  <a:lnTo>
                    <a:pt x="23236" y="9740"/>
                  </a:lnTo>
                  <a:lnTo>
                    <a:pt x="23190" y="9465"/>
                  </a:lnTo>
                  <a:lnTo>
                    <a:pt x="23135" y="9190"/>
                  </a:lnTo>
                  <a:lnTo>
                    <a:pt x="23071" y="8915"/>
                  </a:lnTo>
                  <a:lnTo>
                    <a:pt x="22998" y="8641"/>
                  </a:lnTo>
                  <a:lnTo>
                    <a:pt x="22924" y="8366"/>
                  </a:lnTo>
                  <a:lnTo>
                    <a:pt x="22833" y="8100"/>
                  </a:lnTo>
                  <a:lnTo>
                    <a:pt x="22750" y="7825"/>
                  </a:lnTo>
                  <a:lnTo>
                    <a:pt x="22650" y="7559"/>
                  </a:lnTo>
                  <a:lnTo>
                    <a:pt x="22549" y="7294"/>
                  </a:lnTo>
                  <a:lnTo>
                    <a:pt x="22439" y="7028"/>
                  </a:lnTo>
                  <a:lnTo>
                    <a:pt x="22320" y="6771"/>
                  </a:lnTo>
                  <a:lnTo>
                    <a:pt x="22191" y="6515"/>
                  </a:lnTo>
                  <a:lnTo>
                    <a:pt x="22063" y="6258"/>
                  </a:lnTo>
                  <a:lnTo>
                    <a:pt x="21926" y="6002"/>
                  </a:lnTo>
                  <a:lnTo>
                    <a:pt x="21779" y="5754"/>
                  </a:lnTo>
                  <a:lnTo>
                    <a:pt x="21633" y="5507"/>
                  </a:lnTo>
                  <a:lnTo>
                    <a:pt x="21477" y="5260"/>
                  </a:lnTo>
                  <a:lnTo>
                    <a:pt x="21312" y="5021"/>
                  </a:lnTo>
                  <a:lnTo>
                    <a:pt x="21138" y="4783"/>
                  </a:lnTo>
                  <a:lnTo>
                    <a:pt x="20964" y="4545"/>
                  </a:lnTo>
                  <a:lnTo>
                    <a:pt x="20781" y="4316"/>
                  </a:lnTo>
                  <a:lnTo>
                    <a:pt x="20588" y="4087"/>
                  </a:lnTo>
                  <a:lnTo>
                    <a:pt x="20387" y="3858"/>
                  </a:lnTo>
                  <a:lnTo>
                    <a:pt x="20185" y="3638"/>
                  </a:lnTo>
                  <a:lnTo>
                    <a:pt x="19974" y="3427"/>
                  </a:lnTo>
                  <a:lnTo>
                    <a:pt x="19764" y="3216"/>
                  </a:lnTo>
                  <a:lnTo>
                    <a:pt x="19544" y="3006"/>
                  </a:lnTo>
                  <a:lnTo>
                    <a:pt x="19315" y="2813"/>
                  </a:lnTo>
                  <a:lnTo>
                    <a:pt x="19085" y="2621"/>
                  </a:lnTo>
                  <a:lnTo>
                    <a:pt x="18856" y="2438"/>
                  </a:lnTo>
                  <a:lnTo>
                    <a:pt x="18618" y="2264"/>
                  </a:lnTo>
                  <a:lnTo>
                    <a:pt x="18380" y="2090"/>
                  </a:lnTo>
                  <a:lnTo>
                    <a:pt x="18142" y="1925"/>
                  </a:lnTo>
                  <a:lnTo>
                    <a:pt x="17894" y="1769"/>
                  </a:lnTo>
                  <a:lnTo>
                    <a:pt x="17647" y="1622"/>
                  </a:lnTo>
                  <a:lnTo>
                    <a:pt x="17400" y="1476"/>
                  </a:lnTo>
                  <a:lnTo>
                    <a:pt x="17143" y="1338"/>
                  </a:lnTo>
                  <a:lnTo>
                    <a:pt x="16887" y="1210"/>
                  </a:lnTo>
                  <a:lnTo>
                    <a:pt x="16630" y="1082"/>
                  </a:lnTo>
                  <a:lnTo>
                    <a:pt x="16364" y="963"/>
                  </a:lnTo>
                  <a:lnTo>
                    <a:pt x="16108" y="853"/>
                  </a:lnTo>
                  <a:lnTo>
                    <a:pt x="15842" y="752"/>
                  </a:lnTo>
                  <a:lnTo>
                    <a:pt x="15576" y="651"/>
                  </a:lnTo>
                  <a:lnTo>
                    <a:pt x="15301" y="569"/>
                  </a:lnTo>
                  <a:lnTo>
                    <a:pt x="15036" y="477"/>
                  </a:lnTo>
                  <a:lnTo>
                    <a:pt x="14761" y="404"/>
                  </a:lnTo>
                  <a:lnTo>
                    <a:pt x="14486" y="330"/>
                  </a:lnTo>
                  <a:lnTo>
                    <a:pt x="14211" y="266"/>
                  </a:lnTo>
                  <a:lnTo>
                    <a:pt x="13936" y="211"/>
                  </a:lnTo>
                  <a:lnTo>
                    <a:pt x="13661" y="165"/>
                  </a:lnTo>
                  <a:lnTo>
                    <a:pt x="13387" y="120"/>
                  </a:lnTo>
                  <a:lnTo>
                    <a:pt x="13103" y="83"/>
                  </a:lnTo>
                  <a:lnTo>
                    <a:pt x="12828" y="55"/>
                  </a:lnTo>
                  <a:lnTo>
                    <a:pt x="12544" y="28"/>
                  </a:lnTo>
                  <a:lnTo>
                    <a:pt x="12269" y="10"/>
                  </a:lnTo>
                  <a:lnTo>
                    <a:pt x="11985" y="1"/>
                  </a:lnTo>
                  <a:close/>
                </a:path>
              </a:pathLst>
            </a:custGeom>
            <a:solidFill>
              <a:srgbClr val="6F5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6443232" y="3893274"/>
              <a:ext cx="405949" cy="405949"/>
            </a:xfrm>
            <a:custGeom>
              <a:rect b="b" l="l" r="r" t="t"/>
              <a:pathLst>
                <a:path extrusionOk="0" fill="none" h="23401" w="23401">
                  <a:moveTo>
                    <a:pt x="19974" y="3427"/>
                  </a:moveTo>
                  <a:lnTo>
                    <a:pt x="19974" y="3427"/>
                  </a:lnTo>
                  <a:lnTo>
                    <a:pt x="20185" y="3638"/>
                  </a:lnTo>
                  <a:lnTo>
                    <a:pt x="20387" y="3858"/>
                  </a:lnTo>
                  <a:lnTo>
                    <a:pt x="20588" y="4087"/>
                  </a:lnTo>
                  <a:lnTo>
                    <a:pt x="20781" y="4316"/>
                  </a:lnTo>
                  <a:lnTo>
                    <a:pt x="20964" y="4545"/>
                  </a:lnTo>
                  <a:lnTo>
                    <a:pt x="21138" y="4783"/>
                  </a:lnTo>
                  <a:lnTo>
                    <a:pt x="21312" y="5021"/>
                  </a:lnTo>
                  <a:lnTo>
                    <a:pt x="21477" y="5260"/>
                  </a:lnTo>
                  <a:lnTo>
                    <a:pt x="21633" y="5507"/>
                  </a:lnTo>
                  <a:lnTo>
                    <a:pt x="21779" y="5754"/>
                  </a:lnTo>
                  <a:lnTo>
                    <a:pt x="21926" y="6002"/>
                  </a:lnTo>
                  <a:lnTo>
                    <a:pt x="22063" y="6258"/>
                  </a:lnTo>
                  <a:lnTo>
                    <a:pt x="22191" y="6515"/>
                  </a:lnTo>
                  <a:lnTo>
                    <a:pt x="22320" y="6771"/>
                  </a:lnTo>
                  <a:lnTo>
                    <a:pt x="22439" y="7028"/>
                  </a:lnTo>
                  <a:lnTo>
                    <a:pt x="22549" y="7294"/>
                  </a:lnTo>
                  <a:lnTo>
                    <a:pt x="22650" y="7559"/>
                  </a:lnTo>
                  <a:lnTo>
                    <a:pt x="22750" y="7825"/>
                  </a:lnTo>
                  <a:lnTo>
                    <a:pt x="22833" y="8100"/>
                  </a:lnTo>
                  <a:lnTo>
                    <a:pt x="22924" y="8366"/>
                  </a:lnTo>
                  <a:lnTo>
                    <a:pt x="22998" y="8641"/>
                  </a:lnTo>
                  <a:lnTo>
                    <a:pt x="23071" y="8915"/>
                  </a:lnTo>
                  <a:lnTo>
                    <a:pt x="23135" y="9190"/>
                  </a:lnTo>
                  <a:lnTo>
                    <a:pt x="23190" y="9465"/>
                  </a:lnTo>
                  <a:lnTo>
                    <a:pt x="23236" y="9740"/>
                  </a:lnTo>
                  <a:lnTo>
                    <a:pt x="23282" y="10015"/>
                  </a:lnTo>
                  <a:lnTo>
                    <a:pt x="23318" y="10299"/>
                  </a:lnTo>
                  <a:lnTo>
                    <a:pt x="23346" y="10574"/>
                  </a:lnTo>
                  <a:lnTo>
                    <a:pt x="23373" y="10858"/>
                  </a:lnTo>
                  <a:lnTo>
                    <a:pt x="23392" y="11133"/>
                  </a:lnTo>
                  <a:lnTo>
                    <a:pt x="23401" y="11417"/>
                  </a:lnTo>
                  <a:lnTo>
                    <a:pt x="23401" y="11701"/>
                  </a:lnTo>
                  <a:lnTo>
                    <a:pt x="23401" y="11976"/>
                  </a:lnTo>
                  <a:lnTo>
                    <a:pt x="23392" y="12260"/>
                  </a:lnTo>
                  <a:lnTo>
                    <a:pt x="23373" y="12544"/>
                  </a:lnTo>
                  <a:lnTo>
                    <a:pt x="23346" y="12819"/>
                  </a:lnTo>
                  <a:lnTo>
                    <a:pt x="23318" y="13103"/>
                  </a:lnTo>
                  <a:lnTo>
                    <a:pt x="23282" y="13377"/>
                  </a:lnTo>
                  <a:lnTo>
                    <a:pt x="23236" y="13652"/>
                  </a:lnTo>
                  <a:lnTo>
                    <a:pt x="23190" y="13936"/>
                  </a:lnTo>
                  <a:lnTo>
                    <a:pt x="23135" y="14211"/>
                  </a:lnTo>
                  <a:lnTo>
                    <a:pt x="23071" y="14486"/>
                  </a:lnTo>
                  <a:lnTo>
                    <a:pt x="22998" y="14761"/>
                  </a:lnTo>
                  <a:lnTo>
                    <a:pt x="22924" y="15027"/>
                  </a:lnTo>
                  <a:lnTo>
                    <a:pt x="22833" y="15301"/>
                  </a:lnTo>
                  <a:lnTo>
                    <a:pt x="22750" y="15567"/>
                  </a:lnTo>
                  <a:lnTo>
                    <a:pt x="22650" y="15833"/>
                  </a:lnTo>
                  <a:lnTo>
                    <a:pt x="22549" y="16099"/>
                  </a:lnTo>
                  <a:lnTo>
                    <a:pt x="22439" y="16364"/>
                  </a:lnTo>
                  <a:lnTo>
                    <a:pt x="22320" y="16621"/>
                  </a:lnTo>
                  <a:lnTo>
                    <a:pt x="22191" y="16887"/>
                  </a:lnTo>
                  <a:lnTo>
                    <a:pt x="22063" y="17134"/>
                  </a:lnTo>
                  <a:lnTo>
                    <a:pt x="21926" y="17390"/>
                  </a:lnTo>
                  <a:lnTo>
                    <a:pt x="21779" y="17638"/>
                  </a:lnTo>
                  <a:lnTo>
                    <a:pt x="21633" y="17894"/>
                  </a:lnTo>
                  <a:lnTo>
                    <a:pt x="21477" y="18133"/>
                  </a:lnTo>
                  <a:lnTo>
                    <a:pt x="21312" y="18380"/>
                  </a:lnTo>
                  <a:lnTo>
                    <a:pt x="21138" y="18618"/>
                  </a:lnTo>
                  <a:lnTo>
                    <a:pt x="20964" y="18847"/>
                  </a:lnTo>
                  <a:lnTo>
                    <a:pt x="20781" y="19085"/>
                  </a:lnTo>
                  <a:lnTo>
                    <a:pt x="20588" y="19305"/>
                  </a:lnTo>
                  <a:lnTo>
                    <a:pt x="20387" y="19534"/>
                  </a:lnTo>
                  <a:lnTo>
                    <a:pt x="20185" y="19754"/>
                  </a:lnTo>
                  <a:lnTo>
                    <a:pt x="19974" y="19974"/>
                  </a:lnTo>
                  <a:lnTo>
                    <a:pt x="19974" y="19974"/>
                  </a:lnTo>
                  <a:lnTo>
                    <a:pt x="19764" y="20185"/>
                  </a:lnTo>
                  <a:lnTo>
                    <a:pt x="19544" y="20387"/>
                  </a:lnTo>
                  <a:lnTo>
                    <a:pt x="19315" y="20579"/>
                  </a:lnTo>
                  <a:lnTo>
                    <a:pt x="19085" y="20771"/>
                  </a:lnTo>
                  <a:lnTo>
                    <a:pt x="18856" y="20955"/>
                  </a:lnTo>
                  <a:lnTo>
                    <a:pt x="18618" y="21138"/>
                  </a:lnTo>
                  <a:lnTo>
                    <a:pt x="18380" y="21303"/>
                  </a:lnTo>
                  <a:lnTo>
                    <a:pt x="18142" y="21468"/>
                  </a:lnTo>
                  <a:lnTo>
                    <a:pt x="17894" y="21623"/>
                  </a:lnTo>
                  <a:lnTo>
                    <a:pt x="17647" y="21779"/>
                  </a:lnTo>
                  <a:lnTo>
                    <a:pt x="17400" y="21917"/>
                  </a:lnTo>
                  <a:lnTo>
                    <a:pt x="17143" y="22054"/>
                  </a:lnTo>
                  <a:lnTo>
                    <a:pt x="16887" y="22191"/>
                  </a:lnTo>
                  <a:lnTo>
                    <a:pt x="16630" y="22311"/>
                  </a:lnTo>
                  <a:lnTo>
                    <a:pt x="16364" y="22430"/>
                  </a:lnTo>
                  <a:lnTo>
                    <a:pt x="16108" y="22540"/>
                  </a:lnTo>
                  <a:lnTo>
                    <a:pt x="15842" y="22640"/>
                  </a:lnTo>
                  <a:lnTo>
                    <a:pt x="15576" y="22741"/>
                  </a:lnTo>
                  <a:lnTo>
                    <a:pt x="15301" y="22833"/>
                  </a:lnTo>
                  <a:lnTo>
                    <a:pt x="15036" y="22915"/>
                  </a:lnTo>
                  <a:lnTo>
                    <a:pt x="14761" y="22989"/>
                  </a:lnTo>
                  <a:lnTo>
                    <a:pt x="14486" y="23062"/>
                  </a:lnTo>
                  <a:lnTo>
                    <a:pt x="14211" y="23126"/>
                  </a:lnTo>
                  <a:lnTo>
                    <a:pt x="13936" y="23181"/>
                  </a:lnTo>
                  <a:lnTo>
                    <a:pt x="13661" y="23236"/>
                  </a:lnTo>
                  <a:lnTo>
                    <a:pt x="13387" y="23273"/>
                  </a:lnTo>
                  <a:lnTo>
                    <a:pt x="13103" y="23309"/>
                  </a:lnTo>
                  <a:lnTo>
                    <a:pt x="12828" y="23346"/>
                  </a:lnTo>
                  <a:lnTo>
                    <a:pt x="12544" y="23364"/>
                  </a:lnTo>
                  <a:lnTo>
                    <a:pt x="12269" y="23383"/>
                  </a:lnTo>
                  <a:lnTo>
                    <a:pt x="11985" y="23392"/>
                  </a:lnTo>
                  <a:lnTo>
                    <a:pt x="11701" y="23401"/>
                  </a:lnTo>
                  <a:lnTo>
                    <a:pt x="11426" y="23392"/>
                  </a:lnTo>
                  <a:lnTo>
                    <a:pt x="11142" y="23383"/>
                  </a:lnTo>
                  <a:lnTo>
                    <a:pt x="10858" y="23364"/>
                  </a:lnTo>
                  <a:lnTo>
                    <a:pt x="10583" y="23346"/>
                  </a:lnTo>
                  <a:lnTo>
                    <a:pt x="10299" y="23309"/>
                  </a:lnTo>
                  <a:lnTo>
                    <a:pt x="10024" y="23273"/>
                  </a:lnTo>
                  <a:lnTo>
                    <a:pt x="9749" y="23236"/>
                  </a:lnTo>
                  <a:lnTo>
                    <a:pt x="9465" y="23181"/>
                  </a:lnTo>
                  <a:lnTo>
                    <a:pt x="9190" y="23126"/>
                  </a:lnTo>
                  <a:lnTo>
                    <a:pt x="8915" y="23062"/>
                  </a:lnTo>
                  <a:lnTo>
                    <a:pt x="8641" y="22989"/>
                  </a:lnTo>
                  <a:lnTo>
                    <a:pt x="8375" y="22915"/>
                  </a:lnTo>
                  <a:lnTo>
                    <a:pt x="8100" y="22833"/>
                  </a:lnTo>
                  <a:lnTo>
                    <a:pt x="7834" y="22741"/>
                  </a:lnTo>
                  <a:lnTo>
                    <a:pt x="7569" y="22640"/>
                  </a:lnTo>
                  <a:lnTo>
                    <a:pt x="7303" y="22540"/>
                  </a:lnTo>
                  <a:lnTo>
                    <a:pt x="7037" y="22430"/>
                  </a:lnTo>
                  <a:lnTo>
                    <a:pt x="6781" y="22311"/>
                  </a:lnTo>
                  <a:lnTo>
                    <a:pt x="6515" y="22191"/>
                  </a:lnTo>
                  <a:lnTo>
                    <a:pt x="6258" y="22054"/>
                  </a:lnTo>
                  <a:lnTo>
                    <a:pt x="6011" y="21917"/>
                  </a:lnTo>
                  <a:lnTo>
                    <a:pt x="5754" y="21779"/>
                  </a:lnTo>
                  <a:lnTo>
                    <a:pt x="5507" y="21623"/>
                  </a:lnTo>
                  <a:lnTo>
                    <a:pt x="5269" y="21468"/>
                  </a:lnTo>
                  <a:lnTo>
                    <a:pt x="5021" y="21303"/>
                  </a:lnTo>
                  <a:lnTo>
                    <a:pt x="4783" y="21138"/>
                  </a:lnTo>
                  <a:lnTo>
                    <a:pt x="4554" y="20955"/>
                  </a:lnTo>
                  <a:lnTo>
                    <a:pt x="4316" y="20771"/>
                  </a:lnTo>
                  <a:lnTo>
                    <a:pt x="4096" y="20579"/>
                  </a:lnTo>
                  <a:lnTo>
                    <a:pt x="3867" y="20387"/>
                  </a:lnTo>
                  <a:lnTo>
                    <a:pt x="3647" y="20185"/>
                  </a:lnTo>
                  <a:lnTo>
                    <a:pt x="3427" y="19974"/>
                  </a:lnTo>
                  <a:lnTo>
                    <a:pt x="3427" y="19974"/>
                  </a:lnTo>
                  <a:lnTo>
                    <a:pt x="3217" y="19754"/>
                  </a:lnTo>
                  <a:lnTo>
                    <a:pt x="3015" y="19534"/>
                  </a:lnTo>
                  <a:lnTo>
                    <a:pt x="2823" y="19305"/>
                  </a:lnTo>
                  <a:lnTo>
                    <a:pt x="2630" y="19085"/>
                  </a:lnTo>
                  <a:lnTo>
                    <a:pt x="2447" y="18847"/>
                  </a:lnTo>
                  <a:lnTo>
                    <a:pt x="2264" y="18618"/>
                  </a:lnTo>
                  <a:lnTo>
                    <a:pt x="2099" y="18380"/>
                  </a:lnTo>
                  <a:lnTo>
                    <a:pt x="1934" y="18133"/>
                  </a:lnTo>
                  <a:lnTo>
                    <a:pt x="1778" y="17894"/>
                  </a:lnTo>
                  <a:lnTo>
                    <a:pt x="1622" y="17638"/>
                  </a:lnTo>
                  <a:lnTo>
                    <a:pt x="1476" y="17390"/>
                  </a:lnTo>
                  <a:lnTo>
                    <a:pt x="1347" y="17134"/>
                  </a:lnTo>
                  <a:lnTo>
                    <a:pt x="1210" y="16887"/>
                  </a:lnTo>
                  <a:lnTo>
                    <a:pt x="1091" y="16621"/>
                  </a:lnTo>
                  <a:lnTo>
                    <a:pt x="972" y="16364"/>
                  </a:lnTo>
                  <a:lnTo>
                    <a:pt x="862" y="16099"/>
                  </a:lnTo>
                  <a:lnTo>
                    <a:pt x="761" y="15833"/>
                  </a:lnTo>
                  <a:lnTo>
                    <a:pt x="660" y="15567"/>
                  </a:lnTo>
                  <a:lnTo>
                    <a:pt x="569" y="15301"/>
                  </a:lnTo>
                  <a:lnTo>
                    <a:pt x="486" y="15027"/>
                  </a:lnTo>
                  <a:lnTo>
                    <a:pt x="413" y="14761"/>
                  </a:lnTo>
                  <a:lnTo>
                    <a:pt x="340" y="14486"/>
                  </a:lnTo>
                  <a:lnTo>
                    <a:pt x="275" y="14211"/>
                  </a:lnTo>
                  <a:lnTo>
                    <a:pt x="220" y="13936"/>
                  </a:lnTo>
                  <a:lnTo>
                    <a:pt x="165" y="13652"/>
                  </a:lnTo>
                  <a:lnTo>
                    <a:pt x="129" y="13377"/>
                  </a:lnTo>
                  <a:lnTo>
                    <a:pt x="92" y="13103"/>
                  </a:lnTo>
                  <a:lnTo>
                    <a:pt x="56" y="12819"/>
                  </a:lnTo>
                  <a:lnTo>
                    <a:pt x="37" y="12544"/>
                  </a:lnTo>
                  <a:lnTo>
                    <a:pt x="19" y="12260"/>
                  </a:lnTo>
                  <a:lnTo>
                    <a:pt x="10" y="11976"/>
                  </a:lnTo>
                  <a:lnTo>
                    <a:pt x="1" y="11701"/>
                  </a:lnTo>
                  <a:lnTo>
                    <a:pt x="10" y="11417"/>
                  </a:lnTo>
                  <a:lnTo>
                    <a:pt x="19" y="11133"/>
                  </a:lnTo>
                  <a:lnTo>
                    <a:pt x="37" y="10858"/>
                  </a:lnTo>
                  <a:lnTo>
                    <a:pt x="56" y="10574"/>
                  </a:lnTo>
                  <a:lnTo>
                    <a:pt x="92" y="10299"/>
                  </a:lnTo>
                  <a:lnTo>
                    <a:pt x="129" y="10015"/>
                  </a:lnTo>
                  <a:lnTo>
                    <a:pt x="165" y="9740"/>
                  </a:lnTo>
                  <a:lnTo>
                    <a:pt x="220" y="9465"/>
                  </a:lnTo>
                  <a:lnTo>
                    <a:pt x="275" y="9190"/>
                  </a:lnTo>
                  <a:lnTo>
                    <a:pt x="340" y="8915"/>
                  </a:lnTo>
                  <a:lnTo>
                    <a:pt x="413" y="8641"/>
                  </a:lnTo>
                  <a:lnTo>
                    <a:pt x="486" y="8366"/>
                  </a:lnTo>
                  <a:lnTo>
                    <a:pt x="569" y="8100"/>
                  </a:lnTo>
                  <a:lnTo>
                    <a:pt x="660" y="7825"/>
                  </a:lnTo>
                  <a:lnTo>
                    <a:pt x="761" y="7559"/>
                  </a:lnTo>
                  <a:lnTo>
                    <a:pt x="862" y="7294"/>
                  </a:lnTo>
                  <a:lnTo>
                    <a:pt x="972" y="7028"/>
                  </a:lnTo>
                  <a:lnTo>
                    <a:pt x="1091" y="6771"/>
                  </a:lnTo>
                  <a:lnTo>
                    <a:pt x="1210" y="6515"/>
                  </a:lnTo>
                  <a:lnTo>
                    <a:pt x="1347" y="6258"/>
                  </a:lnTo>
                  <a:lnTo>
                    <a:pt x="1476" y="6002"/>
                  </a:lnTo>
                  <a:lnTo>
                    <a:pt x="1622" y="5754"/>
                  </a:lnTo>
                  <a:lnTo>
                    <a:pt x="1778" y="5507"/>
                  </a:lnTo>
                  <a:lnTo>
                    <a:pt x="1934" y="5260"/>
                  </a:lnTo>
                  <a:lnTo>
                    <a:pt x="2099" y="5021"/>
                  </a:lnTo>
                  <a:lnTo>
                    <a:pt x="2264" y="4783"/>
                  </a:lnTo>
                  <a:lnTo>
                    <a:pt x="2447" y="4545"/>
                  </a:lnTo>
                  <a:lnTo>
                    <a:pt x="2630" y="4316"/>
                  </a:lnTo>
                  <a:lnTo>
                    <a:pt x="2823" y="4087"/>
                  </a:lnTo>
                  <a:lnTo>
                    <a:pt x="3015" y="3858"/>
                  </a:lnTo>
                  <a:lnTo>
                    <a:pt x="3217" y="3638"/>
                  </a:lnTo>
                  <a:lnTo>
                    <a:pt x="3427" y="3427"/>
                  </a:lnTo>
                  <a:lnTo>
                    <a:pt x="3427" y="3427"/>
                  </a:lnTo>
                  <a:lnTo>
                    <a:pt x="3647" y="3216"/>
                  </a:lnTo>
                  <a:lnTo>
                    <a:pt x="3867" y="3006"/>
                  </a:lnTo>
                  <a:lnTo>
                    <a:pt x="4096" y="2813"/>
                  </a:lnTo>
                  <a:lnTo>
                    <a:pt x="4316" y="2621"/>
                  </a:lnTo>
                  <a:lnTo>
                    <a:pt x="4554" y="2438"/>
                  </a:lnTo>
                  <a:lnTo>
                    <a:pt x="4783" y="2264"/>
                  </a:lnTo>
                  <a:lnTo>
                    <a:pt x="5021" y="2090"/>
                  </a:lnTo>
                  <a:lnTo>
                    <a:pt x="5269" y="1925"/>
                  </a:lnTo>
                  <a:lnTo>
                    <a:pt x="5507" y="1769"/>
                  </a:lnTo>
                  <a:lnTo>
                    <a:pt x="5754" y="1622"/>
                  </a:lnTo>
                  <a:lnTo>
                    <a:pt x="6011" y="1476"/>
                  </a:lnTo>
                  <a:lnTo>
                    <a:pt x="6258" y="1338"/>
                  </a:lnTo>
                  <a:lnTo>
                    <a:pt x="6515" y="1210"/>
                  </a:lnTo>
                  <a:lnTo>
                    <a:pt x="6781" y="1082"/>
                  </a:lnTo>
                  <a:lnTo>
                    <a:pt x="7037" y="963"/>
                  </a:lnTo>
                  <a:lnTo>
                    <a:pt x="7303" y="853"/>
                  </a:lnTo>
                  <a:lnTo>
                    <a:pt x="7569" y="752"/>
                  </a:lnTo>
                  <a:lnTo>
                    <a:pt x="7834" y="651"/>
                  </a:lnTo>
                  <a:lnTo>
                    <a:pt x="8100" y="569"/>
                  </a:lnTo>
                  <a:lnTo>
                    <a:pt x="8375" y="477"/>
                  </a:lnTo>
                  <a:lnTo>
                    <a:pt x="8641" y="404"/>
                  </a:lnTo>
                  <a:lnTo>
                    <a:pt x="8915" y="330"/>
                  </a:lnTo>
                  <a:lnTo>
                    <a:pt x="9190" y="266"/>
                  </a:lnTo>
                  <a:lnTo>
                    <a:pt x="9465" y="211"/>
                  </a:lnTo>
                  <a:lnTo>
                    <a:pt x="9749" y="165"/>
                  </a:lnTo>
                  <a:lnTo>
                    <a:pt x="10024" y="120"/>
                  </a:lnTo>
                  <a:lnTo>
                    <a:pt x="10299" y="83"/>
                  </a:lnTo>
                  <a:lnTo>
                    <a:pt x="10583" y="55"/>
                  </a:lnTo>
                  <a:lnTo>
                    <a:pt x="10858" y="28"/>
                  </a:lnTo>
                  <a:lnTo>
                    <a:pt x="11142" y="10"/>
                  </a:lnTo>
                  <a:lnTo>
                    <a:pt x="11426" y="1"/>
                  </a:lnTo>
                  <a:lnTo>
                    <a:pt x="11701" y="1"/>
                  </a:lnTo>
                  <a:lnTo>
                    <a:pt x="11985" y="1"/>
                  </a:lnTo>
                  <a:lnTo>
                    <a:pt x="12269" y="10"/>
                  </a:lnTo>
                  <a:lnTo>
                    <a:pt x="12544" y="28"/>
                  </a:lnTo>
                  <a:lnTo>
                    <a:pt x="12828" y="55"/>
                  </a:lnTo>
                  <a:lnTo>
                    <a:pt x="13103" y="83"/>
                  </a:lnTo>
                  <a:lnTo>
                    <a:pt x="13387" y="120"/>
                  </a:lnTo>
                  <a:lnTo>
                    <a:pt x="13661" y="165"/>
                  </a:lnTo>
                  <a:lnTo>
                    <a:pt x="13936" y="211"/>
                  </a:lnTo>
                  <a:lnTo>
                    <a:pt x="14211" y="266"/>
                  </a:lnTo>
                  <a:lnTo>
                    <a:pt x="14486" y="330"/>
                  </a:lnTo>
                  <a:lnTo>
                    <a:pt x="14761" y="404"/>
                  </a:lnTo>
                  <a:lnTo>
                    <a:pt x="15036" y="477"/>
                  </a:lnTo>
                  <a:lnTo>
                    <a:pt x="15301" y="569"/>
                  </a:lnTo>
                  <a:lnTo>
                    <a:pt x="15576" y="651"/>
                  </a:lnTo>
                  <a:lnTo>
                    <a:pt x="15842" y="752"/>
                  </a:lnTo>
                  <a:lnTo>
                    <a:pt x="16108" y="853"/>
                  </a:lnTo>
                  <a:lnTo>
                    <a:pt x="16364" y="963"/>
                  </a:lnTo>
                  <a:lnTo>
                    <a:pt x="16630" y="1082"/>
                  </a:lnTo>
                  <a:lnTo>
                    <a:pt x="16887" y="1210"/>
                  </a:lnTo>
                  <a:lnTo>
                    <a:pt x="17143" y="1338"/>
                  </a:lnTo>
                  <a:lnTo>
                    <a:pt x="17400" y="1476"/>
                  </a:lnTo>
                  <a:lnTo>
                    <a:pt x="17647" y="1622"/>
                  </a:lnTo>
                  <a:lnTo>
                    <a:pt x="17894" y="1769"/>
                  </a:lnTo>
                  <a:lnTo>
                    <a:pt x="18142" y="1925"/>
                  </a:lnTo>
                  <a:lnTo>
                    <a:pt x="18380" y="2090"/>
                  </a:lnTo>
                  <a:lnTo>
                    <a:pt x="18618" y="2264"/>
                  </a:lnTo>
                  <a:lnTo>
                    <a:pt x="18856" y="2438"/>
                  </a:lnTo>
                  <a:lnTo>
                    <a:pt x="19085" y="2621"/>
                  </a:lnTo>
                  <a:lnTo>
                    <a:pt x="19315" y="2813"/>
                  </a:lnTo>
                  <a:lnTo>
                    <a:pt x="19544" y="3006"/>
                  </a:lnTo>
                  <a:lnTo>
                    <a:pt x="19764" y="3216"/>
                  </a:lnTo>
                  <a:lnTo>
                    <a:pt x="19974" y="342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6608380" y="3936817"/>
              <a:ext cx="215213" cy="215387"/>
            </a:xfrm>
            <a:custGeom>
              <a:rect b="b" l="l" r="r" t="t"/>
              <a:pathLst>
                <a:path extrusionOk="0" h="12416" w="12406">
                  <a:moveTo>
                    <a:pt x="6203" y="1"/>
                  </a:moveTo>
                  <a:lnTo>
                    <a:pt x="5910" y="10"/>
                  </a:lnTo>
                  <a:lnTo>
                    <a:pt x="5607" y="28"/>
                  </a:lnTo>
                  <a:lnTo>
                    <a:pt x="5314" y="65"/>
                  </a:lnTo>
                  <a:lnTo>
                    <a:pt x="5021" y="120"/>
                  </a:lnTo>
                  <a:lnTo>
                    <a:pt x="4728" y="184"/>
                  </a:lnTo>
                  <a:lnTo>
                    <a:pt x="4435" y="258"/>
                  </a:lnTo>
                  <a:lnTo>
                    <a:pt x="4151" y="349"/>
                  </a:lnTo>
                  <a:lnTo>
                    <a:pt x="3867" y="459"/>
                  </a:lnTo>
                  <a:lnTo>
                    <a:pt x="3592" y="578"/>
                  </a:lnTo>
                  <a:lnTo>
                    <a:pt x="3317" y="716"/>
                  </a:lnTo>
                  <a:lnTo>
                    <a:pt x="3051" y="862"/>
                  </a:lnTo>
                  <a:lnTo>
                    <a:pt x="2795" y="1027"/>
                  </a:lnTo>
                  <a:lnTo>
                    <a:pt x="2538" y="1201"/>
                  </a:lnTo>
                  <a:lnTo>
                    <a:pt x="2291" y="1394"/>
                  </a:lnTo>
                  <a:lnTo>
                    <a:pt x="2052" y="1595"/>
                  </a:lnTo>
                  <a:lnTo>
                    <a:pt x="1814" y="1815"/>
                  </a:lnTo>
                  <a:lnTo>
                    <a:pt x="1594" y="2053"/>
                  </a:lnTo>
                  <a:lnTo>
                    <a:pt x="1393" y="2292"/>
                  </a:lnTo>
                  <a:lnTo>
                    <a:pt x="1200" y="2539"/>
                  </a:lnTo>
                  <a:lnTo>
                    <a:pt x="1026" y="2795"/>
                  </a:lnTo>
                  <a:lnTo>
                    <a:pt x="861" y="3052"/>
                  </a:lnTo>
                  <a:lnTo>
                    <a:pt x="706" y="3318"/>
                  </a:lnTo>
                  <a:lnTo>
                    <a:pt x="577" y="3593"/>
                  </a:lnTo>
                  <a:lnTo>
                    <a:pt x="458" y="3877"/>
                  </a:lnTo>
                  <a:lnTo>
                    <a:pt x="348" y="4151"/>
                  </a:lnTo>
                  <a:lnTo>
                    <a:pt x="257" y="4445"/>
                  </a:lnTo>
                  <a:lnTo>
                    <a:pt x="174" y="4729"/>
                  </a:lnTo>
                  <a:lnTo>
                    <a:pt x="110" y="5022"/>
                  </a:lnTo>
                  <a:lnTo>
                    <a:pt x="64" y="5315"/>
                  </a:lnTo>
                  <a:lnTo>
                    <a:pt x="28" y="5608"/>
                  </a:lnTo>
                  <a:lnTo>
                    <a:pt x="9" y="5911"/>
                  </a:lnTo>
                  <a:lnTo>
                    <a:pt x="0" y="6204"/>
                  </a:lnTo>
                  <a:lnTo>
                    <a:pt x="9" y="6506"/>
                  </a:lnTo>
                  <a:lnTo>
                    <a:pt x="28" y="6799"/>
                  </a:lnTo>
                  <a:lnTo>
                    <a:pt x="64" y="7102"/>
                  </a:lnTo>
                  <a:lnTo>
                    <a:pt x="110" y="7395"/>
                  </a:lnTo>
                  <a:lnTo>
                    <a:pt x="174" y="7688"/>
                  </a:lnTo>
                  <a:lnTo>
                    <a:pt x="257" y="7972"/>
                  </a:lnTo>
                  <a:lnTo>
                    <a:pt x="348" y="8256"/>
                  </a:lnTo>
                  <a:lnTo>
                    <a:pt x="458" y="8540"/>
                  </a:lnTo>
                  <a:lnTo>
                    <a:pt x="577" y="8824"/>
                  </a:lnTo>
                  <a:lnTo>
                    <a:pt x="706" y="9090"/>
                  </a:lnTo>
                  <a:lnTo>
                    <a:pt x="861" y="9365"/>
                  </a:lnTo>
                  <a:lnTo>
                    <a:pt x="1026" y="9621"/>
                  </a:lnTo>
                  <a:lnTo>
                    <a:pt x="1200" y="9878"/>
                  </a:lnTo>
                  <a:lnTo>
                    <a:pt x="1393" y="10125"/>
                  </a:lnTo>
                  <a:lnTo>
                    <a:pt x="1594" y="10363"/>
                  </a:lnTo>
                  <a:lnTo>
                    <a:pt x="1814" y="10593"/>
                  </a:lnTo>
                  <a:lnTo>
                    <a:pt x="2052" y="10812"/>
                  </a:lnTo>
                  <a:lnTo>
                    <a:pt x="2291" y="11023"/>
                  </a:lnTo>
                  <a:lnTo>
                    <a:pt x="2538" y="11216"/>
                  </a:lnTo>
                  <a:lnTo>
                    <a:pt x="2795" y="11390"/>
                  </a:lnTo>
                  <a:lnTo>
                    <a:pt x="3051" y="11555"/>
                  </a:lnTo>
                  <a:lnTo>
                    <a:pt x="3317" y="11701"/>
                  </a:lnTo>
                  <a:lnTo>
                    <a:pt x="3592" y="11839"/>
                  </a:lnTo>
                  <a:lnTo>
                    <a:pt x="3867" y="11958"/>
                  </a:lnTo>
                  <a:lnTo>
                    <a:pt x="4151" y="12068"/>
                  </a:lnTo>
                  <a:lnTo>
                    <a:pt x="4435" y="12159"/>
                  </a:lnTo>
                  <a:lnTo>
                    <a:pt x="4728" y="12233"/>
                  </a:lnTo>
                  <a:lnTo>
                    <a:pt x="5021" y="12297"/>
                  </a:lnTo>
                  <a:lnTo>
                    <a:pt x="5314" y="12352"/>
                  </a:lnTo>
                  <a:lnTo>
                    <a:pt x="5607" y="12388"/>
                  </a:lnTo>
                  <a:lnTo>
                    <a:pt x="5910" y="12407"/>
                  </a:lnTo>
                  <a:lnTo>
                    <a:pt x="6203" y="12416"/>
                  </a:lnTo>
                  <a:lnTo>
                    <a:pt x="6505" y="12407"/>
                  </a:lnTo>
                  <a:lnTo>
                    <a:pt x="6799" y="12388"/>
                  </a:lnTo>
                  <a:lnTo>
                    <a:pt x="7092" y="12352"/>
                  </a:lnTo>
                  <a:lnTo>
                    <a:pt x="7394" y="12297"/>
                  </a:lnTo>
                  <a:lnTo>
                    <a:pt x="7678" y="12233"/>
                  </a:lnTo>
                  <a:lnTo>
                    <a:pt x="7971" y="12159"/>
                  </a:lnTo>
                  <a:lnTo>
                    <a:pt x="8255" y="12068"/>
                  </a:lnTo>
                  <a:lnTo>
                    <a:pt x="8539" y="11958"/>
                  </a:lnTo>
                  <a:lnTo>
                    <a:pt x="8814" y="11839"/>
                  </a:lnTo>
                  <a:lnTo>
                    <a:pt x="9089" y="11701"/>
                  </a:lnTo>
                  <a:lnTo>
                    <a:pt x="9355" y="11555"/>
                  </a:lnTo>
                  <a:lnTo>
                    <a:pt x="9620" y="11390"/>
                  </a:lnTo>
                  <a:lnTo>
                    <a:pt x="9877" y="11216"/>
                  </a:lnTo>
                  <a:lnTo>
                    <a:pt x="10124" y="11023"/>
                  </a:lnTo>
                  <a:lnTo>
                    <a:pt x="10363" y="10812"/>
                  </a:lnTo>
                  <a:lnTo>
                    <a:pt x="10592" y="10593"/>
                  </a:lnTo>
                  <a:lnTo>
                    <a:pt x="10812" y="10363"/>
                  </a:lnTo>
                  <a:lnTo>
                    <a:pt x="11022" y="10125"/>
                  </a:lnTo>
                  <a:lnTo>
                    <a:pt x="11215" y="9878"/>
                  </a:lnTo>
                  <a:lnTo>
                    <a:pt x="11389" y="9621"/>
                  </a:lnTo>
                  <a:lnTo>
                    <a:pt x="11554" y="9365"/>
                  </a:lnTo>
                  <a:lnTo>
                    <a:pt x="11700" y="9090"/>
                  </a:lnTo>
                  <a:lnTo>
                    <a:pt x="11838" y="8824"/>
                  </a:lnTo>
                  <a:lnTo>
                    <a:pt x="11957" y="8540"/>
                  </a:lnTo>
                  <a:lnTo>
                    <a:pt x="12067" y="8256"/>
                  </a:lnTo>
                  <a:lnTo>
                    <a:pt x="12158" y="7972"/>
                  </a:lnTo>
                  <a:lnTo>
                    <a:pt x="12232" y="7688"/>
                  </a:lnTo>
                  <a:lnTo>
                    <a:pt x="12296" y="7395"/>
                  </a:lnTo>
                  <a:lnTo>
                    <a:pt x="12351" y="7102"/>
                  </a:lnTo>
                  <a:lnTo>
                    <a:pt x="12378" y="6799"/>
                  </a:lnTo>
                  <a:lnTo>
                    <a:pt x="12406" y="6506"/>
                  </a:lnTo>
                  <a:lnTo>
                    <a:pt x="12406" y="6204"/>
                  </a:lnTo>
                  <a:lnTo>
                    <a:pt x="12406" y="5911"/>
                  </a:lnTo>
                  <a:lnTo>
                    <a:pt x="12378" y="5608"/>
                  </a:lnTo>
                  <a:lnTo>
                    <a:pt x="12351" y="5315"/>
                  </a:lnTo>
                  <a:lnTo>
                    <a:pt x="12296" y="5022"/>
                  </a:lnTo>
                  <a:lnTo>
                    <a:pt x="12232" y="4729"/>
                  </a:lnTo>
                  <a:lnTo>
                    <a:pt x="12158" y="4445"/>
                  </a:lnTo>
                  <a:lnTo>
                    <a:pt x="12067" y="4151"/>
                  </a:lnTo>
                  <a:lnTo>
                    <a:pt x="11957" y="3877"/>
                  </a:lnTo>
                  <a:lnTo>
                    <a:pt x="11838" y="3593"/>
                  </a:lnTo>
                  <a:lnTo>
                    <a:pt x="11700" y="3318"/>
                  </a:lnTo>
                  <a:lnTo>
                    <a:pt x="11554" y="3052"/>
                  </a:lnTo>
                  <a:lnTo>
                    <a:pt x="11389" y="2795"/>
                  </a:lnTo>
                  <a:lnTo>
                    <a:pt x="11215" y="2539"/>
                  </a:lnTo>
                  <a:lnTo>
                    <a:pt x="11022" y="2292"/>
                  </a:lnTo>
                  <a:lnTo>
                    <a:pt x="10812" y="2053"/>
                  </a:lnTo>
                  <a:lnTo>
                    <a:pt x="10592" y="1815"/>
                  </a:lnTo>
                  <a:lnTo>
                    <a:pt x="10363" y="1595"/>
                  </a:lnTo>
                  <a:lnTo>
                    <a:pt x="10124" y="1394"/>
                  </a:lnTo>
                  <a:lnTo>
                    <a:pt x="9877" y="1201"/>
                  </a:lnTo>
                  <a:lnTo>
                    <a:pt x="9620" y="1027"/>
                  </a:lnTo>
                  <a:lnTo>
                    <a:pt x="9355" y="862"/>
                  </a:lnTo>
                  <a:lnTo>
                    <a:pt x="9089" y="716"/>
                  </a:lnTo>
                  <a:lnTo>
                    <a:pt x="8814" y="578"/>
                  </a:lnTo>
                  <a:lnTo>
                    <a:pt x="8539" y="459"/>
                  </a:lnTo>
                  <a:lnTo>
                    <a:pt x="8255" y="349"/>
                  </a:lnTo>
                  <a:lnTo>
                    <a:pt x="7971" y="258"/>
                  </a:lnTo>
                  <a:lnTo>
                    <a:pt x="7678" y="184"/>
                  </a:lnTo>
                  <a:lnTo>
                    <a:pt x="7394" y="120"/>
                  </a:lnTo>
                  <a:lnTo>
                    <a:pt x="7092" y="65"/>
                  </a:lnTo>
                  <a:lnTo>
                    <a:pt x="6799" y="28"/>
                  </a:lnTo>
                  <a:lnTo>
                    <a:pt x="6505" y="10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6608380" y="3936817"/>
              <a:ext cx="215213" cy="215387"/>
            </a:xfrm>
            <a:custGeom>
              <a:rect b="b" l="l" r="r" t="t"/>
              <a:pathLst>
                <a:path extrusionOk="0" fill="none" h="12416" w="12406">
                  <a:moveTo>
                    <a:pt x="6203" y="1"/>
                  </a:moveTo>
                  <a:lnTo>
                    <a:pt x="6203" y="1"/>
                  </a:lnTo>
                  <a:lnTo>
                    <a:pt x="5910" y="10"/>
                  </a:lnTo>
                  <a:lnTo>
                    <a:pt x="5607" y="28"/>
                  </a:lnTo>
                  <a:lnTo>
                    <a:pt x="5314" y="65"/>
                  </a:lnTo>
                  <a:lnTo>
                    <a:pt x="5021" y="120"/>
                  </a:lnTo>
                  <a:lnTo>
                    <a:pt x="4728" y="184"/>
                  </a:lnTo>
                  <a:lnTo>
                    <a:pt x="4435" y="258"/>
                  </a:lnTo>
                  <a:lnTo>
                    <a:pt x="4151" y="349"/>
                  </a:lnTo>
                  <a:lnTo>
                    <a:pt x="3867" y="459"/>
                  </a:lnTo>
                  <a:lnTo>
                    <a:pt x="3592" y="578"/>
                  </a:lnTo>
                  <a:lnTo>
                    <a:pt x="3317" y="716"/>
                  </a:lnTo>
                  <a:lnTo>
                    <a:pt x="3051" y="862"/>
                  </a:lnTo>
                  <a:lnTo>
                    <a:pt x="2795" y="1027"/>
                  </a:lnTo>
                  <a:lnTo>
                    <a:pt x="2538" y="1201"/>
                  </a:lnTo>
                  <a:lnTo>
                    <a:pt x="2291" y="1394"/>
                  </a:lnTo>
                  <a:lnTo>
                    <a:pt x="2052" y="1595"/>
                  </a:lnTo>
                  <a:lnTo>
                    <a:pt x="1814" y="1815"/>
                  </a:lnTo>
                  <a:lnTo>
                    <a:pt x="1814" y="1815"/>
                  </a:lnTo>
                  <a:lnTo>
                    <a:pt x="1594" y="2053"/>
                  </a:lnTo>
                  <a:lnTo>
                    <a:pt x="1393" y="2292"/>
                  </a:lnTo>
                  <a:lnTo>
                    <a:pt x="1200" y="2539"/>
                  </a:lnTo>
                  <a:lnTo>
                    <a:pt x="1026" y="2795"/>
                  </a:lnTo>
                  <a:lnTo>
                    <a:pt x="861" y="3052"/>
                  </a:lnTo>
                  <a:lnTo>
                    <a:pt x="706" y="3318"/>
                  </a:lnTo>
                  <a:lnTo>
                    <a:pt x="577" y="3593"/>
                  </a:lnTo>
                  <a:lnTo>
                    <a:pt x="458" y="3877"/>
                  </a:lnTo>
                  <a:lnTo>
                    <a:pt x="348" y="4151"/>
                  </a:lnTo>
                  <a:lnTo>
                    <a:pt x="257" y="4445"/>
                  </a:lnTo>
                  <a:lnTo>
                    <a:pt x="174" y="4729"/>
                  </a:lnTo>
                  <a:lnTo>
                    <a:pt x="110" y="5022"/>
                  </a:lnTo>
                  <a:lnTo>
                    <a:pt x="64" y="5315"/>
                  </a:lnTo>
                  <a:lnTo>
                    <a:pt x="28" y="5608"/>
                  </a:lnTo>
                  <a:lnTo>
                    <a:pt x="9" y="5911"/>
                  </a:lnTo>
                  <a:lnTo>
                    <a:pt x="0" y="6204"/>
                  </a:lnTo>
                  <a:lnTo>
                    <a:pt x="9" y="6506"/>
                  </a:lnTo>
                  <a:lnTo>
                    <a:pt x="28" y="6799"/>
                  </a:lnTo>
                  <a:lnTo>
                    <a:pt x="64" y="7102"/>
                  </a:lnTo>
                  <a:lnTo>
                    <a:pt x="110" y="7395"/>
                  </a:lnTo>
                  <a:lnTo>
                    <a:pt x="174" y="7688"/>
                  </a:lnTo>
                  <a:lnTo>
                    <a:pt x="257" y="7972"/>
                  </a:lnTo>
                  <a:lnTo>
                    <a:pt x="348" y="8256"/>
                  </a:lnTo>
                  <a:lnTo>
                    <a:pt x="458" y="8540"/>
                  </a:lnTo>
                  <a:lnTo>
                    <a:pt x="577" y="8824"/>
                  </a:lnTo>
                  <a:lnTo>
                    <a:pt x="706" y="9090"/>
                  </a:lnTo>
                  <a:lnTo>
                    <a:pt x="861" y="9365"/>
                  </a:lnTo>
                  <a:lnTo>
                    <a:pt x="1026" y="9621"/>
                  </a:lnTo>
                  <a:lnTo>
                    <a:pt x="1200" y="9878"/>
                  </a:lnTo>
                  <a:lnTo>
                    <a:pt x="1393" y="10125"/>
                  </a:lnTo>
                  <a:lnTo>
                    <a:pt x="1594" y="10363"/>
                  </a:lnTo>
                  <a:lnTo>
                    <a:pt x="1814" y="10593"/>
                  </a:lnTo>
                  <a:lnTo>
                    <a:pt x="1814" y="10593"/>
                  </a:lnTo>
                  <a:lnTo>
                    <a:pt x="2052" y="10812"/>
                  </a:lnTo>
                  <a:lnTo>
                    <a:pt x="2291" y="11023"/>
                  </a:lnTo>
                  <a:lnTo>
                    <a:pt x="2538" y="11216"/>
                  </a:lnTo>
                  <a:lnTo>
                    <a:pt x="2795" y="11390"/>
                  </a:lnTo>
                  <a:lnTo>
                    <a:pt x="3051" y="11555"/>
                  </a:lnTo>
                  <a:lnTo>
                    <a:pt x="3317" y="11701"/>
                  </a:lnTo>
                  <a:lnTo>
                    <a:pt x="3592" y="11839"/>
                  </a:lnTo>
                  <a:lnTo>
                    <a:pt x="3867" y="11958"/>
                  </a:lnTo>
                  <a:lnTo>
                    <a:pt x="4151" y="12068"/>
                  </a:lnTo>
                  <a:lnTo>
                    <a:pt x="4435" y="12159"/>
                  </a:lnTo>
                  <a:lnTo>
                    <a:pt x="4728" y="12233"/>
                  </a:lnTo>
                  <a:lnTo>
                    <a:pt x="5021" y="12297"/>
                  </a:lnTo>
                  <a:lnTo>
                    <a:pt x="5314" y="12352"/>
                  </a:lnTo>
                  <a:lnTo>
                    <a:pt x="5607" y="12388"/>
                  </a:lnTo>
                  <a:lnTo>
                    <a:pt x="5910" y="12407"/>
                  </a:lnTo>
                  <a:lnTo>
                    <a:pt x="6203" y="12416"/>
                  </a:lnTo>
                  <a:lnTo>
                    <a:pt x="6203" y="12416"/>
                  </a:lnTo>
                  <a:lnTo>
                    <a:pt x="6505" y="12407"/>
                  </a:lnTo>
                  <a:lnTo>
                    <a:pt x="6799" y="12388"/>
                  </a:lnTo>
                  <a:lnTo>
                    <a:pt x="7092" y="12352"/>
                  </a:lnTo>
                  <a:lnTo>
                    <a:pt x="7394" y="12297"/>
                  </a:lnTo>
                  <a:lnTo>
                    <a:pt x="7678" y="12233"/>
                  </a:lnTo>
                  <a:lnTo>
                    <a:pt x="7971" y="12159"/>
                  </a:lnTo>
                  <a:lnTo>
                    <a:pt x="8255" y="12068"/>
                  </a:lnTo>
                  <a:lnTo>
                    <a:pt x="8539" y="11958"/>
                  </a:lnTo>
                  <a:lnTo>
                    <a:pt x="8814" y="11839"/>
                  </a:lnTo>
                  <a:lnTo>
                    <a:pt x="9089" y="11701"/>
                  </a:lnTo>
                  <a:lnTo>
                    <a:pt x="9355" y="11555"/>
                  </a:lnTo>
                  <a:lnTo>
                    <a:pt x="9620" y="11390"/>
                  </a:lnTo>
                  <a:lnTo>
                    <a:pt x="9877" y="11216"/>
                  </a:lnTo>
                  <a:lnTo>
                    <a:pt x="10124" y="11023"/>
                  </a:lnTo>
                  <a:lnTo>
                    <a:pt x="10363" y="10812"/>
                  </a:lnTo>
                  <a:lnTo>
                    <a:pt x="10592" y="10593"/>
                  </a:lnTo>
                  <a:lnTo>
                    <a:pt x="10592" y="10593"/>
                  </a:lnTo>
                  <a:lnTo>
                    <a:pt x="10812" y="10363"/>
                  </a:lnTo>
                  <a:lnTo>
                    <a:pt x="11022" y="10125"/>
                  </a:lnTo>
                  <a:lnTo>
                    <a:pt x="11215" y="9878"/>
                  </a:lnTo>
                  <a:lnTo>
                    <a:pt x="11389" y="9621"/>
                  </a:lnTo>
                  <a:lnTo>
                    <a:pt x="11554" y="9365"/>
                  </a:lnTo>
                  <a:lnTo>
                    <a:pt x="11700" y="9090"/>
                  </a:lnTo>
                  <a:lnTo>
                    <a:pt x="11838" y="8824"/>
                  </a:lnTo>
                  <a:lnTo>
                    <a:pt x="11957" y="8540"/>
                  </a:lnTo>
                  <a:lnTo>
                    <a:pt x="12067" y="8256"/>
                  </a:lnTo>
                  <a:lnTo>
                    <a:pt x="12158" y="7972"/>
                  </a:lnTo>
                  <a:lnTo>
                    <a:pt x="12232" y="7688"/>
                  </a:lnTo>
                  <a:lnTo>
                    <a:pt x="12296" y="7395"/>
                  </a:lnTo>
                  <a:lnTo>
                    <a:pt x="12351" y="7102"/>
                  </a:lnTo>
                  <a:lnTo>
                    <a:pt x="12378" y="6799"/>
                  </a:lnTo>
                  <a:lnTo>
                    <a:pt x="12406" y="6506"/>
                  </a:lnTo>
                  <a:lnTo>
                    <a:pt x="12406" y="6204"/>
                  </a:lnTo>
                  <a:lnTo>
                    <a:pt x="12406" y="5911"/>
                  </a:lnTo>
                  <a:lnTo>
                    <a:pt x="12378" y="5608"/>
                  </a:lnTo>
                  <a:lnTo>
                    <a:pt x="12351" y="5315"/>
                  </a:lnTo>
                  <a:lnTo>
                    <a:pt x="12296" y="5022"/>
                  </a:lnTo>
                  <a:lnTo>
                    <a:pt x="12232" y="4729"/>
                  </a:lnTo>
                  <a:lnTo>
                    <a:pt x="12158" y="4445"/>
                  </a:lnTo>
                  <a:lnTo>
                    <a:pt x="12067" y="4151"/>
                  </a:lnTo>
                  <a:lnTo>
                    <a:pt x="11957" y="3877"/>
                  </a:lnTo>
                  <a:lnTo>
                    <a:pt x="11838" y="3593"/>
                  </a:lnTo>
                  <a:lnTo>
                    <a:pt x="11700" y="3318"/>
                  </a:lnTo>
                  <a:lnTo>
                    <a:pt x="11554" y="3052"/>
                  </a:lnTo>
                  <a:lnTo>
                    <a:pt x="11389" y="2795"/>
                  </a:lnTo>
                  <a:lnTo>
                    <a:pt x="11215" y="2539"/>
                  </a:lnTo>
                  <a:lnTo>
                    <a:pt x="11022" y="2292"/>
                  </a:lnTo>
                  <a:lnTo>
                    <a:pt x="10812" y="2053"/>
                  </a:lnTo>
                  <a:lnTo>
                    <a:pt x="10592" y="1815"/>
                  </a:lnTo>
                  <a:lnTo>
                    <a:pt x="10592" y="1815"/>
                  </a:lnTo>
                  <a:lnTo>
                    <a:pt x="10363" y="1595"/>
                  </a:lnTo>
                  <a:lnTo>
                    <a:pt x="10124" y="1394"/>
                  </a:lnTo>
                  <a:lnTo>
                    <a:pt x="9877" y="1201"/>
                  </a:lnTo>
                  <a:lnTo>
                    <a:pt x="9620" y="1027"/>
                  </a:lnTo>
                  <a:lnTo>
                    <a:pt x="9355" y="862"/>
                  </a:lnTo>
                  <a:lnTo>
                    <a:pt x="9089" y="716"/>
                  </a:lnTo>
                  <a:lnTo>
                    <a:pt x="8814" y="578"/>
                  </a:lnTo>
                  <a:lnTo>
                    <a:pt x="8539" y="459"/>
                  </a:lnTo>
                  <a:lnTo>
                    <a:pt x="8255" y="349"/>
                  </a:lnTo>
                  <a:lnTo>
                    <a:pt x="7971" y="258"/>
                  </a:lnTo>
                  <a:lnTo>
                    <a:pt x="7678" y="184"/>
                  </a:lnTo>
                  <a:lnTo>
                    <a:pt x="7394" y="120"/>
                  </a:lnTo>
                  <a:lnTo>
                    <a:pt x="7092" y="65"/>
                  </a:lnTo>
                  <a:lnTo>
                    <a:pt x="6799" y="28"/>
                  </a:lnTo>
                  <a:lnTo>
                    <a:pt x="6505" y="10"/>
                  </a:lnTo>
                  <a:lnTo>
                    <a:pt x="620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6473746" y="3728768"/>
              <a:ext cx="349847" cy="349847"/>
            </a:xfrm>
            <a:custGeom>
              <a:rect b="b" l="l" r="r" t="t"/>
              <a:pathLst>
                <a:path extrusionOk="0" h="20167" w="20167">
                  <a:moveTo>
                    <a:pt x="17583" y="1"/>
                  </a:moveTo>
                  <a:lnTo>
                    <a:pt x="17107" y="10"/>
                  </a:lnTo>
                  <a:lnTo>
                    <a:pt x="16612" y="28"/>
                  </a:lnTo>
                  <a:lnTo>
                    <a:pt x="16080" y="56"/>
                  </a:lnTo>
                  <a:lnTo>
                    <a:pt x="15531" y="101"/>
                  </a:lnTo>
                  <a:lnTo>
                    <a:pt x="14953" y="156"/>
                  </a:lnTo>
                  <a:lnTo>
                    <a:pt x="14367" y="220"/>
                  </a:lnTo>
                  <a:lnTo>
                    <a:pt x="13753" y="312"/>
                  </a:lnTo>
                  <a:lnTo>
                    <a:pt x="13130" y="413"/>
                  </a:lnTo>
                  <a:lnTo>
                    <a:pt x="12498" y="541"/>
                  </a:lnTo>
                  <a:lnTo>
                    <a:pt x="11857" y="679"/>
                  </a:lnTo>
                  <a:lnTo>
                    <a:pt x="11215" y="843"/>
                  </a:lnTo>
                  <a:lnTo>
                    <a:pt x="10885" y="935"/>
                  </a:lnTo>
                  <a:lnTo>
                    <a:pt x="10565" y="1036"/>
                  </a:lnTo>
                  <a:lnTo>
                    <a:pt x="10244" y="1137"/>
                  </a:lnTo>
                  <a:lnTo>
                    <a:pt x="9914" y="1247"/>
                  </a:lnTo>
                  <a:lnTo>
                    <a:pt x="9594" y="1357"/>
                  </a:lnTo>
                  <a:lnTo>
                    <a:pt x="9273" y="1485"/>
                  </a:lnTo>
                  <a:lnTo>
                    <a:pt x="8943" y="1613"/>
                  </a:lnTo>
                  <a:lnTo>
                    <a:pt x="8632" y="1751"/>
                  </a:lnTo>
                  <a:lnTo>
                    <a:pt x="8311" y="1897"/>
                  </a:lnTo>
                  <a:lnTo>
                    <a:pt x="7990" y="2044"/>
                  </a:lnTo>
                  <a:lnTo>
                    <a:pt x="7679" y="2200"/>
                  </a:lnTo>
                  <a:lnTo>
                    <a:pt x="7367" y="2374"/>
                  </a:lnTo>
                  <a:lnTo>
                    <a:pt x="7065" y="2548"/>
                  </a:lnTo>
                  <a:lnTo>
                    <a:pt x="6762" y="2731"/>
                  </a:lnTo>
                  <a:lnTo>
                    <a:pt x="6460" y="2914"/>
                  </a:lnTo>
                  <a:lnTo>
                    <a:pt x="6167" y="3116"/>
                  </a:lnTo>
                  <a:lnTo>
                    <a:pt x="5874" y="3326"/>
                  </a:lnTo>
                  <a:lnTo>
                    <a:pt x="5590" y="3546"/>
                  </a:lnTo>
                  <a:lnTo>
                    <a:pt x="5315" y="3766"/>
                  </a:lnTo>
                  <a:lnTo>
                    <a:pt x="5040" y="4004"/>
                  </a:lnTo>
                  <a:lnTo>
                    <a:pt x="4765" y="4243"/>
                  </a:lnTo>
                  <a:lnTo>
                    <a:pt x="4509" y="4499"/>
                  </a:lnTo>
                  <a:lnTo>
                    <a:pt x="4252" y="4765"/>
                  </a:lnTo>
                  <a:lnTo>
                    <a:pt x="4005" y="5031"/>
                  </a:lnTo>
                  <a:lnTo>
                    <a:pt x="3776" y="5306"/>
                  </a:lnTo>
                  <a:lnTo>
                    <a:pt x="3546" y="5590"/>
                  </a:lnTo>
                  <a:lnTo>
                    <a:pt x="3327" y="5874"/>
                  </a:lnTo>
                  <a:lnTo>
                    <a:pt x="3125" y="6158"/>
                  </a:lnTo>
                  <a:lnTo>
                    <a:pt x="2923" y="6460"/>
                  </a:lnTo>
                  <a:lnTo>
                    <a:pt x="2731" y="6753"/>
                  </a:lnTo>
                  <a:lnTo>
                    <a:pt x="2548" y="7056"/>
                  </a:lnTo>
                  <a:lnTo>
                    <a:pt x="2374" y="7367"/>
                  </a:lnTo>
                  <a:lnTo>
                    <a:pt x="2209" y="7679"/>
                  </a:lnTo>
                  <a:lnTo>
                    <a:pt x="2053" y="7990"/>
                  </a:lnTo>
                  <a:lnTo>
                    <a:pt x="1897" y="8302"/>
                  </a:lnTo>
                  <a:lnTo>
                    <a:pt x="1751" y="8622"/>
                  </a:lnTo>
                  <a:lnTo>
                    <a:pt x="1622" y="8943"/>
                  </a:lnTo>
                  <a:lnTo>
                    <a:pt x="1485" y="9264"/>
                  </a:lnTo>
                  <a:lnTo>
                    <a:pt x="1366" y="9584"/>
                  </a:lnTo>
                  <a:lnTo>
                    <a:pt x="1247" y="9905"/>
                  </a:lnTo>
                  <a:lnTo>
                    <a:pt x="1137" y="10235"/>
                  </a:lnTo>
                  <a:lnTo>
                    <a:pt x="1036" y="10555"/>
                  </a:lnTo>
                  <a:lnTo>
                    <a:pt x="944" y="10885"/>
                  </a:lnTo>
                  <a:lnTo>
                    <a:pt x="853" y="11206"/>
                  </a:lnTo>
                  <a:lnTo>
                    <a:pt x="688" y="11857"/>
                  </a:lnTo>
                  <a:lnTo>
                    <a:pt x="541" y="12498"/>
                  </a:lnTo>
                  <a:lnTo>
                    <a:pt x="422" y="13130"/>
                  </a:lnTo>
                  <a:lnTo>
                    <a:pt x="312" y="13753"/>
                  </a:lnTo>
                  <a:lnTo>
                    <a:pt x="230" y="14358"/>
                  </a:lnTo>
                  <a:lnTo>
                    <a:pt x="156" y="14953"/>
                  </a:lnTo>
                  <a:lnTo>
                    <a:pt x="111" y="15521"/>
                  </a:lnTo>
                  <a:lnTo>
                    <a:pt x="65" y="16071"/>
                  </a:lnTo>
                  <a:lnTo>
                    <a:pt x="37" y="16603"/>
                  </a:lnTo>
                  <a:lnTo>
                    <a:pt x="19" y="17107"/>
                  </a:lnTo>
                  <a:lnTo>
                    <a:pt x="10" y="17574"/>
                  </a:lnTo>
                  <a:lnTo>
                    <a:pt x="1" y="18014"/>
                  </a:lnTo>
                  <a:lnTo>
                    <a:pt x="10" y="18417"/>
                  </a:lnTo>
                  <a:lnTo>
                    <a:pt x="28" y="19113"/>
                  </a:lnTo>
                  <a:lnTo>
                    <a:pt x="56" y="19635"/>
                  </a:lnTo>
                  <a:lnTo>
                    <a:pt x="83" y="19965"/>
                  </a:lnTo>
                  <a:lnTo>
                    <a:pt x="92" y="20075"/>
                  </a:lnTo>
                  <a:lnTo>
                    <a:pt x="211" y="20084"/>
                  </a:lnTo>
                  <a:lnTo>
                    <a:pt x="541" y="20112"/>
                  </a:lnTo>
                  <a:lnTo>
                    <a:pt x="1054" y="20139"/>
                  </a:lnTo>
                  <a:lnTo>
                    <a:pt x="1751" y="20158"/>
                  </a:lnTo>
                  <a:lnTo>
                    <a:pt x="2154" y="20167"/>
                  </a:lnTo>
                  <a:lnTo>
                    <a:pt x="2594" y="20167"/>
                  </a:lnTo>
                  <a:lnTo>
                    <a:pt x="3070" y="20158"/>
                  </a:lnTo>
                  <a:lnTo>
                    <a:pt x="3565" y="20130"/>
                  </a:lnTo>
                  <a:lnTo>
                    <a:pt x="4096" y="20103"/>
                  </a:lnTo>
                  <a:lnTo>
                    <a:pt x="4646" y="20066"/>
                  </a:lnTo>
                  <a:lnTo>
                    <a:pt x="5223" y="20011"/>
                  </a:lnTo>
                  <a:lnTo>
                    <a:pt x="5810" y="19938"/>
                  </a:lnTo>
                  <a:lnTo>
                    <a:pt x="6423" y="19855"/>
                  </a:lnTo>
                  <a:lnTo>
                    <a:pt x="7037" y="19745"/>
                  </a:lnTo>
                  <a:lnTo>
                    <a:pt x="7679" y="19626"/>
                  </a:lnTo>
                  <a:lnTo>
                    <a:pt x="8311" y="19480"/>
                  </a:lnTo>
                  <a:lnTo>
                    <a:pt x="8961" y="19324"/>
                  </a:lnTo>
                  <a:lnTo>
                    <a:pt x="9282" y="19232"/>
                  </a:lnTo>
                  <a:lnTo>
                    <a:pt x="9612" y="19131"/>
                  </a:lnTo>
                  <a:lnTo>
                    <a:pt x="9933" y="19031"/>
                  </a:lnTo>
                  <a:lnTo>
                    <a:pt x="10262" y="18921"/>
                  </a:lnTo>
                  <a:lnTo>
                    <a:pt x="10583" y="18802"/>
                  </a:lnTo>
                  <a:lnTo>
                    <a:pt x="10904" y="18682"/>
                  </a:lnTo>
                  <a:lnTo>
                    <a:pt x="11224" y="18554"/>
                  </a:lnTo>
                  <a:lnTo>
                    <a:pt x="11545" y="18417"/>
                  </a:lnTo>
                  <a:lnTo>
                    <a:pt x="11866" y="18270"/>
                  </a:lnTo>
                  <a:lnTo>
                    <a:pt x="12177" y="18124"/>
                  </a:lnTo>
                  <a:lnTo>
                    <a:pt x="12498" y="17959"/>
                  </a:lnTo>
                  <a:lnTo>
                    <a:pt x="12800" y="17794"/>
                  </a:lnTo>
                  <a:lnTo>
                    <a:pt x="13112" y="17620"/>
                  </a:lnTo>
                  <a:lnTo>
                    <a:pt x="13414" y="17436"/>
                  </a:lnTo>
                  <a:lnTo>
                    <a:pt x="13717" y="17244"/>
                  </a:lnTo>
                  <a:lnTo>
                    <a:pt x="14010" y="17042"/>
                  </a:lnTo>
                  <a:lnTo>
                    <a:pt x="14303" y="16841"/>
                  </a:lnTo>
                  <a:lnTo>
                    <a:pt x="14587" y="16621"/>
                  </a:lnTo>
                  <a:lnTo>
                    <a:pt x="14862" y="16392"/>
                  </a:lnTo>
                  <a:lnTo>
                    <a:pt x="15137" y="16163"/>
                  </a:lnTo>
                  <a:lnTo>
                    <a:pt x="15402" y="15915"/>
                  </a:lnTo>
                  <a:lnTo>
                    <a:pt x="15668" y="15659"/>
                  </a:lnTo>
                  <a:lnTo>
                    <a:pt x="15925" y="15402"/>
                  </a:lnTo>
                  <a:lnTo>
                    <a:pt x="16163" y="15127"/>
                  </a:lnTo>
                  <a:lnTo>
                    <a:pt x="16401" y="14862"/>
                  </a:lnTo>
                  <a:lnTo>
                    <a:pt x="16630" y="14578"/>
                  </a:lnTo>
                  <a:lnTo>
                    <a:pt x="16841" y="14294"/>
                  </a:lnTo>
                  <a:lnTo>
                    <a:pt x="17052" y="14001"/>
                  </a:lnTo>
                  <a:lnTo>
                    <a:pt x="17253" y="13707"/>
                  </a:lnTo>
                  <a:lnTo>
                    <a:pt x="17446" y="13405"/>
                  </a:lnTo>
                  <a:lnTo>
                    <a:pt x="17629" y="13103"/>
                  </a:lnTo>
                  <a:lnTo>
                    <a:pt x="17803" y="12800"/>
                  </a:lnTo>
                  <a:lnTo>
                    <a:pt x="17968" y="12489"/>
                  </a:lnTo>
                  <a:lnTo>
                    <a:pt x="18124" y="12177"/>
                  </a:lnTo>
                  <a:lnTo>
                    <a:pt x="18279" y="11857"/>
                  </a:lnTo>
                  <a:lnTo>
                    <a:pt x="18417" y="11545"/>
                  </a:lnTo>
                  <a:lnTo>
                    <a:pt x="18554" y="11224"/>
                  </a:lnTo>
                  <a:lnTo>
                    <a:pt x="18683" y="10904"/>
                  </a:lnTo>
                  <a:lnTo>
                    <a:pt x="18811" y="10574"/>
                  </a:lnTo>
                  <a:lnTo>
                    <a:pt x="18921" y="10253"/>
                  </a:lnTo>
                  <a:lnTo>
                    <a:pt x="19031" y="9932"/>
                  </a:lnTo>
                  <a:lnTo>
                    <a:pt x="19141" y="9603"/>
                  </a:lnTo>
                  <a:lnTo>
                    <a:pt x="19232" y="9282"/>
                  </a:lnTo>
                  <a:lnTo>
                    <a:pt x="19324" y="8952"/>
                  </a:lnTo>
                  <a:lnTo>
                    <a:pt x="19489" y="8311"/>
                  </a:lnTo>
                  <a:lnTo>
                    <a:pt x="19635" y="7669"/>
                  </a:lnTo>
                  <a:lnTo>
                    <a:pt x="19754" y="7037"/>
                  </a:lnTo>
                  <a:lnTo>
                    <a:pt x="19855" y="6414"/>
                  </a:lnTo>
                  <a:lnTo>
                    <a:pt x="19947" y="5809"/>
                  </a:lnTo>
                  <a:lnTo>
                    <a:pt x="20011" y="5214"/>
                  </a:lnTo>
                  <a:lnTo>
                    <a:pt x="20066" y="4637"/>
                  </a:lnTo>
                  <a:lnTo>
                    <a:pt x="20112" y="4087"/>
                  </a:lnTo>
                  <a:lnTo>
                    <a:pt x="20139" y="3565"/>
                  </a:lnTo>
                  <a:lnTo>
                    <a:pt x="20158" y="3061"/>
                  </a:lnTo>
                  <a:lnTo>
                    <a:pt x="20167" y="2584"/>
                  </a:lnTo>
                  <a:lnTo>
                    <a:pt x="20167" y="2154"/>
                  </a:lnTo>
                  <a:lnTo>
                    <a:pt x="20167" y="1741"/>
                  </a:lnTo>
                  <a:lnTo>
                    <a:pt x="20148" y="1054"/>
                  </a:lnTo>
                  <a:lnTo>
                    <a:pt x="20121" y="532"/>
                  </a:lnTo>
                  <a:lnTo>
                    <a:pt x="20093" y="202"/>
                  </a:lnTo>
                  <a:lnTo>
                    <a:pt x="20084" y="92"/>
                  </a:lnTo>
                  <a:lnTo>
                    <a:pt x="19965" y="74"/>
                  </a:lnTo>
                  <a:lnTo>
                    <a:pt x="19635" y="56"/>
                  </a:lnTo>
                  <a:lnTo>
                    <a:pt x="19113" y="19"/>
                  </a:lnTo>
                  <a:lnTo>
                    <a:pt x="18426" y="1"/>
                  </a:lnTo>
                  <a:close/>
                </a:path>
              </a:pathLst>
            </a:custGeom>
            <a:solidFill>
              <a:srgbClr val="B4CC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6225330" y="3686961"/>
              <a:ext cx="270049" cy="379425"/>
            </a:xfrm>
            <a:custGeom>
              <a:rect b="b" l="l" r="r" t="t"/>
              <a:pathLst>
                <a:path extrusionOk="0" h="21872" w="15567">
                  <a:moveTo>
                    <a:pt x="1338" y="1"/>
                  </a:moveTo>
                  <a:lnTo>
                    <a:pt x="1301" y="93"/>
                  </a:lnTo>
                  <a:lnTo>
                    <a:pt x="1210" y="377"/>
                  </a:lnTo>
                  <a:lnTo>
                    <a:pt x="1063" y="816"/>
                  </a:lnTo>
                  <a:lnTo>
                    <a:pt x="889" y="1421"/>
                  </a:lnTo>
                  <a:lnTo>
                    <a:pt x="797" y="1769"/>
                  </a:lnTo>
                  <a:lnTo>
                    <a:pt x="696" y="2154"/>
                  </a:lnTo>
                  <a:lnTo>
                    <a:pt x="605" y="2566"/>
                  </a:lnTo>
                  <a:lnTo>
                    <a:pt x="504" y="3006"/>
                  </a:lnTo>
                  <a:lnTo>
                    <a:pt x="412" y="3473"/>
                  </a:lnTo>
                  <a:lnTo>
                    <a:pt x="330" y="3959"/>
                  </a:lnTo>
                  <a:lnTo>
                    <a:pt x="248" y="4472"/>
                  </a:lnTo>
                  <a:lnTo>
                    <a:pt x="174" y="5003"/>
                  </a:lnTo>
                  <a:lnTo>
                    <a:pt x="110" y="5553"/>
                  </a:lnTo>
                  <a:lnTo>
                    <a:pt x="64" y="6112"/>
                  </a:lnTo>
                  <a:lnTo>
                    <a:pt x="28" y="6689"/>
                  </a:lnTo>
                  <a:lnTo>
                    <a:pt x="9" y="7285"/>
                  </a:lnTo>
                  <a:lnTo>
                    <a:pt x="0" y="7880"/>
                  </a:lnTo>
                  <a:lnTo>
                    <a:pt x="18" y="8485"/>
                  </a:lnTo>
                  <a:lnTo>
                    <a:pt x="37" y="8797"/>
                  </a:lnTo>
                  <a:lnTo>
                    <a:pt x="64" y="9099"/>
                  </a:lnTo>
                  <a:lnTo>
                    <a:pt x="92" y="9411"/>
                  </a:lnTo>
                  <a:lnTo>
                    <a:pt x="119" y="9713"/>
                  </a:lnTo>
                  <a:lnTo>
                    <a:pt x="165" y="10024"/>
                  </a:lnTo>
                  <a:lnTo>
                    <a:pt x="211" y="10336"/>
                  </a:lnTo>
                  <a:lnTo>
                    <a:pt x="266" y="10638"/>
                  </a:lnTo>
                  <a:lnTo>
                    <a:pt x="321" y="10950"/>
                  </a:lnTo>
                  <a:lnTo>
                    <a:pt x="394" y="11261"/>
                  </a:lnTo>
                  <a:lnTo>
                    <a:pt x="467" y="11564"/>
                  </a:lnTo>
                  <a:lnTo>
                    <a:pt x="550" y="11875"/>
                  </a:lnTo>
                  <a:lnTo>
                    <a:pt x="641" y="12178"/>
                  </a:lnTo>
                  <a:lnTo>
                    <a:pt x="742" y="12480"/>
                  </a:lnTo>
                  <a:lnTo>
                    <a:pt x="843" y="12782"/>
                  </a:lnTo>
                  <a:lnTo>
                    <a:pt x="962" y="13075"/>
                  </a:lnTo>
                  <a:lnTo>
                    <a:pt x="1090" y="13378"/>
                  </a:lnTo>
                  <a:lnTo>
                    <a:pt x="1219" y="13671"/>
                  </a:lnTo>
                  <a:lnTo>
                    <a:pt x="1365" y="13964"/>
                  </a:lnTo>
                  <a:lnTo>
                    <a:pt x="1512" y="14248"/>
                  </a:lnTo>
                  <a:lnTo>
                    <a:pt x="1677" y="14532"/>
                  </a:lnTo>
                  <a:lnTo>
                    <a:pt x="1851" y="14816"/>
                  </a:lnTo>
                  <a:lnTo>
                    <a:pt x="2025" y="15091"/>
                  </a:lnTo>
                  <a:lnTo>
                    <a:pt x="2217" y="15357"/>
                  </a:lnTo>
                  <a:lnTo>
                    <a:pt x="2410" y="15613"/>
                  </a:lnTo>
                  <a:lnTo>
                    <a:pt x="2602" y="15870"/>
                  </a:lnTo>
                  <a:lnTo>
                    <a:pt x="2813" y="16108"/>
                  </a:lnTo>
                  <a:lnTo>
                    <a:pt x="3024" y="16356"/>
                  </a:lnTo>
                  <a:lnTo>
                    <a:pt x="3244" y="16585"/>
                  </a:lnTo>
                  <a:lnTo>
                    <a:pt x="3463" y="16814"/>
                  </a:lnTo>
                  <a:lnTo>
                    <a:pt x="3693" y="17034"/>
                  </a:lnTo>
                  <a:lnTo>
                    <a:pt x="3922" y="17244"/>
                  </a:lnTo>
                  <a:lnTo>
                    <a:pt x="4160" y="17455"/>
                  </a:lnTo>
                  <a:lnTo>
                    <a:pt x="4398" y="17657"/>
                  </a:lnTo>
                  <a:lnTo>
                    <a:pt x="4645" y="17858"/>
                  </a:lnTo>
                  <a:lnTo>
                    <a:pt x="4893" y="18041"/>
                  </a:lnTo>
                  <a:lnTo>
                    <a:pt x="5140" y="18234"/>
                  </a:lnTo>
                  <a:lnTo>
                    <a:pt x="5397" y="18408"/>
                  </a:lnTo>
                  <a:lnTo>
                    <a:pt x="5653" y="18582"/>
                  </a:lnTo>
                  <a:lnTo>
                    <a:pt x="5910" y="18756"/>
                  </a:lnTo>
                  <a:lnTo>
                    <a:pt x="6166" y="18912"/>
                  </a:lnTo>
                  <a:lnTo>
                    <a:pt x="6689" y="19223"/>
                  </a:lnTo>
                  <a:lnTo>
                    <a:pt x="7220" y="19517"/>
                  </a:lnTo>
                  <a:lnTo>
                    <a:pt x="7742" y="19782"/>
                  </a:lnTo>
                  <a:lnTo>
                    <a:pt x="8264" y="20030"/>
                  </a:lnTo>
                  <a:lnTo>
                    <a:pt x="8778" y="20259"/>
                  </a:lnTo>
                  <a:lnTo>
                    <a:pt x="9291" y="20469"/>
                  </a:lnTo>
                  <a:lnTo>
                    <a:pt x="9795" y="20662"/>
                  </a:lnTo>
                  <a:lnTo>
                    <a:pt x="10280" y="20836"/>
                  </a:lnTo>
                  <a:lnTo>
                    <a:pt x="10747" y="21001"/>
                  </a:lnTo>
                  <a:lnTo>
                    <a:pt x="11196" y="21147"/>
                  </a:lnTo>
                  <a:lnTo>
                    <a:pt x="11636" y="21276"/>
                  </a:lnTo>
                  <a:lnTo>
                    <a:pt x="12039" y="21386"/>
                  </a:lnTo>
                  <a:lnTo>
                    <a:pt x="12424" y="21486"/>
                  </a:lnTo>
                  <a:lnTo>
                    <a:pt x="12772" y="21578"/>
                  </a:lnTo>
                  <a:lnTo>
                    <a:pt x="13377" y="21715"/>
                  </a:lnTo>
                  <a:lnTo>
                    <a:pt x="13844" y="21807"/>
                  </a:lnTo>
                  <a:lnTo>
                    <a:pt x="14128" y="21862"/>
                  </a:lnTo>
                  <a:lnTo>
                    <a:pt x="14238" y="21871"/>
                  </a:lnTo>
                  <a:lnTo>
                    <a:pt x="14266" y="21780"/>
                  </a:lnTo>
                  <a:lnTo>
                    <a:pt x="14367" y="21496"/>
                  </a:lnTo>
                  <a:lnTo>
                    <a:pt x="14504" y="21047"/>
                  </a:lnTo>
                  <a:lnTo>
                    <a:pt x="14678" y="20451"/>
                  </a:lnTo>
                  <a:lnTo>
                    <a:pt x="14779" y="20103"/>
                  </a:lnTo>
                  <a:lnTo>
                    <a:pt x="14870" y="19718"/>
                  </a:lnTo>
                  <a:lnTo>
                    <a:pt x="14971" y="19306"/>
                  </a:lnTo>
                  <a:lnTo>
                    <a:pt x="15063" y="18866"/>
                  </a:lnTo>
                  <a:lnTo>
                    <a:pt x="15154" y="18399"/>
                  </a:lnTo>
                  <a:lnTo>
                    <a:pt x="15246" y="17913"/>
                  </a:lnTo>
                  <a:lnTo>
                    <a:pt x="15329" y="17400"/>
                  </a:lnTo>
                  <a:lnTo>
                    <a:pt x="15402" y="16869"/>
                  </a:lnTo>
                  <a:lnTo>
                    <a:pt x="15466" y="16319"/>
                  </a:lnTo>
                  <a:lnTo>
                    <a:pt x="15512" y="15760"/>
                  </a:lnTo>
                  <a:lnTo>
                    <a:pt x="15548" y="15183"/>
                  </a:lnTo>
                  <a:lnTo>
                    <a:pt x="15567" y="14587"/>
                  </a:lnTo>
                  <a:lnTo>
                    <a:pt x="15567" y="13992"/>
                  </a:lnTo>
                  <a:lnTo>
                    <a:pt x="15548" y="13387"/>
                  </a:lnTo>
                  <a:lnTo>
                    <a:pt x="15539" y="13075"/>
                  </a:lnTo>
                  <a:lnTo>
                    <a:pt x="15512" y="12773"/>
                  </a:lnTo>
                  <a:lnTo>
                    <a:pt x="15484" y="12462"/>
                  </a:lnTo>
                  <a:lnTo>
                    <a:pt x="15448" y="12159"/>
                  </a:lnTo>
                  <a:lnTo>
                    <a:pt x="15411" y="11848"/>
                  </a:lnTo>
                  <a:lnTo>
                    <a:pt x="15365" y="11536"/>
                  </a:lnTo>
                  <a:lnTo>
                    <a:pt x="15310" y="11225"/>
                  </a:lnTo>
                  <a:lnTo>
                    <a:pt x="15246" y="10922"/>
                  </a:lnTo>
                  <a:lnTo>
                    <a:pt x="15182" y="10611"/>
                  </a:lnTo>
                  <a:lnTo>
                    <a:pt x="15109" y="10308"/>
                  </a:lnTo>
                  <a:lnTo>
                    <a:pt x="15026" y="9997"/>
                  </a:lnTo>
                  <a:lnTo>
                    <a:pt x="14935" y="9695"/>
                  </a:lnTo>
                  <a:lnTo>
                    <a:pt x="14834" y="9392"/>
                  </a:lnTo>
                  <a:lnTo>
                    <a:pt x="14724" y="9090"/>
                  </a:lnTo>
                  <a:lnTo>
                    <a:pt x="14614" y="8788"/>
                  </a:lnTo>
                  <a:lnTo>
                    <a:pt x="14486" y="8494"/>
                  </a:lnTo>
                  <a:lnTo>
                    <a:pt x="14348" y="8201"/>
                  </a:lnTo>
                  <a:lnTo>
                    <a:pt x="14211" y="7908"/>
                  </a:lnTo>
                  <a:lnTo>
                    <a:pt x="14055" y="7624"/>
                  </a:lnTo>
                  <a:lnTo>
                    <a:pt x="13899" y="7331"/>
                  </a:lnTo>
                  <a:lnTo>
                    <a:pt x="13725" y="7056"/>
                  </a:lnTo>
                  <a:lnTo>
                    <a:pt x="13542" y="6781"/>
                  </a:lnTo>
                  <a:lnTo>
                    <a:pt x="13359" y="6515"/>
                  </a:lnTo>
                  <a:lnTo>
                    <a:pt x="13166" y="6259"/>
                  </a:lnTo>
                  <a:lnTo>
                    <a:pt x="12965" y="6002"/>
                  </a:lnTo>
                  <a:lnTo>
                    <a:pt x="12763" y="5755"/>
                  </a:lnTo>
                  <a:lnTo>
                    <a:pt x="12552" y="5517"/>
                  </a:lnTo>
                  <a:lnTo>
                    <a:pt x="12333" y="5288"/>
                  </a:lnTo>
                  <a:lnTo>
                    <a:pt x="12113" y="5058"/>
                  </a:lnTo>
                  <a:lnTo>
                    <a:pt x="11884" y="4839"/>
                  </a:lnTo>
                  <a:lnTo>
                    <a:pt x="11654" y="4619"/>
                  </a:lnTo>
                  <a:lnTo>
                    <a:pt x="11416" y="4417"/>
                  </a:lnTo>
                  <a:lnTo>
                    <a:pt x="11178" y="4216"/>
                  </a:lnTo>
                  <a:lnTo>
                    <a:pt x="10931" y="4014"/>
                  </a:lnTo>
                  <a:lnTo>
                    <a:pt x="10683" y="3822"/>
                  </a:lnTo>
                  <a:lnTo>
                    <a:pt x="10436" y="3638"/>
                  </a:lnTo>
                  <a:lnTo>
                    <a:pt x="10179" y="3464"/>
                  </a:lnTo>
                  <a:lnTo>
                    <a:pt x="9923" y="3290"/>
                  </a:lnTo>
                  <a:lnTo>
                    <a:pt x="9666" y="3116"/>
                  </a:lnTo>
                  <a:lnTo>
                    <a:pt x="9410" y="2951"/>
                  </a:lnTo>
                  <a:lnTo>
                    <a:pt x="8888" y="2649"/>
                  </a:lnTo>
                  <a:lnTo>
                    <a:pt x="8356" y="2356"/>
                  </a:lnTo>
                  <a:lnTo>
                    <a:pt x="7834" y="2090"/>
                  </a:lnTo>
                  <a:lnTo>
                    <a:pt x="7312" y="1843"/>
                  </a:lnTo>
                  <a:lnTo>
                    <a:pt x="6789" y="1613"/>
                  </a:lnTo>
                  <a:lnTo>
                    <a:pt x="6285" y="1403"/>
                  </a:lnTo>
                  <a:lnTo>
                    <a:pt x="5782" y="1210"/>
                  </a:lnTo>
                  <a:lnTo>
                    <a:pt x="5296" y="1027"/>
                  </a:lnTo>
                  <a:lnTo>
                    <a:pt x="4829" y="871"/>
                  </a:lnTo>
                  <a:lnTo>
                    <a:pt x="4371" y="725"/>
                  </a:lnTo>
                  <a:lnTo>
                    <a:pt x="3940" y="596"/>
                  </a:lnTo>
                  <a:lnTo>
                    <a:pt x="3537" y="477"/>
                  </a:lnTo>
                  <a:lnTo>
                    <a:pt x="3152" y="377"/>
                  </a:lnTo>
                  <a:lnTo>
                    <a:pt x="2804" y="294"/>
                  </a:lnTo>
                  <a:lnTo>
                    <a:pt x="2190" y="157"/>
                  </a:lnTo>
                  <a:lnTo>
                    <a:pt x="1732" y="65"/>
                  </a:lnTo>
                  <a:lnTo>
                    <a:pt x="1439" y="10"/>
                  </a:lnTo>
                  <a:lnTo>
                    <a:pt x="13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6438461" y="4422391"/>
              <a:ext cx="73935" cy="73935"/>
            </a:xfrm>
            <a:custGeom>
              <a:rect b="b" l="l" r="r" t="t"/>
              <a:pathLst>
                <a:path extrusionOk="0" h="4262" w="4262">
                  <a:moveTo>
                    <a:pt x="2108" y="1"/>
                  </a:moveTo>
                  <a:lnTo>
                    <a:pt x="1888" y="10"/>
                  </a:lnTo>
                  <a:lnTo>
                    <a:pt x="1677" y="46"/>
                  </a:lnTo>
                  <a:lnTo>
                    <a:pt x="1485" y="101"/>
                  </a:lnTo>
                  <a:lnTo>
                    <a:pt x="1283" y="175"/>
                  </a:lnTo>
                  <a:lnTo>
                    <a:pt x="1100" y="266"/>
                  </a:lnTo>
                  <a:lnTo>
                    <a:pt x="926" y="367"/>
                  </a:lnTo>
                  <a:lnTo>
                    <a:pt x="761" y="495"/>
                  </a:lnTo>
                  <a:lnTo>
                    <a:pt x="615" y="633"/>
                  </a:lnTo>
                  <a:lnTo>
                    <a:pt x="477" y="789"/>
                  </a:lnTo>
                  <a:lnTo>
                    <a:pt x="358" y="954"/>
                  </a:lnTo>
                  <a:lnTo>
                    <a:pt x="248" y="1128"/>
                  </a:lnTo>
                  <a:lnTo>
                    <a:pt x="166" y="1320"/>
                  </a:lnTo>
                  <a:lnTo>
                    <a:pt x="92" y="1512"/>
                  </a:lnTo>
                  <a:lnTo>
                    <a:pt x="37" y="1723"/>
                  </a:lnTo>
                  <a:lnTo>
                    <a:pt x="19" y="1833"/>
                  </a:lnTo>
                  <a:lnTo>
                    <a:pt x="10" y="1943"/>
                  </a:lnTo>
                  <a:lnTo>
                    <a:pt x="1" y="2053"/>
                  </a:lnTo>
                  <a:lnTo>
                    <a:pt x="1" y="2154"/>
                  </a:lnTo>
                  <a:lnTo>
                    <a:pt x="19" y="2374"/>
                  </a:lnTo>
                  <a:lnTo>
                    <a:pt x="47" y="2575"/>
                  </a:lnTo>
                  <a:lnTo>
                    <a:pt x="101" y="2777"/>
                  </a:lnTo>
                  <a:lnTo>
                    <a:pt x="175" y="2969"/>
                  </a:lnTo>
                  <a:lnTo>
                    <a:pt x="266" y="3162"/>
                  </a:lnTo>
                  <a:lnTo>
                    <a:pt x="376" y="3336"/>
                  </a:lnTo>
                  <a:lnTo>
                    <a:pt x="495" y="3491"/>
                  </a:lnTo>
                  <a:lnTo>
                    <a:pt x="633" y="3647"/>
                  </a:lnTo>
                  <a:lnTo>
                    <a:pt x="789" y="3785"/>
                  </a:lnTo>
                  <a:lnTo>
                    <a:pt x="954" y="3904"/>
                  </a:lnTo>
                  <a:lnTo>
                    <a:pt x="1128" y="4014"/>
                  </a:lnTo>
                  <a:lnTo>
                    <a:pt x="1320" y="4096"/>
                  </a:lnTo>
                  <a:lnTo>
                    <a:pt x="1522" y="4169"/>
                  </a:lnTo>
                  <a:lnTo>
                    <a:pt x="1723" y="4224"/>
                  </a:lnTo>
                  <a:lnTo>
                    <a:pt x="1833" y="4243"/>
                  </a:lnTo>
                  <a:lnTo>
                    <a:pt x="1943" y="4252"/>
                  </a:lnTo>
                  <a:lnTo>
                    <a:pt x="2053" y="4261"/>
                  </a:lnTo>
                  <a:lnTo>
                    <a:pt x="2163" y="4261"/>
                  </a:lnTo>
                  <a:lnTo>
                    <a:pt x="2374" y="4243"/>
                  </a:lnTo>
                  <a:lnTo>
                    <a:pt x="2584" y="4215"/>
                  </a:lnTo>
                  <a:lnTo>
                    <a:pt x="2786" y="4160"/>
                  </a:lnTo>
                  <a:lnTo>
                    <a:pt x="2978" y="4087"/>
                  </a:lnTo>
                  <a:lnTo>
                    <a:pt x="3162" y="3995"/>
                  </a:lnTo>
                  <a:lnTo>
                    <a:pt x="3336" y="3885"/>
                  </a:lnTo>
                  <a:lnTo>
                    <a:pt x="3501" y="3766"/>
                  </a:lnTo>
                  <a:lnTo>
                    <a:pt x="3647" y="3629"/>
                  </a:lnTo>
                  <a:lnTo>
                    <a:pt x="3785" y="3473"/>
                  </a:lnTo>
                  <a:lnTo>
                    <a:pt x="3913" y="3308"/>
                  </a:lnTo>
                  <a:lnTo>
                    <a:pt x="4014" y="3125"/>
                  </a:lnTo>
                  <a:lnTo>
                    <a:pt x="4105" y="2942"/>
                  </a:lnTo>
                  <a:lnTo>
                    <a:pt x="4170" y="2740"/>
                  </a:lnTo>
                  <a:lnTo>
                    <a:pt x="4224" y="2529"/>
                  </a:lnTo>
                  <a:lnTo>
                    <a:pt x="4243" y="2429"/>
                  </a:lnTo>
                  <a:lnTo>
                    <a:pt x="4252" y="2319"/>
                  </a:lnTo>
                  <a:lnTo>
                    <a:pt x="4261" y="2209"/>
                  </a:lnTo>
                  <a:lnTo>
                    <a:pt x="4261" y="2099"/>
                  </a:lnTo>
                  <a:lnTo>
                    <a:pt x="4252" y="1888"/>
                  </a:lnTo>
                  <a:lnTo>
                    <a:pt x="4215" y="1677"/>
                  </a:lnTo>
                  <a:lnTo>
                    <a:pt x="4160" y="1476"/>
                  </a:lnTo>
                  <a:lnTo>
                    <a:pt x="4087" y="1283"/>
                  </a:lnTo>
                  <a:lnTo>
                    <a:pt x="3995" y="1100"/>
                  </a:lnTo>
                  <a:lnTo>
                    <a:pt x="3895" y="926"/>
                  </a:lnTo>
                  <a:lnTo>
                    <a:pt x="3766" y="761"/>
                  </a:lnTo>
                  <a:lnTo>
                    <a:pt x="3629" y="615"/>
                  </a:lnTo>
                  <a:lnTo>
                    <a:pt x="3473" y="477"/>
                  </a:lnTo>
                  <a:lnTo>
                    <a:pt x="3308" y="349"/>
                  </a:lnTo>
                  <a:lnTo>
                    <a:pt x="3134" y="248"/>
                  </a:lnTo>
                  <a:lnTo>
                    <a:pt x="2942" y="156"/>
                  </a:lnTo>
                  <a:lnTo>
                    <a:pt x="2749" y="83"/>
                  </a:lnTo>
                  <a:lnTo>
                    <a:pt x="2539" y="37"/>
                  </a:lnTo>
                  <a:lnTo>
                    <a:pt x="2429" y="19"/>
                  </a:lnTo>
                  <a:lnTo>
                    <a:pt x="2319" y="10"/>
                  </a:lnTo>
                  <a:lnTo>
                    <a:pt x="22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6355506" y="4414931"/>
              <a:ext cx="73918" cy="73918"/>
            </a:xfrm>
            <a:custGeom>
              <a:rect b="b" l="l" r="r" t="t"/>
              <a:pathLst>
                <a:path extrusionOk="0" h="4261" w="4261">
                  <a:moveTo>
                    <a:pt x="2098" y="0"/>
                  </a:moveTo>
                  <a:lnTo>
                    <a:pt x="1887" y="18"/>
                  </a:lnTo>
                  <a:lnTo>
                    <a:pt x="1677" y="46"/>
                  </a:lnTo>
                  <a:lnTo>
                    <a:pt x="1475" y="101"/>
                  </a:lnTo>
                  <a:lnTo>
                    <a:pt x="1283" y="174"/>
                  </a:lnTo>
                  <a:lnTo>
                    <a:pt x="1099" y="266"/>
                  </a:lnTo>
                  <a:lnTo>
                    <a:pt x="925" y="376"/>
                  </a:lnTo>
                  <a:lnTo>
                    <a:pt x="760" y="495"/>
                  </a:lnTo>
                  <a:lnTo>
                    <a:pt x="614" y="632"/>
                  </a:lnTo>
                  <a:lnTo>
                    <a:pt x="476" y="788"/>
                  </a:lnTo>
                  <a:lnTo>
                    <a:pt x="357" y="953"/>
                  </a:lnTo>
                  <a:lnTo>
                    <a:pt x="247" y="1127"/>
                  </a:lnTo>
                  <a:lnTo>
                    <a:pt x="165" y="1319"/>
                  </a:lnTo>
                  <a:lnTo>
                    <a:pt x="92" y="1521"/>
                  </a:lnTo>
                  <a:lnTo>
                    <a:pt x="37" y="1723"/>
                  </a:lnTo>
                  <a:lnTo>
                    <a:pt x="18" y="1832"/>
                  </a:lnTo>
                  <a:lnTo>
                    <a:pt x="9" y="1942"/>
                  </a:lnTo>
                  <a:lnTo>
                    <a:pt x="0" y="2052"/>
                  </a:lnTo>
                  <a:lnTo>
                    <a:pt x="0" y="2162"/>
                  </a:lnTo>
                  <a:lnTo>
                    <a:pt x="9" y="2373"/>
                  </a:lnTo>
                  <a:lnTo>
                    <a:pt x="46" y="2584"/>
                  </a:lnTo>
                  <a:lnTo>
                    <a:pt x="101" y="2785"/>
                  </a:lnTo>
                  <a:lnTo>
                    <a:pt x="174" y="2978"/>
                  </a:lnTo>
                  <a:lnTo>
                    <a:pt x="266" y="3161"/>
                  </a:lnTo>
                  <a:lnTo>
                    <a:pt x="376" y="3335"/>
                  </a:lnTo>
                  <a:lnTo>
                    <a:pt x="495" y="3500"/>
                  </a:lnTo>
                  <a:lnTo>
                    <a:pt x="632" y="3647"/>
                  </a:lnTo>
                  <a:lnTo>
                    <a:pt x="788" y="3784"/>
                  </a:lnTo>
                  <a:lnTo>
                    <a:pt x="953" y="3912"/>
                  </a:lnTo>
                  <a:lnTo>
                    <a:pt x="1127" y="4013"/>
                  </a:lnTo>
                  <a:lnTo>
                    <a:pt x="1319" y="4105"/>
                  </a:lnTo>
                  <a:lnTo>
                    <a:pt x="1521" y="4178"/>
                  </a:lnTo>
                  <a:lnTo>
                    <a:pt x="1723" y="4224"/>
                  </a:lnTo>
                  <a:lnTo>
                    <a:pt x="1832" y="4242"/>
                  </a:lnTo>
                  <a:lnTo>
                    <a:pt x="1942" y="4251"/>
                  </a:lnTo>
                  <a:lnTo>
                    <a:pt x="2052" y="4260"/>
                  </a:lnTo>
                  <a:lnTo>
                    <a:pt x="2162" y="4260"/>
                  </a:lnTo>
                  <a:lnTo>
                    <a:pt x="2373" y="4251"/>
                  </a:lnTo>
                  <a:lnTo>
                    <a:pt x="2584" y="4215"/>
                  </a:lnTo>
                  <a:lnTo>
                    <a:pt x="2785" y="4160"/>
                  </a:lnTo>
                  <a:lnTo>
                    <a:pt x="2978" y="4086"/>
                  </a:lnTo>
                  <a:lnTo>
                    <a:pt x="3161" y="3995"/>
                  </a:lnTo>
                  <a:lnTo>
                    <a:pt x="3335" y="3894"/>
                  </a:lnTo>
                  <a:lnTo>
                    <a:pt x="3500" y="3766"/>
                  </a:lnTo>
                  <a:lnTo>
                    <a:pt x="3647" y="3628"/>
                  </a:lnTo>
                  <a:lnTo>
                    <a:pt x="3784" y="3473"/>
                  </a:lnTo>
                  <a:lnTo>
                    <a:pt x="3912" y="3308"/>
                  </a:lnTo>
                  <a:lnTo>
                    <a:pt x="4013" y="3134"/>
                  </a:lnTo>
                  <a:lnTo>
                    <a:pt x="4105" y="2941"/>
                  </a:lnTo>
                  <a:lnTo>
                    <a:pt x="4169" y="2749"/>
                  </a:lnTo>
                  <a:lnTo>
                    <a:pt x="4224" y="2538"/>
                  </a:lnTo>
                  <a:lnTo>
                    <a:pt x="4242" y="2428"/>
                  </a:lnTo>
                  <a:lnTo>
                    <a:pt x="4251" y="2318"/>
                  </a:lnTo>
                  <a:lnTo>
                    <a:pt x="4260" y="2208"/>
                  </a:lnTo>
                  <a:lnTo>
                    <a:pt x="4260" y="2107"/>
                  </a:lnTo>
                  <a:lnTo>
                    <a:pt x="4251" y="1887"/>
                  </a:lnTo>
                  <a:lnTo>
                    <a:pt x="4215" y="1686"/>
                  </a:lnTo>
                  <a:lnTo>
                    <a:pt x="4160" y="1484"/>
                  </a:lnTo>
                  <a:lnTo>
                    <a:pt x="4086" y="1283"/>
                  </a:lnTo>
                  <a:lnTo>
                    <a:pt x="3995" y="1100"/>
                  </a:lnTo>
                  <a:lnTo>
                    <a:pt x="3894" y="925"/>
                  </a:lnTo>
                  <a:lnTo>
                    <a:pt x="3766" y="761"/>
                  </a:lnTo>
                  <a:lnTo>
                    <a:pt x="3628" y="614"/>
                  </a:lnTo>
                  <a:lnTo>
                    <a:pt x="3472" y="476"/>
                  </a:lnTo>
                  <a:lnTo>
                    <a:pt x="3308" y="357"/>
                  </a:lnTo>
                  <a:lnTo>
                    <a:pt x="3133" y="247"/>
                  </a:lnTo>
                  <a:lnTo>
                    <a:pt x="2941" y="165"/>
                  </a:lnTo>
                  <a:lnTo>
                    <a:pt x="2749" y="92"/>
                  </a:lnTo>
                  <a:lnTo>
                    <a:pt x="2538" y="37"/>
                  </a:lnTo>
                  <a:lnTo>
                    <a:pt x="2428" y="18"/>
                  </a:lnTo>
                  <a:lnTo>
                    <a:pt x="2318" y="9"/>
                  </a:lnTo>
                  <a:lnTo>
                    <a:pt x="22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6394919" y="4441143"/>
              <a:ext cx="74074" cy="73935"/>
            </a:xfrm>
            <a:custGeom>
              <a:rect b="b" l="l" r="r" t="t"/>
              <a:pathLst>
                <a:path extrusionOk="0" h="4262" w="4270">
                  <a:moveTo>
                    <a:pt x="2108" y="1"/>
                  </a:moveTo>
                  <a:lnTo>
                    <a:pt x="1897" y="10"/>
                  </a:lnTo>
                  <a:lnTo>
                    <a:pt x="1686" y="47"/>
                  </a:lnTo>
                  <a:lnTo>
                    <a:pt x="1485" y="102"/>
                  </a:lnTo>
                  <a:lnTo>
                    <a:pt x="1292" y="175"/>
                  </a:lnTo>
                  <a:lnTo>
                    <a:pt x="1109" y="267"/>
                  </a:lnTo>
                  <a:lnTo>
                    <a:pt x="935" y="376"/>
                  </a:lnTo>
                  <a:lnTo>
                    <a:pt x="770" y="496"/>
                  </a:lnTo>
                  <a:lnTo>
                    <a:pt x="614" y="633"/>
                  </a:lnTo>
                  <a:lnTo>
                    <a:pt x="477" y="789"/>
                  </a:lnTo>
                  <a:lnTo>
                    <a:pt x="358" y="954"/>
                  </a:lnTo>
                  <a:lnTo>
                    <a:pt x="257" y="1128"/>
                  </a:lnTo>
                  <a:lnTo>
                    <a:pt x="165" y="1320"/>
                  </a:lnTo>
                  <a:lnTo>
                    <a:pt x="92" y="1522"/>
                  </a:lnTo>
                  <a:lnTo>
                    <a:pt x="46" y="1723"/>
                  </a:lnTo>
                  <a:lnTo>
                    <a:pt x="28" y="1833"/>
                  </a:lnTo>
                  <a:lnTo>
                    <a:pt x="9" y="1943"/>
                  </a:lnTo>
                  <a:lnTo>
                    <a:pt x="9" y="2053"/>
                  </a:lnTo>
                  <a:lnTo>
                    <a:pt x="0" y="2163"/>
                  </a:lnTo>
                  <a:lnTo>
                    <a:pt x="19" y="2374"/>
                  </a:lnTo>
                  <a:lnTo>
                    <a:pt x="55" y="2585"/>
                  </a:lnTo>
                  <a:lnTo>
                    <a:pt x="110" y="2786"/>
                  </a:lnTo>
                  <a:lnTo>
                    <a:pt x="174" y="2979"/>
                  </a:lnTo>
                  <a:lnTo>
                    <a:pt x="266" y="3162"/>
                  </a:lnTo>
                  <a:lnTo>
                    <a:pt x="376" y="3336"/>
                  </a:lnTo>
                  <a:lnTo>
                    <a:pt x="504" y="3501"/>
                  </a:lnTo>
                  <a:lnTo>
                    <a:pt x="642" y="3647"/>
                  </a:lnTo>
                  <a:lnTo>
                    <a:pt x="788" y="3785"/>
                  </a:lnTo>
                  <a:lnTo>
                    <a:pt x="953" y="3904"/>
                  </a:lnTo>
                  <a:lnTo>
                    <a:pt x="1136" y="4014"/>
                  </a:lnTo>
                  <a:lnTo>
                    <a:pt x="1320" y="4106"/>
                  </a:lnTo>
                  <a:lnTo>
                    <a:pt x="1521" y="4170"/>
                  </a:lnTo>
                  <a:lnTo>
                    <a:pt x="1732" y="4225"/>
                  </a:lnTo>
                  <a:lnTo>
                    <a:pt x="1833" y="4243"/>
                  </a:lnTo>
                  <a:lnTo>
                    <a:pt x="1943" y="4252"/>
                  </a:lnTo>
                  <a:lnTo>
                    <a:pt x="2053" y="4261"/>
                  </a:lnTo>
                  <a:lnTo>
                    <a:pt x="2163" y="4261"/>
                  </a:lnTo>
                  <a:lnTo>
                    <a:pt x="2373" y="4252"/>
                  </a:lnTo>
                  <a:lnTo>
                    <a:pt x="2584" y="4215"/>
                  </a:lnTo>
                  <a:lnTo>
                    <a:pt x="2786" y="4160"/>
                  </a:lnTo>
                  <a:lnTo>
                    <a:pt x="2978" y="4087"/>
                  </a:lnTo>
                  <a:lnTo>
                    <a:pt x="3161" y="3996"/>
                  </a:lnTo>
                  <a:lnTo>
                    <a:pt x="3335" y="3886"/>
                  </a:lnTo>
                  <a:lnTo>
                    <a:pt x="3500" y="3766"/>
                  </a:lnTo>
                  <a:lnTo>
                    <a:pt x="3656" y="3629"/>
                  </a:lnTo>
                  <a:lnTo>
                    <a:pt x="3793" y="3473"/>
                  </a:lnTo>
                  <a:lnTo>
                    <a:pt x="3913" y="3308"/>
                  </a:lnTo>
                  <a:lnTo>
                    <a:pt x="4013" y="3134"/>
                  </a:lnTo>
                  <a:lnTo>
                    <a:pt x="4105" y="2942"/>
                  </a:lnTo>
                  <a:lnTo>
                    <a:pt x="4178" y="2740"/>
                  </a:lnTo>
                  <a:lnTo>
                    <a:pt x="4224" y="2539"/>
                  </a:lnTo>
                  <a:lnTo>
                    <a:pt x="4242" y="2429"/>
                  </a:lnTo>
                  <a:lnTo>
                    <a:pt x="4261" y="2319"/>
                  </a:lnTo>
                  <a:lnTo>
                    <a:pt x="4261" y="2209"/>
                  </a:lnTo>
                  <a:lnTo>
                    <a:pt x="4270" y="2099"/>
                  </a:lnTo>
                  <a:lnTo>
                    <a:pt x="4252" y="1888"/>
                  </a:lnTo>
                  <a:lnTo>
                    <a:pt x="4215" y="1678"/>
                  </a:lnTo>
                  <a:lnTo>
                    <a:pt x="4169" y="1476"/>
                  </a:lnTo>
                  <a:lnTo>
                    <a:pt x="4096" y="1284"/>
                  </a:lnTo>
                  <a:lnTo>
                    <a:pt x="4004" y="1100"/>
                  </a:lnTo>
                  <a:lnTo>
                    <a:pt x="3894" y="926"/>
                  </a:lnTo>
                  <a:lnTo>
                    <a:pt x="3766" y="761"/>
                  </a:lnTo>
                  <a:lnTo>
                    <a:pt x="3628" y="615"/>
                  </a:lnTo>
                  <a:lnTo>
                    <a:pt x="3482" y="477"/>
                  </a:lnTo>
                  <a:lnTo>
                    <a:pt x="3317" y="358"/>
                  </a:lnTo>
                  <a:lnTo>
                    <a:pt x="3134" y="248"/>
                  </a:lnTo>
                  <a:lnTo>
                    <a:pt x="2950" y="157"/>
                  </a:lnTo>
                  <a:lnTo>
                    <a:pt x="2749" y="92"/>
                  </a:lnTo>
                  <a:lnTo>
                    <a:pt x="2538" y="37"/>
                  </a:lnTo>
                  <a:lnTo>
                    <a:pt x="2437" y="19"/>
                  </a:lnTo>
                  <a:lnTo>
                    <a:pt x="2327" y="10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6260771" y="4048569"/>
              <a:ext cx="405949" cy="405949"/>
            </a:xfrm>
            <a:custGeom>
              <a:rect b="b" l="l" r="r" t="t"/>
              <a:pathLst>
                <a:path extrusionOk="0" h="23401" w="23401">
                  <a:moveTo>
                    <a:pt x="11371" y="0"/>
                  </a:moveTo>
                  <a:lnTo>
                    <a:pt x="11087" y="9"/>
                  </a:lnTo>
                  <a:lnTo>
                    <a:pt x="10803" y="28"/>
                  </a:lnTo>
                  <a:lnTo>
                    <a:pt x="10519" y="55"/>
                  </a:lnTo>
                  <a:lnTo>
                    <a:pt x="10235" y="92"/>
                  </a:lnTo>
                  <a:lnTo>
                    <a:pt x="9950" y="128"/>
                  </a:lnTo>
                  <a:lnTo>
                    <a:pt x="9666" y="174"/>
                  </a:lnTo>
                  <a:lnTo>
                    <a:pt x="9382" y="229"/>
                  </a:lnTo>
                  <a:lnTo>
                    <a:pt x="9098" y="293"/>
                  </a:lnTo>
                  <a:lnTo>
                    <a:pt x="8824" y="357"/>
                  </a:lnTo>
                  <a:lnTo>
                    <a:pt x="8540" y="431"/>
                  </a:lnTo>
                  <a:lnTo>
                    <a:pt x="8255" y="513"/>
                  </a:lnTo>
                  <a:lnTo>
                    <a:pt x="7981" y="605"/>
                  </a:lnTo>
                  <a:lnTo>
                    <a:pt x="7697" y="706"/>
                  </a:lnTo>
                  <a:lnTo>
                    <a:pt x="7422" y="806"/>
                  </a:lnTo>
                  <a:lnTo>
                    <a:pt x="7147" y="916"/>
                  </a:lnTo>
                  <a:lnTo>
                    <a:pt x="6872" y="1045"/>
                  </a:lnTo>
                  <a:lnTo>
                    <a:pt x="6606" y="1164"/>
                  </a:lnTo>
                  <a:lnTo>
                    <a:pt x="6331" y="1301"/>
                  </a:lnTo>
                  <a:lnTo>
                    <a:pt x="6066" y="1448"/>
                  </a:lnTo>
                  <a:lnTo>
                    <a:pt x="5809" y="1594"/>
                  </a:lnTo>
                  <a:lnTo>
                    <a:pt x="5553" y="1750"/>
                  </a:lnTo>
                  <a:lnTo>
                    <a:pt x="5296" y="1906"/>
                  </a:lnTo>
                  <a:lnTo>
                    <a:pt x="5049" y="2071"/>
                  </a:lnTo>
                  <a:lnTo>
                    <a:pt x="4810" y="2236"/>
                  </a:lnTo>
                  <a:lnTo>
                    <a:pt x="4581" y="2419"/>
                  </a:lnTo>
                  <a:lnTo>
                    <a:pt x="4343" y="2593"/>
                  </a:lnTo>
                  <a:lnTo>
                    <a:pt x="4123" y="2776"/>
                  </a:lnTo>
                  <a:lnTo>
                    <a:pt x="3903" y="2969"/>
                  </a:lnTo>
                  <a:lnTo>
                    <a:pt x="3693" y="3161"/>
                  </a:lnTo>
                  <a:lnTo>
                    <a:pt x="3482" y="3363"/>
                  </a:lnTo>
                  <a:lnTo>
                    <a:pt x="3280" y="3573"/>
                  </a:lnTo>
                  <a:lnTo>
                    <a:pt x="3088" y="3775"/>
                  </a:lnTo>
                  <a:lnTo>
                    <a:pt x="2896" y="3995"/>
                  </a:lnTo>
                  <a:lnTo>
                    <a:pt x="2712" y="4206"/>
                  </a:lnTo>
                  <a:lnTo>
                    <a:pt x="2529" y="4425"/>
                  </a:lnTo>
                  <a:lnTo>
                    <a:pt x="2355" y="4654"/>
                  </a:lnTo>
                  <a:lnTo>
                    <a:pt x="2190" y="4884"/>
                  </a:lnTo>
                  <a:lnTo>
                    <a:pt x="2025" y="5113"/>
                  </a:lnTo>
                  <a:lnTo>
                    <a:pt x="1869" y="5351"/>
                  </a:lnTo>
                  <a:lnTo>
                    <a:pt x="1723" y="5589"/>
                  </a:lnTo>
                  <a:lnTo>
                    <a:pt x="1576" y="5836"/>
                  </a:lnTo>
                  <a:lnTo>
                    <a:pt x="1439" y="6075"/>
                  </a:lnTo>
                  <a:lnTo>
                    <a:pt x="1301" y="6322"/>
                  </a:lnTo>
                  <a:lnTo>
                    <a:pt x="1182" y="6579"/>
                  </a:lnTo>
                  <a:lnTo>
                    <a:pt x="1063" y="6835"/>
                  </a:lnTo>
                  <a:lnTo>
                    <a:pt x="944" y="7092"/>
                  </a:lnTo>
                  <a:lnTo>
                    <a:pt x="834" y="7348"/>
                  </a:lnTo>
                  <a:lnTo>
                    <a:pt x="733" y="7614"/>
                  </a:lnTo>
                  <a:lnTo>
                    <a:pt x="642" y="7870"/>
                  </a:lnTo>
                  <a:lnTo>
                    <a:pt x="550" y="8145"/>
                  </a:lnTo>
                  <a:lnTo>
                    <a:pt x="468" y="8411"/>
                  </a:lnTo>
                  <a:lnTo>
                    <a:pt x="394" y="8677"/>
                  </a:lnTo>
                  <a:lnTo>
                    <a:pt x="330" y="8952"/>
                  </a:lnTo>
                  <a:lnTo>
                    <a:pt x="266" y="9226"/>
                  </a:lnTo>
                  <a:lnTo>
                    <a:pt x="211" y="9501"/>
                  </a:lnTo>
                  <a:lnTo>
                    <a:pt x="156" y="9776"/>
                  </a:lnTo>
                  <a:lnTo>
                    <a:pt x="110" y="10051"/>
                  </a:lnTo>
                  <a:lnTo>
                    <a:pt x="74" y="10335"/>
                  </a:lnTo>
                  <a:lnTo>
                    <a:pt x="46" y="10619"/>
                  </a:lnTo>
                  <a:lnTo>
                    <a:pt x="28" y="10894"/>
                  </a:lnTo>
                  <a:lnTo>
                    <a:pt x="9" y="11178"/>
                  </a:lnTo>
                  <a:lnTo>
                    <a:pt x="0" y="11462"/>
                  </a:lnTo>
                  <a:lnTo>
                    <a:pt x="0" y="11746"/>
                  </a:lnTo>
                  <a:lnTo>
                    <a:pt x="0" y="12030"/>
                  </a:lnTo>
                  <a:lnTo>
                    <a:pt x="9" y="12314"/>
                  </a:lnTo>
                  <a:lnTo>
                    <a:pt x="28" y="12598"/>
                  </a:lnTo>
                  <a:lnTo>
                    <a:pt x="55" y="12882"/>
                  </a:lnTo>
                  <a:lnTo>
                    <a:pt x="92" y="13166"/>
                  </a:lnTo>
                  <a:lnTo>
                    <a:pt x="129" y="13450"/>
                  </a:lnTo>
                  <a:lnTo>
                    <a:pt x="174" y="13734"/>
                  </a:lnTo>
                  <a:lnTo>
                    <a:pt x="229" y="14018"/>
                  </a:lnTo>
                  <a:lnTo>
                    <a:pt x="284" y="14293"/>
                  </a:lnTo>
                  <a:lnTo>
                    <a:pt x="358" y="14577"/>
                  </a:lnTo>
                  <a:lnTo>
                    <a:pt x="431" y="14861"/>
                  </a:lnTo>
                  <a:lnTo>
                    <a:pt x="513" y="15136"/>
                  </a:lnTo>
                  <a:lnTo>
                    <a:pt x="605" y="15420"/>
                  </a:lnTo>
                  <a:lnTo>
                    <a:pt x="706" y="15695"/>
                  </a:lnTo>
                  <a:lnTo>
                    <a:pt x="807" y="15970"/>
                  </a:lnTo>
                  <a:lnTo>
                    <a:pt x="917" y="16245"/>
                  </a:lnTo>
                  <a:lnTo>
                    <a:pt x="1036" y="16520"/>
                  </a:lnTo>
                  <a:lnTo>
                    <a:pt x="1164" y="16794"/>
                  </a:lnTo>
                  <a:lnTo>
                    <a:pt x="1301" y="17060"/>
                  </a:lnTo>
                  <a:lnTo>
                    <a:pt x="1448" y="17326"/>
                  </a:lnTo>
                  <a:lnTo>
                    <a:pt x="1595" y="17592"/>
                  </a:lnTo>
                  <a:lnTo>
                    <a:pt x="1741" y="17848"/>
                  </a:lnTo>
                  <a:lnTo>
                    <a:pt x="1906" y="18095"/>
                  </a:lnTo>
                  <a:lnTo>
                    <a:pt x="2071" y="18343"/>
                  </a:lnTo>
                  <a:lnTo>
                    <a:pt x="2236" y="18581"/>
                  </a:lnTo>
                  <a:lnTo>
                    <a:pt x="2410" y="18819"/>
                  </a:lnTo>
                  <a:lnTo>
                    <a:pt x="2593" y="19048"/>
                  </a:lnTo>
                  <a:lnTo>
                    <a:pt x="2776" y="19277"/>
                  </a:lnTo>
                  <a:lnTo>
                    <a:pt x="2969" y="19497"/>
                  </a:lnTo>
                  <a:lnTo>
                    <a:pt x="3161" y="19708"/>
                  </a:lnTo>
                  <a:lnTo>
                    <a:pt x="3363" y="19910"/>
                  </a:lnTo>
                  <a:lnTo>
                    <a:pt x="3564" y="20120"/>
                  </a:lnTo>
                  <a:lnTo>
                    <a:pt x="3775" y="20313"/>
                  </a:lnTo>
                  <a:lnTo>
                    <a:pt x="3986" y="20505"/>
                  </a:lnTo>
                  <a:lnTo>
                    <a:pt x="4206" y="20688"/>
                  </a:lnTo>
                  <a:lnTo>
                    <a:pt x="4426" y="20872"/>
                  </a:lnTo>
                  <a:lnTo>
                    <a:pt x="4655" y="21046"/>
                  </a:lnTo>
                  <a:lnTo>
                    <a:pt x="4884" y="21211"/>
                  </a:lnTo>
                  <a:lnTo>
                    <a:pt x="5113" y="21376"/>
                  </a:lnTo>
                  <a:lnTo>
                    <a:pt x="5351" y="21531"/>
                  </a:lnTo>
                  <a:lnTo>
                    <a:pt x="5589" y="21678"/>
                  </a:lnTo>
                  <a:lnTo>
                    <a:pt x="5827" y="21825"/>
                  </a:lnTo>
                  <a:lnTo>
                    <a:pt x="6075" y="21962"/>
                  </a:lnTo>
                  <a:lnTo>
                    <a:pt x="6322" y="22090"/>
                  </a:lnTo>
                  <a:lnTo>
                    <a:pt x="6579" y="22219"/>
                  </a:lnTo>
                  <a:lnTo>
                    <a:pt x="6835" y="22338"/>
                  </a:lnTo>
                  <a:lnTo>
                    <a:pt x="7092" y="22448"/>
                  </a:lnTo>
                  <a:lnTo>
                    <a:pt x="7348" y="22558"/>
                  </a:lnTo>
                  <a:lnTo>
                    <a:pt x="7614" y="22658"/>
                  </a:lnTo>
                  <a:lnTo>
                    <a:pt x="7871" y="22759"/>
                  </a:lnTo>
                  <a:lnTo>
                    <a:pt x="8136" y="22842"/>
                  </a:lnTo>
                  <a:lnTo>
                    <a:pt x="8411" y="22924"/>
                  </a:lnTo>
                  <a:lnTo>
                    <a:pt x="8677" y="22997"/>
                  </a:lnTo>
                  <a:lnTo>
                    <a:pt x="8952" y="23071"/>
                  </a:lnTo>
                  <a:lnTo>
                    <a:pt x="9227" y="23135"/>
                  </a:lnTo>
                  <a:lnTo>
                    <a:pt x="9502" y="23190"/>
                  </a:lnTo>
                  <a:lnTo>
                    <a:pt x="9776" y="23236"/>
                  </a:lnTo>
                  <a:lnTo>
                    <a:pt x="10051" y="23281"/>
                  </a:lnTo>
                  <a:lnTo>
                    <a:pt x="10335" y="23318"/>
                  </a:lnTo>
                  <a:lnTo>
                    <a:pt x="10610" y="23345"/>
                  </a:lnTo>
                  <a:lnTo>
                    <a:pt x="10894" y="23373"/>
                  </a:lnTo>
                  <a:lnTo>
                    <a:pt x="11178" y="23391"/>
                  </a:lnTo>
                  <a:lnTo>
                    <a:pt x="11462" y="23400"/>
                  </a:lnTo>
                  <a:lnTo>
                    <a:pt x="12030" y="23400"/>
                  </a:lnTo>
                  <a:lnTo>
                    <a:pt x="12314" y="23382"/>
                  </a:lnTo>
                  <a:lnTo>
                    <a:pt x="12598" y="23364"/>
                  </a:lnTo>
                  <a:lnTo>
                    <a:pt x="12882" y="23345"/>
                  </a:lnTo>
                  <a:lnTo>
                    <a:pt x="13166" y="23309"/>
                  </a:lnTo>
                  <a:lnTo>
                    <a:pt x="13450" y="23272"/>
                  </a:lnTo>
                  <a:lnTo>
                    <a:pt x="13735" y="23226"/>
                  </a:lnTo>
                  <a:lnTo>
                    <a:pt x="14009" y="23171"/>
                  </a:lnTo>
                  <a:lnTo>
                    <a:pt x="14293" y="23107"/>
                  </a:lnTo>
                  <a:lnTo>
                    <a:pt x="14577" y="23043"/>
                  </a:lnTo>
                  <a:lnTo>
                    <a:pt x="14861" y="22970"/>
                  </a:lnTo>
                  <a:lnTo>
                    <a:pt x="15136" y="22887"/>
                  </a:lnTo>
                  <a:lnTo>
                    <a:pt x="15420" y="22796"/>
                  </a:lnTo>
                  <a:lnTo>
                    <a:pt x="15695" y="22695"/>
                  </a:lnTo>
                  <a:lnTo>
                    <a:pt x="15970" y="22594"/>
                  </a:lnTo>
                  <a:lnTo>
                    <a:pt x="16245" y="22475"/>
                  </a:lnTo>
                  <a:lnTo>
                    <a:pt x="16520" y="22356"/>
                  </a:lnTo>
                  <a:lnTo>
                    <a:pt x="16795" y="22228"/>
                  </a:lnTo>
                  <a:lnTo>
                    <a:pt x="17060" y="22099"/>
                  </a:lnTo>
                  <a:lnTo>
                    <a:pt x="17326" y="21953"/>
                  </a:lnTo>
                  <a:lnTo>
                    <a:pt x="17592" y="21806"/>
                  </a:lnTo>
                  <a:lnTo>
                    <a:pt x="17848" y="21650"/>
                  </a:lnTo>
                  <a:lnTo>
                    <a:pt x="18096" y="21495"/>
                  </a:lnTo>
                  <a:lnTo>
                    <a:pt x="18343" y="21330"/>
                  </a:lnTo>
                  <a:lnTo>
                    <a:pt x="18581" y="21156"/>
                  </a:lnTo>
                  <a:lnTo>
                    <a:pt x="18820" y="20982"/>
                  </a:lnTo>
                  <a:lnTo>
                    <a:pt x="19049" y="20808"/>
                  </a:lnTo>
                  <a:lnTo>
                    <a:pt x="19278" y="20615"/>
                  </a:lnTo>
                  <a:lnTo>
                    <a:pt x="19488" y="20432"/>
                  </a:lnTo>
                  <a:lnTo>
                    <a:pt x="19708" y="20230"/>
                  </a:lnTo>
                  <a:lnTo>
                    <a:pt x="19910" y="20029"/>
                  </a:lnTo>
                  <a:lnTo>
                    <a:pt x="20111" y="19827"/>
                  </a:lnTo>
                  <a:lnTo>
                    <a:pt x="20313" y="19616"/>
                  </a:lnTo>
                  <a:lnTo>
                    <a:pt x="20505" y="19406"/>
                  </a:lnTo>
                  <a:lnTo>
                    <a:pt x="20689" y="19195"/>
                  </a:lnTo>
                  <a:lnTo>
                    <a:pt x="20872" y="18966"/>
                  </a:lnTo>
                  <a:lnTo>
                    <a:pt x="21037" y="18746"/>
                  </a:lnTo>
                  <a:lnTo>
                    <a:pt x="21211" y="18517"/>
                  </a:lnTo>
                  <a:lnTo>
                    <a:pt x="21367" y="18288"/>
                  </a:lnTo>
                  <a:lnTo>
                    <a:pt x="21532" y="18050"/>
                  </a:lnTo>
                  <a:lnTo>
                    <a:pt x="21678" y="17811"/>
                  </a:lnTo>
                  <a:lnTo>
                    <a:pt x="21825" y="17564"/>
                  </a:lnTo>
                  <a:lnTo>
                    <a:pt x="21962" y="17317"/>
                  </a:lnTo>
                  <a:lnTo>
                    <a:pt x="22090" y="17069"/>
                  </a:lnTo>
                  <a:lnTo>
                    <a:pt x="22219" y="16822"/>
                  </a:lnTo>
                  <a:lnTo>
                    <a:pt x="22338" y="16565"/>
                  </a:lnTo>
                  <a:lnTo>
                    <a:pt x="22448" y="16309"/>
                  </a:lnTo>
                  <a:lnTo>
                    <a:pt x="22558" y="16052"/>
                  </a:lnTo>
                  <a:lnTo>
                    <a:pt x="22659" y="15787"/>
                  </a:lnTo>
                  <a:lnTo>
                    <a:pt x="22750" y="15521"/>
                  </a:lnTo>
                  <a:lnTo>
                    <a:pt x="22842" y="15255"/>
                  </a:lnTo>
                  <a:lnTo>
                    <a:pt x="22924" y="14989"/>
                  </a:lnTo>
                  <a:lnTo>
                    <a:pt x="22998" y="14715"/>
                  </a:lnTo>
                  <a:lnTo>
                    <a:pt x="23071" y="14449"/>
                  </a:lnTo>
                  <a:lnTo>
                    <a:pt x="23135" y="14174"/>
                  </a:lnTo>
                  <a:lnTo>
                    <a:pt x="23190" y="13899"/>
                  </a:lnTo>
                  <a:lnTo>
                    <a:pt x="23236" y="13624"/>
                  </a:lnTo>
                  <a:lnTo>
                    <a:pt x="23282" y="13340"/>
                  </a:lnTo>
                  <a:lnTo>
                    <a:pt x="23318" y="13065"/>
                  </a:lnTo>
                  <a:lnTo>
                    <a:pt x="23346" y="12781"/>
                  </a:lnTo>
                  <a:lnTo>
                    <a:pt x="23373" y="12507"/>
                  </a:lnTo>
                  <a:lnTo>
                    <a:pt x="23392" y="12222"/>
                  </a:lnTo>
                  <a:lnTo>
                    <a:pt x="23401" y="11938"/>
                  </a:lnTo>
                  <a:lnTo>
                    <a:pt x="23401" y="11654"/>
                  </a:lnTo>
                  <a:lnTo>
                    <a:pt x="23392" y="11370"/>
                  </a:lnTo>
                  <a:lnTo>
                    <a:pt x="23382" y="11086"/>
                  </a:lnTo>
                  <a:lnTo>
                    <a:pt x="23364" y="10802"/>
                  </a:lnTo>
                  <a:lnTo>
                    <a:pt x="23337" y="10518"/>
                  </a:lnTo>
                  <a:lnTo>
                    <a:pt x="23309" y="10234"/>
                  </a:lnTo>
                  <a:lnTo>
                    <a:pt x="23272" y="9950"/>
                  </a:lnTo>
                  <a:lnTo>
                    <a:pt x="23227" y="9666"/>
                  </a:lnTo>
                  <a:lnTo>
                    <a:pt x="23172" y="9382"/>
                  </a:lnTo>
                  <a:lnTo>
                    <a:pt x="23107" y="9098"/>
                  </a:lnTo>
                  <a:lnTo>
                    <a:pt x="23043" y="8823"/>
                  </a:lnTo>
                  <a:lnTo>
                    <a:pt x="22961" y="8539"/>
                  </a:lnTo>
                  <a:lnTo>
                    <a:pt x="22878" y="8255"/>
                  </a:lnTo>
                  <a:lnTo>
                    <a:pt x="22796" y="7980"/>
                  </a:lnTo>
                  <a:lnTo>
                    <a:pt x="22695" y="7705"/>
                  </a:lnTo>
                  <a:lnTo>
                    <a:pt x="22585" y="7421"/>
                  </a:lnTo>
                  <a:lnTo>
                    <a:pt x="22475" y="7147"/>
                  </a:lnTo>
                  <a:lnTo>
                    <a:pt x="22356" y="6881"/>
                  </a:lnTo>
                  <a:lnTo>
                    <a:pt x="22228" y="6606"/>
                  </a:lnTo>
                  <a:lnTo>
                    <a:pt x="22090" y="6331"/>
                  </a:lnTo>
                  <a:lnTo>
                    <a:pt x="21953" y="6065"/>
                  </a:lnTo>
                  <a:lnTo>
                    <a:pt x="21806" y="5809"/>
                  </a:lnTo>
                  <a:lnTo>
                    <a:pt x="21651" y="5552"/>
                  </a:lnTo>
                  <a:lnTo>
                    <a:pt x="21495" y="5296"/>
                  </a:lnTo>
                  <a:lnTo>
                    <a:pt x="21330" y="5058"/>
                  </a:lnTo>
                  <a:lnTo>
                    <a:pt x="21156" y="4810"/>
                  </a:lnTo>
                  <a:lnTo>
                    <a:pt x="20982" y="4581"/>
                  </a:lnTo>
                  <a:lnTo>
                    <a:pt x="20799" y="4352"/>
                  </a:lnTo>
                  <a:lnTo>
                    <a:pt x="20615" y="4123"/>
                  </a:lnTo>
                  <a:lnTo>
                    <a:pt x="20423" y="3903"/>
                  </a:lnTo>
                  <a:lnTo>
                    <a:pt x="20231" y="3692"/>
                  </a:lnTo>
                  <a:lnTo>
                    <a:pt x="20029" y="3482"/>
                  </a:lnTo>
                  <a:lnTo>
                    <a:pt x="19827" y="3280"/>
                  </a:lnTo>
                  <a:lnTo>
                    <a:pt x="19617" y="3088"/>
                  </a:lnTo>
                  <a:lnTo>
                    <a:pt x="19406" y="2895"/>
                  </a:lnTo>
                  <a:lnTo>
                    <a:pt x="19186" y="2712"/>
                  </a:lnTo>
                  <a:lnTo>
                    <a:pt x="18966" y="2529"/>
                  </a:lnTo>
                  <a:lnTo>
                    <a:pt x="18746" y="2355"/>
                  </a:lnTo>
                  <a:lnTo>
                    <a:pt x="18517" y="2190"/>
                  </a:lnTo>
                  <a:lnTo>
                    <a:pt x="18279" y="2025"/>
                  </a:lnTo>
                  <a:lnTo>
                    <a:pt x="18050" y="1869"/>
                  </a:lnTo>
                  <a:lnTo>
                    <a:pt x="17812" y="1723"/>
                  </a:lnTo>
                  <a:lnTo>
                    <a:pt x="17564" y="1576"/>
                  </a:lnTo>
                  <a:lnTo>
                    <a:pt x="17317" y="1439"/>
                  </a:lnTo>
                  <a:lnTo>
                    <a:pt x="17070" y="1310"/>
                  </a:lnTo>
                  <a:lnTo>
                    <a:pt x="16822" y="1182"/>
                  </a:lnTo>
                  <a:lnTo>
                    <a:pt x="16566" y="1063"/>
                  </a:lnTo>
                  <a:lnTo>
                    <a:pt x="16309" y="944"/>
                  </a:lnTo>
                  <a:lnTo>
                    <a:pt x="16053" y="843"/>
                  </a:lnTo>
                  <a:lnTo>
                    <a:pt x="15787" y="742"/>
                  </a:lnTo>
                  <a:lnTo>
                    <a:pt x="15521" y="641"/>
                  </a:lnTo>
                  <a:lnTo>
                    <a:pt x="15255" y="550"/>
                  </a:lnTo>
                  <a:lnTo>
                    <a:pt x="14990" y="476"/>
                  </a:lnTo>
                  <a:lnTo>
                    <a:pt x="14715" y="394"/>
                  </a:lnTo>
                  <a:lnTo>
                    <a:pt x="14449" y="330"/>
                  </a:lnTo>
                  <a:lnTo>
                    <a:pt x="14174" y="266"/>
                  </a:lnTo>
                  <a:lnTo>
                    <a:pt x="13899" y="211"/>
                  </a:lnTo>
                  <a:lnTo>
                    <a:pt x="13615" y="156"/>
                  </a:lnTo>
                  <a:lnTo>
                    <a:pt x="13341" y="119"/>
                  </a:lnTo>
                  <a:lnTo>
                    <a:pt x="13066" y="82"/>
                  </a:lnTo>
                  <a:lnTo>
                    <a:pt x="12782" y="46"/>
                  </a:lnTo>
                  <a:lnTo>
                    <a:pt x="12498" y="28"/>
                  </a:lnTo>
                  <a:lnTo>
                    <a:pt x="12223" y="9"/>
                  </a:lnTo>
                  <a:lnTo>
                    <a:pt x="119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6289377" y="4072405"/>
              <a:ext cx="285158" cy="285002"/>
            </a:xfrm>
            <a:custGeom>
              <a:rect b="b" l="l" r="r" t="t"/>
              <a:pathLst>
                <a:path extrusionOk="0" h="16429" w="16438">
                  <a:moveTo>
                    <a:pt x="7972" y="0"/>
                  </a:moveTo>
                  <a:lnTo>
                    <a:pt x="7733" y="10"/>
                  </a:lnTo>
                  <a:lnTo>
                    <a:pt x="7495" y="28"/>
                  </a:lnTo>
                  <a:lnTo>
                    <a:pt x="7257" y="55"/>
                  </a:lnTo>
                  <a:lnTo>
                    <a:pt x="7019" y="83"/>
                  </a:lnTo>
                  <a:lnTo>
                    <a:pt x="6781" y="119"/>
                  </a:lnTo>
                  <a:lnTo>
                    <a:pt x="6542" y="165"/>
                  </a:lnTo>
                  <a:lnTo>
                    <a:pt x="6304" y="220"/>
                  </a:lnTo>
                  <a:lnTo>
                    <a:pt x="6075" y="284"/>
                  </a:lnTo>
                  <a:lnTo>
                    <a:pt x="5837" y="349"/>
                  </a:lnTo>
                  <a:lnTo>
                    <a:pt x="5599" y="422"/>
                  </a:lnTo>
                  <a:lnTo>
                    <a:pt x="5370" y="504"/>
                  </a:lnTo>
                  <a:lnTo>
                    <a:pt x="5141" y="596"/>
                  </a:lnTo>
                  <a:lnTo>
                    <a:pt x="4911" y="697"/>
                  </a:lnTo>
                  <a:lnTo>
                    <a:pt x="4682" y="797"/>
                  </a:lnTo>
                  <a:lnTo>
                    <a:pt x="4453" y="917"/>
                  </a:lnTo>
                  <a:lnTo>
                    <a:pt x="4078" y="1118"/>
                  </a:lnTo>
                  <a:lnTo>
                    <a:pt x="3720" y="1338"/>
                  </a:lnTo>
                  <a:lnTo>
                    <a:pt x="3381" y="1567"/>
                  </a:lnTo>
                  <a:lnTo>
                    <a:pt x="3061" y="1824"/>
                  </a:lnTo>
                  <a:lnTo>
                    <a:pt x="2749" y="2080"/>
                  </a:lnTo>
                  <a:lnTo>
                    <a:pt x="2447" y="2364"/>
                  </a:lnTo>
                  <a:lnTo>
                    <a:pt x="2172" y="2648"/>
                  </a:lnTo>
                  <a:lnTo>
                    <a:pt x="1906" y="2951"/>
                  </a:lnTo>
                  <a:lnTo>
                    <a:pt x="1659" y="3262"/>
                  </a:lnTo>
                  <a:lnTo>
                    <a:pt x="1430" y="3592"/>
                  </a:lnTo>
                  <a:lnTo>
                    <a:pt x="1210" y="3922"/>
                  </a:lnTo>
                  <a:lnTo>
                    <a:pt x="1018" y="4270"/>
                  </a:lnTo>
                  <a:lnTo>
                    <a:pt x="834" y="4618"/>
                  </a:lnTo>
                  <a:lnTo>
                    <a:pt x="669" y="4975"/>
                  </a:lnTo>
                  <a:lnTo>
                    <a:pt x="523" y="5342"/>
                  </a:lnTo>
                  <a:lnTo>
                    <a:pt x="394" y="5718"/>
                  </a:lnTo>
                  <a:lnTo>
                    <a:pt x="285" y="6093"/>
                  </a:lnTo>
                  <a:lnTo>
                    <a:pt x="193" y="6478"/>
                  </a:lnTo>
                  <a:lnTo>
                    <a:pt x="110" y="6863"/>
                  </a:lnTo>
                  <a:lnTo>
                    <a:pt x="55" y="7257"/>
                  </a:lnTo>
                  <a:lnTo>
                    <a:pt x="19" y="7651"/>
                  </a:lnTo>
                  <a:lnTo>
                    <a:pt x="1" y="8045"/>
                  </a:lnTo>
                  <a:lnTo>
                    <a:pt x="1" y="8448"/>
                  </a:lnTo>
                  <a:lnTo>
                    <a:pt x="28" y="8842"/>
                  </a:lnTo>
                  <a:lnTo>
                    <a:pt x="65" y="9245"/>
                  </a:lnTo>
                  <a:lnTo>
                    <a:pt x="129" y="9639"/>
                  </a:lnTo>
                  <a:lnTo>
                    <a:pt x="202" y="10042"/>
                  </a:lnTo>
                  <a:lnTo>
                    <a:pt x="303" y="10436"/>
                  </a:lnTo>
                  <a:lnTo>
                    <a:pt x="431" y="10830"/>
                  </a:lnTo>
                  <a:lnTo>
                    <a:pt x="569" y="11215"/>
                  </a:lnTo>
                  <a:lnTo>
                    <a:pt x="733" y="11600"/>
                  </a:lnTo>
                  <a:lnTo>
                    <a:pt x="917" y="11985"/>
                  </a:lnTo>
                  <a:lnTo>
                    <a:pt x="1063" y="12241"/>
                  </a:lnTo>
                  <a:lnTo>
                    <a:pt x="1210" y="12498"/>
                  </a:lnTo>
                  <a:lnTo>
                    <a:pt x="1366" y="12745"/>
                  </a:lnTo>
                  <a:lnTo>
                    <a:pt x="1531" y="12983"/>
                  </a:lnTo>
                  <a:lnTo>
                    <a:pt x="1705" y="13222"/>
                  </a:lnTo>
                  <a:lnTo>
                    <a:pt x="1879" y="13441"/>
                  </a:lnTo>
                  <a:lnTo>
                    <a:pt x="2062" y="13661"/>
                  </a:lnTo>
                  <a:lnTo>
                    <a:pt x="2254" y="13872"/>
                  </a:lnTo>
                  <a:lnTo>
                    <a:pt x="2456" y="14074"/>
                  </a:lnTo>
                  <a:lnTo>
                    <a:pt x="2658" y="14266"/>
                  </a:lnTo>
                  <a:lnTo>
                    <a:pt x="2868" y="14449"/>
                  </a:lnTo>
                  <a:lnTo>
                    <a:pt x="3088" y="14632"/>
                  </a:lnTo>
                  <a:lnTo>
                    <a:pt x="3308" y="14807"/>
                  </a:lnTo>
                  <a:lnTo>
                    <a:pt x="3537" y="14962"/>
                  </a:lnTo>
                  <a:lnTo>
                    <a:pt x="3766" y="15118"/>
                  </a:lnTo>
                  <a:lnTo>
                    <a:pt x="4004" y="15265"/>
                  </a:lnTo>
                  <a:lnTo>
                    <a:pt x="4243" y="15402"/>
                  </a:lnTo>
                  <a:lnTo>
                    <a:pt x="4490" y="15540"/>
                  </a:lnTo>
                  <a:lnTo>
                    <a:pt x="4737" y="15659"/>
                  </a:lnTo>
                  <a:lnTo>
                    <a:pt x="4994" y="15769"/>
                  </a:lnTo>
                  <a:lnTo>
                    <a:pt x="5250" y="15869"/>
                  </a:lnTo>
                  <a:lnTo>
                    <a:pt x="5507" y="15970"/>
                  </a:lnTo>
                  <a:lnTo>
                    <a:pt x="5773" y="16053"/>
                  </a:lnTo>
                  <a:lnTo>
                    <a:pt x="6029" y="16135"/>
                  </a:lnTo>
                  <a:lnTo>
                    <a:pt x="6304" y="16199"/>
                  </a:lnTo>
                  <a:lnTo>
                    <a:pt x="6570" y="16263"/>
                  </a:lnTo>
                  <a:lnTo>
                    <a:pt x="6845" y="16318"/>
                  </a:lnTo>
                  <a:lnTo>
                    <a:pt x="7120" y="16355"/>
                  </a:lnTo>
                  <a:lnTo>
                    <a:pt x="7394" y="16392"/>
                  </a:lnTo>
                  <a:lnTo>
                    <a:pt x="7669" y="16410"/>
                  </a:lnTo>
                  <a:lnTo>
                    <a:pt x="7944" y="16428"/>
                  </a:lnTo>
                  <a:lnTo>
                    <a:pt x="8466" y="16428"/>
                  </a:lnTo>
                  <a:lnTo>
                    <a:pt x="8705" y="16419"/>
                  </a:lnTo>
                  <a:lnTo>
                    <a:pt x="8943" y="16401"/>
                  </a:lnTo>
                  <a:lnTo>
                    <a:pt x="9181" y="16373"/>
                  </a:lnTo>
                  <a:lnTo>
                    <a:pt x="9419" y="16346"/>
                  </a:lnTo>
                  <a:lnTo>
                    <a:pt x="9658" y="16309"/>
                  </a:lnTo>
                  <a:lnTo>
                    <a:pt x="9896" y="16263"/>
                  </a:lnTo>
                  <a:lnTo>
                    <a:pt x="10134" y="16208"/>
                  </a:lnTo>
                  <a:lnTo>
                    <a:pt x="10363" y="16144"/>
                  </a:lnTo>
                  <a:lnTo>
                    <a:pt x="10601" y="16080"/>
                  </a:lnTo>
                  <a:lnTo>
                    <a:pt x="10839" y="16007"/>
                  </a:lnTo>
                  <a:lnTo>
                    <a:pt x="11068" y="15924"/>
                  </a:lnTo>
                  <a:lnTo>
                    <a:pt x="11298" y="15833"/>
                  </a:lnTo>
                  <a:lnTo>
                    <a:pt x="11536" y="15732"/>
                  </a:lnTo>
                  <a:lnTo>
                    <a:pt x="11756" y="15631"/>
                  </a:lnTo>
                  <a:lnTo>
                    <a:pt x="11985" y="15512"/>
                  </a:lnTo>
                  <a:lnTo>
                    <a:pt x="12360" y="15311"/>
                  </a:lnTo>
                  <a:lnTo>
                    <a:pt x="12718" y="15091"/>
                  </a:lnTo>
                  <a:lnTo>
                    <a:pt x="13057" y="14862"/>
                  </a:lnTo>
                  <a:lnTo>
                    <a:pt x="13377" y="14605"/>
                  </a:lnTo>
                  <a:lnTo>
                    <a:pt x="13689" y="14348"/>
                  </a:lnTo>
                  <a:lnTo>
                    <a:pt x="13991" y="14064"/>
                  </a:lnTo>
                  <a:lnTo>
                    <a:pt x="14266" y="13780"/>
                  </a:lnTo>
                  <a:lnTo>
                    <a:pt x="14532" y="13478"/>
                  </a:lnTo>
                  <a:lnTo>
                    <a:pt x="14779" y="13167"/>
                  </a:lnTo>
                  <a:lnTo>
                    <a:pt x="15008" y="12837"/>
                  </a:lnTo>
                  <a:lnTo>
                    <a:pt x="15228" y="12507"/>
                  </a:lnTo>
                  <a:lnTo>
                    <a:pt x="15430" y="12159"/>
                  </a:lnTo>
                  <a:lnTo>
                    <a:pt x="15604" y="11811"/>
                  </a:lnTo>
                  <a:lnTo>
                    <a:pt x="15769" y="11453"/>
                  </a:lnTo>
                  <a:lnTo>
                    <a:pt x="15915" y="11087"/>
                  </a:lnTo>
                  <a:lnTo>
                    <a:pt x="16044" y="10711"/>
                  </a:lnTo>
                  <a:lnTo>
                    <a:pt x="16154" y="10335"/>
                  </a:lnTo>
                  <a:lnTo>
                    <a:pt x="16254" y="9951"/>
                  </a:lnTo>
                  <a:lnTo>
                    <a:pt x="16328" y="9566"/>
                  </a:lnTo>
                  <a:lnTo>
                    <a:pt x="16383" y="9172"/>
                  </a:lnTo>
                  <a:lnTo>
                    <a:pt x="16419" y="8778"/>
                  </a:lnTo>
                  <a:lnTo>
                    <a:pt x="16438" y="8384"/>
                  </a:lnTo>
                  <a:lnTo>
                    <a:pt x="16438" y="7981"/>
                  </a:lnTo>
                  <a:lnTo>
                    <a:pt x="16410" y="7587"/>
                  </a:lnTo>
                  <a:lnTo>
                    <a:pt x="16373" y="7184"/>
                  </a:lnTo>
                  <a:lnTo>
                    <a:pt x="16309" y="6790"/>
                  </a:lnTo>
                  <a:lnTo>
                    <a:pt x="16236" y="6386"/>
                  </a:lnTo>
                  <a:lnTo>
                    <a:pt x="16135" y="5992"/>
                  </a:lnTo>
                  <a:lnTo>
                    <a:pt x="16007" y="5599"/>
                  </a:lnTo>
                  <a:lnTo>
                    <a:pt x="15870" y="5214"/>
                  </a:lnTo>
                  <a:lnTo>
                    <a:pt x="15705" y="4829"/>
                  </a:lnTo>
                  <a:lnTo>
                    <a:pt x="15521" y="4444"/>
                  </a:lnTo>
                  <a:lnTo>
                    <a:pt x="15384" y="4188"/>
                  </a:lnTo>
                  <a:lnTo>
                    <a:pt x="15228" y="3931"/>
                  </a:lnTo>
                  <a:lnTo>
                    <a:pt x="15072" y="3684"/>
                  </a:lnTo>
                  <a:lnTo>
                    <a:pt x="14907" y="3445"/>
                  </a:lnTo>
                  <a:lnTo>
                    <a:pt x="14743" y="3207"/>
                  </a:lnTo>
                  <a:lnTo>
                    <a:pt x="14559" y="2987"/>
                  </a:lnTo>
                  <a:lnTo>
                    <a:pt x="14376" y="2767"/>
                  </a:lnTo>
                  <a:lnTo>
                    <a:pt x="14184" y="2557"/>
                  </a:lnTo>
                  <a:lnTo>
                    <a:pt x="13982" y="2355"/>
                  </a:lnTo>
                  <a:lnTo>
                    <a:pt x="13781" y="2163"/>
                  </a:lnTo>
                  <a:lnTo>
                    <a:pt x="13570" y="1970"/>
                  </a:lnTo>
                  <a:lnTo>
                    <a:pt x="13350" y="1796"/>
                  </a:lnTo>
                  <a:lnTo>
                    <a:pt x="13130" y="1622"/>
                  </a:lnTo>
                  <a:lnTo>
                    <a:pt x="12901" y="1466"/>
                  </a:lnTo>
                  <a:lnTo>
                    <a:pt x="12672" y="1311"/>
                  </a:lnTo>
                  <a:lnTo>
                    <a:pt x="12434" y="1164"/>
                  </a:lnTo>
                  <a:lnTo>
                    <a:pt x="12195" y="1027"/>
                  </a:lnTo>
                  <a:lnTo>
                    <a:pt x="11948" y="889"/>
                  </a:lnTo>
                  <a:lnTo>
                    <a:pt x="11701" y="770"/>
                  </a:lnTo>
                  <a:lnTo>
                    <a:pt x="11444" y="660"/>
                  </a:lnTo>
                  <a:lnTo>
                    <a:pt x="11188" y="550"/>
                  </a:lnTo>
                  <a:lnTo>
                    <a:pt x="10931" y="458"/>
                  </a:lnTo>
                  <a:lnTo>
                    <a:pt x="10675" y="376"/>
                  </a:lnTo>
                  <a:lnTo>
                    <a:pt x="10409" y="294"/>
                  </a:lnTo>
                  <a:lnTo>
                    <a:pt x="10134" y="229"/>
                  </a:lnTo>
                  <a:lnTo>
                    <a:pt x="9868" y="165"/>
                  </a:lnTo>
                  <a:lnTo>
                    <a:pt x="9593" y="110"/>
                  </a:lnTo>
                  <a:lnTo>
                    <a:pt x="9319" y="74"/>
                  </a:lnTo>
                  <a:lnTo>
                    <a:pt x="9044" y="37"/>
                  </a:lnTo>
                  <a:lnTo>
                    <a:pt x="8769" y="19"/>
                  </a:lnTo>
                  <a:lnTo>
                    <a:pt x="8494" y="0"/>
                  </a:lnTo>
                  <a:close/>
                </a:path>
              </a:pathLst>
            </a:custGeom>
            <a:solidFill>
              <a:srgbClr val="9C8A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6289377" y="4072405"/>
              <a:ext cx="285158" cy="285002"/>
            </a:xfrm>
            <a:custGeom>
              <a:rect b="b" l="l" r="r" t="t"/>
              <a:pathLst>
                <a:path extrusionOk="0" fill="none" h="16429" w="16438">
                  <a:moveTo>
                    <a:pt x="8210" y="0"/>
                  </a:moveTo>
                  <a:lnTo>
                    <a:pt x="8210" y="0"/>
                  </a:lnTo>
                  <a:lnTo>
                    <a:pt x="7972" y="0"/>
                  </a:lnTo>
                  <a:lnTo>
                    <a:pt x="7733" y="10"/>
                  </a:lnTo>
                  <a:lnTo>
                    <a:pt x="7495" y="28"/>
                  </a:lnTo>
                  <a:lnTo>
                    <a:pt x="7257" y="55"/>
                  </a:lnTo>
                  <a:lnTo>
                    <a:pt x="7019" y="83"/>
                  </a:lnTo>
                  <a:lnTo>
                    <a:pt x="6781" y="119"/>
                  </a:lnTo>
                  <a:lnTo>
                    <a:pt x="6542" y="165"/>
                  </a:lnTo>
                  <a:lnTo>
                    <a:pt x="6304" y="220"/>
                  </a:lnTo>
                  <a:lnTo>
                    <a:pt x="6075" y="284"/>
                  </a:lnTo>
                  <a:lnTo>
                    <a:pt x="5837" y="349"/>
                  </a:lnTo>
                  <a:lnTo>
                    <a:pt x="5599" y="422"/>
                  </a:lnTo>
                  <a:lnTo>
                    <a:pt x="5370" y="504"/>
                  </a:lnTo>
                  <a:lnTo>
                    <a:pt x="5141" y="596"/>
                  </a:lnTo>
                  <a:lnTo>
                    <a:pt x="4911" y="697"/>
                  </a:lnTo>
                  <a:lnTo>
                    <a:pt x="4682" y="797"/>
                  </a:lnTo>
                  <a:lnTo>
                    <a:pt x="4453" y="917"/>
                  </a:lnTo>
                  <a:lnTo>
                    <a:pt x="4453" y="917"/>
                  </a:lnTo>
                  <a:lnTo>
                    <a:pt x="4078" y="1118"/>
                  </a:lnTo>
                  <a:lnTo>
                    <a:pt x="3720" y="1338"/>
                  </a:lnTo>
                  <a:lnTo>
                    <a:pt x="3381" y="1567"/>
                  </a:lnTo>
                  <a:lnTo>
                    <a:pt x="3061" y="1824"/>
                  </a:lnTo>
                  <a:lnTo>
                    <a:pt x="2749" y="2080"/>
                  </a:lnTo>
                  <a:lnTo>
                    <a:pt x="2447" y="2364"/>
                  </a:lnTo>
                  <a:lnTo>
                    <a:pt x="2172" y="2648"/>
                  </a:lnTo>
                  <a:lnTo>
                    <a:pt x="1906" y="2951"/>
                  </a:lnTo>
                  <a:lnTo>
                    <a:pt x="1659" y="3262"/>
                  </a:lnTo>
                  <a:lnTo>
                    <a:pt x="1430" y="3592"/>
                  </a:lnTo>
                  <a:lnTo>
                    <a:pt x="1210" y="3922"/>
                  </a:lnTo>
                  <a:lnTo>
                    <a:pt x="1018" y="4270"/>
                  </a:lnTo>
                  <a:lnTo>
                    <a:pt x="834" y="4618"/>
                  </a:lnTo>
                  <a:lnTo>
                    <a:pt x="669" y="4975"/>
                  </a:lnTo>
                  <a:lnTo>
                    <a:pt x="523" y="5342"/>
                  </a:lnTo>
                  <a:lnTo>
                    <a:pt x="394" y="5718"/>
                  </a:lnTo>
                  <a:lnTo>
                    <a:pt x="285" y="6093"/>
                  </a:lnTo>
                  <a:lnTo>
                    <a:pt x="193" y="6478"/>
                  </a:lnTo>
                  <a:lnTo>
                    <a:pt x="110" y="6863"/>
                  </a:lnTo>
                  <a:lnTo>
                    <a:pt x="55" y="7257"/>
                  </a:lnTo>
                  <a:lnTo>
                    <a:pt x="19" y="7651"/>
                  </a:lnTo>
                  <a:lnTo>
                    <a:pt x="1" y="8045"/>
                  </a:lnTo>
                  <a:lnTo>
                    <a:pt x="1" y="8448"/>
                  </a:lnTo>
                  <a:lnTo>
                    <a:pt x="28" y="8842"/>
                  </a:lnTo>
                  <a:lnTo>
                    <a:pt x="65" y="9245"/>
                  </a:lnTo>
                  <a:lnTo>
                    <a:pt x="129" y="9639"/>
                  </a:lnTo>
                  <a:lnTo>
                    <a:pt x="202" y="10042"/>
                  </a:lnTo>
                  <a:lnTo>
                    <a:pt x="303" y="10436"/>
                  </a:lnTo>
                  <a:lnTo>
                    <a:pt x="431" y="10830"/>
                  </a:lnTo>
                  <a:lnTo>
                    <a:pt x="569" y="11215"/>
                  </a:lnTo>
                  <a:lnTo>
                    <a:pt x="733" y="11600"/>
                  </a:lnTo>
                  <a:lnTo>
                    <a:pt x="917" y="11985"/>
                  </a:lnTo>
                  <a:lnTo>
                    <a:pt x="917" y="11985"/>
                  </a:lnTo>
                  <a:lnTo>
                    <a:pt x="1063" y="12241"/>
                  </a:lnTo>
                  <a:lnTo>
                    <a:pt x="1210" y="12498"/>
                  </a:lnTo>
                  <a:lnTo>
                    <a:pt x="1366" y="12745"/>
                  </a:lnTo>
                  <a:lnTo>
                    <a:pt x="1531" y="12983"/>
                  </a:lnTo>
                  <a:lnTo>
                    <a:pt x="1705" y="13222"/>
                  </a:lnTo>
                  <a:lnTo>
                    <a:pt x="1879" y="13441"/>
                  </a:lnTo>
                  <a:lnTo>
                    <a:pt x="2062" y="13661"/>
                  </a:lnTo>
                  <a:lnTo>
                    <a:pt x="2254" y="13872"/>
                  </a:lnTo>
                  <a:lnTo>
                    <a:pt x="2456" y="14074"/>
                  </a:lnTo>
                  <a:lnTo>
                    <a:pt x="2658" y="14266"/>
                  </a:lnTo>
                  <a:lnTo>
                    <a:pt x="2868" y="14449"/>
                  </a:lnTo>
                  <a:lnTo>
                    <a:pt x="3088" y="14632"/>
                  </a:lnTo>
                  <a:lnTo>
                    <a:pt x="3308" y="14807"/>
                  </a:lnTo>
                  <a:lnTo>
                    <a:pt x="3537" y="14962"/>
                  </a:lnTo>
                  <a:lnTo>
                    <a:pt x="3766" y="15118"/>
                  </a:lnTo>
                  <a:lnTo>
                    <a:pt x="4004" y="15265"/>
                  </a:lnTo>
                  <a:lnTo>
                    <a:pt x="4243" y="15402"/>
                  </a:lnTo>
                  <a:lnTo>
                    <a:pt x="4490" y="15540"/>
                  </a:lnTo>
                  <a:lnTo>
                    <a:pt x="4737" y="15659"/>
                  </a:lnTo>
                  <a:lnTo>
                    <a:pt x="4994" y="15769"/>
                  </a:lnTo>
                  <a:lnTo>
                    <a:pt x="5250" y="15869"/>
                  </a:lnTo>
                  <a:lnTo>
                    <a:pt x="5507" y="15970"/>
                  </a:lnTo>
                  <a:lnTo>
                    <a:pt x="5773" y="16053"/>
                  </a:lnTo>
                  <a:lnTo>
                    <a:pt x="6029" y="16135"/>
                  </a:lnTo>
                  <a:lnTo>
                    <a:pt x="6304" y="16199"/>
                  </a:lnTo>
                  <a:lnTo>
                    <a:pt x="6570" y="16263"/>
                  </a:lnTo>
                  <a:lnTo>
                    <a:pt x="6845" y="16318"/>
                  </a:lnTo>
                  <a:lnTo>
                    <a:pt x="7120" y="16355"/>
                  </a:lnTo>
                  <a:lnTo>
                    <a:pt x="7394" y="16392"/>
                  </a:lnTo>
                  <a:lnTo>
                    <a:pt x="7669" y="16410"/>
                  </a:lnTo>
                  <a:lnTo>
                    <a:pt x="7944" y="16428"/>
                  </a:lnTo>
                  <a:lnTo>
                    <a:pt x="8228" y="16428"/>
                  </a:lnTo>
                  <a:lnTo>
                    <a:pt x="8228" y="16428"/>
                  </a:lnTo>
                  <a:lnTo>
                    <a:pt x="8466" y="16428"/>
                  </a:lnTo>
                  <a:lnTo>
                    <a:pt x="8705" y="16419"/>
                  </a:lnTo>
                  <a:lnTo>
                    <a:pt x="8943" y="16401"/>
                  </a:lnTo>
                  <a:lnTo>
                    <a:pt x="9181" y="16373"/>
                  </a:lnTo>
                  <a:lnTo>
                    <a:pt x="9419" y="16346"/>
                  </a:lnTo>
                  <a:lnTo>
                    <a:pt x="9658" y="16309"/>
                  </a:lnTo>
                  <a:lnTo>
                    <a:pt x="9896" y="16263"/>
                  </a:lnTo>
                  <a:lnTo>
                    <a:pt x="10134" y="16208"/>
                  </a:lnTo>
                  <a:lnTo>
                    <a:pt x="10363" y="16144"/>
                  </a:lnTo>
                  <a:lnTo>
                    <a:pt x="10601" y="16080"/>
                  </a:lnTo>
                  <a:lnTo>
                    <a:pt x="10839" y="16007"/>
                  </a:lnTo>
                  <a:lnTo>
                    <a:pt x="11068" y="15924"/>
                  </a:lnTo>
                  <a:lnTo>
                    <a:pt x="11298" y="15833"/>
                  </a:lnTo>
                  <a:lnTo>
                    <a:pt x="11536" y="15732"/>
                  </a:lnTo>
                  <a:lnTo>
                    <a:pt x="11756" y="15631"/>
                  </a:lnTo>
                  <a:lnTo>
                    <a:pt x="11985" y="15512"/>
                  </a:lnTo>
                  <a:lnTo>
                    <a:pt x="11985" y="15512"/>
                  </a:lnTo>
                  <a:lnTo>
                    <a:pt x="12360" y="15311"/>
                  </a:lnTo>
                  <a:lnTo>
                    <a:pt x="12718" y="15091"/>
                  </a:lnTo>
                  <a:lnTo>
                    <a:pt x="13057" y="14862"/>
                  </a:lnTo>
                  <a:lnTo>
                    <a:pt x="13377" y="14605"/>
                  </a:lnTo>
                  <a:lnTo>
                    <a:pt x="13689" y="14348"/>
                  </a:lnTo>
                  <a:lnTo>
                    <a:pt x="13991" y="14064"/>
                  </a:lnTo>
                  <a:lnTo>
                    <a:pt x="14266" y="13780"/>
                  </a:lnTo>
                  <a:lnTo>
                    <a:pt x="14532" y="13478"/>
                  </a:lnTo>
                  <a:lnTo>
                    <a:pt x="14779" y="13167"/>
                  </a:lnTo>
                  <a:lnTo>
                    <a:pt x="15008" y="12837"/>
                  </a:lnTo>
                  <a:lnTo>
                    <a:pt x="15228" y="12507"/>
                  </a:lnTo>
                  <a:lnTo>
                    <a:pt x="15430" y="12159"/>
                  </a:lnTo>
                  <a:lnTo>
                    <a:pt x="15604" y="11811"/>
                  </a:lnTo>
                  <a:lnTo>
                    <a:pt x="15769" y="11453"/>
                  </a:lnTo>
                  <a:lnTo>
                    <a:pt x="15915" y="11087"/>
                  </a:lnTo>
                  <a:lnTo>
                    <a:pt x="16044" y="10711"/>
                  </a:lnTo>
                  <a:lnTo>
                    <a:pt x="16154" y="10335"/>
                  </a:lnTo>
                  <a:lnTo>
                    <a:pt x="16254" y="9951"/>
                  </a:lnTo>
                  <a:lnTo>
                    <a:pt x="16328" y="9566"/>
                  </a:lnTo>
                  <a:lnTo>
                    <a:pt x="16383" y="9172"/>
                  </a:lnTo>
                  <a:lnTo>
                    <a:pt x="16419" y="8778"/>
                  </a:lnTo>
                  <a:lnTo>
                    <a:pt x="16438" y="8384"/>
                  </a:lnTo>
                  <a:lnTo>
                    <a:pt x="16438" y="7981"/>
                  </a:lnTo>
                  <a:lnTo>
                    <a:pt x="16410" y="7587"/>
                  </a:lnTo>
                  <a:lnTo>
                    <a:pt x="16373" y="7184"/>
                  </a:lnTo>
                  <a:lnTo>
                    <a:pt x="16309" y="6790"/>
                  </a:lnTo>
                  <a:lnTo>
                    <a:pt x="16236" y="6386"/>
                  </a:lnTo>
                  <a:lnTo>
                    <a:pt x="16135" y="5992"/>
                  </a:lnTo>
                  <a:lnTo>
                    <a:pt x="16007" y="5599"/>
                  </a:lnTo>
                  <a:lnTo>
                    <a:pt x="15870" y="5214"/>
                  </a:lnTo>
                  <a:lnTo>
                    <a:pt x="15705" y="4829"/>
                  </a:lnTo>
                  <a:lnTo>
                    <a:pt x="15521" y="4444"/>
                  </a:lnTo>
                  <a:lnTo>
                    <a:pt x="15521" y="4444"/>
                  </a:lnTo>
                  <a:lnTo>
                    <a:pt x="15384" y="4188"/>
                  </a:lnTo>
                  <a:lnTo>
                    <a:pt x="15228" y="3931"/>
                  </a:lnTo>
                  <a:lnTo>
                    <a:pt x="15072" y="3684"/>
                  </a:lnTo>
                  <a:lnTo>
                    <a:pt x="14907" y="3445"/>
                  </a:lnTo>
                  <a:lnTo>
                    <a:pt x="14743" y="3207"/>
                  </a:lnTo>
                  <a:lnTo>
                    <a:pt x="14559" y="2987"/>
                  </a:lnTo>
                  <a:lnTo>
                    <a:pt x="14376" y="2767"/>
                  </a:lnTo>
                  <a:lnTo>
                    <a:pt x="14184" y="2557"/>
                  </a:lnTo>
                  <a:lnTo>
                    <a:pt x="13982" y="2355"/>
                  </a:lnTo>
                  <a:lnTo>
                    <a:pt x="13781" y="2163"/>
                  </a:lnTo>
                  <a:lnTo>
                    <a:pt x="13570" y="1970"/>
                  </a:lnTo>
                  <a:lnTo>
                    <a:pt x="13350" y="1796"/>
                  </a:lnTo>
                  <a:lnTo>
                    <a:pt x="13130" y="1622"/>
                  </a:lnTo>
                  <a:lnTo>
                    <a:pt x="12901" y="1466"/>
                  </a:lnTo>
                  <a:lnTo>
                    <a:pt x="12672" y="1311"/>
                  </a:lnTo>
                  <a:lnTo>
                    <a:pt x="12434" y="1164"/>
                  </a:lnTo>
                  <a:lnTo>
                    <a:pt x="12195" y="1027"/>
                  </a:lnTo>
                  <a:lnTo>
                    <a:pt x="11948" y="889"/>
                  </a:lnTo>
                  <a:lnTo>
                    <a:pt x="11701" y="770"/>
                  </a:lnTo>
                  <a:lnTo>
                    <a:pt x="11444" y="660"/>
                  </a:lnTo>
                  <a:lnTo>
                    <a:pt x="11188" y="550"/>
                  </a:lnTo>
                  <a:lnTo>
                    <a:pt x="10931" y="458"/>
                  </a:lnTo>
                  <a:lnTo>
                    <a:pt x="10675" y="376"/>
                  </a:lnTo>
                  <a:lnTo>
                    <a:pt x="10409" y="294"/>
                  </a:lnTo>
                  <a:lnTo>
                    <a:pt x="10134" y="229"/>
                  </a:lnTo>
                  <a:lnTo>
                    <a:pt x="9868" y="165"/>
                  </a:lnTo>
                  <a:lnTo>
                    <a:pt x="9593" y="110"/>
                  </a:lnTo>
                  <a:lnTo>
                    <a:pt x="9319" y="74"/>
                  </a:lnTo>
                  <a:lnTo>
                    <a:pt x="9044" y="37"/>
                  </a:lnTo>
                  <a:lnTo>
                    <a:pt x="8769" y="19"/>
                  </a:lnTo>
                  <a:lnTo>
                    <a:pt x="8494" y="0"/>
                  </a:lnTo>
                  <a:lnTo>
                    <a:pt x="821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7" name="Google Shape;997;p24"/>
          <p:cNvGrpSpPr/>
          <p:nvPr/>
        </p:nvGrpSpPr>
        <p:grpSpPr>
          <a:xfrm>
            <a:off x="4988030" y="3499272"/>
            <a:ext cx="741484" cy="914560"/>
            <a:chOff x="7409055" y="3771759"/>
            <a:chExt cx="741484" cy="914560"/>
          </a:xfrm>
        </p:grpSpPr>
        <p:sp>
          <p:nvSpPr>
            <p:cNvPr id="998" name="Google Shape;998;p24"/>
            <p:cNvSpPr/>
            <p:nvPr/>
          </p:nvSpPr>
          <p:spPr>
            <a:xfrm>
              <a:off x="7530331" y="4605879"/>
              <a:ext cx="546307" cy="80440"/>
            </a:xfrm>
            <a:custGeom>
              <a:rect b="b" l="l" r="r" t="t"/>
              <a:pathLst>
                <a:path extrusionOk="0" h="4637" w="31492">
                  <a:moveTo>
                    <a:pt x="14935" y="1"/>
                  </a:moveTo>
                  <a:lnTo>
                    <a:pt x="14138" y="10"/>
                  </a:lnTo>
                  <a:lnTo>
                    <a:pt x="13350" y="28"/>
                  </a:lnTo>
                  <a:lnTo>
                    <a:pt x="12571" y="47"/>
                  </a:lnTo>
                  <a:lnTo>
                    <a:pt x="11811" y="74"/>
                  </a:lnTo>
                  <a:lnTo>
                    <a:pt x="11069" y="102"/>
                  </a:lnTo>
                  <a:lnTo>
                    <a:pt x="10336" y="138"/>
                  </a:lnTo>
                  <a:lnTo>
                    <a:pt x="9621" y="184"/>
                  </a:lnTo>
                  <a:lnTo>
                    <a:pt x="8925" y="230"/>
                  </a:lnTo>
                  <a:lnTo>
                    <a:pt x="8247" y="276"/>
                  </a:lnTo>
                  <a:lnTo>
                    <a:pt x="7587" y="331"/>
                  </a:lnTo>
                  <a:lnTo>
                    <a:pt x="6946" y="395"/>
                  </a:lnTo>
                  <a:lnTo>
                    <a:pt x="6332" y="459"/>
                  </a:lnTo>
                  <a:lnTo>
                    <a:pt x="5736" y="532"/>
                  </a:lnTo>
                  <a:lnTo>
                    <a:pt x="5159" y="596"/>
                  </a:lnTo>
                  <a:lnTo>
                    <a:pt x="4619" y="679"/>
                  </a:lnTo>
                  <a:lnTo>
                    <a:pt x="4096" y="761"/>
                  </a:lnTo>
                  <a:lnTo>
                    <a:pt x="3602" y="844"/>
                  </a:lnTo>
                  <a:lnTo>
                    <a:pt x="3134" y="926"/>
                  </a:lnTo>
                  <a:lnTo>
                    <a:pt x="2694" y="1018"/>
                  </a:lnTo>
                  <a:lnTo>
                    <a:pt x="2282" y="1119"/>
                  </a:lnTo>
                  <a:lnTo>
                    <a:pt x="1907" y="1210"/>
                  </a:lnTo>
                  <a:lnTo>
                    <a:pt x="1558" y="1311"/>
                  </a:lnTo>
                  <a:lnTo>
                    <a:pt x="1238" y="1412"/>
                  </a:lnTo>
                  <a:lnTo>
                    <a:pt x="963" y="1522"/>
                  </a:lnTo>
                  <a:lnTo>
                    <a:pt x="715" y="1632"/>
                  </a:lnTo>
                  <a:lnTo>
                    <a:pt x="496" y="1742"/>
                  </a:lnTo>
                  <a:lnTo>
                    <a:pt x="321" y="1852"/>
                  </a:lnTo>
                  <a:lnTo>
                    <a:pt x="248" y="1907"/>
                  </a:lnTo>
                  <a:lnTo>
                    <a:pt x="184" y="1962"/>
                  </a:lnTo>
                  <a:lnTo>
                    <a:pt x="129" y="2026"/>
                  </a:lnTo>
                  <a:lnTo>
                    <a:pt x="83" y="2081"/>
                  </a:lnTo>
                  <a:lnTo>
                    <a:pt x="47" y="2136"/>
                  </a:lnTo>
                  <a:lnTo>
                    <a:pt x="28" y="2200"/>
                  </a:lnTo>
                  <a:lnTo>
                    <a:pt x="10" y="2255"/>
                  </a:lnTo>
                  <a:lnTo>
                    <a:pt x="1" y="2319"/>
                  </a:lnTo>
                  <a:lnTo>
                    <a:pt x="10" y="2374"/>
                  </a:lnTo>
                  <a:lnTo>
                    <a:pt x="28" y="2438"/>
                  </a:lnTo>
                  <a:lnTo>
                    <a:pt x="47" y="2493"/>
                  </a:lnTo>
                  <a:lnTo>
                    <a:pt x="83" y="2557"/>
                  </a:lnTo>
                  <a:lnTo>
                    <a:pt x="129" y="2612"/>
                  </a:lnTo>
                  <a:lnTo>
                    <a:pt x="184" y="2667"/>
                  </a:lnTo>
                  <a:lnTo>
                    <a:pt x="248" y="2731"/>
                  </a:lnTo>
                  <a:lnTo>
                    <a:pt x="321" y="2786"/>
                  </a:lnTo>
                  <a:lnTo>
                    <a:pt x="496" y="2896"/>
                  </a:lnTo>
                  <a:lnTo>
                    <a:pt x="715" y="3006"/>
                  </a:lnTo>
                  <a:lnTo>
                    <a:pt x="963" y="3116"/>
                  </a:lnTo>
                  <a:lnTo>
                    <a:pt x="1238" y="3217"/>
                  </a:lnTo>
                  <a:lnTo>
                    <a:pt x="1558" y="3327"/>
                  </a:lnTo>
                  <a:lnTo>
                    <a:pt x="1907" y="3428"/>
                  </a:lnTo>
                  <a:lnTo>
                    <a:pt x="2282" y="3519"/>
                  </a:lnTo>
                  <a:lnTo>
                    <a:pt x="2694" y="3611"/>
                  </a:lnTo>
                  <a:lnTo>
                    <a:pt x="3134" y="3702"/>
                  </a:lnTo>
                  <a:lnTo>
                    <a:pt x="3602" y="3794"/>
                  </a:lnTo>
                  <a:lnTo>
                    <a:pt x="4096" y="3877"/>
                  </a:lnTo>
                  <a:lnTo>
                    <a:pt x="4619" y="3959"/>
                  </a:lnTo>
                  <a:lnTo>
                    <a:pt x="5159" y="4032"/>
                  </a:lnTo>
                  <a:lnTo>
                    <a:pt x="5736" y="4106"/>
                  </a:lnTo>
                  <a:lnTo>
                    <a:pt x="6332" y="4179"/>
                  </a:lnTo>
                  <a:lnTo>
                    <a:pt x="6946" y="4243"/>
                  </a:lnTo>
                  <a:lnTo>
                    <a:pt x="7587" y="4298"/>
                  </a:lnTo>
                  <a:lnTo>
                    <a:pt x="8247" y="4353"/>
                  </a:lnTo>
                  <a:lnTo>
                    <a:pt x="8925" y="4408"/>
                  </a:lnTo>
                  <a:lnTo>
                    <a:pt x="9621" y="4454"/>
                  </a:lnTo>
                  <a:lnTo>
                    <a:pt x="10336" y="4500"/>
                  </a:lnTo>
                  <a:lnTo>
                    <a:pt x="11069" y="4536"/>
                  </a:lnTo>
                  <a:lnTo>
                    <a:pt x="11811" y="4564"/>
                  </a:lnTo>
                  <a:lnTo>
                    <a:pt x="12571" y="4591"/>
                  </a:lnTo>
                  <a:lnTo>
                    <a:pt x="13350" y="4610"/>
                  </a:lnTo>
                  <a:lnTo>
                    <a:pt x="14138" y="4628"/>
                  </a:lnTo>
                  <a:lnTo>
                    <a:pt x="14935" y="4637"/>
                  </a:lnTo>
                  <a:lnTo>
                    <a:pt x="16557" y="4637"/>
                  </a:lnTo>
                  <a:lnTo>
                    <a:pt x="17354" y="4628"/>
                  </a:lnTo>
                  <a:lnTo>
                    <a:pt x="18142" y="4610"/>
                  </a:lnTo>
                  <a:lnTo>
                    <a:pt x="18921" y="4591"/>
                  </a:lnTo>
                  <a:lnTo>
                    <a:pt x="19681" y="4564"/>
                  </a:lnTo>
                  <a:lnTo>
                    <a:pt x="20433" y="4536"/>
                  </a:lnTo>
                  <a:lnTo>
                    <a:pt x="21166" y="4500"/>
                  </a:lnTo>
                  <a:lnTo>
                    <a:pt x="21880" y="4454"/>
                  </a:lnTo>
                  <a:lnTo>
                    <a:pt x="22577" y="4408"/>
                  </a:lnTo>
                  <a:lnTo>
                    <a:pt x="23255" y="4353"/>
                  </a:lnTo>
                  <a:lnTo>
                    <a:pt x="23914" y="4298"/>
                  </a:lnTo>
                  <a:lnTo>
                    <a:pt x="24546" y="4243"/>
                  </a:lnTo>
                  <a:lnTo>
                    <a:pt x="25169" y="4179"/>
                  </a:lnTo>
                  <a:lnTo>
                    <a:pt x="25765" y="4106"/>
                  </a:lnTo>
                  <a:lnTo>
                    <a:pt x="26333" y="4032"/>
                  </a:lnTo>
                  <a:lnTo>
                    <a:pt x="26883" y="3959"/>
                  </a:lnTo>
                  <a:lnTo>
                    <a:pt x="27405" y="3877"/>
                  </a:lnTo>
                  <a:lnTo>
                    <a:pt x="27900" y="3794"/>
                  </a:lnTo>
                  <a:lnTo>
                    <a:pt x="28367" y="3702"/>
                  </a:lnTo>
                  <a:lnTo>
                    <a:pt x="28807" y="3611"/>
                  </a:lnTo>
                  <a:lnTo>
                    <a:pt x="29210" y="3519"/>
                  </a:lnTo>
                  <a:lnTo>
                    <a:pt x="29595" y="3428"/>
                  </a:lnTo>
                  <a:lnTo>
                    <a:pt x="29943" y="3327"/>
                  </a:lnTo>
                  <a:lnTo>
                    <a:pt x="30254" y="3217"/>
                  </a:lnTo>
                  <a:lnTo>
                    <a:pt x="30539" y="3116"/>
                  </a:lnTo>
                  <a:lnTo>
                    <a:pt x="30786" y="3006"/>
                  </a:lnTo>
                  <a:lnTo>
                    <a:pt x="30997" y="2896"/>
                  </a:lnTo>
                  <a:lnTo>
                    <a:pt x="31171" y="2786"/>
                  </a:lnTo>
                  <a:lnTo>
                    <a:pt x="31244" y="2731"/>
                  </a:lnTo>
                  <a:lnTo>
                    <a:pt x="31308" y="2667"/>
                  </a:lnTo>
                  <a:lnTo>
                    <a:pt x="31363" y="2612"/>
                  </a:lnTo>
                  <a:lnTo>
                    <a:pt x="31409" y="2557"/>
                  </a:lnTo>
                  <a:lnTo>
                    <a:pt x="31446" y="2493"/>
                  </a:lnTo>
                  <a:lnTo>
                    <a:pt x="31473" y="2438"/>
                  </a:lnTo>
                  <a:lnTo>
                    <a:pt x="31482" y="2374"/>
                  </a:lnTo>
                  <a:lnTo>
                    <a:pt x="31491" y="2319"/>
                  </a:lnTo>
                  <a:lnTo>
                    <a:pt x="31482" y="2255"/>
                  </a:lnTo>
                  <a:lnTo>
                    <a:pt x="31473" y="2200"/>
                  </a:lnTo>
                  <a:lnTo>
                    <a:pt x="31446" y="2136"/>
                  </a:lnTo>
                  <a:lnTo>
                    <a:pt x="31409" y="2081"/>
                  </a:lnTo>
                  <a:lnTo>
                    <a:pt x="31363" y="2026"/>
                  </a:lnTo>
                  <a:lnTo>
                    <a:pt x="31308" y="1962"/>
                  </a:lnTo>
                  <a:lnTo>
                    <a:pt x="31244" y="1907"/>
                  </a:lnTo>
                  <a:lnTo>
                    <a:pt x="31171" y="1852"/>
                  </a:lnTo>
                  <a:lnTo>
                    <a:pt x="30997" y="1742"/>
                  </a:lnTo>
                  <a:lnTo>
                    <a:pt x="30786" y="1632"/>
                  </a:lnTo>
                  <a:lnTo>
                    <a:pt x="30539" y="1522"/>
                  </a:lnTo>
                  <a:lnTo>
                    <a:pt x="30254" y="1412"/>
                  </a:lnTo>
                  <a:lnTo>
                    <a:pt x="29943" y="1311"/>
                  </a:lnTo>
                  <a:lnTo>
                    <a:pt x="29595" y="1210"/>
                  </a:lnTo>
                  <a:lnTo>
                    <a:pt x="29210" y="1119"/>
                  </a:lnTo>
                  <a:lnTo>
                    <a:pt x="28807" y="1018"/>
                  </a:lnTo>
                  <a:lnTo>
                    <a:pt x="28367" y="926"/>
                  </a:lnTo>
                  <a:lnTo>
                    <a:pt x="27900" y="844"/>
                  </a:lnTo>
                  <a:lnTo>
                    <a:pt x="27405" y="761"/>
                  </a:lnTo>
                  <a:lnTo>
                    <a:pt x="26883" y="679"/>
                  </a:lnTo>
                  <a:lnTo>
                    <a:pt x="26333" y="596"/>
                  </a:lnTo>
                  <a:lnTo>
                    <a:pt x="25765" y="532"/>
                  </a:lnTo>
                  <a:lnTo>
                    <a:pt x="25169" y="459"/>
                  </a:lnTo>
                  <a:lnTo>
                    <a:pt x="24546" y="395"/>
                  </a:lnTo>
                  <a:lnTo>
                    <a:pt x="23914" y="331"/>
                  </a:lnTo>
                  <a:lnTo>
                    <a:pt x="23255" y="276"/>
                  </a:lnTo>
                  <a:lnTo>
                    <a:pt x="22577" y="230"/>
                  </a:lnTo>
                  <a:lnTo>
                    <a:pt x="21880" y="184"/>
                  </a:lnTo>
                  <a:lnTo>
                    <a:pt x="21166" y="138"/>
                  </a:lnTo>
                  <a:lnTo>
                    <a:pt x="20433" y="102"/>
                  </a:lnTo>
                  <a:lnTo>
                    <a:pt x="19681" y="74"/>
                  </a:lnTo>
                  <a:lnTo>
                    <a:pt x="18921" y="47"/>
                  </a:lnTo>
                  <a:lnTo>
                    <a:pt x="18142" y="28"/>
                  </a:lnTo>
                  <a:lnTo>
                    <a:pt x="17354" y="10"/>
                  </a:lnTo>
                  <a:lnTo>
                    <a:pt x="16557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7409055" y="3808310"/>
              <a:ext cx="309323" cy="208864"/>
            </a:xfrm>
            <a:custGeom>
              <a:rect b="b" l="l" r="r" t="t"/>
              <a:pathLst>
                <a:path extrusionOk="0" h="12040" w="17831">
                  <a:moveTo>
                    <a:pt x="14807" y="1"/>
                  </a:moveTo>
                  <a:lnTo>
                    <a:pt x="14413" y="19"/>
                  </a:lnTo>
                  <a:lnTo>
                    <a:pt x="14001" y="37"/>
                  </a:lnTo>
                  <a:lnTo>
                    <a:pt x="13579" y="65"/>
                  </a:lnTo>
                  <a:lnTo>
                    <a:pt x="13149" y="101"/>
                  </a:lnTo>
                  <a:lnTo>
                    <a:pt x="12700" y="156"/>
                  </a:lnTo>
                  <a:lnTo>
                    <a:pt x="12242" y="221"/>
                  </a:lnTo>
                  <a:lnTo>
                    <a:pt x="11774" y="294"/>
                  </a:lnTo>
                  <a:lnTo>
                    <a:pt x="11298" y="386"/>
                  </a:lnTo>
                  <a:lnTo>
                    <a:pt x="10822" y="495"/>
                  </a:lnTo>
                  <a:lnTo>
                    <a:pt x="10336" y="615"/>
                  </a:lnTo>
                  <a:lnTo>
                    <a:pt x="9850" y="752"/>
                  </a:lnTo>
                  <a:lnTo>
                    <a:pt x="9365" y="917"/>
                  </a:lnTo>
                  <a:lnTo>
                    <a:pt x="8870" y="1091"/>
                  </a:lnTo>
                  <a:lnTo>
                    <a:pt x="8384" y="1293"/>
                  </a:lnTo>
                  <a:lnTo>
                    <a:pt x="7899" y="1512"/>
                  </a:lnTo>
                  <a:lnTo>
                    <a:pt x="7661" y="1632"/>
                  </a:lnTo>
                  <a:lnTo>
                    <a:pt x="7422" y="1751"/>
                  </a:lnTo>
                  <a:lnTo>
                    <a:pt x="7184" y="1888"/>
                  </a:lnTo>
                  <a:lnTo>
                    <a:pt x="6946" y="2016"/>
                  </a:lnTo>
                  <a:lnTo>
                    <a:pt x="6717" y="2163"/>
                  </a:lnTo>
                  <a:lnTo>
                    <a:pt x="6488" y="2310"/>
                  </a:lnTo>
                  <a:lnTo>
                    <a:pt x="6259" y="2465"/>
                  </a:lnTo>
                  <a:lnTo>
                    <a:pt x="6030" y="2621"/>
                  </a:lnTo>
                  <a:lnTo>
                    <a:pt x="5810" y="2786"/>
                  </a:lnTo>
                  <a:lnTo>
                    <a:pt x="5599" y="2951"/>
                  </a:lnTo>
                  <a:lnTo>
                    <a:pt x="5388" y="3116"/>
                  </a:lnTo>
                  <a:lnTo>
                    <a:pt x="5187" y="3290"/>
                  </a:lnTo>
                  <a:lnTo>
                    <a:pt x="4793" y="3647"/>
                  </a:lnTo>
                  <a:lnTo>
                    <a:pt x="4417" y="4014"/>
                  </a:lnTo>
                  <a:lnTo>
                    <a:pt x="4060" y="4389"/>
                  </a:lnTo>
                  <a:lnTo>
                    <a:pt x="3721" y="4774"/>
                  </a:lnTo>
                  <a:lnTo>
                    <a:pt x="3391" y="5159"/>
                  </a:lnTo>
                  <a:lnTo>
                    <a:pt x="3089" y="5553"/>
                  </a:lnTo>
                  <a:lnTo>
                    <a:pt x="2795" y="5956"/>
                  </a:lnTo>
                  <a:lnTo>
                    <a:pt x="2521" y="6350"/>
                  </a:lnTo>
                  <a:lnTo>
                    <a:pt x="2264" y="6744"/>
                  </a:lnTo>
                  <a:lnTo>
                    <a:pt x="2026" y="7147"/>
                  </a:lnTo>
                  <a:lnTo>
                    <a:pt x="1797" y="7532"/>
                  </a:lnTo>
                  <a:lnTo>
                    <a:pt x="1586" y="7917"/>
                  </a:lnTo>
                  <a:lnTo>
                    <a:pt x="1394" y="8293"/>
                  </a:lnTo>
                  <a:lnTo>
                    <a:pt x="1210" y="8659"/>
                  </a:lnTo>
                  <a:lnTo>
                    <a:pt x="1045" y="9016"/>
                  </a:lnTo>
                  <a:lnTo>
                    <a:pt x="890" y="9355"/>
                  </a:lnTo>
                  <a:lnTo>
                    <a:pt x="752" y="9685"/>
                  </a:lnTo>
                  <a:lnTo>
                    <a:pt x="624" y="9997"/>
                  </a:lnTo>
                  <a:lnTo>
                    <a:pt x="514" y="10290"/>
                  </a:lnTo>
                  <a:lnTo>
                    <a:pt x="322" y="10821"/>
                  </a:lnTo>
                  <a:lnTo>
                    <a:pt x="175" y="11252"/>
                  </a:lnTo>
                  <a:lnTo>
                    <a:pt x="74" y="11582"/>
                  </a:lnTo>
                  <a:lnTo>
                    <a:pt x="1" y="11857"/>
                  </a:lnTo>
                  <a:lnTo>
                    <a:pt x="285" y="11902"/>
                  </a:lnTo>
                  <a:lnTo>
                    <a:pt x="624" y="11939"/>
                  </a:lnTo>
                  <a:lnTo>
                    <a:pt x="1073" y="11976"/>
                  </a:lnTo>
                  <a:lnTo>
                    <a:pt x="1641" y="12012"/>
                  </a:lnTo>
                  <a:lnTo>
                    <a:pt x="2292" y="12040"/>
                  </a:lnTo>
                  <a:lnTo>
                    <a:pt x="2649" y="12040"/>
                  </a:lnTo>
                  <a:lnTo>
                    <a:pt x="3025" y="12031"/>
                  </a:lnTo>
                  <a:lnTo>
                    <a:pt x="3419" y="12022"/>
                  </a:lnTo>
                  <a:lnTo>
                    <a:pt x="3822" y="12003"/>
                  </a:lnTo>
                  <a:lnTo>
                    <a:pt x="4243" y="11976"/>
                  </a:lnTo>
                  <a:lnTo>
                    <a:pt x="4683" y="11939"/>
                  </a:lnTo>
                  <a:lnTo>
                    <a:pt x="5132" y="11884"/>
                  </a:lnTo>
                  <a:lnTo>
                    <a:pt x="5590" y="11820"/>
                  </a:lnTo>
                  <a:lnTo>
                    <a:pt x="6057" y="11747"/>
                  </a:lnTo>
                  <a:lnTo>
                    <a:pt x="6534" y="11655"/>
                  </a:lnTo>
                  <a:lnTo>
                    <a:pt x="7010" y="11545"/>
                  </a:lnTo>
                  <a:lnTo>
                    <a:pt x="7496" y="11426"/>
                  </a:lnTo>
                  <a:lnTo>
                    <a:pt x="7981" y="11279"/>
                  </a:lnTo>
                  <a:lnTo>
                    <a:pt x="8467" y="11124"/>
                  </a:lnTo>
                  <a:lnTo>
                    <a:pt x="8952" y="10950"/>
                  </a:lnTo>
                  <a:lnTo>
                    <a:pt x="9447" y="10748"/>
                  </a:lnTo>
                  <a:lnTo>
                    <a:pt x="9924" y="10528"/>
                  </a:lnTo>
                  <a:lnTo>
                    <a:pt x="10162" y="10409"/>
                  </a:lnTo>
                  <a:lnTo>
                    <a:pt x="10409" y="10281"/>
                  </a:lnTo>
                  <a:lnTo>
                    <a:pt x="10638" y="10152"/>
                  </a:lnTo>
                  <a:lnTo>
                    <a:pt x="10877" y="10015"/>
                  </a:lnTo>
                  <a:lnTo>
                    <a:pt x="11115" y="9878"/>
                  </a:lnTo>
                  <a:lnTo>
                    <a:pt x="11344" y="9731"/>
                  </a:lnTo>
                  <a:lnTo>
                    <a:pt x="11573" y="9575"/>
                  </a:lnTo>
                  <a:lnTo>
                    <a:pt x="11793" y="9419"/>
                  </a:lnTo>
                  <a:lnTo>
                    <a:pt x="12013" y="9255"/>
                  </a:lnTo>
                  <a:lnTo>
                    <a:pt x="12233" y="9090"/>
                  </a:lnTo>
                  <a:lnTo>
                    <a:pt x="12434" y="8925"/>
                  </a:lnTo>
                  <a:lnTo>
                    <a:pt x="12645" y="8751"/>
                  </a:lnTo>
                  <a:lnTo>
                    <a:pt x="13039" y="8393"/>
                  </a:lnTo>
                  <a:lnTo>
                    <a:pt x="13415" y="8027"/>
                  </a:lnTo>
                  <a:lnTo>
                    <a:pt x="13772" y="7651"/>
                  </a:lnTo>
                  <a:lnTo>
                    <a:pt x="14111" y="7266"/>
                  </a:lnTo>
                  <a:lnTo>
                    <a:pt x="14432" y="6872"/>
                  </a:lnTo>
                  <a:lnTo>
                    <a:pt x="14743" y="6478"/>
                  </a:lnTo>
                  <a:lnTo>
                    <a:pt x="15027" y="6084"/>
                  </a:lnTo>
                  <a:lnTo>
                    <a:pt x="15302" y="5690"/>
                  </a:lnTo>
                  <a:lnTo>
                    <a:pt x="15558" y="5287"/>
                  </a:lnTo>
                  <a:lnTo>
                    <a:pt x="15806" y="4893"/>
                  </a:lnTo>
                  <a:lnTo>
                    <a:pt x="16026" y="4509"/>
                  </a:lnTo>
                  <a:lnTo>
                    <a:pt x="16236" y="4124"/>
                  </a:lnTo>
                  <a:lnTo>
                    <a:pt x="16438" y="3748"/>
                  </a:lnTo>
                  <a:lnTo>
                    <a:pt x="16612" y="3382"/>
                  </a:lnTo>
                  <a:lnTo>
                    <a:pt x="16786" y="3024"/>
                  </a:lnTo>
                  <a:lnTo>
                    <a:pt x="16942" y="2676"/>
                  </a:lnTo>
                  <a:lnTo>
                    <a:pt x="17079" y="2346"/>
                  </a:lnTo>
                  <a:lnTo>
                    <a:pt x="17318" y="1742"/>
                  </a:lnTo>
                  <a:lnTo>
                    <a:pt x="17510" y="1219"/>
                  </a:lnTo>
                  <a:lnTo>
                    <a:pt x="17657" y="779"/>
                  </a:lnTo>
                  <a:lnTo>
                    <a:pt x="17757" y="459"/>
                  </a:lnTo>
                  <a:lnTo>
                    <a:pt x="17831" y="175"/>
                  </a:lnTo>
                  <a:lnTo>
                    <a:pt x="17547" y="138"/>
                  </a:lnTo>
                  <a:lnTo>
                    <a:pt x="17208" y="101"/>
                  </a:lnTo>
                  <a:lnTo>
                    <a:pt x="16750" y="56"/>
                  </a:lnTo>
                  <a:lnTo>
                    <a:pt x="16191" y="19"/>
                  </a:lnTo>
                  <a:lnTo>
                    <a:pt x="15879" y="10"/>
                  </a:lnTo>
                  <a:lnTo>
                    <a:pt x="15540" y="1"/>
                  </a:lnTo>
                  <a:close/>
                </a:path>
              </a:pathLst>
            </a:custGeom>
            <a:solidFill>
              <a:srgbClr val="7399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7823591" y="4331875"/>
              <a:ext cx="326948" cy="311856"/>
            </a:xfrm>
            <a:custGeom>
              <a:rect b="b" l="l" r="r" t="t"/>
              <a:pathLst>
                <a:path extrusionOk="0" h="17977" w="18847">
                  <a:moveTo>
                    <a:pt x="9428" y="0"/>
                  </a:moveTo>
                  <a:lnTo>
                    <a:pt x="8942" y="9"/>
                  </a:lnTo>
                  <a:lnTo>
                    <a:pt x="8457" y="37"/>
                  </a:lnTo>
                  <a:lnTo>
                    <a:pt x="7990" y="92"/>
                  </a:lnTo>
                  <a:lnTo>
                    <a:pt x="7522" y="156"/>
                  </a:lnTo>
                  <a:lnTo>
                    <a:pt x="7064" y="248"/>
                  </a:lnTo>
                  <a:lnTo>
                    <a:pt x="6624" y="358"/>
                  </a:lnTo>
                  <a:lnTo>
                    <a:pt x="6185" y="486"/>
                  </a:lnTo>
                  <a:lnTo>
                    <a:pt x="5754" y="623"/>
                  </a:lnTo>
                  <a:lnTo>
                    <a:pt x="5342" y="788"/>
                  </a:lnTo>
                  <a:lnTo>
                    <a:pt x="4929" y="962"/>
                  </a:lnTo>
                  <a:lnTo>
                    <a:pt x="4535" y="1155"/>
                  </a:lnTo>
                  <a:lnTo>
                    <a:pt x="4151" y="1356"/>
                  </a:lnTo>
                  <a:lnTo>
                    <a:pt x="3784" y="1585"/>
                  </a:lnTo>
                  <a:lnTo>
                    <a:pt x="3427" y="1823"/>
                  </a:lnTo>
                  <a:lnTo>
                    <a:pt x="3088" y="2071"/>
                  </a:lnTo>
                  <a:lnTo>
                    <a:pt x="2758" y="2337"/>
                  </a:lnTo>
                  <a:lnTo>
                    <a:pt x="2446" y="2611"/>
                  </a:lnTo>
                  <a:lnTo>
                    <a:pt x="2153" y="2905"/>
                  </a:lnTo>
                  <a:lnTo>
                    <a:pt x="1869" y="3207"/>
                  </a:lnTo>
                  <a:lnTo>
                    <a:pt x="1613" y="3518"/>
                  </a:lnTo>
                  <a:lnTo>
                    <a:pt x="1365" y="3839"/>
                  </a:lnTo>
                  <a:lnTo>
                    <a:pt x="1136" y="4169"/>
                  </a:lnTo>
                  <a:lnTo>
                    <a:pt x="925" y="4517"/>
                  </a:lnTo>
                  <a:lnTo>
                    <a:pt x="742" y="4874"/>
                  </a:lnTo>
                  <a:lnTo>
                    <a:pt x="651" y="5049"/>
                  </a:lnTo>
                  <a:lnTo>
                    <a:pt x="568" y="5232"/>
                  </a:lnTo>
                  <a:lnTo>
                    <a:pt x="495" y="5415"/>
                  </a:lnTo>
                  <a:lnTo>
                    <a:pt x="422" y="5607"/>
                  </a:lnTo>
                  <a:lnTo>
                    <a:pt x="357" y="5791"/>
                  </a:lnTo>
                  <a:lnTo>
                    <a:pt x="293" y="5983"/>
                  </a:lnTo>
                  <a:lnTo>
                    <a:pt x="238" y="6176"/>
                  </a:lnTo>
                  <a:lnTo>
                    <a:pt x="193" y="6368"/>
                  </a:lnTo>
                  <a:lnTo>
                    <a:pt x="147" y="6560"/>
                  </a:lnTo>
                  <a:lnTo>
                    <a:pt x="110" y="6762"/>
                  </a:lnTo>
                  <a:lnTo>
                    <a:pt x="73" y="6963"/>
                  </a:lnTo>
                  <a:lnTo>
                    <a:pt x="46" y="7165"/>
                  </a:lnTo>
                  <a:lnTo>
                    <a:pt x="28" y="7367"/>
                  </a:lnTo>
                  <a:lnTo>
                    <a:pt x="9" y="7568"/>
                  </a:lnTo>
                  <a:lnTo>
                    <a:pt x="0" y="7770"/>
                  </a:lnTo>
                  <a:lnTo>
                    <a:pt x="0" y="7980"/>
                  </a:lnTo>
                  <a:lnTo>
                    <a:pt x="0" y="8182"/>
                  </a:lnTo>
                  <a:lnTo>
                    <a:pt x="9" y="8393"/>
                  </a:lnTo>
                  <a:lnTo>
                    <a:pt x="28" y="8604"/>
                  </a:lnTo>
                  <a:lnTo>
                    <a:pt x="46" y="8814"/>
                  </a:lnTo>
                  <a:lnTo>
                    <a:pt x="73" y="9025"/>
                  </a:lnTo>
                  <a:lnTo>
                    <a:pt x="110" y="9245"/>
                  </a:lnTo>
                  <a:lnTo>
                    <a:pt x="193" y="9676"/>
                  </a:lnTo>
                  <a:lnTo>
                    <a:pt x="293" y="10106"/>
                  </a:lnTo>
                  <a:lnTo>
                    <a:pt x="422" y="10537"/>
                  </a:lnTo>
                  <a:lnTo>
                    <a:pt x="568" y="10967"/>
                  </a:lnTo>
                  <a:lnTo>
                    <a:pt x="742" y="11398"/>
                  </a:lnTo>
                  <a:lnTo>
                    <a:pt x="925" y="11829"/>
                  </a:lnTo>
                  <a:lnTo>
                    <a:pt x="1136" y="12250"/>
                  </a:lnTo>
                  <a:lnTo>
                    <a:pt x="1365" y="12662"/>
                  </a:lnTo>
                  <a:lnTo>
                    <a:pt x="1613" y="13075"/>
                  </a:lnTo>
                  <a:lnTo>
                    <a:pt x="1869" y="13478"/>
                  </a:lnTo>
                  <a:lnTo>
                    <a:pt x="2153" y="13872"/>
                  </a:lnTo>
                  <a:lnTo>
                    <a:pt x="2446" y="14257"/>
                  </a:lnTo>
                  <a:lnTo>
                    <a:pt x="2758" y="14632"/>
                  </a:lnTo>
                  <a:lnTo>
                    <a:pt x="3088" y="14990"/>
                  </a:lnTo>
                  <a:lnTo>
                    <a:pt x="3427" y="15338"/>
                  </a:lnTo>
                  <a:lnTo>
                    <a:pt x="3784" y="15668"/>
                  </a:lnTo>
                  <a:lnTo>
                    <a:pt x="4151" y="15979"/>
                  </a:lnTo>
                  <a:lnTo>
                    <a:pt x="4343" y="16126"/>
                  </a:lnTo>
                  <a:lnTo>
                    <a:pt x="4535" y="16272"/>
                  </a:lnTo>
                  <a:lnTo>
                    <a:pt x="4737" y="16410"/>
                  </a:lnTo>
                  <a:lnTo>
                    <a:pt x="4929" y="16547"/>
                  </a:lnTo>
                  <a:lnTo>
                    <a:pt x="5131" y="16675"/>
                  </a:lnTo>
                  <a:lnTo>
                    <a:pt x="5342" y="16804"/>
                  </a:lnTo>
                  <a:lnTo>
                    <a:pt x="5543" y="16923"/>
                  </a:lnTo>
                  <a:lnTo>
                    <a:pt x="5754" y="17033"/>
                  </a:lnTo>
                  <a:lnTo>
                    <a:pt x="5965" y="17143"/>
                  </a:lnTo>
                  <a:lnTo>
                    <a:pt x="6185" y="17244"/>
                  </a:lnTo>
                  <a:lnTo>
                    <a:pt x="6405" y="17344"/>
                  </a:lnTo>
                  <a:lnTo>
                    <a:pt x="6624" y="17436"/>
                  </a:lnTo>
                  <a:lnTo>
                    <a:pt x="6844" y="17518"/>
                  </a:lnTo>
                  <a:lnTo>
                    <a:pt x="7064" y="17592"/>
                  </a:lnTo>
                  <a:lnTo>
                    <a:pt x="7293" y="17665"/>
                  </a:lnTo>
                  <a:lnTo>
                    <a:pt x="7522" y="17729"/>
                  </a:lnTo>
                  <a:lnTo>
                    <a:pt x="7751" y="17784"/>
                  </a:lnTo>
                  <a:lnTo>
                    <a:pt x="7990" y="17839"/>
                  </a:lnTo>
                  <a:lnTo>
                    <a:pt x="8228" y="17876"/>
                  </a:lnTo>
                  <a:lnTo>
                    <a:pt x="8457" y="17912"/>
                  </a:lnTo>
                  <a:lnTo>
                    <a:pt x="8695" y="17940"/>
                  </a:lnTo>
                  <a:lnTo>
                    <a:pt x="8942" y="17958"/>
                  </a:lnTo>
                  <a:lnTo>
                    <a:pt x="9181" y="17977"/>
                  </a:lnTo>
                  <a:lnTo>
                    <a:pt x="9666" y="17977"/>
                  </a:lnTo>
                  <a:lnTo>
                    <a:pt x="9904" y="17958"/>
                  </a:lnTo>
                  <a:lnTo>
                    <a:pt x="10152" y="17940"/>
                  </a:lnTo>
                  <a:lnTo>
                    <a:pt x="10390" y="17912"/>
                  </a:lnTo>
                  <a:lnTo>
                    <a:pt x="10628" y="17876"/>
                  </a:lnTo>
                  <a:lnTo>
                    <a:pt x="10857" y="17839"/>
                  </a:lnTo>
                  <a:lnTo>
                    <a:pt x="11096" y="17784"/>
                  </a:lnTo>
                  <a:lnTo>
                    <a:pt x="11325" y="17729"/>
                  </a:lnTo>
                  <a:lnTo>
                    <a:pt x="11554" y="17665"/>
                  </a:lnTo>
                  <a:lnTo>
                    <a:pt x="11783" y="17592"/>
                  </a:lnTo>
                  <a:lnTo>
                    <a:pt x="12003" y="17518"/>
                  </a:lnTo>
                  <a:lnTo>
                    <a:pt x="12223" y="17436"/>
                  </a:lnTo>
                  <a:lnTo>
                    <a:pt x="12442" y="17344"/>
                  </a:lnTo>
                  <a:lnTo>
                    <a:pt x="12662" y="17244"/>
                  </a:lnTo>
                  <a:lnTo>
                    <a:pt x="12882" y="17143"/>
                  </a:lnTo>
                  <a:lnTo>
                    <a:pt x="13093" y="17033"/>
                  </a:lnTo>
                  <a:lnTo>
                    <a:pt x="13304" y="16923"/>
                  </a:lnTo>
                  <a:lnTo>
                    <a:pt x="13505" y="16804"/>
                  </a:lnTo>
                  <a:lnTo>
                    <a:pt x="13716" y="16675"/>
                  </a:lnTo>
                  <a:lnTo>
                    <a:pt x="13918" y="16547"/>
                  </a:lnTo>
                  <a:lnTo>
                    <a:pt x="14119" y="16410"/>
                  </a:lnTo>
                  <a:lnTo>
                    <a:pt x="14312" y="16272"/>
                  </a:lnTo>
                  <a:lnTo>
                    <a:pt x="14504" y="16126"/>
                  </a:lnTo>
                  <a:lnTo>
                    <a:pt x="14696" y="15979"/>
                  </a:lnTo>
                  <a:lnTo>
                    <a:pt x="15063" y="15668"/>
                  </a:lnTo>
                  <a:lnTo>
                    <a:pt x="15420" y="15338"/>
                  </a:lnTo>
                  <a:lnTo>
                    <a:pt x="15759" y="14990"/>
                  </a:lnTo>
                  <a:lnTo>
                    <a:pt x="16089" y="14632"/>
                  </a:lnTo>
                  <a:lnTo>
                    <a:pt x="16401" y="14257"/>
                  </a:lnTo>
                  <a:lnTo>
                    <a:pt x="16694" y="13872"/>
                  </a:lnTo>
                  <a:lnTo>
                    <a:pt x="16978" y="13478"/>
                  </a:lnTo>
                  <a:lnTo>
                    <a:pt x="17234" y="13075"/>
                  </a:lnTo>
                  <a:lnTo>
                    <a:pt x="17482" y="12662"/>
                  </a:lnTo>
                  <a:lnTo>
                    <a:pt x="17711" y="12250"/>
                  </a:lnTo>
                  <a:lnTo>
                    <a:pt x="17921" y="11829"/>
                  </a:lnTo>
                  <a:lnTo>
                    <a:pt x="18105" y="11398"/>
                  </a:lnTo>
                  <a:lnTo>
                    <a:pt x="18279" y="10967"/>
                  </a:lnTo>
                  <a:lnTo>
                    <a:pt x="18425" y="10537"/>
                  </a:lnTo>
                  <a:lnTo>
                    <a:pt x="18554" y="10106"/>
                  </a:lnTo>
                  <a:lnTo>
                    <a:pt x="18654" y="9676"/>
                  </a:lnTo>
                  <a:lnTo>
                    <a:pt x="18737" y="9245"/>
                  </a:lnTo>
                  <a:lnTo>
                    <a:pt x="18774" y="9025"/>
                  </a:lnTo>
                  <a:lnTo>
                    <a:pt x="18801" y="8814"/>
                  </a:lnTo>
                  <a:lnTo>
                    <a:pt x="18819" y="8604"/>
                  </a:lnTo>
                  <a:lnTo>
                    <a:pt x="18838" y="8393"/>
                  </a:lnTo>
                  <a:lnTo>
                    <a:pt x="18847" y="8182"/>
                  </a:lnTo>
                  <a:lnTo>
                    <a:pt x="18847" y="7980"/>
                  </a:lnTo>
                  <a:lnTo>
                    <a:pt x="18847" y="7770"/>
                  </a:lnTo>
                  <a:lnTo>
                    <a:pt x="18838" y="7568"/>
                  </a:lnTo>
                  <a:lnTo>
                    <a:pt x="18819" y="7367"/>
                  </a:lnTo>
                  <a:lnTo>
                    <a:pt x="18801" y="7165"/>
                  </a:lnTo>
                  <a:lnTo>
                    <a:pt x="18774" y="6963"/>
                  </a:lnTo>
                  <a:lnTo>
                    <a:pt x="18737" y="6762"/>
                  </a:lnTo>
                  <a:lnTo>
                    <a:pt x="18700" y="6560"/>
                  </a:lnTo>
                  <a:lnTo>
                    <a:pt x="18654" y="6368"/>
                  </a:lnTo>
                  <a:lnTo>
                    <a:pt x="18609" y="6176"/>
                  </a:lnTo>
                  <a:lnTo>
                    <a:pt x="18554" y="5983"/>
                  </a:lnTo>
                  <a:lnTo>
                    <a:pt x="18489" y="5791"/>
                  </a:lnTo>
                  <a:lnTo>
                    <a:pt x="18425" y="5607"/>
                  </a:lnTo>
                  <a:lnTo>
                    <a:pt x="18352" y="5415"/>
                  </a:lnTo>
                  <a:lnTo>
                    <a:pt x="18279" y="5232"/>
                  </a:lnTo>
                  <a:lnTo>
                    <a:pt x="18196" y="5049"/>
                  </a:lnTo>
                  <a:lnTo>
                    <a:pt x="18105" y="4874"/>
                  </a:lnTo>
                  <a:lnTo>
                    <a:pt x="17921" y="4517"/>
                  </a:lnTo>
                  <a:lnTo>
                    <a:pt x="17711" y="4169"/>
                  </a:lnTo>
                  <a:lnTo>
                    <a:pt x="17482" y="3839"/>
                  </a:lnTo>
                  <a:lnTo>
                    <a:pt x="17234" y="3518"/>
                  </a:lnTo>
                  <a:lnTo>
                    <a:pt x="16978" y="3207"/>
                  </a:lnTo>
                  <a:lnTo>
                    <a:pt x="16694" y="2905"/>
                  </a:lnTo>
                  <a:lnTo>
                    <a:pt x="16401" y="2611"/>
                  </a:lnTo>
                  <a:lnTo>
                    <a:pt x="16089" y="2337"/>
                  </a:lnTo>
                  <a:lnTo>
                    <a:pt x="15759" y="2071"/>
                  </a:lnTo>
                  <a:lnTo>
                    <a:pt x="15420" y="1823"/>
                  </a:lnTo>
                  <a:lnTo>
                    <a:pt x="15063" y="1585"/>
                  </a:lnTo>
                  <a:lnTo>
                    <a:pt x="14696" y="1356"/>
                  </a:lnTo>
                  <a:lnTo>
                    <a:pt x="14312" y="1155"/>
                  </a:lnTo>
                  <a:lnTo>
                    <a:pt x="13918" y="962"/>
                  </a:lnTo>
                  <a:lnTo>
                    <a:pt x="13505" y="788"/>
                  </a:lnTo>
                  <a:lnTo>
                    <a:pt x="13093" y="623"/>
                  </a:lnTo>
                  <a:lnTo>
                    <a:pt x="12662" y="486"/>
                  </a:lnTo>
                  <a:lnTo>
                    <a:pt x="12223" y="358"/>
                  </a:lnTo>
                  <a:lnTo>
                    <a:pt x="11783" y="248"/>
                  </a:lnTo>
                  <a:lnTo>
                    <a:pt x="11325" y="156"/>
                  </a:lnTo>
                  <a:lnTo>
                    <a:pt x="10857" y="92"/>
                  </a:lnTo>
                  <a:lnTo>
                    <a:pt x="10390" y="37"/>
                  </a:lnTo>
                  <a:lnTo>
                    <a:pt x="9904" y="9"/>
                  </a:lnTo>
                  <a:lnTo>
                    <a:pt x="94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7823591" y="4331875"/>
              <a:ext cx="326948" cy="311856"/>
            </a:xfrm>
            <a:custGeom>
              <a:rect b="b" l="l" r="r" t="t"/>
              <a:pathLst>
                <a:path extrusionOk="0" fill="none" h="17977" w="18847">
                  <a:moveTo>
                    <a:pt x="18847" y="7980"/>
                  </a:moveTo>
                  <a:lnTo>
                    <a:pt x="18847" y="7980"/>
                  </a:lnTo>
                  <a:lnTo>
                    <a:pt x="18847" y="8182"/>
                  </a:lnTo>
                  <a:lnTo>
                    <a:pt x="18838" y="8393"/>
                  </a:lnTo>
                  <a:lnTo>
                    <a:pt x="18819" y="8604"/>
                  </a:lnTo>
                  <a:lnTo>
                    <a:pt x="18801" y="8814"/>
                  </a:lnTo>
                  <a:lnTo>
                    <a:pt x="18774" y="9025"/>
                  </a:lnTo>
                  <a:lnTo>
                    <a:pt x="18737" y="9245"/>
                  </a:lnTo>
                  <a:lnTo>
                    <a:pt x="18654" y="9676"/>
                  </a:lnTo>
                  <a:lnTo>
                    <a:pt x="18554" y="10106"/>
                  </a:lnTo>
                  <a:lnTo>
                    <a:pt x="18425" y="10537"/>
                  </a:lnTo>
                  <a:lnTo>
                    <a:pt x="18279" y="10967"/>
                  </a:lnTo>
                  <a:lnTo>
                    <a:pt x="18105" y="11398"/>
                  </a:lnTo>
                  <a:lnTo>
                    <a:pt x="17921" y="11829"/>
                  </a:lnTo>
                  <a:lnTo>
                    <a:pt x="17711" y="12250"/>
                  </a:lnTo>
                  <a:lnTo>
                    <a:pt x="17482" y="12662"/>
                  </a:lnTo>
                  <a:lnTo>
                    <a:pt x="17234" y="13075"/>
                  </a:lnTo>
                  <a:lnTo>
                    <a:pt x="16978" y="13478"/>
                  </a:lnTo>
                  <a:lnTo>
                    <a:pt x="16694" y="13872"/>
                  </a:lnTo>
                  <a:lnTo>
                    <a:pt x="16401" y="14257"/>
                  </a:lnTo>
                  <a:lnTo>
                    <a:pt x="16089" y="14632"/>
                  </a:lnTo>
                  <a:lnTo>
                    <a:pt x="15759" y="14990"/>
                  </a:lnTo>
                  <a:lnTo>
                    <a:pt x="15420" y="15338"/>
                  </a:lnTo>
                  <a:lnTo>
                    <a:pt x="15063" y="15668"/>
                  </a:lnTo>
                  <a:lnTo>
                    <a:pt x="14696" y="15979"/>
                  </a:lnTo>
                  <a:lnTo>
                    <a:pt x="14504" y="16126"/>
                  </a:lnTo>
                  <a:lnTo>
                    <a:pt x="14312" y="16272"/>
                  </a:lnTo>
                  <a:lnTo>
                    <a:pt x="14119" y="16410"/>
                  </a:lnTo>
                  <a:lnTo>
                    <a:pt x="13918" y="16547"/>
                  </a:lnTo>
                  <a:lnTo>
                    <a:pt x="13716" y="16675"/>
                  </a:lnTo>
                  <a:lnTo>
                    <a:pt x="13505" y="16804"/>
                  </a:lnTo>
                  <a:lnTo>
                    <a:pt x="13304" y="16923"/>
                  </a:lnTo>
                  <a:lnTo>
                    <a:pt x="13093" y="17033"/>
                  </a:lnTo>
                  <a:lnTo>
                    <a:pt x="12882" y="17143"/>
                  </a:lnTo>
                  <a:lnTo>
                    <a:pt x="12662" y="17244"/>
                  </a:lnTo>
                  <a:lnTo>
                    <a:pt x="12442" y="17344"/>
                  </a:lnTo>
                  <a:lnTo>
                    <a:pt x="12223" y="17436"/>
                  </a:lnTo>
                  <a:lnTo>
                    <a:pt x="12003" y="17518"/>
                  </a:lnTo>
                  <a:lnTo>
                    <a:pt x="11783" y="17592"/>
                  </a:lnTo>
                  <a:lnTo>
                    <a:pt x="11554" y="17665"/>
                  </a:lnTo>
                  <a:lnTo>
                    <a:pt x="11325" y="17729"/>
                  </a:lnTo>
                  <a:lnTo>
                    <a:pt x="11096" y="17784"/>
                  </a:lnTo>
                  <a:lnTo>
                    <a:pt x="10857" y="17839"/>
                  </a:lnTo>
                  <a:lnTo>
                    <a:pt x="10628" y="17876"/>
                  </a:lnTo>
                  <a:lnTo>
                    <a:pt x="10390" y="17912"/>
                  </a:lnTo>
                  <a:lnTo>
                    <a:pt x="10152" y="17940"/>
                  </a:lnTo>
                  <a:lnTo>
                    <a:pt x="9904" y="17958"/>
                  </a:lnTo>
                  <a:lnTo>
                    <a:pt x="9666" y="17977"/>
                  </a:lnTo>
                  <a:lnTo>
                    <a:pt x="9428" y="17977"/>
                  </a:lnTo>
                  <a:lnTo>
                    <a:pt x="9428" y="17977"/>
                  </a:lnTo>
                  <a:lnTo>
                    <a:pt x="9181" y="17977"/>
                  </a:lnTo>
                  <a:lnTo>
                    <a:pt x="8942" y="17958"/>
                  </a:lnTo>
                  <a:lnTo>
                    <a:pt x="8695" y="17940"/>
                  </a:lnTo>
                  <a:lnTo>
                    <a:pt x="8457" y="17912"/>
                  </a:lnTo>
                  <a:lnTo>
                    <a:pt x="8228" y="17876"/>
                  </a:lnTo>
                  <a:lnTo>
                    <a:pt x="7990" y="17839"/>
                  </a:lnTo>
                  <a:lnTo>
                    <a:pt x="7751" y="17784"/>
                  </a:lnTo>
                  <a:lnTo>
                    <a:pt x="7522" y="17729"/>
                  </a:lnTo>
                  <a:lnTo>
                    <a:pt x="7293" y="17665"/>
                  </a:lnTo>
                  <a:lnTo>
                    <a:pt x="7064" y="17592"/>
                  </a:lnTo>
                  <a:lnTo>
                    <a:pt x="6844" y="17518"/>
                  </a:lnTo>
                  <a:lnTo>
                    <a:pt x="6624" y="17436"/>
                  </a:lnTo>
                  <a:lnTo>
                    <a:pt x="6405" y="17344"/>
                  </a:lnTo>
                  <a:lnTo>
                    <a:pt x="6185" y="17244"/>
                  </a:lnTo>
                  <a:lnTo>
                    <a:pt x="5965" y="17143"/>
                  </a:lnTo>
                  <a:lnTo>
                    <a:pt x="5754" y="17033"/>
                  </a:lnTo>
                  <a:lnTo>
                    <a:pt x="5543" y="16923"/>
                  </a:lnTo>
                  <a:lnTo>
                    <a:pt x="5342" y="16804"/>
                  </a:lnTo>
                  <a:lnTo>
                    <a:pt x="5131" y="16675"/>
                  </a:lnTo>
                  <a:lnTo>
                    <a:pt x="4929" y="16547"/>
                  </a:lnTo>
                  <a:lnTo>
                    <a:pt x="4737" y="16410"/>
                  </a:lnTo>
                  <a:lnTo>
                    <a:pt x="4535" y="16272"/>
                  </a:lnTo>
                  <a:lnTo>
                    <a:pt x="4343" y="16126"/>
                  </a:lnTo>
                  <a:lnTo>
                    <a:pt x="4151" y="15979"/>
                  </a:lnTo>
                  <a:lnTo>
                    <a:pt x="3784" y="15668"/>
                  </a:lnTo>
                  <a:lnTo>
                    <a:pt x="3427" y="15338"/>
                  </a:lnTo>
                  <a:lnTo>
                    <a:pt x="3088" y="14990"/>
                  </a:lnTo>
                  <a:lnTo>
                    <a:pt x="2758" y="14632"/>
                  </a:lnTo>
                  <a:lnTo>
                    <a:pt x="2446" y="14257"/>
                  </a:lnTo>
                  <a:lnTo>
                    <a:pt x="2153" y="13872"/>
                  </a:lnTo>
                  <a:lnTo>
                    <a:pt x="1869" y="13478"/>
                  </a:lnTo>
                  <a:lnTo>
                    <a:pt x="1613" y="13075"/>
                  </a:lnTo>
                  <a:lnTo>
                    <a:pt x="1365" y="12662"/>
                  </a:lnTo>
                  <a:lnTo>
                    <a:pt x="1136" y="12250"/>
                  </a:lnTo>
                  <a:lnTo>
                    <a:pt x="925" y="11829"/>
                  </a:lnTo>
                  <a:lnTo>
                    <a:pt x="742" y="11398"/>
                  </a:lnTo>
                  <a:lnTo>
                    <a:pt x="568" y="10967"/>
                  </a:lnTo>
                  <a:lnTo>
                    <a:pt x="422" y="10537"/>
                  </a:lnTo>
                  <a:lnTo>
                    <a:pt x="293" y="10106"/>
                  </a:lnTo>
                  <a:lnTo>
                    <a:pt x="193" y="9676"/>
                  </a:lnTo>
                  <a:lnTo>
                    <a:pt x="110" y="9245"/>
                  </a:lnTo>
                  <a:lnTo>
                    <a:pt x="73" y="9025"/>
                  </a:lnTo>
                  <a:lnTo>
                    <a:pt x="46" y="8814"/>
                  </a:lnTo>
                  <a:lnTo>
                    <a:pt x="28" y="8604"/>
                  </a:lnTo>
                  <a:lnTo>
                    <a:pt x="9" y="8393"/>
                  </a:lnTo>
                  <a:lnTo>
                    <a:pt x="0" y="8182"/>
                  </a:lnTo>
                  <a:lnTo>
                    <a:pt x="0" y="7980"/>
                  </a:lnTo>
                  <a:lnTo>
                    <a:pt x="0" y="7980"/>
                  </a:lnTo>
                  <a:lnTo>
                    <a:pt x="0" y="7770"/>
                  </a:lnTo>
                  <a:lnTo>
                    <a:pt x="9" y="7568"/>
                  </a:lnTo>
                  <a:lnTo>
                    <a:pt x="28" y="7367"/>
                  </a:lnTo>
                  <a:lnTo>
                    <a:pt x="46" y="7165"/>
                  </a:lnTo>
                  <a:lnTo>
                    <a:pt x="73" y="6963"/>
                  </a:lnTo>
                  <a:lnTo>
                    <a:pt x="110" y="6762"/>
                  </a:lnTo>
                  <a:lnTo>
                    <a:pt x="147" y="6560"/>
                  </a:lnTo>
                  <a:lnTo>
                    <a:pt x="193" y="6368"/>
                  </a:lnTo>
                  <a:lnTo>
                    <a:pt x="238" y="6176"/>
                  </a:lnTo>
                  <a:lnTo>
                    <a:pt x="293" y="5983"/>
                  </a:lnTo>
                  <a:lnTo>
                    <a:pt x="357" y="5791"/>
                  </a:lnTo>
                  <a:lnTo>
                    <a:pt x="422" y="5607"/>
                  </a:lnTo>
                  <a:lnTo>
                    <a:pt x="495" y="5415"/>
                  </a:lnTo>
                  <a:lnTo>
                    <a:pt x="568" y="5232"/>
                  </a:lnTo>
                  <a:lnTo>
                    <a:pt x="651" y="5049"/>
                  </a:lnTo>
                  <a:lnTo>
                    <a:pt x="742" y="4874"/>
                  </a:lnTo>
                  <a:lnTo>
                    <a:pt x="925" y="4517"/>
                  </a:lnTo>
                  <a:lnTo>
                    <a:pt x="1136" y="4169"/>
                  </a:lnTo>
                  <a:lnTo>
                    <a:pt x="1365" y="3839"/>
                  </a:lnTo>
                  <a:lnTo>
                    <a:pt x="1613" y="3518"/>
                  </a:lnTo>
                  <a:lnTo>
                    <a:pt x="1869" y="3207"/>
                  </a:lnTo>
                  <a:lnTo>
                    <a:pt x="2153" y="2905"/>
                  </a:lnTo>
                  <a:lnTo>
                    <a:pt x="2446" y="2611"/>
                  </a:lnTo>
                  <a:lnTo>
                    <a:pt x="2758" y="2337"/>
                  </a:lnTo>
                  <a:lnTo>
                    <a:pt x="3088" y="2071"/>
                  </a:lnTo>
                  <a:lnTo>
                    <a:pt x="3427" y="1823"/>
                  </a:lnTo>
                  <a:lnTo>
                    <a:pt x="3784" y="1585"/>
                  </a:lnTo>
                  <a:lnTo>
                    <a:pt x="4151" y="1356"/>
                  </a:lnTo>
                  <a:lnTo>
                    <a:pt x="4535" y="1155"/>
                  </a:lnTo>
                  <a:lnTo>
                    <a:pt x="4929" y="962"/>
                  </a:lnTo>
                  <a:lnTo>
                    <a:pt x="5342" y="788"/>
                  </a:lnTo>
                  <a:lnTo>
                    <a:pt x="5754" y="623"/>
                  </a:lnTo>
                  <a:lnTo>
                    <a:pt x="6185" y="486"/>
                  </a:lnTo>
                  <a:lnTo>
                    <a:pt x="6624" y="358"/>
                  </a:lnTo>
                  <a:lnTo>
                    <a:pt x="7064" y="248"/>
                  </a:lnTo>
                  <a:lnTo>
                    <a:pt x="7522" y="156"/>
                  </a:lnTo>
                  <a:lnTo>
                    <a:pt x="7990" y="92"/>
                  </a:lnTo>
                  <a:lnTo>
                    <a:pt x="8457" y="37"/>
                  </a:lnTo>
                  <a:lnTo>
                    <a:pt x="8942" y="9"/>
                  </a:lnTo>
                  <a:lnTo>
                    <a:pt x="9428" y="0"/>
                  </a:lnTo>
                  <a:lnTo>
                    <a:pt x="9428" y="0"/>
                  </a:lnTo>
                  <a:lnTo>
                    <a:pt x="9904" y="9"/>
                  </a:lnTo>
                  <a:lnTo>
                    <a:pt x="10390" y="37"/>
                  </a:lnTo>
                  <a:lnTo>
                    <a:pt x="10857" y="92"/>
                  </a:lnTo>
                  <a:lnTo>
                    <a:pt x="11325" y="156"/>
                  </a:lnTo>
                  <a:lnTo>
                    <a:pt x="11783" y="248"/>
                  </a:lnTo>
                  <a:lnTo>
                    <a:pt x="12223" y="358"/>
                  </a:lnTo>
                  <a:lnTo>
                    <a:pt x="12662" y="486"/>
                  </a:lnTo>
                  <a:lnTo>
                    <a:pt x="13093" y="623"/>
                  </a:lnTo>
                  <a:lnTo>
                    <a:pt x="13505" y="788"/>
                  </a:lnTo>
                  <a:lnTo>
                    <a:pt x="13918" y="962"/>
                  </a:lnTo>
                  <a:lnTo>
                    <a:pt x="14312" y="1155"/>
                  </a:lnTo>
                  <a:lnTo>
                    <a:pt x="14696" y="1356"/>
                  </a:lnTo>
                  <a:lnTo>
                    <a:pt x="15063" y="1585"/>
                  </a:lnTo>
                  <a:lnTo>
                    <a:pt x="15420" y="1823"/>
                  </a:lnTo>
                  <a:lnTo>
                    <a:pt x="15759" y="2071"/>
                  </a:lnTo>
                  <a:lnTo>
                    <a:pt x="16089" y="2337"/>
                  </a:lnTo>
                  <a:lnTo>
                    <a:pt x="16401" y="2611"/>
                  </a:lnTo>
                  <a:lnTo>
                    <a:pt x="16694" y="2905"/>
                  </a:lnTo>
                  <a:lnTo>
                    <a:pt x="16978" y="3207"/>
                  </a:lnTo>
                  <a:lnTo>
                    <a:pt x="17234" y="3518"/>
                  </a:lnTo>
                  <a:lnTo>
                    <a:pt x="17482" y="3839"/>
                  </a:lnTo>
                  <a:lnTo>
                    <a:pt x="17711" y="4169"/>
                  </a:lnTo>
                  <a:lnTo>
                    <a:pt x="17921" y="4517"/>
                  </a:lnTo>
                  <a:lnTo>
                    <a:pt x="18105" y="4874"/>
                  </a:lnTo>
                  <a:lnTo>
                    <a:pt x="18196" y="5049"/>
                  </a:lnTo>
                  <a:lnTo>
                    <a:pt x="18279" y="5232"/>
                  </a:lnTo>
                  <a:lnTo>
                    <a:pt x="18352" y="5415"/>
                  </a:lnTo>
                  <a:lnTo>
                    <a:pt x="18425" y="5607"/>
                  </a:lnTo>
                  <a:lnTo>
                    <a:pt x="18489" y="5791"/>
                  </a:lnTo>
                  <a:lnTo>
                    <a:pt x="18554" y="5983"/>
                  </a:lnTo>
                  <a:lnTo>
                    <a:pt x="18609" y="6176"/>
                  </a:lnTo>
                  <a:lnTo>
                    <a:pt x="18654" y="6368"/>
                  </a:lnTo>
                  <a:lnTo>
                    <a:pt x="18700" y="6560"/>
                  </a:lnTo>
                  <a:lnTo>
                    <a:pt x="18737" y="6762"/>
                  </a:lnTo>
                  <a:lnTo>
                    <a:pt x="18774" y="6963"/>
                  </a:lnTo>
                  <a:lnTo>
                    <a:pt x="18801" y="7165"/>
                  </a:lnTo>
                  <a:lnTo>
                    <a:pt x="18819" y="7367"/>
                  </a:lnTo>
                  <a:lnTo>
                    <a:pt x="18838" y="7568"/>
                  </a:lnTo>
                  <a:lnTo>
                    <a:pt x="18847" y="7770"/>
                  </a:lnTo>
                  <a:lnTo>
                    <a:pt x="18847" y="798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7845518" y="4361123"/>
              <a:ext cx="216653" cy="206626"/>
            </a:xfrm>
            <a:custGeom>
              <a:rect b="b" l="l" r="r" t="t"/>
              <a:pathLst>
                <a:path extrusionOk="0" h="11911" w="12489">
                  <a:moveTo>
                    <a:pt x="6240" y="0"/>
                  </a:moveTo>
                  <a:lnTo>
                    <a:pt x="5919" y="9"/>
                  </a:lnTo>
                  <a:lnTo>
                    <a:pt x="5599" y="28"/>
                  </a:lnTo>
                  <a:lnTo>
                    <a:pt x="5287" y="64"/>
                  </a:lnTo>
                  <a:lnTo>
                    <a:pt x="4985" y="110"/>
                  </a:lnTo>
                  <a:lnTo>
                    <a:pt x="4682" y="165"/>
                  </a:lnTo>
                  <a:lnTo>
                    <a:pt x="4380" y="238"/>
                  </a:lnTo>
                  <a:lnTo>
                    <a:pt x="4096" y="321"/>
                  </a:lnTo>
                  <a:lnTo>
                    <a:pt x="3812" y="421"/>
                  </a:lnTo>
                  <a:lnTo>
                    <a:pt x="3537" y="522"/>
                  </a:lnTo>
                  <a:lnTo>
                    <a:pt x="3262" y="641"/>
                  </a:lnTo>
                  <a:lnTo>
                    <a:pt x="3006" y="770"/>
                  </a:lnTo>
                  <a:lnTo>
                    <a:pt x="2749" y="907"/>
                  </a:lnTo>
                  <a:lnTo>
                    <a:pt x="2502" y="1054"/>
                  </a:lnTo>
                  <a:lnTo>
                    <a:pt x="2273" y="1209"/>
                  </a:lnTo>
                  <a:lnTo>
                    <a:pt x="2044" y="1374"/>
                  </a:lnTo>
                  <a:lnTo>
                    <a:pt x="1824" y="1548"/>
                  </a:lnTo>
                  <a:lnTo>
                    <a:pt x="1622" y="1732"/>
                  </a:lnTo>
                  <a:lnTo>
                    <a:pt x="1421" y="1924"/>
                  </a:lnTo>
                  <a:lnTo>
                    <a:pt x="1237" y="2126"/>
                  </a:lnTo>
                  <a:lnTo>
                    <a:pt x="1063" y="2336"/>
                  </a:lnTo>
                  <a:lnTo>
                    <a:pt x="898" y="2547"/>
                  </a:lnTo>
                  <a:lnTo>
                    <a:pt x="752" y="2767"/>
                  </a:lnTo>
                  <a:lnTo>
                    <a:pt x="614" y="2996"/>
                  </a:lnTo>
                  <a:lnTo>
                    <a:pt x="486" y="3234"/>
                  </a:lnTo>
                  <a:lnTo>
                    <a:pt x="376" y="3473"/>
                  </a:lnTo>
                  <a:lnTo>
                    <a:pt x="275" y="3720"/>
                  </a:lnTo>
                  <a:lnTo>
                    <a:pt x="193" y="3967"/>
                  </a:lnTo>
                  <a:lnTo>
                    <a:pt x="120" y="4224"/>
                  </a:lnTo>
                  <a:lnTo>
                    <a:pt x="65" y="4480"/>
                  </a:lnTo>
                  <a:lnTo>
                    <a:pt x="28" y="4746"/>
                  </a:lnTo>
                  <a:lnTo>
                    <a:pt x="0" y="5012"/>
                  </a:lnTo>
                  <a:lnTo>
                    <a:pt x="0" y="5287"/>
                  </a:lnTo>
                  <a:lnTo>
                    <a:pt x="0" y="5562"/>
                  </a:lnTo>
                  <a:lnTo>
                    <a:pt x="28" y="5846"/>
                  </a:lnTo>
                  <a:lnTo>
                    <a:pt x="65" y="6130"/>
                  </a:lnTo>
                  <a:lnTo>
                    <a:pt x="120" y="6414"/>
                  </a:lnTo>
                  <a:lnTo>
                    <a:pt x="193" y="6698"/>
                  </a:lnTo>
                  <a:lnTo>
                    <a:pt x="275" y="6982"/>
                  </a:lnTo>
                  <a:lnTo>
                    <a:pt x="376" y="7266"/>
                  </a:lnTo>
                  <a:lnTo>
                    <a:pt x="486" y="7559"/>
                  </a:lnTo>
                  <a:lnTo>
                    <a:pt x="614" y="7843"/>
                  </a:lnTo>
                  <a:lnTo>
                    <a:pt x="752" y="8118"/>
                  </a:lnTo>
                  <a:lnTo>
                    <a:pt x="898" y="8393"/>
                  </a:lnTo>
                  <a:lnTo>
                    <a:pt x="1063" y="8668"/>
                  </a:lnTo>
                  <a:lnTo>
                    <a:pt x="1237" y="8933"/>
                  </a:lnTo>
                  <a:lnTo>
                    <a:pt x="1421" y="9199"/>
                  </a:lnTo>
                  <a:lnTo>
                    <a:pt x="1622" y="9446"/>
                  </a:lnTo>
                  <a:lnTo>
                    <a:pt x="1824" y="9694"/>
                  </a:lnTo>
                  <a:lnTo>
                    <a:pt x="2044" y="9932"/>
                  </a:lnTo>
                  <a:lnTo>
                    <a:pt x="2273" y="10161"/>
                  </a:lnTo>
                  <a:lnTo>
                    <a:pt x="2502" y="10381"/>
                  </a:lnTo>
                  <a:lnTo>
                    <a:pt x="2749" y="10592"/>
                  </a:lnTo>
                  <a:lnTo>
                    <a:pt x="3006" y="10784"/>
                  </a:lnTo>
                  <a:lnTo>
                    <a:pt x="3262" y="10967"/>
                  </a:lnTo>
                  <a:lnTo>
                    <a:pt x="3537" y="11132"/>
                  </a:lnTo>
                  <a:lnTo>
                    <a:pt x="3812" y="11288"/>
                  </a:lnTo>
                  <a:lnTo>
                    <a:pt x="4096" y="11435"/>
                  </a:lnTo>
                  <a:lnTo>
                    <a:pt x="4380" y="11554"/>
                  </a:lnTo>
                  <a:lnTo>
                    <a:pt x="4682" y="11664"/>
                  </a:lnTo>
                  <a:lnTo>
                    <a:pt x="4985" y="11746"/>
                  </a:lnTo>
                  <a:lnTo>
                    <a:pt x="5287" y="11819"/>
                  </a:lnTo>
                  <a:lnTo>
                    <a:pt x="5599" y="11874"/>
                  </a:lnTo>
                  <a:lnTo>
                    <a:pt x="5919" y="11902"/>
                  </a:lnTo>
                  <a:lnTo>
                    <a:pt x="6240" y="11911"/>
                  </a:lnTo>
                  <a:lnTo>
                    <a:pt x="6561" y="11902"/>
                  </a:lnTo>
                  <a:lnTo>
                    <a:pt x="6881" y="11874"/>
                  </a:lnTo>
                  <a:lnTo>
                    <a:pt x="7193" y="11819"/>
                  </a:lnTo>
                  <a:lnTo>
                    <a:pt x="7495" y="11746"/>
                  </a:lnTo>
                  <a:lnTo>
                    <a:pt x="7798" y="11664"/>
                  </a:lnTo>
                  <a:lnTo>
                    <a:pt x="8100" y="11554"/>
                  </a:lnTo>
                  <a:lnTo>
                    <a:pt x="8384" y="11435"/>
                  </a:lnTo>
                  <a:lnTo>
                    <a:pt x="8668" y="11288"/>
                  </a:lnTo>
                  <a:lnTo>
                    <a:pt x="8952" y="11132"/>
                  </a:lnTo>
                  <a:lnTo>
                    <a:pt x="9218" y="10967"/>
                  </a:lnTo>
                  <a:lnTo>
                    <a:pt x="9474" y="10784"/>
                  </a:lnTo>
                  <a:lnTo>
                    <a:pt x="9731" y="10592"/>
                  </a:lnTo>
                  <a:lnTo>
                    <a:pt x="9978" y="10381"/>
                  </a:lnTo>
                  <a:lnTo>
                    <a:pt x="10216" y="10161"/>
                  </a:lnTo>
                  <a:lnTo>
                    <a:pt x="10436" y="9932"/>
                  </a:lnTo>
                  <a:lnTo>
                    <a:pt x="10656" y="9694"/>
                  </a:lnTo>
                  <a:lnTo>
                    <a:pt x="10867" y="9446"/>
                  </a:lnTo>
                  <a:lnTo>
                    <a:pt x="11059" y="9199"/>
                  </a:lnTo>
                  <a:lnTo>
                    <a:pt x="11243" y="8933"/>
                  </a:lnTo>
                  <a:lnTo>
                    <a:pt x="11417" y="8668"/>
                  </a:lnTo>
                  <a:lnTo>
                    <a:pt x="11582" y="8393"/>
                  </a:lnTo>
                  <a:lnTo>
                    <a:pt x="11728" y="8118"/>
                  </a:lnTo>
                  <a:lnTo>
                    <a:pt x="11866" y="7843"/>
                  </a:lnTo>
                  <a:lnTo>
                    <a:pt x="11994" y="7559"/>
                  </a:lnTo>
                  <a:lnTo>
                    <a:pt x="12104" y="7266"/>
                  </a:lnTo>
                  <a:lnTo>
                    <a:pt x="12205" y="6982"/>
                  </a:lnTo>
                  <a:lnTo>
                    <a:pt x="12287" y="6698"/>
                  </a:lnTo>
                  <a:lnTo>
                    <a:pt x="12360" y="6414"/>
                  </a:lnTo>
                  <a:lnTo>
                    <a:pt x="12415" y="6130"/>
                  </a:lnTo>
                  <a:lnTo>
                    <a:pt x="12452" y="5846"/>
                  </a:lnTo>
                  <a:lnTo>
                    <a:pt x="12479" y="5562"/>
                  </a:lnTo>
                  <a:lnTo>
                    <a:pt x="12489" y="5287"/>
                  </a:lnTo>
                  <a:lnTo>
                    <a:pt x="12479" y="5012"/>
                  </a:lnTo>
                  <a:lnTo>
                    <a:pt x="12452" y="4746"/>
                  </a:lnTo>
                  <a:lnTo>
                    <a:pt x="12415" y="4480"/>
                  </a:lnTo>
                  <a:lnTo>
                    <a:pt x="12360" y="4224"/>
                  </a:lnTo>
                  <a:lnTo>
                    <a:pt x="12287" y="3967"/>
                  </a:lnTo>
                  <a:lnTo>
                    <a:pt x="12205" y="3720"/>
                  </a:lnTo>
                  <a:lnTo>
                    <a:pt x="12104" y="3473"/>
                  </a:lnTo>
                  <a:lnTo>
                    <a:pt x="11994" y="3234"/>
                  </a:lnTo>
                  <a:lnTo>
                    <a:pt x="11866" y="2996"/>
                  </a:lnTo>
                  <a:lnTo>
                    <a:pt x="11728" y="2767"/>
                  </a:lnTo>
                  <a:lnTo>
                    <a:pt x="11582" y="2547"/>
                  </a:lnTo>
                  <a:lnTo>
                    <a:pt x="11417" y="2336"/>
                  </a:lnTo>
                  <a:lnTo>
                    <a:pt x="11243" y="2126"/>
                  </a:lnTo>
                  <a:lnTo>
                    <a:pt x="11059" y="1924"/>
                  </a:lnTo>
                  <a:lnTo>
                    <a:pt x="10867" y="1732"/>
                  </a:lnTo>
                  <a:lnTo>
                    <a:pt x="10656" y="1548"/>
                  </a:lnTo>
                  <a:lnTo>
                    <a:pt x="10436" y="1374"/>
                  </a:lnTo>
                  <a:lnTo>
                    <a:pt x="10216" y="1209"/>
                  </a:lnTo>
                  <a:lnTo>
                    <a:pt x="9978" y="1054"/>
                  </a:lnTo>
                  <a:lnTo>
                    <a:pt x="9731" y="907"/>
                  </a:lnTo>
                  <a:lnTo>
                    <a:pt x="9474" y="770"/>
                  </a:lnTo>
                  <a:lnTo>
                    <a:pt x="9218" y="641"/>
                  </a:lnTo>
                  <a:lnTo>
                    <a:pt x="8952" y="522"/>
                  </a:lnTo>
                  <a:lnTo>
                    <a:pt x="8668" y="421"/>
                  </a:lnTo>
                  <a:lnTo>
                    <a:pt x="8384" y="321"/>
                  </a:lnTo>
                  <a:lnTo>
                    <a:pt x="8100" y="238"/>
                  </a:lnTo>
                  <a:lnTo>
                    <a:pt x="7798" y="165"/>
                  </a:lnTo>
                  <a:lnTo>
                    <a:pt x="7495" y="110"/>
                  </a:lnTo>
                  <a:lnTo>
                    <a:pt x="7193" y="64"/>
                  </a:lnTo>
                  <a:lnTo>
                    <a:pt x="6881" y="28"/>
                  </a:lnTo>
                  <a:lnTo>
                    <a:pt x="6561" y="9"/>
                  </a:lnTo>
                  <a:lnTo>
                    <a:pt x="6240" y="0"/>
                  </a:lnTo>
                  <a:close/>
                </a:path>
              </a:pathLst>
            </a:custGeom>
            <a:solidFill>
              <a:srgbClr val="FF70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7845518" y="4361123"/>
              <a:ext cx="216653" cy="206626"/>
            </a:xfrm>
            <a:custGeom>
              <a:rect b="b" l="l" r="r" t="t"/>
              <a:pathLst>
                <a:path extrusionOk="0" fill="none" h="11911" w="12489">
                  <a:moveTo>
                    <a:pt x="6240" y="0"/>
                  </a:moveTo>
                  <a:lnTo>
                    <a:pt x="6240" y="0"/>
                  </a:lnTo>
                  <a:lnTo>
                    <a:pt x="5919" y="9"/>
                  </a:lnTo>
                  <a:lnTo>
                    <a:pt x="5599" y="28"/>
                  </a:lnTo>
                  <a:lnTo>
                    <a:pt x="5287" y="64"/>
                  </a:lnTo>
                  <a:lnTo>
                    <a:pt x="4985" y="110"/>
                  </a:lnTo>
                  <a:lnTo>
                    <a:pt x="4682" y="165"/>
                  </a:lnTo>
                  <a:lnTo>
                    <a:pt x="4380" y="238"/>
                  </a:lnTo>
                  <a:lnTo>
                    <a:pt x="4096" y="321"/>
                  </a:lnTo>
                  <a:lnTo>
                    <a:pt x="3812" y="421"/>
                  </a:lnTo>
                  <a:lnTo>
                    <a:pt x="3537" y="522"/>
                  </a:lnTo>
                  <a:lnTo>
                    <a:pt x="3262" y="641"/>
                  </a:lnTo>
                  <a:lnTo>
                    <a:pt x="3006" y="770"/>
                  </a:lnTo>
                  <a:lnTo>
                    <a:pt x="2749" y="907"/>
                  </a:lnTo>
                  <a:lnTo>
                    <a:pt x="2502" y="1054"/>
                  </a:lnTo>
                  <a:lnTo>
                    <a:pt x="2273" y="1209"/>
                  </a:lnTo>
                  <a:lnTo>
                    <a:pt x="2044" y="1374"/>
                  </a:lnTo>
                  <a:lnTo>
                    <a:pt x="1824" y="1548"/>
                  </a:lnTo>
                  <a:lnTo>
                    <a:pt x="1622" y="1732"/>
                  </a:lnTo>
                  <a:lnTo>
                    <a:pt x="1421" y="1924"/>
                  </a:lnTo>
                  <a:lnTo>
                    <a:pt x="1237" y="2126"/>
                  </a:lnTo>
                  <a:lnTo>
                    <a:pt x="1063" y="2336"/>
                  </a:lnTo>
                  <a:lnTo>
                    <a:pt x="898" y="2547"/>
                  </a:lnTo>
                  <a:lnTo>
                    <a:pt x="752" y="2767"/>
                  </a:lnTo>
                  <a:lnTo>
                    <a:pt x="614" y="2996"/>
                  </a:lnTo>
                  <a:lnTo>
                    <a:pt x="486" y="3234"/>
                  </a:lnTo>
                  <a:lnTo>
                    <a:pt x="376" y="3473"/>
                  </a:lnTo>
                  <a:lnTo>
                    <a:pt x="275" y="3720"/>
                  </a:lnTo>
                  <a:lnTo>
                    <a:pt x="193" y="3967"/>
                  </a:lnTo>
                  <a:lnTo>
                    <a:pt x="120" y="4224"/>
                  </a:lnTo>
                  <a:lnTo>
                    <a:pt x="65" y="4480"/>
                  </a:lnTo>
                  <a:lnTo>
                    <a:pt x="28" y="4746"/>
                  </a:lnTo>
                  <a:lnTo>
                    <a:pt x="0" y="5012"/>
                  </a:lnTo>
                  <a:lnTo>
                    <a:pt x="0" y="5287"/>
                  </a:lnTo>
                  <a:lnTo>
                    <a:pt x="0" y="5287"/>
                  </a:lnTo>
                  <a:lnTo>
                    <a:pt x="0" y="5562"/>
                  </a:lnTo>
                  <a:lnTo>
                    <a:pt x="28" y="5846"/>
                  </a:lnTo>
                  <a:lnTo>
                    <a:pt x="65" y="6130"/>
                  </a:lnTo>
                  <a:lnTo>
                    <a:pt x="120" y="6414"/>
                  </a:lnTo>
                  <a:lnTo>
                    <a:pt x="193" y="6698"/>
                  </a:lnTo>
                  <a:lnTo>
                    <a:pt x="275" y="6982"/>
                  </a:lnTo>
                  <a:lnTo>
                    <a:pt x="376" y="7266"/>
                  </a:lnTo>
                  <a:lnTo>
                    <a:pt x="486" y="7559"/>
                  </a:lnTo>
                  <a:lnTo>
                    <a:pt x="614" y="7843"/>
                  </a:lnTo>
                  <a:lnTo>
                    <a:pt x="752" y="8118"/>
                  </a:lnTo>
                  <a:lnTo>
                    <a:pt x="898" y="8393"/>
                  </a:lnTo>
                  <a:lnTo>
                    <a:pt x="1063" y="8668"/>
                  </a:lnTo>
                  <a:lnTo>
                    <a:pt x="1237" y="8933"/>
                  </a:lnTo>
                  <a:lnTo>
                    <a:pt x="1421" y="9199"/>
                  </a:lnTo>
                  <a:lnTo>
                    <a:pt x="1622" y="9446"/>
                  </a:lnTo>
                  <a:lnTo>
                    <a:pt x="1824" y="9694"/>
                  </a:lnTo>
                  <a:lnTo>
                    <a:pt x="2044" y="9932"/>
                  </a:lnTo>
                  <a:lnTo>
                    <a:pt x="2273" y="10161"/>
                  </a:lnTo>
                  <a:lnTo>
                    <a:pt x="2502" y="10381"/>
                  </a:lnTo>
                  <a:lnTo>
                    <a:pt x="2749" y="10592"/>
                  </a:lnTo>
                  <a:lnTo>
                    <a:pt x="3006" y="10784"/>
                  </a:lnTo>
                  <a:lnTo>
                    <a:pt x="3262" y="10967"/>
                  </a:lnTo>
                  <a:lnTo>
                    <a:pt x="3537" y="11132"/>
                  </a:lnTo>
                  <a:lnTo>
                    <a:pt x="3812" y="11288"/>
                  </a:lnTo>
                  <a:lnTo>
                    <a:pt x="4096" y="11435"/>
                  </a:lnTo>
                  <a:lnTo>
                    <a:pt x="4380" y="11554"/>
                  </a:lnTo>
                  <a:lnTo>
                    <a:pt x="4682" y="11664"/>
                  </a:lnTo>
                  <a:lnTo>
                    <a:pt x="4985" y="11746"/>
                  </a:lnTo>
                  <a:lnTo>
                    <a:pt x="5287" y="11819"/>
                  </a:lnTo>
                  <a:lnTo>
                    <a:pt x="5599" y="11874"/>
                  </a:lnTo>
                  <a:lnTo>
                    <a:pt x="5919" y="11902"/>
                  </a:lnTo>
                  <a:lnTo>
                    <a:pt x="6240" y="11911"/>
                  </a:lnTo>
                  <a:lnTo>
                    <a:pt x="6240" y="11911"/>
                  </a:lnTo>
                  <a:lnTo>
                    <a:pt x="6561" y="11902"/>
                  </a:lnTo>
                  <a:lnTo>
                    <a:pt x="6881" y="11874"/>
                  </a:lnTo>
                  <a:lnTo>
                    <a:pt x="7193" y="11819"/>
                  </a:lnTo>
                  <a:lnTo>
                    <a:pt x="7495" y="11746"/>
                  </a:lnTo>
                  <a:lnTo>
                    <a:pt x="7798" y="11664"/>
                  </a:lnTo>
                  <a:lnTo>
                    <a:pt x="8100" y="11554"/>
                  </a:lnTo>
                  <a:lnTo>
                    <a:pt x="8384" y="11435"/>
                  </a:lnTo>
                  <a:lnTo>
                    <a:pt x="8668" y="11288"/>
                  </a:lnTo>
                  <a:lnTo>
                    <a:pt x="8952" y="11132"/>
                  </a:lnTo>
                  <a:lnTo>
                    <a:pt x="9218" y="10967"/>
                  </a:lnTo>
                  <a:lnTo>
                    <a:pt x="9474" y="10784"/>
                  </a:lnTo>
                  <a:lnTo>
                    <a:pt x="9731" y="10592"/>
                  </a:lnTo>
                  <a:lnTo>
                    <a:pt x="9978" y="10381"/>
                  </a:lnTo>
                  <a:lnTo>
                    <a:pt x="10216" y="10161"/>
                  </a:lnTo>
                  <a:lnTo>
                    <a:pt x="10436" y="9932"/>
                  </a:lnTo>
                  <a:lnTo>
                    <a:pt x="10656" y="9694"/>
                  </a:lnTo>
                  <a:lnTo>
                    <a:pt x="10867" y="9446"/>
                  </a:lnTo>
                  <a:lnTo>
                    <a:pt x="11059" y="9199"/>
                  </a:lnTo>
                  <a:lnTo>
                    <a:pt x="11243" y="8933"/>
                  </a:lnTo>
                  <a:lnTo>
                    <a:pt x="11417" y="8668"/>
                  </a:lnTo>
                  <a:lnTo>
                    <a:pt x="11582" y="8393"/>
                  </a:lnTo>
                  <a:lnTo>
                    <a:pt x="11728" y="8118"/>
                  </a:lnTo>
                  <a:lnTo>
                    <a:pt x="11866" y="7843"/>
                  </a:lnTo>
                  <a:lnTo>
                    <a:pt x="11994" y="7559"/>
                  </a:lnTo>
                  <a:lnTo>
                    <a:pt x="12104" y="7266"/>
                  </a:lnTo>
                  <a:lnTo>
                    <a:pt x="12205" y="6982"/>
                  </a:lnTo>
                  <a:lnTo>
                    <a:pt x="12287" y="6698"/>
                  </a:lnTo>
                  <a:lnTo>
                    <a:pt x="12360" y="6414"/>
                  </a:lnTo>
                  <a:lnTo>
                    <a:pt x="12415" y="6130"/>
                  </a:lnTo>
                  <a:lnTo>
                    <a:pt x="12452" y="5846"/>
                  </a:lnTo>
                  <a:lnTo>
                    <a:pt x="12479" y="5562"/>
                  </a:lnTo>
                  <a:lnTo>
                    <a:pt x="12489" y="5287"/>
                  </a:lnTo>
                  <a:lnTo>
                    <a:pt x="12489" y="5287"/>
                  </a:lnTo>
                  <a:lnTo>
                    <a:pt x="12479" y="5012"/>
                  </a:lnTo>
                  <a:lnTo>
                    <a:pt x="12452" y="4746"/>
                  </a:lnTo>
                  <a:lnTo>
                    <a:pt x="12415" y="4480"/>
                  </a:lnTo>
                  <a:lnTo>
                    <a:pt x="12360" y="4224"/>
                  </a:lnTo>
                  <a:lnTo>
                    <a:pt x="12287" y="3967"/>
                  </a:lnTo>
                  <a:lnTo>
                    <a:pt x="12205" y="3720"/>
                  </a:lnTo>
                  <a:lnTo>
                    <a:pt x="12104" y="3473"/>
                  </a:lnTo>
                  <a:lnTo>
                    <a:pt x="11994" y="3234"/>
                  </a:lnTo>
                  <a:lnTo>
                    <a:pt x="11866" y="2996"/>
                  </a:lnTo>
                  <a:lnTo>
                    <a:pt x="11728" y="2767"/>
                  </a:lnTo>
                  <a:lnTo>
                    <a:pt x="11582" y="2547"/>
                  </a:lnTo>
                  <a:lnTo>
                    <a:pt x="11417" y="2336"/>
                  </a:lnTo>
                  <a:lnTo>
                    <a:pt x="11243" y="2126"/>
                  </a:lnTo>
                  <a:lnTo>
                    <a:pt x="11059" y="1924"/>
                  </a:lnTo>
                  <a:lnTo>
                    <a:pt x="10867" y="1732"/>
                  </a:lnTo>
                  <a:lnTo>
                    <a:pt x="10656" y="1548"/>
                  </a:lnTo>
                  <a:lnTo>
                    <a:pt x="10436" y="1374"/>
                  </a:lnTo>
                  <a:lnTo>
                    <a:pt x="10216" y="1209"/>
                  </a:lnTo>
                  <a:lnTo>
                    <a:pt x="9978" y="1054"/>
                  </a:lnTo>
                  <a:lnTo>
                    <a:pt x="9731" y="907"/>
                  </a:lnTo>
                  <a:lnTo>
                    <a:pt x="9474" y="770"/>
                  </a:lnTo>
                  <a:lnTo>
                    <a:pt x="9218" y="641"/>
                  </a:lnTo>
                  <a:lnTo>
                    <a:pt x="8952" y="522"/>
                  </a:lnTo>
                  <a:lnTo>
                    <a:pt x="8668" y="421"/>
                  </a:lnTo>
                  <a:lnTo>
                    <a:pt x="8384" y="321"/>
                  </a:lnTo>
                  <a:lnTo>
                    <a:pt x="8100" y="238"/>
                  </a:lnTo>
                  <a:lnTo>
                    <a:pt x="7798" y="165"/>
                  </a:lnTo>
                  <a:lnTo>
                    <a:pt x="7495" y="110"/>
                  </a:lnTo>
                  <a:lnTo>
                    <a:pt x="7193" y="64"/>
                  </a:lnTo>
                  <a:lnTo>
                    <a:pt x="6881" y="28"/>
                  </a:lnTo>
                  <a:lnTo>
                    <a:pt x="6561" y="9"/>
                  </a:lnTo>
                  <a:lnTo>
                    <a:pt x="624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7681810" y="3771759"/>
              <a:ext cx="316783" cy="608602"/>
            </a:xfrm>
            <a:custGeom>
              <a:rect b="b" l="l" r="r" t="t"/>
              <a:pathLst>
                <a:path extrusionOk="0" h="35083" w="18261">
                  <a:moveTo>
                    <a:pt x="1182" y="0"/>
                  </a:moveTo>
                  <a:lnTo>
                    <a:pt x="1063" y="19"/>
                  </a:lnTo>
                  <a:lnTo>
                    <a:pt x="990" y="28"/>
                  </a:lnTo>
                  <a:lnTo>
                    <a:pt x="962" y="37"/>
                  </a:lnTo>
                  <a:lnTo>
                    <a:pt x="926" y="46"/>
                  </a:lnTo>
                  <a:lnTo>
                    <a:pt x="779" y="83"/>
                  </a:lnTo>
                  <a:lnTo>
                    <a:pt x="651" y="138"/>
                  </a:lnTo>
                  <a:lnTo>
                    <a:pt x="523" y="211"/>
                  </a:lnTo>
                  <a:lnTo>
                    <a:pt x="404" y="303"/>
                  </a:lnTo>
                  <a:lnTo>
                    <a:pt x="303" y="413"/>
                  </a:lnTo>
                  <a:lnTo>
                    <a:pt x="220" y="532"/>
                  </a:lnTo>
                  <a:lnTo>
                    <a:pt x="147" y="669"/>
                  </a:lnTo>
                  <a:lnTo>
                    <a:pt x="119" y="743"/>
                  </a:lnTo>
                  <a:lnTo>
                    <a:pt x="92" y="816"/>
                  </a:lnTo>
                  <a:lnTo>
                    <a:pt x="46" y="981"/>
                  </a:lnTo>
                  <a:lnTo>
                    <a:pt x="37" y="1017"/>
                  </a:lnTo>
                  <a:lnTo>
                    <a:pt x="28" y="1045"/>
                  </a:lnTo>
                  <a:lnTo>
                    <a:pt x="19" y="1109"/>
                  </a:lnTo>
                  <a:lnTo>
                    <a:pt x="0" y="1228"/>
                  </a:lnTo>
                  <a:lnTo>
                    <a:pt x="0" y="1338"/>
                  </a:lnTo>
                  <a:lnTo>
                    <a:pt x="0" y="1448"/>
                  </a:lnTo>
                  <a:lnTo>
                    <a:pt x="10" y="1540"/>
                  </a:lnTo>
                  <a:lnTo>
                    <a:pt x="28" y="1631"/>
                  </a:lnTo>
                  <a:lnTo>
                    <a:pt x="46" y="1714"/>
                  </a:lnTo>
                  <a:lnTo>
                    <a:pt x="74" y="1796"/>
                  </a:lnTo>
                  <a:lnTo>
                    <a:pt x="101" y="1869"/>
                  </a:lnTo>
                  <a:lnTo>
                    <a:pt x="129" y="1943"/>
                  </a:lnTo>
                  <a:lnTo>
                    <a:pt x="174" y="2007"/>
                  </a:lnTo>
                  <a:lnTo>
                    <a:pt x="211" y="2071"/>
                  </a:lnTo>
                  <a:lnTo>
                    <a:pt x="257" y="2135"/>
                  </a:lnTo>
                  <a:lnTo>
                    <a:pt x="312" y="2181"/>
                  </a:lnTo>
                  <a:lnTo>
                    <a:pt x="413" y="2291"/>
                  </a:lnTo>
                  <a:lnTo>
                    <a:pt x="825" y="2712"/>
                  </a:lnTo>
                  <a:lnTo>
                    <a:pt x="1237" y="3143"/>
                  </a:lnTo>
                  <a:lnTo>
                    <a:pt x="1640" y="3583"/>
                  </a:lnTo>
                  <a:lnTo>
                    <a:pt x="2053" y="4023"/>
                  </a:lnTo>
                  <a:lnTo>
                    <a:pt x="2841" y="4911"/>
                  </a:lnTo>
                  <a:lnTo>
                    <a:pt x="3629" y="5809"/>
                  </a:lnTo>
                  <a:lnTo>
                    <a:pt x="4013" y="6267"/>
                  </a:lnTo>
                  <a:lnTo>
                    <a:pt x="4398" y="6725"/>
                  </a:lnTo>
                  <a:lnTo>
                    <a:pt x="5150" y="7651"/>
                  </a:lnTo>
                  <a:lnTo>
                    <a:pt x="5892" y="8595"/>
                  </a:lnTo>
                  <a:lnTo>
                    <a:pt x="6616" y="9547"/>
                  </a:lnTo>
                  <a:lnTo>
                    <a:pt x="7330" y="10509"/>
                  </a:lnTo>
                  <a:lnTo>
                    <a:pt x="8017" y="11481"/>
                  </a:lnTo>
                  <a:lnTo>
                    <a:pt x="8695" y="12461"/>
                  </a:lnTo>
                  <a:lnTo>
                    <a:pt x="9025" y="12965"/>
                  </a:lnTo>
                  <a:lnTo>
                    <a:pt x="9355" y="13460"/>
                  </a:lnTo>
                  <a:lnTo>
                    <a:pt x="9676" y="13964"/>
                  </a:lnTo>
                  <a:lnTo>
                    <a:pt x="9996" y="14468"/>
                  </a:lnTo>
                  <a:lnTo>
                    <a:pt x="10308" y="14972"/>
                  </a:lnTo>
                  <a:lnTo>
                    <a:pt x="10619" y="15485"/>
                  </a:lnTo>
                  <a:lnTo>
                    <a:pt x="10922" y="15998"/>
                  </a:lnTo>
                  <a:lnTo>
                    <a:pt x="11215" y="16511"/>
                  </a:lnTo>
                  <a:lnTo>
                    <a:pt x="11508" y="17033"/>
                  </a:lnTo>
                  <a:lnTo>
                    <a:pt x="11792" y="17555"/>
                  </a:lnTo>
                  <a:lnTo>
                    <a:pt x="12076" y="18078"/>
                  </a:lnTo>
                  <a:lnTo>
                    <a:pt x="12351" y="18609"/>
                  </a:lnTo>
                  <a:lnTo>
                    <a:pt x="12626" y="19140"/>
                  </a:lnTo>
                  <a:lnTo>
                    <a:pt x="12882" y="19672"/>
                  </a:lnTo>
                  <a:lnTo>
                    <a:pt x="13139" y="20212"/>
                  </a:lnTo>
                  <a:lnTo>
                    <a:pt x="13396" y="20744"/>
                  </a:lnTo>
                  <a:lnTo>
                    <a:pt x="13634" y="21293"/>
                  </a:lnTo>
                  <a:lnTo>
                    <a:pt x="13872" y="21834"/>
                  </a:lnTo>
                  <a:lnTo>
                    <a:pt x="14110" y="22384"/>
                  </a:lnTo>
                  <a:lnTo>
                    <a:pt x="14330" y="22934"/>
                  </a:lnTo>
                  <a:lnTo>
                    <a:pt x="14541" y="23483"/>
                  </a:lnTo>
                  <a:lnTo>
                    <a:pt x="14752" y="24042"/>
                  </a:lnTo>
                  <a:lnTo>
                    <a:pt x="14953" y="24601"/>
                  </a:lnTo>
                  <a:lnTo>
                    <a:pt x="15146" y="25160"/>
                  </a:lnTo>
                  <a:lnTo>
                    <a:pt x="15329" y="25728"/>
                  </a:lnTo>
                  <a:lnTo>
                    <a:pt x="15512" y="26296"/>
                  </a:lnTo>
                  <a:lnTo>
                    <a:pt x="15595" y="26580"/>
                  </a:lnTo>
                  <a:lnTo>
                    <a:pt x="15677" y="26864"/>
                  </a:lnTo>
                  <a:lnTo>
                    <a:pt x="15759" y="27148"/>
                  </a:lnTo>
                  <a:lnTo>
                    <a:pt x="15833" y="27432"/>
                  </a:lnTo>
                  <a:lnTo>
                    <a:pt x="15979" y="28009"/>
                  </a:lnTo>
                  <a:lnTo>
                    <a:pt x="16126" y="28587"/>
                  </a:lnTo>
                  <a:lnTo>
                    <a:pt x="16190" y="28880"/>
                  </a:lnTo>
                  <a:lnTo>
                    <a:pt x="16254" y="29164"/>
                  </a:lnTo>
                  <a:lnTo>
                    <a:pt x="16309" y="29457"/>
                  </a:lnTo>
                  <a:lnTo>
                    <a:pt x="16346" y="29604"/>
                  </a:lnTo>
                  <a:lnTo>
                    <a:pt x="16373" y="29750"/>
                  </a:lnTo>
                  <a:lnTo>
                    <a:pt x="16483" y="30327"/>
                  </a:lnTo>
                  <a:lnTo>
                    <a:pt x="16584" y="30914"/>
                  </a:lnTo>
                  <a:lnTo>
                    <a:pt x="16630" y="31207"/>
                  </a:lnTo>
                  <a:lnTo>
                    <a:pt x="16666" y="31500"/>
                  </a:lnTo>
                  <a:lnTo>
                    <a:pt x="16749" y="32087"/>
                  </a:lnTo>
                  <a:lnTo>
                    <a:pt x="16813" y="32682"/>
                  </a:lnTo>
                  <a:lnTo>
                    <a:pt x="16868" y="33269"/>
                  </a:lnTo>
                  <a:lnTo>
                    <a:pt x="16914" y="33864"/>
                  </a:lnTo>
                  <a:lnTo>
                    <a:pt x="16951" y="34460"/>
                  </a:lnTo>
                  <a:lnTo>
                    <a:pt x="16960" y="34478"/>
                  </a:lnTo>
                  <a:lnTo>
                    <a:pt x="16960" y="34542"/>
                  </a:lnTo>
                  <a:lnTo>
                    <a:pt x="16978" y="34606"/>
                  </a:lnTo>
                  <a:lnTo>
                    <a:pt x="16996" y="34661"/>
                  </a:lnTo>
                  <a:lnTo>
                    <a:pt x="17015" y="34716"/>
                  </a:lnTo>
                  <a:lnTo>
                    <a:pt x="17070" y="34817"/>
                  </a:lnTo>
                  <a:lnTo>
                    <a:pt x="17152" y="34899"/>
                  </a:lnTo>
                  <a:lnTo>
                    <a:pt x="17244" y="34973"/>
                  </a:lnTo>
                  <a:lnTo>
                    <a:pt x="17345" y="35037"/>
                  </a:lnTo>
                  <a:lnTo>
                    <a:pt x="17399" y="35055"/>
                  </a:lnTo>
                  <a:lnTo>
                    <a:pt x="17454" y="35073"/>
                  </a:lnTo>
                  <a:lnTo>
                    <a:pt x="17519" y="35083"/>
                  </a:lnTo>
                  <a:lnTo>
                    <a:pt x="17647" y="35083"/>
                  </a:lnTo>
                  <a:lnTo>
                    <a:pt x="17711" y="35073"/>
                  </a:lnTo>
                  <a:lnTo>
                    <a:pt x="17766" y="35064"/>
                  </a:lnTo>
                  <a:lnTo>
                    <a:pt x="17830" y="35037"/>
                  </a:lnTo>
                  <a:lnTo>
                    <a:pt x="17885" y="35019"/>
                  </a:lnTo>
                  <a:lnTo>
                    <a:pt x="17940" y="34982"/>
                  </a:lnTo>
                  <a:lnTo>
                    <a:pt x="17995" y="34945"/>
                  </a:lnTo>
                  <a:lnTo>
                    <a:pt x="18041" y="34909"/>
                  </a:lnTo>
                  <a:lnTo>
                    <a:pt x="18077" y="34863"/>
                  </a:lnTo>
                  <a:lnTo>
                    <a:pt x="18123" y="34817"/>
                  </a:lnTo>
                  <a:lnTo>
                    <a:pt x="18151" y="34762"/>
                  </a:lnTo>
                  <a:lnTo>
                    <a:pt x="18178" y="34707"/>
                  </a:lnTo>
                  <a:lnTo>
                    <a:pt x="18206" y="34652"/>
                  </a:lnTo>
                  <a:lnTo>
                    <a:pt x="18224" y="34588"/>
                  </a:lnTo>
                  <a:lnTo>
                    <a:pt x="18233" y="34524"/>
                  </a:lnTo>
                  <a:lnTo>
                    <a:pt x="18242" y="34460"/>
                  </a:lnTo>
                  <a:lnTo>
                    <a:pt x="18261" y="33837"/>
                  </a:lnTo>
                  <a:lnTo>
                    <a:pt x="18261" y="33525"/>
                  </a:lnTo>
                  <a:lnTo>
                    <a:pt x="18261" y="33214"/>
                  </a:lnTo>
                  <a:lnTo>
                    <a:pt x="18261" y="32902"/>
                  </a:lnTo>
                  <a:lnTo>
                    <a:pt x="18261" y="32746"/>
                  </a:lnTo>
                  <a:lnTo>
                    <a:pt x="18261" y="32591"/>
                  </a:lnTo>
                  <a:lnTo>
                    <a:pt x="18233" y="31967"/>
                  </a:lnTo>
                  <a:lnTo>
                    <a:pt x="18197" y="31344"/>
                  </a:lnTo>
                  <a:lnTo>
                    <a:pt x="18151" y="30721"/>
                  </a:lnTo>
                  <a:lnTo>
                    <a:pt x="18096" y="30098"/>
                  </a:lnTo>
                  <a:lnTo>
                    <a:pt x="18023" y="29485"/>
                  </a:lnTo>
                  <a:lnTo>
                    <a:pt x="18004" y="29329"/>
                  </a:lnTo>
                  <a:lnTo>
                    <a:pt x="17977" y="29173"/>
                  </a:lnTo>
                  <a:lnTo>
                    <a:pt x="17931" y="28861"/>
                  </a:lnTo>
                  <a:lnTo>
                    <a:pt x="17885" y="28550"/>
                  </a:lnTo>
                  <a:lnTo>
                    <a:pt x="17839" y="28248"/>
                  </a:lnTo>
                  <a:lnTo>
                    <a:pt x="17729" y="27634"/>
                  </a:lnTo>
                  <a:lnTo>
                    <a:pt x="17610" y="27020"/>
                  </a:lnTo>
                  <a:lnTo>
                    <a:pt x="17546" y="26708"/>
                  </a:lnTo>
                  <a:lnTo>
                    <a:pt x="17473" y="26406"/>
                  </a:lnTo>
                  <a:lnTo>
                    <a:pt x="17409" y="26104"/>
                  </a:lnTo>
                  <a:lnTo>
                    <a:pt x="17335" y="25801"/>
                  </a:lnTo>
                  <a:lnTo>
                    <a:pt x="17189" y="25197"/>
                  </a:lnTo>
                  <a:lnTo>
                    <a:pt x="17024" y="24592"/>
                  </a:lnTo>
                  <a:lnTo>
                    <a:pt x="16850" y="23996"/>
                  </a:lnTo>
                  <a:lnTo>
                    <a:pt x="16666" y="23392"/>
                  </a:lnTo>
                  <a:lnTo>
                    <a:pt x="16483" y="22796"/>
                  </a:lnTo>
                  <a:lnTo>
                    <a:pt x="16282" y="22210"/>
                  </a:lnTo>
                  <a:lnTo>
                    <a:pt x="16071" y="21623"/>
                  </a:lnTo>
                  <a:lnTo>
                    <a:pt x="15860" y="21037"/>
                  </a:lnTo>
                  <a:lnTo>
                    <a:pt x="15631" y="20460"/>
                  </a:lnTo>
                  <a:lnTo>
                    <a:pt x="15402" y="19882"/>
                  </a:lnTo>
                  <a:lnTo>
                    <a:pt x="15164" y="19305"/>
                  </a:lnTo>
                  <a:lnTo>
                    <a:pt x="15036" y="19021"/>
                  </a:lnTo>
                  <a:lnTo>
                    <a:pt x="14917" y="18737"/>
                  </a:lnTo>
                  <a:lnTo>
                    <a:pt x="14660" y="18169"/>
                  </a:lnTo>
                  <a:lnTo>
                    <a:pt x="14394" y="17601"/>
                  </a:lnTo>
                  <a:lnTo>
                    <a:pt x="14129" y="17042"/>
                  </a:lnTo>
                  <a:lnTo>
                    <a:pt x="13854" y="16483"/>
                  </a:lnTo>
                  <a:lnTo>
                    <a:pt x="13579" y="15924"/>
                  </a:lnTo>
                  <a:lnTo>
                    <a:pt x="13286" y="15375"/>
                  </a:lnTo>
                  <a:lnTo>
                    <a:pt x="12992" y="14834"/>
                  </a:lnTo>
                  <a:lnTo>
                    <a:pt x="12690" y="14284"/>
                  </a:lnTo>
                  <a:lnTo>
                    <a:pt x="12388" y="13744"/>
                  </a:lnTo>
                  <a:lnTo>
                    <a:pt x="12076" y="13212"/>
                  </a:lnTo>
                  <a:lnTo>
                    <a:pt x="11756" y="12672"/>
                  </a:lnTo>
                  <a:lnTo>
                    <a:pt x="11435" y="12150"/>
                  </a:lnTo>
                  <a:lnTo>
                    <a:pt x="11105" y="11618"/>
                  </a:lnTo>
                  <a:lnTo>
                    <a:pt x="10775" y="11096"/>
                  </a:lnTo>
                  <a:lnTo>
                    <a:pt x="10436" y="10574"/>
                  </a:lnTo>
                  <a:lnTo>
                    <a:pt x="10097" y="10061"/>
                  </a:lnTo>
                  <a:lnTo>
                    <a:pt x="9749" y="9547"/>
                  </a:lnTo>
                  <a:lnTo>
                    <a:pt x="9392" y="9034"/>
                  </a:lnTo>
                  <a:lnTo>
                    <a:pt x="8677" y="8027"/>
                  </a:lnTo>
                  <a:lnTo>
                    <a:pt x="7935" y="7028"/>
                  </a:lnTo>
                  <a:lnTo>
                    <a:pt x="7184" y="6047"/>
                  </a:lnTo>
                  <a:lnTo>
                    <a:pt x="6414" y="5076"/>
                  </a:lnTo>
                  <a:lnTo>
                    <a:pt x="5626" y="4123"/>
                  </a:lnTo>
                  <a:lnTo>
                    <a:pt x="5223" y="3647"/>
                  </a:lnTo>
                  <a:lnTo>
                    <a:pt x="4820" y="3180"/>
                  </a:lnTo>
                  <a:lnTo>
                    <a:pt x="3995" y="2254"/>
                  </a:lnTo>
                  <a:lnTo>
                    <a:pt x="3574" y="1796"/>
                  </a:lnTo>
                  <a:lnTo>
                    <a:pt x="3152" y="1338"/>
                  </a:lnTo>
                  <a:lnTo>
                    <a:pt x="2722" y="889"/>
                  </a:lnTo>
                  <a:lnTo>
                    <a:pt x="2291" y="440"/>
                  </a:lnTo>
                  <a:lnTo>
                    <a:pt x="2181" y="330"/>
                  </a:lnTo>
                  <a:lnTo>
                    <a:pt x="2126" y="275"/>
                  </a:lnTo>
                  <a:lnTo>
                    <a:pt x="2062" y="229"/>
                  </a:lnTo>
                  <a:lnTo>
                    <a:pt x="1998" y="184"/>
                  </a:lnTo>
                  <a:lnTo>
                    <a:pt x="1924" y="138"/>
                  </a:lnTo>
                  <a:lnTo>
                    <a:pt x="1851" y="110"/>
                  </a:lnTo>
                  <a:lnTo>
                    <a:pt x="1778" y="74"/>
                  </a:lnTo>
                  <a:lnTo>
                    <a:pt x="1686" y="46"/>
                  </a:lnTo>
                  <a:lnTo>
                    <a:pt x="1604" y="28"/>
                  </a:lnTo>
                  <a:lnTo>
                    <a:pt x="1503" y="10"/>
                  </a:lnTo>
                  <a:lnTo>
                    <a:pt x="1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4"/>
            <p:cNvSpPr/>
            <p:nvPr/>
          </p:nvSpPr>
          <p:spPr>
            <a:xfrm>
              <a:off x="7460872" y="4331875"/>
              <a:ext cx="326966" cy="311856"/>
            </a:xfrm>
            <a:custGeom>
              <a:rect b="b" l="l" r="r" t="t"/>
              <a:pathLst>
                <a:path extrusionOk="0" h="17977" w="18848">
                  <a:moveTo>
                    <a:pt x="9429" y="0"/>
                  </a:moveTo>
                  <a:lnTo>
                    <a:pt x="8943" y="9"/>
                  </a:lnTo>
                  <a:lnTo>
                    <a:pt x="8467" y="37"/>
                  </a:lnTo>
                  <a:lnTo>
                    <a:pt x="7990" y="92"/>
                  </a:lnTo>
                  <a:lnTo>
                    <a:pt x="7523" y="156"/>
                  </a:lnTo>
                  <a:lnTo>
                    <a:pt x="7074" y="248"/>
                  </a:lnTo>
                  <a:lnTo>
                    <a:pt x="6625" y="358"/>
                  </a:lnTo>
                  <a:lnTo>
                    <a:pt x="6185" y="486"/>
                  </a:lnTo>
                  <a:lnTo>
                    <a:pt x="5755" y="623"/>
                  </a:lnTo>
                  <a:lnTo>
                    <a:pt x="5342" y="788"/>
                  </a:lnTo>
                  <a:lnTo>
                    <a:pt x="4930" y="962"/>
                  </a:lnTo>
                  <a:lnTo>
                    <a:pt x="4536" y="1155"/>
                  </a:lnTo>
                  <a:lnTo>
                    <a:pt x="4161" y="1356"/>
                  </a:lnTo>
                  <a:lnTo>
                    <a:pt x="3785" y="1585"/>
                  </a:lnTo>
                  <a:lnTo>
                    <a:pt x="3428" y="1823"/>
                  </a:lnTo>
                  <a:lnTo>
                    <a:pt x="3089" y="2071"/>
                  </a:lnTo>
                  <a:lnTo>
                    <a:pt x="2759" y="2337"/>
                  </a:lnTo>
                  <a:lnTo>
                    <a:pt x="2447" y="2611"/>
                  </a:lnTo>
                  <a:lnTo>
                    <a:pt x="2154" y="2905"/>
                  </a:lnTo>
                  <a:lnTo>
                    <a:pt x="1870" y="3207"/>
                  </a:lnTo>
                  <a:lnTo>
                    <a:pt x="1613" y="3518"/>
                  </a:lnTo>
                  <a:lnTo>
                    <a:pt x="1366" y="3839"/>
                  </a:lnTo>
                  <a:lnTo>
                    <a:pt x="1137" y="4169"/>
                  </a:lnTo>
                  <a:lnTo>
                    <a:pt x="935" y="4517"/>
                  </a:lnTo>
                  <a:lnTo>
                    <a:pt x="743" y="4874"/>
                  </a:lnTo>
                  <a:lnTo>
                    <a:pt x="651" y="5049"/>
                  </a:lnTo>
                  <a:lnTo>
                    <a:pt x="578" y="5232"/>
                  </a:lnTo>
                  <a:lnTo>
                    <a:pt x="496" y="5415"/>
                  </a:lnTo>
                  <a:lnTo>
                    <a:pt x="422" y="5607"/>
                  </a:lnTo>
                  <a:lnTo>
                    <a:pt x="358" y="5791"/>
                  </a:lnTo>
                  <a:lnTo>
                    <a:pt x="303" y="5983"/>
                  </a:lnTo>
                  <a:lnTo>
                    <a:pt x="239" y="6176"/>
                  </a:lnTo>
                  <a:lnTo>
                    <a:pt x="193" y="6368"/>
                  </a:lnTo>
                  <a:lnTo>
                    <a:pt x="147" y="6560"/>
                  </a:lnTo>
                  <a:lnTo>
                    <a:pt x="111" y="6762"/>
                  </a:lnTo>
                  <a:lnTo>
                    <a:pt x="74" y="6963"/>
                  </a:lnTo>
                  <a:lnTo>
                    <a:pt x="47" y="7165"/>
                  </a:lnTo>
                  <a:lnTo>
                    <a:pt x="28" y="7367"/>
                  </a:lnTo>
                  <a:lnTo>
                    <a:pt x="10" y="7568"/>
                  </a:lnTo>
                  <a:lnTo>
                    <a:pt x="1" y="7770"/>
                  </a:lnTo>
                  <a:lnTo>
                    <a:pt x="1" y="7980"/>
                  </a:lnTo>
                  <a:lnTo>
                    <a:pt x="1" y="8182"/>
                  </a:lnTo>
                  <a:lnTo>
                    <a:pt x="10" y="8393"/>
                  </a:lnTo>
                  <a:lnTo>
                    <a:pt x="28" y="8604"/>
                  </a:lnTo>
                  <a:lnTo>
                    <a:pt x="47" y="8814"/>
                  </a:lnTo>
                  <a:lnTo>
                    <a:pt x="74" y="9025"/>
                  </a:lnTo>
                  <a:lnTo>
                    <a:pt x="111" y="9245"/>
                  </a:lnTo>
                  <a:lnTo>
                    <a:pt x="193" y="9676"/>
                  </a:lnTo>
                  <a:lnTo>
                    <a:pt x="303" y="10106"/>
                  </a:lnTo>
                  <a:lnTo>
                    <a:pt x="422" y="10537"/>
                  </a:lnTo>
                  <a:lnTo>
                    <a:pt x="578" y="10967"/>
                  </a:lnTo>
                  <a:lnTo>
                    <a:pt x="743" y="11398"/>
                  </a:lnTo>
                  <a:lnTo>
                    <a:pt x="935" y="11829"/>
                  </a:lnTo>
                  <a:lnTo>
                    <a:pt x="1137" y="12250"/>
                  </a:lnTo>
                  <a:lnTo>
                    <a:pt x="1366" y="12662"/>
                  </a:lnTo>
                  <a:lnTo>
                    <a:pt x="1613" y="13075"/>
                  </a:lnTo>
                  <a:lnTo>
                    <a:pt x="1870" y="13478"/>
                  </a:lnTo>
                  <a:lnTo>
                    <a:pt x="2154" y="13872"/>
                  </a:lnTo>
                  <a:lnTo>
                    <a:pt x="2447" y="14257"/>
                  </a:lnTo>
                  <a:lnTo>
                    <a:pt x="2759" y="14632"/>
                  </a:lnTo>
                  <a:lnTo>
                    <a:pt x="3089" y="14990"/>
                  </a:lnTo>
                  <a:lnTo>
                    <a:pt x="3428" y="15338"/>
                  </a:lnTo>
                  <a:lnTo>
                    <a:pt x="3785" y="15668"/>
                  </a:lnTo>
                  <a:lnTo>
                    <a:pt x="4161" y="15979"/>
                  </a:lnTo>
                  <a:lnTo>
                    <a:pt x="4344" y="16126"/>
                  </a:lnTo>
                  <a:lnTo>
                    <a:pt x="4536" y="16272"/>
                  </a:lnTo>
                  <a:lnTo>
                    <a:pt x="4738" y="16410"/>
                  </a:lnTo>
                  <a:lnTo>
                    <a:pt x="4930" y="16547"/>
                  </a:lnTo>
                  <a:lnTo>
                    <a:pt x="5132" y="16675"/>
                  </a:lnTo>
                  <a:lnTo>
                    <a:pt x="5342" y="16804"/>
                  </a:lnTo>
                  <a:lnTo>
                    <a:pt x="5544" y="16923"/>
                  </a:lnTo>
                  <a:lnTo>
                    <a:pt x="5755" y="17033"/>
                  </a:lnTo>
                  <a:lnTo>
                    <a:pt x="5975" y="17143"/>
                  </a:lnTo>
                  <a:lnTo>
                    <a:pt x="6185" y="17244"/>
                  </a:lnTo>
                  <a:lnTo>
                    <a:pt x="6405" y="17344"/>
                  </a:lnTo>
                  <a:lnTo>
                    <a:pt x="6625" y="17436"/>
                  </a:lnTo>
                  <a:lnTo>
                    <a:pt x="6845" y="17518"/>
                  </a:lnTo>
                  <a:lnTo>
                    <a:pt x="7074" y="17592"/>
                  </a:lnTo>
                  <a:lnTo>
                    <a:pt x="7294" y="17665"/>
                  </a:lnTo>
                  <a:lnTo>
                    <a:pt x="7523" y="17729"/>
                  </a:lnTo>
                  <a:lnTo>
                    <a:pt x="7761" y="17784"/>
                  </a:lnTo>
                  <a:lnTo>
                    <a:pt x="7990" y="17839"/>
                  </a:lnTo>
                  <a:lnTo>
                    <a:pt x="8229" y="17876"/>
                  </a:lnTo>
                  <a:lnTo>
                    <a:pt x="8467" y="17912"/>
                  </a:lnTo>
                  <a:lnTo>
                    <a:pt x="8705" y="17940"/>
                  </a:lnTo>
                  <a:lnTo>
                    <a:pt x="8943" y="17958"/>
                  </a:lnTo>
                  <a:lnTo>
                    <a:pt x="9181" y="17977"/>
                  </a:lnTo>
                  <a:lnTo>
                    <a:pt x="9667" y="17977"/>
                  </a:lnTo>
                  <a:lnTo>
                    <a:pt x="9914" y="17958"/>
                  </a:lnTo>
                  <a:lnTo>
                    <a:pt x="10153" y="17940"/>
                  </a:lnTo>
                  <a:lnTo>
                    <a:pt x="10391" y="17912"/>
                  </a:lnTo>
                  <a:lnTo>
                    <a:pt x="10629" y="17876"/>
                  </a:lnTo>
                  <a:lnTo>
                    <a:pt x="10858" y="17839"/>
                  </a:lnTo>
                  <a:lnTo>
                    <a:pt x="11096" y="17784"/>
                  </a:lnTo>
                  <a:lnTo>
                    <a:pt x="11325" y="17729"/>
                  </a:lnTo>
                  <a:lnTo>
                    <a:pt x="11554" y="17665"/>
                  </a:lnTo>
                  <a:lnTo>
                    <a:pt x="11784" y="17592"/>
                  </a:lnTo>
                  <a:lnTo>
                    <a:pt x="12003" y="17518"/>
                  </a:lnTo>
                  <a:lnTo>
                    <a:pt x="12232" y="17436"/>
                  </a:lnTo>
                  <a:lnTo>
                    <a:pt x="12452" y="17344"/>
                  </a:lnTo>
                  <a:lnTo>
                    <a:pt x="12663" y="17244"/>
                  </a:lnTo>
                  <a:lnTo>
                    <a:pt x="12883" y="17143"/>
                  </a:lnTo>
                  <a:lnTo>
                    <a:pt x="13094" y="17033"/>
                  </a:lnTo>
                  <a:lnTo>
                    <a:pt x="13304" y="16923"/>
                  </a:lnTo>
                  <a:lnTo>
                    <a:pt x="13515" y="16804"/>
                  </a:lnTo>
                  <a:lnTo>
                    <a:pt x="13717" y="16675"/>
                  </a:lnTo>
                  <a:lnTo>
                    <a:pt x="13918" y="16547"/>
                  </a:lnTo>
                  <a:lnTo>
                    <a:pt x="14120" y="16410"/>
                  </a:lnTo>
                  <a:lnTo>
                    <a:pt x="14312" y="16272"/>
                  </a:lnTo>
                  <a:lnTo>
                    <a:pt x="14505" y="16126"/>
                  </a:lnTo>
                  <a:lnTo>
                    <a:pt x="14697" y="15979"/>
                  </a:lnTo>
                  <a:lnTo>
                    <a:pt x="15064" y="15668"/>
                  </a:lnTo>
                  <a:lnTo>
                    <a:pt x="15421" y="15338"/>
                  </a:lnTo>
                  <a:lnTo>
                    <a:pt x="15760" y="14990"/>
                  </a:lnTo>
                  <a:lnTo>
                    <a:pt x="16090" y="14632"/>
                  </a:lnTo>
                  <a:lnTo>
                    <a:pt x="16401" y="14257"/>
                  </a:lnTo>
                  <a:lnTo>
                    <a:pt x="16694" y="13872"/>
                  </a:lnTo>
                  <a:lnTo>
                    <a:pt x="16979" y="13478"/>
                  </a:lnTo>
                  <a:lnTo>
                    <a:pt x="17244" y="13075"/>
                  </a:lnTo>
                  <a:lnTo>
                    <a:pt x="17482" y="12662"/>
                  </a:lnTo>
                  <a:lnTo>
                    <a:pt x="17711" y="12250"/>
                  </a:lnTo>
                  <a:lnTo>
                    <a:pt x="17922" y="11829"/>
                  </a:lnTo>
                  <a:lnTo>
                    <a:pt x="18105" y="11398"/>
                  </a:lnTo>
                  <a:lnTo>
                    <a:pt x="18280" y="10967"/>
                  </a:lnTo>
                  <a:lnTo>
                    <a:pt x="18426" y="10537"/>
                  </a:lnTo>
                  <a:lnTo>
                    <a:pt x="18554" y="10106"/>
                  </a:lnTo>
                  <a:lnTo>
                    <a:pt x="18655" y="9676"/>
                  </a:lnTo>
                  <a:lnTo>
                    <a:pt x="18738" y="9245"/>
                  </a:lnTo>
                  <a:lnTo>
                    <a:pt x="18774" y="9025"/>
                  </a:lnTo>
                  <a:lnTo>
                    <a:pt x="18802" y="8814"/>
                  </a:lnTo>
                  <a:lnTo>
                    <a:pt x="18820" y="8604"/>
                  </a:lnTo>
                  <a:lnTo>
                    <a:pt x="18838" y="8393"/>
                  </a:lnTo>
                  <a:lnTo>
                    <a:pt x="18848" y="8182"/>
                  </a:lnTo>
                  <a:lnTo>
                    <a:pt x="18848" y="7980"/>
                  </a:lnTo>
                  <a:lnTo>
                    <a:pt x="18848" y="7770"/>
                  </a:lnTo>
                  <a:lnTo>
                    <a:pt x="18838" y="7568"/>
                  </a:lnTo>
                  <a:lnTo>
                    <a:pt x="18820" y="7367"/>
                  </a:lnTo>
                  <a:lnTo>
                    <a:pt x="18802" y="7165"/>
                  </a:lnTo>
                  <a:lnTo>
                    <a:pt x="18774" y="6963"/>
                  </a:lnTo>
                  <a:lnTo>
                    <a:pt x="18738" y="6762"/>
                  </a:lnTo>
                  <a:lnTo>
                    <a:pt x="18701" y="6560"/>
                  </a:lnTo>
                  <a:lnTo>
                    <a:pt x="18655" y="6368"/>
                  </a:lnTo>
                  <a:lnTo>
                    <a:pt x="18609" y="6176"/>
                  </a:lnTo>
                  <a:lnTo>
                    <a:pt x="18554" y="5983"/>
                  </a:lnTo>
                  <a:lnTo>
                    <a:pt x="18490" y="5791"/>
                  </a:lnTo>
                  <a:lnTo>
                    <a:pt x="18426" y="5607"/>
                  </a:lnTo>
                  <a:lnTo>
                    <a:pt x="18353" y="5415"/>
                  </a:lnTo>
                  <a:lnTo>
                    <a:pt x="18280" y="5232"/>
                  </a:lnTo>
                  <a:lnTo>
                    <a:pt x="18197" y="5049"/>
                  </a:lnTo>
                  <a:lnTo>
                    <a:pt x="18105" y="4874"/>
                  </a:lnTo>
                  <a:lnTo>
                    <a:pt x="17922" y="4517"/>
                  </a:lnTo>
                  <a:lnTo>
                    <a:pt x="17711" y="4169"/>
                  </a:lnTo>
                  <a:lnTo>
                    <a:pt x="17482" y="3839"/>
                  </a:lnTo>
                  <a:lnTo>
                    <a:pt x="17244" y="3518"/>
                  </a:lnTo>
                  <a:lnTo>
                    <a:pt x="16979" y="3207"/>
                  </a:lnTo>
                  <a:lnTo>
                    <a:pt x="16694" y="2905"/>
                  </a:lnTo>
                  <a:lnTo>
                    <a:pt x="16401" y="2611"/>
                  </a:lnTo>
                  <a:lnTo>
                    <a:pt x="16090" y="2337"/>
                  </a:lnTo>
                  <a:lnTo>
                    <a:pt x="15760" y="2071"/>
                  </a:lnTo>
                  <a:lnTo>
                    <a:pt x="15421" y="1823"/>
                  </a:lnTo>
                  <a:lnTo>
                    <a:pt x="15064" y="1585"/>
                  </a:lnTo>
                  <a:lnTo>
                    <a:pt x="14697" y="1356"/>
                  </a:lnTo>
                  <a:lnTo>
                    <a:pt x="14312" y="1155"/>
                  </a:lnTo>
                  <a:lnTo>
                    <a:pt x="13918" y="962"/>
                  </a:lnTo>
                  <a:lnTo>
                    <a:pt x="13515" y="788"/>
                  </a:lnTo>
                  <a:lnTo>
                    <a:pt x="13094" y="623"/>
                  </a:lnTo>
                  <a:lnTo>
                    <a:pt x="12663" y="486"/>
                  </a:lnTo>
                  <a:lnTo>
                    <a:pt x="12232" y="358"/>
                  </a:lnTo>
                  <a:lnTo>
                    <a:pt x="11784" y="248"/>
                  </a:lnTo>
                  <a:lnTo>
                    <a:pt x="11325" y="156"/>
                  </a:lnTo>
                  <a:lnTo>
                    <a:pt x="10858" y="92"/>
                  </a:lnTo>
                  <a:lnTo>
                    <a:pt x="10391" y="37"/>
                  </a:lnTo>
                  <a:lnTo>
                    <a:pt x="9914" y="9"/>
                  </a:lnTo>
                  <a:lnTo>
                    <a:pt x="94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4"/>
            <p:cNvSpPr/>
            <p:nvPr/>
          </p:nvSpPr>
          <p:spPr>
            <a:xfrm>
              <a:off x="7460872" y="4331875"/>
              <a:ext cx="326966" cy="311856"/>
            </a:xfrm>
            <a:custGeom>
              <a:rect b="b" l="l" r="r" t="t"/>
              <a:pathLst>
                <a:path extrusionOk="0" fill="none" h="17977" w="18848">
                  <a:moveTo>
                    <a:pt x="18848" y="7980"/>
                  </a:moveTo>
                  <a:lnTo>
                    <a:pt x="18848" y="7980"/>
                  </a:lnTo>
                  <a:lnTo>
                    <a:pt x="18848" y="8182"/>
                  </a:lnTo>
                  <a:lnTo>
                    <a:pt x="18838" y="8393"/>
                  </a:lnTo>
                  <a:lnTo>
                    <a:pt x="18820" y="8604"/>
                  </a:lnTo>
                  <a:lnTo>
                    <a:pt x="18802" y="8814"/>
                  </a:lnTo>
                  <a:lnTo>
                    <a:pt x="18774" y="9025"/>
                  </a:lnTo>
                  <a:lnTo>
                    <a:pt x="18738" y="9245"/>
                  </a:lnTo>
                  <a:lnTo>
                    <a:pt x="18655" y="9676"/>
                  </a:lnTo>
                  <a:lnTo>
                    <a:pt x="18554" y="10106"/>
                  </a:lnTo>
                  <a:lnTo>
                    <a:pt x="18426" y="10537"/>
                  </a:lnTo>
                  <a:lnTo>
                    <a:pt x="18280" y="10967"/>
                  </a:lnTo>
                  <a:lnTo>
                    <a:pt x="18105" y="11398"/>
                  </a:lnTo>
                  <a:lnTo>
                    <a:pt x="17922" y="11829"/>
                  </a:lnTo>
                  <a:lnTo>
                    <a:pt x="17711" y="12250"/>
                  </a:lnTo>
                  <a:lnTo>
                    <a:pt x="17482" y="12662"/>
                  </a:lnTo>
                  <a:lnTo>
                    <a:pt x="17244" y="13075"/>
                  </a:lnTo>
                  <a:lnTo>
                    <a:pt x="16979" y="13478"/>
                  </a:lnTo>
                  <a:lnTo>
                    <a:pt x="16694" y="13872"/>
                  </a:lnTo>
                  <a:lnTo>
                    <a:pt x="16401" y="14257"/>
                  </a:lnTo>
                  <a:lnTo>
                    <a:pt x="16090" y="14632"/>
                  </a:lnTo>
                  <a:lnTo>
                    <a:pt x="15760" y="14990"/>
                  </a:lnTo>
                  <a:lnTo>
                    <a:pt x="15421" y="15338"/>
                  </a:lnTo>
                  <a:lnTo>
                    <a:pt x="15064" y="15668"/>
                  </a:lnTo>
                  <a:lnTo>
                    <a:pt x="14697" y="15979"/>
                  </a:lnTo>
                  <a:lnTo>
                    <a:pt x="14505" y="16126"/>
                  </a:lnTo>
                  <a:lnTo>
                    <a:pt x="14312" y="16272"/>
                  </a:lnTo>
                  <a:lnTo>
                    <a:pt x="14120" y="16410"/>
                  </a:lnTo>
                  <a:lnTo>
                    <a:pt x="13918" y="16547"/>
                  </a:lnTo>
                  <a:lnTo>
                    <a:pt x="13717" y="16675"/>
                  </a:lnTo>
                  <a:lnTo>
                    <a:pt x="13515" y="16804"/>
                  </a:lnTo>
                  <a:lnTo>
                    <a:pt x="13304" y="16923"/>
                  </a:lnTo>
                  <a:lnTo>
                    <a:pt x="13094" y="17033"/>
                  </a:lnTo>
                  <a:lnTo>
                    <a:pt x="12883" y="17143"/>
                  </a:lnTo>
                  <a:lnTo>
                    <a:pt x="12663" y="17244"/>
                  </a:lnTo>
                  <a:lnTo>
                    <a:pt x="12452" y="17344"/>
                  </a:lnTo>
                  <a:lnTo>
                    <a:pt x="12232" y="17436"/>
                  </a:lnTo>
                  <a:lnTo>
                    <a:pt x="12003" y="17518"/>
                  </a:lnTo>
                  <a:lnTo>
                    <a:pt x="11784" y="17592"/>
                  </a:lnTo>
                  <a:lnTo>
                    <a:pt x="11554" y="17665"/>
                  </a:lnTo>
                  <a:lnTo>
                    <a:pt x="11325" y="17729"/>
                  </a:lnTo>
                  <a:lnTo>
                    <a:pt x="11096" y="17784"/>
                  </a:lnTo>
                  <a:lnTo>
                    <a:pt x="10858" y="17839"/>
                  </a:lnTo>
                  <a:lnTo>
                    <a:pt x="10629" y="17876"/>
                  </a:lnTo>
                  <a:lnTo>
                    <a:pt x="10391" y="17912"/>
                  </a:lnTo>
                  <a:lnTo>
                    <a:pt x="10153" y="17940"/>
                  </a:lnTo>
                  <a:lnTo>
                    <a:pt x="9914" y="17958"/>
                  </a:lnTo>
                  <a:lnTo>
                    <a:pt x="9667" y="17977"/>
                  </a:lnTo>
                  <a:lnTo>
                    <a:pt x="9429" y="17977"/>
                  </a:lnTo>
                  <a:lnTo>
                    <a:pt x="9429" y="17977"/>
                  </a:lnTo>
                  <a:lnTo>
                    <a:pt x="9181" y="17977"/>
                  </a:lnTo>
                  <a:lnTo>
                    <a:pt x="8943" y="17958"/>
                  </a:lnTo>
                  <a:lnTo>
                    <a:pt x="8705" y="17940"/>
                  </a:lnTo>
                  <a:lnTo>
                    <a:pt x="8467" y="17912"/>
                  </a:lnTo>
                  <a:lnTo>
                    <a:pt x="8229" y="17876"/>
                  </a:lnTo>
                  <a:lnTo>
                    <a:pt x="7990" y="17839"/>
                  </a:lnTo>
                  <a:lnTo>
                    <a:pt x="7761" y="17784"/>
                  </a:lnTo>
                  <a:lnTo>
                    <a:pt x="7523" y="17729"/>
                  </a:lnTo>
                  <a:lnTo>
                    <a:pt x="7294" y="17665"/>
                  </a:lnTo>
                  <a:lnTo>
                    <a:pt x="7074" y="17592"/>
                  </a:lnTo>
                  <a:lnTo>
                    <a:pt x="6845" y="17518"/>
                  </a:lnTo>
                  <a:lnTo>
                    <a:pt x="6625" y="17436"/>
                  </a:lnTo>
                  <a:lnTo>
                    <a:pt x="6405" y="17344"/>
                  </a:lnTo>
                  <a:lnTo>
                    <a:pt x="6185" y="17244"/>
                  </a:lnTo>
                  <a:lnTo>
                    <a:pt x="5975" y="17143"/>
                  </a:lnTo>
                  <a:lnTo>
                    <a:pt x="5755" y="17033"/>
                  </a:lnTo>
                  <a:lnTo>
                    <a:pt x="5544" y="16923"/>
                  </a:lnTo>
                  <a:lnTo>
                    <a:pt x="5342" y="16804"/>
                  </a:lnTo>
                  <a:lnTo>
                    <a:pt x="5132" y="16675"/>
                  </a:lnTo>
                  <a:lnTo>
                    <a:pt x="4930" y="16547"/>
                  </a:lnTo>
                  <a:lnTo>
                    <a:pt x="4738" y="16410"/>
                  </a:lnTo>
                  <a:lnTo>
                    <a:pt x="4536" y="16272"/>
                  </a:lnTo>
                  <a:lnTo>
                    <a:pt x="4344" y="16126"/>
                  </a:lnTo>
                  <a:lnTo>
                    <a:pt x="4161" y="15979"/>
                  </a:lnTo>
                  <a:lnTo>
                    <a:pt x="3785" y="15668"/>
                  </a:lnTo>
                  <a:lnTo>
                    <a:pt x="3428" y="15338"/>
                  </a:lnTo>
                  <a:lnTo>
                    <a:pt x="3089" y="14990"/>
                  </a:lnTo>
                  <a:lnTo>
                    <a:pt x="2759" y="14632"/>
                  </a:lnTo>
                  <a:lnTo>
                    <a:pt x="2447" y="14257"/>
                  </a:lnTo>
                  <a:lnTo>
                    <a:pt x="2154" y="13872"/>
                  </a:lnTo>
                  <a:lnTo>
                    <a:pt x="1870" y="13478"/>
                  </a:lnTo>
                  <a:lnTo>
                    <a:pt x="1613" y="13075"/>
                  </a:lnTo>
                  <a:lnTo>
                    <a:pt x="1366" y="12662"/>
                  </a:lnTo>
                  <a:lnTo>
                    <a:pt x="1137" y="12250"/>
                  </a:lnTo>
                  <a:lnTo>
                    <a:pt x="935" y="11829"/>
                  </a:lnTo>
                  <a:lnTo>
                    <a:pt x="743" y="11398"/>
                  </a:lnTo>
                  <a:lnTo>
                    <a:pt x="578" y="10967"/>
                  </a:lnTo>
                  <a:lnTo>
                    <a:pt x="422" y="10537"/>
                  </a:lnTo>
                  <a:lnTo>
                    <a:pt x="303" y="10106"/>
                  </a:lnTo>
                  <a:lnTo>
                    <a:pt x="193" y="9676"/>
                  </a:lnTo>
                  <a:lnTo>
                    <a:pt x="111" y="9245"/>
                  </a:lnTo>
                  <a:lnTo>
                    <a:pt x="74" y="9025"/>
                  </a:lnTo>
                  <a:lnTo>
                    <a:pt x="47" y="8814"/>
                  </a:lnTo>
                  <a:lnTo>
                    <a:pt x="28" y="8604"/>
                  </a:lnTo>
                  <a:lnTo>
                    <a:pt x="10" y="8393"/>
                  </a:lnTo>
                  <a:lnTo>
                    <a:pt x="1" y="8182"/>
                  </a:lnTo>
                  <a:lnTo>
                    <a:pt x="1" y="7980"/>
                  </a:lnTo>
                  <a:lnTo>
                    <a:pt x="1" y="7980"/>
                  </a:lnTo>
                  <a:lnTo>
                    <a:pt x="1" y="7770"/>
                  </a:lnTo>
                  <a:lnTo>
                    <a:pt x="10" y="7568"/>
                  </a:lnTo>
                  <a:lnTo>
                    <a:pt x="28" y="7367"/>
                  </a:lnTo>
                  <a:lnTo>
                    <a:pt x="47" y="7165"/>
                  </a:lnTo>
                  <a:lnTo>
                    <a:pt x="74" y="6963"/>
                  </a:lnTo>
                  <a:lnTo>
                    <a:pt x="111" y="6762"/>
                  </a:lnTo>
                  <a:lnTo>
                    <a:pt x="147" y="6560"/>
                  </a:lnTo>
                  <a:lnTo>
                    <a:pt x="193" y="6368"/>
                  </a:lnTo>
                  <a:lnTo>
                    <a:pt x="239" y="6176"/>
                  </a:lnTo>
                  <a:lnTo>
                    <a:pt x="303" y="5983"/>
                  </a:lnTo>
                  <a:lnTo>
                    <a:pt x="358" y="5791"/>
                  </a:lnTo>
                  <a:lnTo>
                    <a:pt x="422" y="5607"/>
                  </a:lnTo>
                  <a:lnTo>
                    <a:pt x="496" y="5415"/>
                  </a:lnTo>
                  <a:lnTo>
                    <a:pt x="578" y="5232"/>
                  </a:lnTo>
                  <a:lnTo>
                    <a:pt x="651" y="5049"/>
                  </a:lnTo>
                  <a:lnTo>
                    <a:pt x="743" y="4874"/>
                  </a:lnTo>
                  <a:lnTo>
                    <a:pt x="935" y="4517"/>
                  </a:lnTo>
                  <a:lnTo>
                    <a:pt x="1137" y="4169"/>
                  </a:lnTo>
                  <a:lnTo>
                    <a:pt x="1366" y="3839"/>
                  </a:lnTo>
                  <a:lnTo>
                    <a:pt x="1613" y="3518"/>
                  </a:lnTo>
                  <a:lnTo>
                    <a:pt x="1870" y="3207"/>
                  </a:lnTo>
                  <a:lnTo>
                    <a:pt x="2154" y="2905"/>
                  </a:lnTo>
                  <a:lnTo>
                    <a:pt x="2447" y="2611"/>
                  </a:lnTo>
                  <a:lnTo>
                    <a:pt x="2759" y="2337"/>
                  </a:lnTo>
                  <a:lnTo>
                    <a:pt x="3089" y="2071"/>
                  </a:lnTo>
                  <a:lnTo>
                    <a:pt x="3428" y="1823"/>
                  </a:lnTo>
                  <a:lnTo>
                    <a:pt x="3785" y="1585"/>
                  </a:lnTo>
                  <a:lnTo>
                    <a:pt x="4161" y="1356"/>
                  </a:lnTo>
                  <a:lnTo>
                    <a:pt x="4536" y="1155"/>
                  </a:lnTo>
                  <a:lnTo>
                    <a:pt x="4930" y="962"/>
                  </a:lnTo>
                  <a:lnTo>
                    <a:pt x="5342" y="788"/>
                  </a:lnTo>
                  <a:lnTo>
                    <a:pt x="5755" y="623"/>
                  </a:lnTo>
                  <a:lnTo>
                    <a:pt x="6185" y="486"/>
                  </a:lnTo>
                  <a:lnTo>
                    <a:pt x="6625" y="358"/>
                  </a:lnTo>
                  <a:lnTo>
                    <a:pt x="7074" y="248"/>
                  </a:lnTo>
                  <a:lnTo>
                    <a:pt x="7523" y="156"/>
                  </a:lnTo>
                  <a:lnTo>
                    <a:pt x="7990" y="92"/>
                  </a:lnTo>
                  <a:lnTo>
                    <a:pt x="8467" y="37"/>
                  </a:lnTo>
                  <a:lnTo>
                    <a:pt x="8943" y="9"/>
                  </a:lnTo>
                  <a:lnTo>
                    <a:pt x="9429" y="0"/>
                  </a:lnTo>
                  <a:lnTo>
                    <a:pt x="9429" y="0"/>
                  </a:lnTo>
                  <a:lnTo>
                    <a:pt x="9914" y="9"/>
                  </a:lnTo>
                  <a:lnTo>
                    <a:pt x="10391" y="37"/>
                  </a:lnTo>
                  <a:lnTo>
                    <a:pt x="10858" y="92"/>
                  </a:lnTo>
                  <a:lnTo>
                    <a:pt x="11325" y="156"/>
                  </a:lnTo>
                  <a:lnTo>
                    <a:pt x="11784" y="248"/>
                  </a:lnTo>
                  <a:lnTo>
                    <a:pt x="12232" y="358"/>
                  </a:lnTo>
                  <a:lnTo>
                    <a:pt x="12663" y="486"/>
                  </a:lnTo>
                  <a:lnTo>
                    <a:pt x="13094" y="623"/>
                  </a:lnTo>
                  <a:lnTo>
                    <a:pt x="13515" y="788"/>
                  </a:lnTo>
                  <a:lnTo>
                    <a:pt x="13918" y="962"/>
                  </a:lnTo>
                  <a:lnTo>
                    <a:pt x="14312" y="1155"/>
                  </a:lnTo>
                  <a:lnTo>
                    <a:pt x="14697" y="1356"/>
                  </a:lnTo>
                  <a:lnTo>
                    <a:pt x="15064" y="1585"/>
                  </a:lnTo>
                  <a:lnTo>
                    <a:pt x="15421" y="1823"/>
                  </a:lnTo>
                  <a:lnTo>
                    <a:pt x="15760" y="2071"/>
                  </a:lnTo>
                  <a:lnTo>
                    <a:pt x="16090" y="2337"/>
                  </a:lnTo>
                  <a:lnTo>
                    <a:pt x="16401" y="2611"/>
                  </a:lnTo>
                  <a:lnTo>
                    <a:pt x="16694" y="2905"/>
                  </a:lnTo>
                  <a:lnTo>
                    <a:pt x="16979" y="3207"/>
                  </a:lnTo>
                  <a:lnTo>
                    <a:pt x="17244" y="3518"/>
                  </a:lnTo>
                  <a:lnTo>
                    <a:pt x="17482" y="3839"/>
                  </a:lnTo>
                  <a:lnTo>
                    <a:pt x="17711" y="4169"/>
                  </a:lnTo>
                  <a:lnTo>
                    <a:pt x="17922" y="4517"/>
                  </a:lnTo>
                  <a:lnTo>
                    <a:pt x="18105" y="4874"/>
                  </a:lnTo>
                  <a:lnTo>
                    <a:pt x="18197" y="5049"/>
                  </a:lnTo>
                  <a:lnTo>
                    <a:pt x="18280" y="5232"/>
                  </a:lnTo>
                  <a:lnTo>
                    <a:pt x="18353" y="5415"/>
                  </a:lnTo>
                  <a:lnTo>
                    <a:pt x="18426" y="5607"/>
                  </a:lnTo>
                  <a:lnTo>
                    <a:pt x="18490" y="5791"/>
                  </a:lnTo>
                  <a:lnTo>
                    <a:pt x="18554" y="5983"/>
                  </a:lnTo>
                  <a:lnTo>
                    <a:pt x="18609" y="6176"/>
                  </a:lnTo>
                  <a:lnTo>
                    <a:pt x="18655" y="6368"/>
                  </a:lnTo>
                  <a:lnTo>
                    <a:pt x="18701" y="6560"/>
                  </a:lnTo>
                  <a:lnTo>
                    <a:pt x="18738" y="6762"/>
                  </a:lnTo>
                  <a:lnTo>
                    <a:pt x="18774" y="6963"/>
                  </a:lnTo>
                  <a:lnTo>
                    <a:pt x="18802" y="7165"/>
                  </a:lnTo>
                  <a:lnTo>
                    <a:pt x="18820" y="7367"/>
                  </a:lnTo>
                  <a:lnTo>
                    <a:pt x="18838" y="7568"/>
                  </a:lnTo>
                  <a:lnTo>
                    <a:pt x="18848" y="7770"/>
                  </a:lnTo>
                  <a:lnTo>
                    <a:pt x="18848" y="798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4"/>
            <p:cNvSpPr/>
            <p:nvPr/>
          </p:nvSpPr>
          <p:spPr>
            <a:xfrm>
              <a:off x="7489010" y="4357931"/>
              <a:ext cx="216341" cy="206331"/>
            </a:xfrm>
            <a:custGeom>
              <a:rect b="b" l="l" r="r" t="t"/>
              <a:pathLst>
                <a:path extrusionOk="0" h="11894" w="12471">
                  <a:moveTo>
                    <a:pt x="6231" y="1"/>
                  </a:moveTo>
                  <a:lnTo>
                    <a:pt x="5910" y="10"/>
                  </a:lnTo>
                  <a:lnTo>
                    <a:pt x="5599" y="28"/>
                  </a:lnTo>
                  <a:lnTo>
                    <a:pt x="5287" y="56"/>
                  </a:lnTo>
                  <a:lnTo>
                    <a:pt x="4976" y="102"/>
                  </a:lnTo>
                  <a:lnTo>
                    <a:pt x="4673" y="166"/>
                  </a:lnTo>
                  <a:lnTo>
                    <a:pt x="4380" y="239"/>
                  </a:lnTo>
                  <a:lnTo>
                    <a:pt x="4087" y="321"/>
                  </a:lnTo>
                  <a:lnTo>
                    <a:pt x="3803" y="413"/>
                  </a:lnTo>
                  <a:lnTo>
                    <a:pt x="3528" y="523"/>
                  </a:lnTo>
                  <a:lnTo>
                    <a:pt x="3262" y="633"/>
                  </a:lnTo>
                  <a:lnTo>
                    <a:pt x="2997" y="761"/>
                  </a:lnTo>
                  <a:lnTo>
                    <a:pt x="2749" y="899"/>
                  </a:lnTo>
                  <a:lnTo>
                    <a:pt x="2502" y="1045"/>
                  </a:lnTo>
                  <a:lnTo>
                    <a:pt x="2264" y="1201"/>
                  </a:lnTo>
                  <a:lnTo>
                    <a:pt x="2044" y="1366"/>
                  </a:lnTo>
                  <a:lnTo>
                    <a:pt x="1824" y="1549"/>
                  </a:lnTo>
                  <a:lnTo>
                    <a:pt x="1622" y="1732"/>
                  </a:lnTo>
                  <a:lnTo>
                    <a:pt x="1421" y="1916"/>
                  </a:lnTo>
                  <a:lnTo>
                    <a:pt x="1237" y="2117"/>
                  </a:lnTo>
                  <a:lnTo>
                    <a:pt x="1063" y="2328"/>
                  </a:lnTo>
                  <a:lnTo>
                    <a:pt x="898" y="2539"/>
                  </a:lnTo>
                  <a:lnTo>
                    <a:pt x="752" y="2759"/>
                  </a:lnTo>
                  <a:lnTo>
                    <a:pt x="614" y="2988"/>
                  </a:lnTo>
                  <a:lnTo>
                    <a:pt x="486" y="3226"/>
                  </a:lnTo>
                  <a:lnTo>
                    <a:pt x="376" y="3464"/>
                  </a:lnTo>
                  <a:lnTo>
                    <a:pt x="275" y="3711"/>
                  </a:lnTo>
                  <a:lnTo>
                    <a:pt x="193" y="3959"/>
                  </a:lnTo>
                  <a:lnTo>
                    <a:pt x="129" y="4215"/>
                  </a:lnTo>
                  <a:lnTo>
                    <a:pt x="74" y="4472"/>
                  </a:lnTo>
                  <a:lnTo>
                    <a:pt x="28" y="4738"/>
                  </a:lnTo>
                  <a:lnTo>
                    <a:pt x="10" y="5003"/>
                  </a:lnTo>
                  <a:lnTo>
                    <a:pt x="1" y="5278"/>
                  </a:lnTo>
                  <a:lnTo>
                    <a:pt x="10" y="5553"/>
                  </a:lnTo>
                  <a:lnTo>
                    <a:pt x="28" y="5828"/>
                  </a:lnTo>
                  <a:lnTo>
                    <a:pt x="74" y="6112"/>
                  </a:lnTo>
                  <a:lnTo>
                    <a:pt x="129" y="6396"/>
                  </a:lnTo>
                  <a:lnTo>
                    <a:pt x="193" y="6689"/>
                  </a:lnTo>
                  <a:lnTo>
                    <a:pt x="275" y="6973"/>
                  </a:lnTo>
                  <a:lnTo>
                    <a:pt x="376" y="7257"/>
                  </a:lnTo>
                  <a:lnTo>
                    <a:pt x="486" y="7541"/>
                  </a:lnTo>
                  <a:lnTo>
                    <a:pt x="614" y="7825"/>
                  </a:lnTo>
                  <a:lnTo>
                    <a:pt x="752" y="8100"/>
                  </a:lnTo>
                  <a:lnTo>
                    <a:pt x="898" y="8384"/>
                  </a:lnTo>
                  <a:lnTo>
                    <a:pt x="1063" y="8650"/>
                  </a:lnTo>
                  <a:lnTo>
                    <a:pt x="1237" y="8916"/>
                  </a:lnTo>
                  <a:lnTo>
                    <a:pt x="1421" y="9181"/>
                  </a:lnTo>
                  <a:lnTo>
                    <a:pt x="1622" y="9438"/>
                  </a:lnTo>
                  <a:lnTo>
                    <a:pt x="1824" y="9676"/>
                  </a:lnTo>
                  <a:lnTo>
                    <a:pt x="2044" y="9914"/>
                  </a:lnTo>
                  <a:lnTo>
                    <a:pt x="2264" y="10143"/>
                  </a:lnTo>
                  <a:lnTo>
                    <a:pt x="2502" y="10363"/>
                  </a:lnTo>
                  <a:lnTo>
                    <a:pt x="2749" y="10574"/>
                  </a:lnTo>
                  <a:lnTo>
                    <a:pt x="2997" y="10766"/>
                  </a:lnTo>
                  <a:lnTo>
                    <a:pt x="3262" y="10950"/>
                  </a:lnTo>
                  <a:lnTo>
                    <a:pt x="3528" y="11115"/>
                  </a:lnTo>
                  <a:lnTo>
                    <a:pt x="3803" y="11270"/>
                  </a:lnTo>
                  <a:lnTo>
                    <a:pt x="4087" y="11408"/>
                  </a:lnTo>
                  <a:lnTo>
                    <a:pt x="4380" y="11536"/>
                  </a:lnTo>
                  <a:lnTo>
                    <a:pt x="4673" y="11646"/>
                  </a:lnTo>
                  <a:lnTo>
                    <a:pt x="4976" y="11728"/>
                  </a:lnTo>
                  <a:lnTo>
                    <a:pt x="5287" y="11802"/>
                  </a:lnTo>
                  <a:lnTo>
                    <a:pt x="5599" y="11857"/>
                  </a:lnTo>
                  <a:lnTo>
                    <a:pt x="5910" y="11884"/>
                  </a:lnTo>
                  <a:lnTo>
                    <a:pt x="6231" y="11893"/>
                  </a:lnTo>
                  <a:lnTo>
                    <a:pt x="6552" y="11884"/>
                  </a:lnTo>
                  <a:lnTo>
                    <a:pt x="6872" y="11857"/>
                  </a:lnTo>
                  <a:lnTo>
                    <a:pt x="7184" y="11802"/>
                  </a:lnTo>
                  <a:lnTo>
                    <a:pt x="7486" y="11728"/>
                  </a:lnTo>
                  <a:lnTo>
                    <a:pt x="7788" y="11646"/>
                  </a:lnTo>
                  <a:lnTo>
                    <a:pt x="8091" y="11536"/>
                  </a:lnTo>
                  <a:lnTo>
                    <a:pt x="8375" y="11408"/>
                  </a:lnTo>
                  <a:lnTo>
                    <a:pt x="8659" y="11270"/>
                  </a:lnTo>
                  <a:lnTo>
                    <a:pt x="8934" y="11115"/>
                  </a:lnTo>
                  <a:lnTo>
                    <a:pt x="9209" y="10950"/>
                  </a:lnTo>
                  <a:lnTo>
                    <a:pt x="9465" y="10766"/>
                  </a:lnTo>
                  <a:lnTo>
                    <a:pt x="9722" y="10574"/>
                  </a:lnTo>
                  <a:lnTo>
                    <a:pt x="9960" y="10363"/>
                  </a:lnTo>
                  <a:lnTo>
                    <a:pt x="10198" y="10143"/>
                  </a:lnTo>
                  <a:lnTo>
                    <a:pt x="10427" y="9914"/>
                  </a:lnTo>
                  <a:lnTo>
                    <a:pt x="10647" y="9676"/>
                  </a:lnTo>
                  <a:lnTo>
                    <a:pt x="10849" y="9438"/>
                  </a:lnTo>
                  <a:lnTo>
                    <a:pt x="11041" y="9181"/>
                  </a:lnTo>
                  <a:lnTo>
                    <a:pt x="11233" y="8916"/>
                  </a:lnTo>
                  <a:lnTo>
                    <a:pt x="11408" y="8650"/>
                  </a:lnTo>
                  <a:lnTo>
                    <a:pt x="11563" y="8384"/>
                  </a:lnTo>
                  <a:lnTo>
                    <a:pt x="11719" y="8100"/>
                  </a:lnTo>
                  <a:lnTo>
                    <a:pt x="11857" y="7825"/>
                  </a:lnTo>
                  <a:lnTo>
                    <a:pt x="11976" y="7541"/>
                  </a:lnTo>
                  <a:lnTo>
                    <a:pt x="12095" y="7257"/>
                  </a:lnTo>
                  <a:lnTo>
                    <a:pt x="12186" y="6973"/>
                  </a:lnTo>
                  <a:lnTo>
                    <a:pt x="12269" y="6689"/>
                  </a:lnTo>
                  <a:lnTo>
                    <a:pt x="12342" y="6396"/>
                  </a:lnTo>
                  <a:lnTo>
                    <a:pt x="12397" y="6112"/>
                  </a:lnTo>
                  <a:lnTo>
                    <a:pt x="12434" y="5828"/>
                  </a:lnTo>
                  <a:lnTo>
                    <a:pt x="12461" y="5553"/>
                  </a:lnTo>
                  <a:lnTo>
                    <a:pt x="12470" y="5278"/>
                  </a:lnTo>
                  <a:lnTo>
                    <a:pt x="12461" y="5003"/>
                  </a:lnTo>
                  <a:lnTo>
                    <a:pt x="12434" y="4738"/>
                  </a:lnTo>
                  <a:lnTo>
                    <a:pt x="12397" y="4472"/>
                  </a:lnTo>
                  <a:lnTo>
                    <a:pt x="12342" y="4215"/>
                  </a:lnTo>
                  <a:lnTo>
                    <a:pt x="12269" y="3959"/>
                  </a:lnTo>
                  <a:lnTo>
                    <a:pt x="12186" y="3711"/>
                  </a:lnTo>
                  <a:lnTo>
                    <a:pt x="12095" y="3464"/>
                  </a:lnTo>
                  <a:lnTo>
                    <a:pt x="11976" y="3226"/>
                  </a:lnTo>
                  <a:lnTo>
                    <a:pt x="11857" y="2988"/>
                  </a:lnTo>
                  <a:lnTo>
                    <a:pt x="11719" y="2759"/>
                  </a:lnTo>
                  <a:lnTo>
                    <a:pt x="11563" y="2539"/>
                  </a:lnTo>
                  <a:lnTo>
                    <a:pt x="11408" y="2328"/>
                  </a:lnTo>
                  <a:lnTo>
                    <a:pt x="11233" y="2117"/>
                  </a:lnTo>
                  <a:lnTo>
                    <a:pt x="11041" y="1916"/>
                  </a:lnTo>
                  <a:lnTo>
                    <a:pt x="10849" y="1732"/>
                  </a:lnTo>
                  <a:lnTo>
                    <a:pt x="10647" y="1549"/>
                  </a:lnTo>
                  <a:lnTo>
                    <a:pt x="10427" y="1366"/>
                  </a:lnTo>
                  <a:lnTo>
                    <a:pt x="10198" y="1201"/>
                  </a:lnTo>
                  <a:lnTo>
                    <a:pt x="9960" y="1045"/>
                  </a:lnTo>
                  <a:lnTo>
                    <a:pt x="9722" y="899"/>
                  </a:lnTo>
                  <a:lnTo>
                    <a:pt x="9465" y="761"/>
                  </a:lnTo>
                  <a:lnTo>
                    <a:pt x="9209" y="633"/>
                  </a:lnTo>
                  <a:lnTo>
                    <a:pt x="8934" y="523"/>
                  </a:lnTo>
                  <a:lnTo>
                    <a:pt x="8659" y="413"/>
                  </a:lnTo>
                  <a:lnTo>
                    <a:pt x="8375" y="321"/>
                  </a:lnTo>
                  <a:lnTo>
                    <a:pt x="8091" y="239"/>
                  </a:lnTo>
                  <a:lnTo>
                    <a:pt x="7788" y="166"/>
                  </a:lnTo>
                  <a:lnTo>
                    <a:pt x="7486" y="102"/>
                  </a:lnTo>
                  <a:lnTo>
                    <a:pt x="7184" y="56"/>
                  </a:lnTo>
                  <a:lnTo>
                    <a:pt x="6872" y="28"/>
                  </a:lnTo>
                  <a:lnTo>
                    <a:pt x="6552" y="10"/>
                  </a:lnTo>
                  <a:lnTo>
                    <a:pt x="6231" y="1"/>
                  </a:lnTo>
                  <a:close/>
                </a:path>
              </a:pathLst>
            </a:custGeom>
            <a:solidFill>
              <a:srgbClr val="FF70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7489010" y="4357931"/>
              <a:ext cx="216341" cy="206331"/>
            </a:xfrm>
            <a:custGeom>
              <a:rect b="b" l="l" r="r" t="t"/>
              <a:pathLst>
                <a:path extrusionOk="0" fill="none" h="11894" w="12471">
                  <a:moveTo>
                    <a:pt x="6231" y="1"/>
                  </a:moveTo>
                  <a:lnTo>
                    <a:pt x="6231" y="1"/>
                  </a:lnTo>
                  <a:lnTo>
                    <a:pt x="5910" y="10"/>
                  </a:lnTo>
                  <a:lnTo>
                    <a:pt x="5599" y="28"/>
                  </a:lnTo>
                  <a:lnTo>
                    <a:pt x="5287" y="56"/>
                  </a:lnTo>
                  <a:lnTo>
                    <a:pt x="4976" y="102"/>
                  </a:lnTo>
                  <a:lnTo>
                    <a:pt x="4673" y="166"/>
                  </a:lnTo>
                  <a:lnTo>
                    <a:pt x="4380" y="239"/>
                  </a:lnTo>
                  <a:lnTo>
                    <a:pt x="4087" y="321"/>
                  </a:lnTo>
                  <a:lnTo>
                    <a:pt x="3803" y="413"/>
                  </a:lnTo>
                  <a:lnTo>
                    <a:pt x="3528" y="523"/>
                  </a:lnTo>
                  <a:lnTo>
                    <a:pt x="3262" y="633"/>
                  </a:lnTo>
                  <a:lnTo>
                    <a:pt x="2997" y="761"/>
                  </a:lnTo>
                  <a:lnTo>
                    <a:pt x="2749" y="899"/>
                  </a:lnTo>
                  <a:lnTo>
                    <a:pt x="2502" y="1045"/>
                  </a:lnTo>
                  <a:lnTo>
                    <a:pt x="2264" y="1201"/>
                  </a:lnTo>
                  <a:lnTo>
                    <a:pt x="2044" y="1366"/>
                  </a:lnTo>
                  <a:lnTo>
                    <a:pt x="1824" y="1549"/>
                  </a:lnTo>
                  <a:lnTo>
                    <a:pt x="1622" y="1732"/>
                  </a:lnTo>
                  <a:lnTo>
                    <a:pt x="1421" y="1916"/>
                  </a:lnTo>
                  <a:lnTo>
                    <a:pt x="1237" y="2117"/>
                  </a:lnTo>
                  <a:lnTo>
                    <a:pt x="1063" y="2328"/>
                  </a:lnTo>
                  <a:lnTo>
                    <a:pt x="898" y="2539"/>
                  </a:lnTo>
                  <a:lnTo>
                    <a:pt x="752" y="2759"/>
                  </a:lnTo>
                  <a:lnTo>
                    <a:pt x="614" y="2988"/>
                  </a:lnTo>
                  <a:lnTo>
                    <a:pt x="486" y="3226"/>
                  </a:lnTo>
                  <a:lnTo>
                    <a:pt x="376" y="3464"/>
                  </a:lnTo>
                  <a:lnTo>
                    <a:pt x="275" y="3711"/>
                  </a:lnTo>
                  <a:lnTo>
                    <a:pt x="193" y="3959"/>
                  </a:lnTo>
                  <a:lnTo>
                    <a:pt x="129" y="4215"/>
                  </a:lnTo>
                  <a:lnTo>
                    <a:pt x="74" y="4472"/>
                  </a:lnTo>
                  <a:lnTo>
                    <a:pt x="28" y="4738"/>
                  </a:lnTo>
                  <a:lnTo>
                    <a:pt x="10" y="5003"/>
                  </a:lnTo>
                  <a:lnTo>
                    <a:pt x="1" y="5278"/>
                  </a:lnTo>
                  <a:lnTo>
                    <a:pt x="1" y="5278"/>
                  </a:lnTo>
                  <a:lnTo>
                    <a:pt x="10" y="5553"/>
                  </a:lnTo>
                  <a:lnTo>
                    <a:pt x="28" y="5828"/>
                  </a:lnTo>
                  <a:lnTo>
                    <a:pt x="74" y="6112"/>
                  </a:lnTo>
                  <a:lnTo>
                    <a:pt x="129" y="6396"/>
                  </a:lnTo>
                  <a:lnTo>
                    <a:pt x="193" y="6689"/>
                  </a:lnTo>
                  <a:lnTo>
                    <a:pt x="275" y="6973"/>
                  </a:lnTo>
                  <a:lnTo>
                    <a:pt x="376" y="7257"/>
                  </a:lnTo>
                  <a:lnTo>
                    <a:pt x="486" y="7541"/>
                  </a:lnTo>
                  <a:lnTo>
                    <a:pt x="614" y="7825"/>
                  </a:lnTo>
                  <a:lnTo>
                    <a:pt x="752" y="8100"/>
                  </a:lnTo>
                  <a:lnTo>
                    <a:pt x="898" y="8384"/>
                  </a:lnTo>
                  <a:lnTo>
                    <a:pt x="1063" y="8650"/>
                  </a:lnTo>
                  <a:lnTo>
                    <a:pt x="1237" y="8916"/>
                  </a:lnTo>
                  <a:lnTo>
                    <a:pt x="1421" y="9181"/>
                  </a:lnTo>
                  <a:lnTo>
                    <a:pt x="1622" y="9438"/>
                  </a:lnTo>
                  <a:lnTo>
                    <a:pt x="1824" y="9676"/>
                  </a:lnTo>
                  <a:lnTo>
                    <a:pt x="2044" y="9914"/>
                  </a:lnTo>
                  <a:lnTo>
                    <a:pt x="2264" y="10143"/>
                  </a:lnTo>
                  <a:lnTo>
                    <a:pt x="2502" y="10363"/>
                  </a:lnTo>
                  <a:lnTo>
                    <a:pt x="2749" y="10574"/>
                  </a:lnTo>
                  <a:lnTo>
                    <a:pt x="2997" y="10766"/>
                  </a:lnTo>
                  <a:lnTo>
                    <a:pt x="3262" y="10950"/>
                  </a:lnTo>
                  <a:lnTo>
                    <a:pt x="3528" y="11115"/>
                  </a:lnTo>
                  <a:lnTo>
                    <a:pt x="3803" y="11270"/>
                  </a:lnTo>
                  <a:lnTo>
                    <a:pt x="4087" y="11408"/>
                  </a:lnTo>
                  <a:lnTo>
                    <a:pt x="4380" y="11536"/>
                  </a:lnTo>
                  <a:lnTo>
                    <a:pt x="4673" y="11646"/>
                  </a:lnTo>
                  <a:lnTo>
                    <a:pt x="4976" y="11728"/>
                  </a:lnTo>
                  <a:lnTo>
                    <a:pt x="5287" y="11802"/>
                  </a:lnTo>
                  <a:lnTo>
                    <a:pt x="5599" y="11857"/>
                  </a:lnTo>
                  <a:lnTo>
                    <a:pt x="5910" y="11884"/>
                  </a:lnTo>
                  <a:lnTo>
                    <a:pt x="6231" y="11893"/>
                  </a:lnTo>
                  <a:lnTo>
                    <a:pt x="6231" y="11893"/>
                  </a:lnTo>
                  <a:lnTo>
                    <a:pt x="6552" y="11884"/>
                  </a:lnTo>
                  <a:lnTo>
                    <a:pt x="6872" y="11857"/>
                  </a:lnTo>
                  <a:lnTo>
                    <a:pt x="7184" y="11802"/>
                  </a:lnTo>
                  <a:lnTo>
                    <a:pt x="7486" y="11728"/>
                  </a:lnTo>
                  <a:lnTo>
                    <a:pt x="7788" y="11646"/>
                  </a:lnTo>
                  <a:lnTo>
                    <a:pt x="8091" y="11536"/>
                  </a:lnTo>
                  <a:lnTo>
                    <a:pt x="8375" y="11408"/>
                  </a:lnTo>
                  <a:lnTo>
                    <a:pt x="8659" y="11270"/>
                  </a:lnTo>
                  <a:lnTo>
                    <a:pt x="8934" y="11115"/>
                  </a:lnTo>
                  <a:lnTo>
                    <a:pt x="9209" y="10950"/>
                  </a:lnTo>
                  <a:lnTo>
                    <a:pt x="9465" y="10766"/>
                  </a:lnTo>
                  <a:lnTo>
                    <a:pt x="9722" y="10574"/>
                  </a:lnTo>
                  <a:lnTo>
                    <a:pt x="9960" y="10363"/>
                  </a:lnTo>
                  <a:lnTo>
                    <a:pt x="10198" y="10143"/>
                  </a:lnTo>
                  <a:lnTo>
                    <a:pt x="10427" y="9914"/>
                  </a:lnTo>
                  <a:lnTo>
                    <a:pt x="10647" y="9676"/>
                  </a:lnTo>
                  <a:lnTo>
                    <a:pt x="10849" y="9438"/>
                  </a:lnTo>
                  <a:lnTo>
                    <a:pt x="11041" y="9181"/>
                  </a:lnTo>
                  <a:lnTo>
                    <a:pt x="11233" y="8916"/>
                  </a:lnTo>
                  <a:lnTo>
                    <a:pt x="11408" y="8650"/>
                  </a:lnTo>
                  <a:lnTo>
                    <a:pt x="11563" y="8384"/>
                  </a:lnTo>
                  <a:lnTo>
                    <a:pt x="11719" y="8100"/>
                  </a:lnTo>
                  <a:lnTo>
                    <a:pt x="11857" y="7825"/>
                  </a:lnTo>
                  <a:lnTo>
                    <a:pt x="11976" y="7541"/>
                  </a:lnTo>
                  <a:lnTo>
                    <a:pt x="12095" y="7257"/>
                  </a:lnTo>
                  <a:lnTo>
                    <a:pt x="12186" y="6973"/>
                  </a:lnTo>
                  <a:lnTo>
                    <a:pt x="12269" y="6689"/>
                  </a:lnTo>
                  <a:lnTo>
                    <a:pt x="12342" y="6396"/>
                  </a:lnTo>
                  <a:lnTo>
                    <a:pt x="12397" y="6112"/>
                  </a:lnTo>
                  <a:lnTo>
                    <a:pt x="12434" y="5828"/>
                  </a:lnTo>
                  <a:lnTo>
                    <a:pt x="12461" y="5553"/>
                  </a:lnTo>
                  <a:lnTo>
                    <a:pt x="12470" y="5278"/>
                  </a:lnTo>
                  <a:lnTo>
                    <a:pt x="12470" y="5278"/>
                  </a:lnTo>
                  <a:lnTo>
                    <a:pt x="12461" y="5003"/>
                  </a:lnTo>
                  <a:lnTo>
                    <a:pt x="12434" y="4738"/>
                  </a:lnTo>
                  <a:lnTo>
                    <a:pt x="12397" y="4472"/>
                  </a:lnTo>
                  <a:lnTo>
                    <a:pt x="12342" y="4215"/>
                  </a:lnTo>
                  <a:lnTo>
                    <a:pt x="12269" y="3959"/>
                  </a:lnTo>
                  <a:lnTo>
                    <a:pt x="12186" y="3711"/>
                  </a:lnTo>
                  <a:lnTo>
                    <a:pt x="12095" y="3464"/>
                  </a:lnTo>
                  <a:lnTo>
                    <a:pt x="11976" y="3226"/>
                  </a:lnTo>
                  <a:lnTo>
                    <a:pt x="11857" y="2988"/>
                  </a:lnTo>
                  <a:lnTo>
                    <a:pt x="11719" y="2759"/>
                  </a:lnTo>
                  <a:lnTo>
                    <a:pt x="11563" y="2539"/>
                  </a:lnTo>
                  <a:lnTo>
                    <a:pt x="11408" y="2328"/>
                  </a:lnTo>
                  <a:lnTo>
                    <a:pt x="11233" y="2117"/>
                  </a:lnTo>
                  <a:lnTo>
                    <a:pt x="11041" y="1916"/>
                  </a:lnTo>
                  <a:lnTo>
                    <a:pt x="10849" y="1732"/>
                  </a:lnTo>
                  <a:lnTo>
                    <a:pt x="10647" y="1549"/>
                  </a:lnTo>
                  <a:lnTo>
                    <a:pt x="10427" y="1366"/>
                  </a:lnTo>
                  <a:lnTo>
                    <a:pt x="10198" y="1201"/>
                  </a:lnTo>
                  <a:lnTo>
                    <a:pt x="9960" y="1045"/>
                  </a:lnTo>
                  <a:lnTo>
                    <a:pt x="9722" y="899"/>
                  </a:lnTo>
                  <a:lnTo>
                    <a:pt x="9465" y="761"/>
                  </a:lnTo>
                  <a:lnTo>
                    <a:pt x="9209" y="633"/>
                  </a:lnTo>
                  <a:lnTo>
                    <a:pt x="8934" y="523"/>
                  </a:lnTo>
                  <a:lnTo>
                    <a:pt x="8659" y="413"/>
                  </a:lnTo>
                  <a:lnTo>
                    <a:pt x="8375" y="321"/>
                  </a:lnTo>
                  <a:lnTo>
                    <a:pt x="8091" y="239"/>
                  </a:lnTo>
                  <a:lnTo>
                    <a:pt x="7788" y="166"/>
                  </a:lnTo>
                  <a:lnTo>
                    <a:pt x="7486" y="102"/>
                  </a:lnTo>
                  <a:lnTo>
                    <a:pt x="7184" y="56"/>
                  </a:lnTo>
                  <a:lnTo>
                    <a:pt x="6872" y="28"/>
                  </a:lnTo>
                  <a:lnTo>
                    <a:pt x="6552" y="10"/>
                  </a:lnTo>
                  <a:lnTo>
                    <a:pt x="623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4"/>
            <p:cNvSpPr/>
            <p:nvPr/>
          </p:nvSpPr>
          <p:spPr>
            <a:xfrm>
              <a:off x="7612992" y="3848678"/>
              <a:ext cx="152918" cy="531840"/>
            </a:xfrm>
            <a:custGeom>
              <a:rect b="b" l="l" r="r" t="t"/>
              <a:pathLst>
                <a:path extrusionOk="0" h="30658" w="8815">
                  <a:moveTo>
                    <a:pt x="7861" y="1"/>
                  </a:moveTo>
                  <a:lnTo>
                    <a:pt x="7788" y="10"/>
                  </a:lnTo>
                  <a:lnTo>
                    <a:pt x="7706" y="38"/>
                  </a:lnTo>
                  <a:lnTo>
                    <a:pt x="7623" y="65"/>
                  </a:lnTo>
                  <a:lnTo>
                    <a:pt x="7550" y="93"/>
                  </a:lnTo>
                  <a:lnTo>
                    <a:pt x="7486" y="129"/>
                  </a:lnTo>
                  <a:lnTo>
                    <a:pt x="7431" y="166"/>
                  </a:lnTo>
                  <a:lnTo>
                    <a:pt x="7330" y="257"/>
                  </a:lnTo>
                  <a:lnTo>
                    <a:pt x="7238" y="349"/>
                  </a:lnTo>
                  <a:lnTo>
                    <a:pt x="7174" y="450"/>
                  </a:lnTo>
                  <a:lnTo>
                    <a:pt x="7110" y="560"/>
                  </a:lnTo>
                  <a:lnTo>
                    <a:pt x="6982" y="780"/>
                  </a:lnTo>
                  <a:lnTo>
                    <a:pt x="6744" y="1210"/>
                  </a:lnTo>
                  <a:lnTo>
                    <a:pt x="6505" y="1650"/>
                  </a:lnTo>
                  <a:lnTo>
                    <a:pt x="6276" y="2081"/>
                  </a:lnTo>
                  <a:lnTo>
                    <a:pt x="6056" y="2530"/>
                  </a:lnTo>
                  <a:lnTo>
                    <a:pt x="5626" y="3409"/>
                  </a:lnTo>
                  <a:lnTo>
                    <a:pt x="5204" y="4307"/>
                  </a:lnTo>
                  <a:lnTo>
                    <a:pt x="4810" y="5205"/>
                  </a:lnTo>
                  <a:lnTo>
                    <a:pt x="4435" y="6112"/>
                  </a:lnTo>
                  <a:lnTo>
                    <a:pt x="4068" y="7019"/>
                  </a:lnTo>
                  <a:lnTo>
                    <a:pt x="3720" y="7935"/>
                  </a:lnTo>
                  <a:lnTo>
                    <a:pt x="3390" y="8861"/>
                  </a:lnTo>
                  <a:lnTo>
                    <a:pt x="3079" y="9795"/>
                  </a:lnTo>
                  <a:lnTo>
                    <a:pt x="2776" y="10730"/>
                  </a:lnTo>
                  <a:lnTo>
                    <a:pt x="2630" y="11197"/>
                  </a:lnTo>
                  <a:lnTo>
                    <a:pt x="2492" y="11664"/>
                  </a:lnTo>
                  <a:lnTo>
                    <a:pt x="2217" y="12608"/>
                  </a:lnTo>
                  <a:lnTo>
                    <a:pt x="1970" y="13552"/>
                  </a:lnTo>
                  <a:lnTo>
                    <a:pt x="1851" y="14028"/>
                  </a:lnTo>
                  <a:lnTo>
                    <a:pt x="1732" y="14505"/>
                  </a:lnTo>
                  <a:lnTo>
                    <a:pt x="1613" y="14981"/>
                  </a:lnTo>
                  <a:lnTo>
                    <a:pt x="1503" y="15458"/>
                  </a:lnTo>
                  <a:lnTo>
                    <a:pt x="1402" y="15934"/>
                  </a:lnTo>
                  <a:lnTo>
                    <a:pt x="1347" y="16172"/>
                  </a:lnTo>
                  <a:lnTo>
                    <a:pt x="1320" y="16301"/>
                  </a:lnTo>
                  <a:lnTo>
                    <a:pt x="1301" y="16420"/>
                  </a:lnTo>
                  <a:lnTo>
                    <a:pt x="1109" y="17373"/>
                  </a:lnTo>
                  <a:lnTo>
                    <a:pt x="1017" y="17858"/>
                  </a:lnTo>
                  <a:lnTo>
                    <a:pt x="926" y="18344"/>
                  </a:lnTo>
                  <a:lnTo>
                    <a:pt x="843" y="18820"/>
                  </a:lnTo>
                  <a:lnTo>
                    <a:pt x="806" y="19068"/>
                  </a:lnTo>
                  <a:lnTo>
                    <a:pt x="770" y="19306"/>
                  </a:lnTo>
                  <a:lnTo>
                    <a:pt x="623" y="20277"/>
                  </a:lnTo>
                  <a:lnTo>
                    <a:pt x="587" y="20515"/>
                  </a:lnTo>
                  <a:lnTo>
                    <a:pt x="550" y="20763"/>
                  </a:lnTo>
                  <a:lnTo>
                    <a:pt x="495" y="21248"/>
                  </a:lnTo>
                  <a:lnTo>
                    <a:pt x="431" y="21734"/>
                  </a:lnTo>
                  <a:lnTo>
                    <a:pt x="394" y="21972"/>
                  </a:lnTo>
                  <a:lnTo>
                    <a:pt x="376" y="22219"/>
                  </a:lnTo>
                  <a:lnTo>
                    <a:pt x="275" y="23191"/>
                  </a:lnTo>
                  <a:lnTo>
                    <a:pt x="193" y="24162"/>
                  </a:lnTo>
                  <a:lnTo>
                    <a:pt x="119" y="25142"/>
                  </a:lnTo>
                  <a:lnTo>
                    <a:pt x="73" y="26113"/>
                  </a:lnTo>
                  <a:lnTo>
                    <a:pt x="28" y="27094"/>
                  </a:lnTo>
                  <a:lnTo>
                    <a:pt x="9" y="28074"/>
                  </a:lnTo>
                  <a:lnTo>
                    <a:pt x="0" y="29045"/>
                  </a:lnTo>
                  <a:lnTo>
                    <a:pt x="18" y="30026"/>
                  </a:lnTo>
                  <a:lnTo>
                    <a:pt x="18" y="30090"/>
                  </a:lnTo>
                  <a:lnTo>
                    <a:pt x="28" y="30154"/>
                  </a:lnTo>
                  <a:lnTo>
                    <a:pt x="46" y="30209"/>
                  </a:lnTo>
                  <a:lnTo>
                    <a:pt x="64" y="30264"/>
                  </a:lnTo>
                  <a:lnTo>
                    <a:pt x="92" y="30319"/>
                  </a:lnTo>
                  <a:lnTo>
                    <a:pt x="128" y="30374"/>
                  </a:lnTo>
                  <a:lnTo>
                    <a:pt x="165" y="30420"/>
                  </a:lnTo>
                  <a:lnTo>
                    <a:pt x="202" y="30465"/>
                  </a:lnTo>
                  <a:lnTo>
                    <a:pt x="248" y="30511"/>
                  </a:lnTo>
                  <a:lnTo>
                    <a:pt x="293" y="30548"/>
                  </a:lnTo>
                  <a:lnTo>
                    <a:pt x="348" y="30575"/>
                  </a:lnTo>
                  <a:lnTo>
                    <a:pt x="403" y="30603"/>
                  </a:lnTo>
                  <a:lnTo>
                    <a:pt x="458" y="30621"/>
                  </a:lnTo>
                  <a:lnTo>
                    <a:pt x="513" y="30639"/>
                  </a:lnTo>
                  <a:lnTo>
                    <a:pt x="577" y="30649"/>
                  </a:lnTo>
                  <a:lnTo>
                    <a:pt x="641" y="30658"/>
                  </a:lnTo>
                  <a:lnTo>
                    <a:pt x="706" y="30658"/>
                  </a:lnTo>
                  <a:lnTo>
                    <a:pt x="770" y="30649"/>
                  </a:lnTo>
                  <a:lnTo>
                    <a:pt x="834" y="30630"/>
                  </a:lnTo>
                  <a:lnTo>
                    <a:pt x="889" y="30612"/>
                  </a:lnTo>
                  <a:lnTo>
                    <a:pt x="953" y="30585"/>
                  </a:lnTo>
                  <a:lnTo>
                    <a:pt x="1008" y="30557"/>
                  </a:lnTo>
                  <a:lnTo>
                    <a:pt x="1054" y="30520"/>
                  </a:lnTo>
                  <a:lnTo>
                    <a:pt x="1100" y="30475"/>
                  </a:lnTo>
                  <a:lnTo>
                    <a:pt x="1145" y="30438"/>
                  </a:lnTo>
                  <a:lnTo>
                    <a:pt x="1182" y="30383"/>
                  </a:lnTo>
                  <a:lnTo>
                    <a:pt x="1219" y="30337"/>
                  </a:lnTo>
                  <a:lnTo>
                    <a:pt x="1246" y="30282"/>
                  </a:lnTo>
                  <a:lnTo>
                    <a:pt x="1265" y="30218"/>
                  </a:lnTo>
                  <a:lnTo>
                    <a:pt x="1283" y="30154"/>
                  </a:lnTo>
                  <a:lnTo>
                    <a:pt x="1292" y="30099"/>
                  </a:lnTo>
                  <a:lnTo>
                    <a:pt x="1301" y="30026"/>
                  </a:lnTo>
                  <a:lnTo>
                    <a:pt x="1329" y="29073"/>
                  </a:lnTo>
                  <a:lnTo>
                    <a:pt x="1365" y="28111"/>
                  </a:lnTo>
                  <a:lnTo>
                    <a:pt x="1420" y="27158"/>
                  </a:lnTo>
                  <a:lnTo>
                    <a:pt x="1484" y="26205"/>
                  </a:lnTo>
                  <a:lnTo>
                    <a:pt x="1567" y="25252"/>
                  </a:lnTo>
                  <a:lnTo>
                    <a:pt x="1659" y="24299"/>
                  </a:lnTo>
                  <a:lnTo>
                    <a:pt x="1768" y="23346"/>
                  </a:lnTo>
                  <a:lnTo>
                    <a:pt x="1888" y="22403"/>
                  </a:lnTo>
                  <a:lnTo>
                    <a:pt x="1915" y="22164"/>
                  </a:lnTo>
                  <a:lnTo>
                    <a:pt x="1952" y="21926"/>
                  </a:lnTo>
                  <a:lnTo>
                    <a:pt x="2025" y="21459"/>
                  </a:lnTo>
                  <a:lnTo>
                    <a:pt x="2089" y="20982"/>
                  </a:lnTo>
                  <a:lnTo>
                    <a:pt x="2126" y="20744"/>
                  </a:lnTo>
                  <a:lnTo>
                    <a:pt x="2172" y="20515"/>
                  </a:lnTo>
                  <a:lnTo>
                    <a:pt x="2327" y="19571"/>
                  </a:lnTo>
                  <a:lnTo>
                    <a:pt x="2373" y="19333"/>
                  </a:lnTo>
                  <a:lnTo>
                    <a:pt x="2419" y="19104"/>
                  </a:lnTo>
                  <a:lnTo>
                    <a:pt x="2511" y="18637"/>
                  </a:lnTo>
                  <a:lnTo>
                    <a:pt x="2602" y="18161"/>
                  </a:lnTo>
                  <a:lnTo>
                    <a:pt x="2648" y="17931"/>
                  </a:lnTo>
                  <a:lnTo>
                    <a:pt x="2694" y="17693"/>
                  </a:lnTo>
                  <a:lnTo>
                    <a:pt x="2895" y="16768"/>
                  </a:lnTo>
                  <a:lnTo>
                    <a:pt x="2923" y="16649"/>
                  </a:lnTo>
                  <a:lnTo>
                    <a:pt x="2950" y="16530"/>
                  </a:lnTo>
                  <a:lnTo>
                    <a:pt x="3005" y="16301"/>
                  </a:lnTo>
                  <a:lnTo>
                    <a:pt x="3115" y="15833"/>
                  </a:lnTo>
                  <a:lnTo>
                    <a:pt x="3225" y="15375"/>
                  </a:lnTo>
                  <a:lnTo>
                    <a:pt x="3344" y="14908"/>
                  </a:lnTo>
                  <a:lnTo>
                    <a:pt x="3592" y="13983"/>
                  </a:lnTo>
                  <a:lnTo>
                    <a:pt x="3848" y="13066"/>
                  </a:lnTo>
                  <a:lnTo>
                    <a:pt x="4123" y="12150"/>
                  </a:lnTo>
                  <a:lnTo>
                    <a:pt x="4407" y="11243"/>
                  </a:lnTo>
                  <a:lnTo>
                    <a:pt x="4710" y="10336"/>
                  </a:lnTo>
                  <a:lnTo>
                    <a:pt x="5021" y="9438"/>
                  </a:lnTo>
                  <a:lnTo>
                    <a:pt x="5351" y="8549"/>
                  </a:lnTo>
                  <a:lnTo>
                    <a:pt x="5690" y="7661"/>
                  </a:lnTo>
                  <a:lnTo>
                    <a:pt x="6047" y="6772"/>
                  </a:lnTo>
                  <a:lnTo>
                    <a:pt x="6423" y="5901"/>
                  </a:lnTo>
                  <a:lnTo>
                    <a:pt x="6808" y="5031"/>
                  </a:lnTo>
                  <a:lnTo>
                    <a:pt x="7211" y="4170"/>
                  </a:lnTo>
                  <a:lnTo>
                    <a:pt x="7623" y="3318"/>
                  </a:lnTo>
                  <a:lnTo>
                    <a:pt x="7843" y="2896"/>
                  </a:lnTo>
                  <a:lnTo>
                    <a:pt x="8063" y="2475"/>
                  </a:lnTo>
                  <a:lnTo>
                    <a:pt x="8292" y="2062"/>
                  </a:lnTo>
                  <a:lnTo>
                    <a:pt x="8521" y="1650"/>
                  </a:lnTo>
                  <a:lnTo>
                    <a:pt x="8631" y="1449"/>
                  </a:lnTo>
                  <a:lnTo>
                    <a:pt x="8695" y="1348"/>
                  </a:lnTo>
                  <a:lnTo>
                    <a:pt x="8750" y="1247"/>
                  </a:lnTo>
                  <a:lnTo>
                    <a:pt x="8787" y="1128"/>
                  </a:lnTo>
                  <a:lnTo>
                    <a:pt x="8805" y="1009"/>
                  </a:lnTo>
                  <a:lnTo>
                    <a:pt x="8814" y="880"/>
                  </a:lnTo>
                  <a:lnTo>
                    <a:pt x="8805" y="807"/>
                  </a:lnTo>
                  <a:lnTo>
                    <a:pt x="8787" y="734"/>
                  </a:lnTo>
                  <a:lnTo>
                    <a:pt x="8704" y="523"/>
                  </a:lnTo>
                  <a:lnTo>
                    <a:pt x="8677" y="450"/>
                  </a:lnTo>
                  <a:lnTo>
                    <a:pt x="8640" y="386"/>
                  </a:lnTo>
                  <a:lnTo>
                    <a:pt x="8594" y="322"/>
                  </a:lnTo>
                  <a:lnTo>
                    <a:pt x="8549" y="257"/>
                  </a:lnTo>
                  <a:lnTo>
                    <a:pt x="8494" y="202"/>
                  </a:lnTo>
                  <a:lnTo>
                    <a:pt x="8439" y="157"/>
                  </a:lnTo>
                  <a:lnTo>
                    <a:pt x="8374" y="120"/>
                  </a:lnTo>
                  <a:lnTo>
                    <a:pt x="8310" y="83"/>
                  </a:lnTo>
                  <a:lnTo>
                    <a:pt x="8237" y="47"/>
                  </a:lnTo>
                  <a:lnTo>
                    <a:pt x="8164" y="28"/>
                  </a:lnTo>
                  <a:lnTo>
                    <a:pt x="8090" y="10"/>
                  </a:lnTo>
                  <a:lnTo>
                    <a:pt x="80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0" name="Google Shape;1010;p24"/>
          <p:cNvGrpSpPr/>
          <p:nvPr/>
        </p:nvGrpSpPr>
        <p:grpSpPr>
          <a:xfrm>
            <a:off x="4888705" y="1655994"/>
            <a:ext cx="940148" cy="826348"/>
            <a:chOff x="7219380" y="2522631"/>
            <a:chExt cx="940148" cy="826348"/>
          </a:xfrm>
        </p:grpSpPr>
        <p:sp>
          <p:nvSpPr>
            <p:cNvPr id="1011" name="Google Shape;1011;p24"/>
            <p:cNvSpPr/>
            <p:nvPr/>
          </p:nvSpPr>
          <p:spPr>
            <a:xfrm>
              <a:off x="7416309" y="3268539"/>
              <a:ext cx="546290" cy="80440"/>
            </a:xfrm>
            <a:custGeom>
              <a:rect b="b" l="l" r="r" t="t"/>
              <a:pathLst>
                <a:path extrusionOk="0" h="4637" w="31491">
                  <a:moveTo>
                    <a:pt x="14935" y="1"/>
                  </a:moveTo>
                  <a:lnTo>
                    <a:pt x="14138" y="10"/>
                  </a:lnTo>
                  <a:lnTo>
                    <a:pt x="13350" y="28"/>
                  </a:lnTo>
                  <a:lnTo>
                    <a:pt x="12571" y="47"/>
                  </a:lnTo>
                  <a:lnTo>
                    <a:pt x="11810" y="74"/>
                  </a:lnTo>
                  <a:lnTo>
                    <a:pt x="11059" y="102"/>
                  </a:lnTo>
                  <a:lnTo>
                    <a:pt x="10335" y="138"/>
                  </a:lnTo>
                  <a:lnTo>
                    <a:pt x="9621" y="184"/>
                  </a:lnTo>
                  <a:lnTo>
                    <a:pt x="8915" y="230"/>
                  </a:lnTo>
                  <a:lnTo>
                    <a:pt x="8237" y="285"/>
                  </a:lnTo>
                  <a:lnTo>
                    <a:pt x="7577" y="340"/>
                  </a:lnTo>
                  <a:lnTo>
                    <a:pt x="6945" y="395"/>
                  </a:lnTo>
                  <a:lnTo>
                    <a:pt x="6322" y="459"/>
                  </a:lnTo>
                  <a:lnTo>
                    <a:pt x="5727" y="532"/>
                  </a:lnTo>
                  <a:lnTo>
                    <a:pt x="5159" y="606"/>
                  </a:lnTo>
                  <a:lnTo>
                    <a:pt x="4609" y="679"/>
                  </a:lnTo>
                  <a:lnTo>
                    <a:pt x="4087" y="761"/>
                  </a:lnTo>
                  <a:lnTo>
                    <a:pt x="3592" y="844"/>
                  </a:lnTo>
                  <a:lnTo>
                    <a:pt x="3125" y="935"/>
                  </a:lnTo>
                  <a:lnTo>
                    <a:pt x="2694" y="1027"/>
                  </a:lnTo>
                  <a:lnTo>
                    <a:pt x="2282" y="1119"/>
                  </a:lnTo>
                  <a:lnTo>
                    <a:pt x="1897" y="1219"/>
                  </a:lnTo>
                  <a:lnTo>
                    <a:pt x="1549" y="1311"/>
                  </a:lnTo>
                  <a:lnTo>
                    <a:pt x="1237" y="1421"/>
                  </a:lnTo>
                  <a:lnTo>
                    <a:pt x="953" y="1522"/>
                  </a:lnTo>
                  <a:lnTo>
                    <a:pt x="706" y="1632"/>
                  </a:lnTo>
                  <a:lnTo>
                    <a:pt x="495" y="1742"/>
                  </a:lnTo>
                  <a:lnTo>
                    <a:pt x="321" y="1852"/>
                  </a:lnTo>
                  <a:lnTo>
                    <a:pt x="248" y="1907"/>
                  </a:lnTo>
                  <a:lnTo>
                    <a:pt x="184" y="1971"/>
                  </a:lnTo>
                  <a:lnTo>
                    <a:pt x="129" y="2026"/>
                  </a:lnTo>
                  <a:lnTo>
                    <a:pt x="83" y="2081"/>
                  </a:lnTo>
                  <a:lnTo>
                    <a:pt x="46" y="2145"/>
                  </a:lnTo>
                  <a:lnTo>
                    <a:pt x="19" y="2200"/>
                  </a:lnTo>
                  <a:lnTo>
                    <a:pt x="9" y="2264"/>
                  </a:lnTo>
                  <a:lnTo>
                    <a:pt x="0" y="2319"/>
                  </a:lnTo>
                  <a:lnTo>
                    <a:pt x="9" y="2383"/>
                  </a:lnTo>
                  <a:lnTo>
                    <a:pt x="19" y="2438"/>
                  </a:lnTo>
                  <a:lnTo>
                    <a:pt x="46" y="2502"/>
                  </a:lnTo>
                  <a:lnTo>
                    <a:pt x="83" y="2557"/>
                  </a:lnTo>
                  <a:lnTo>
                    <a:pt x="129" y="2612"/>
                  </a:lnTo>
                  <a:lnTo>
                    <a:pt x="184" y="2676"/>
                  </a:lnTo>
                  <a:lnTo>
                    <a:pt x="248" y="2731"/>
                  </a:lnTo>
                  <a:lnTo>
                    <a:pt x="321" y="2786"/>
                  </a:lnTo>
                  <a:lnTo>
                    <a:pt x="495" y="2905"/>
                  </a:lnTo>
                  <a:lnTo>
                    <a:pt x="706" y="3015"/>
                  </a:lnTo>
                  <a:lnTo>
                    <a:pt x="953" y="3116"/>
                  </a:lnTo>
                  <a:lnTo>
                    <a:pt x="1237" y="3226"/>
                  </a:lnTo>
                  <a:lnTo>
                    <a:pt x="1549" y="3327"/>
                  </a:lnTo>
                  <a:lnTo>
                    <a:pt x="1897" y="3428"/>
                  </a:lnTo>
                  <a:lnTo>
                    <a:pt x="2282" y="3528"/>
                  </a:lnTo>
                  <a:lnTo>
                    <a:pt x="2694" y="3620"/>
                  </a:lnTo>
                  <a:lnTo>
                    <a:pt x="3125" y="3712"/>
                  </a:lnTo>
                  <a:lnTo>
                    <a:pt x="3592" y="3794"/>
                  </a:lnTo>
                  <a:lnTo>
                    <a:pt x="4087" y="3876"/>
                  </a:lnTo>
                  <a:lnTo>
                    <a:pt x="4609" y="3959"/>
                  </a:lnTo>
                  <a:lnTo>
                    <a:pt x="5159" y="4041"/>
                  </a:lnTo>
                  <a:lnTo>
                    <a:pt x="5727" y="4115"/>
                  </a:lnTo>
                  <a:lnTo>
                    <a:pt x="6322" y="4179"/>
                  </a:lnTo>
                  <a:lnTo>
                    <a:pt x="6945" y="4243"/>
                  </a:lnTo>
                  <a:lnTo>
                    <a:pt x="7577" y="4307"/>
                  </a:lnTo>
                  <a:lnTo>
                    <a:pt x="8237" y="4362"/>
                  </a:lnTo>
                  <a:lnTo>
                    <a:pt x="8915" y="4408"/>
                  </a:lnTo>
                  <a:lnTo>
                    <a:pt x="9621" y="4463"/>
                  </a:lnTo>
                  <a:lnTo>
                    <a:pt x="10335" y="4499"/>
                  </a:lnTo>
                  <a:lnTo>
                    <a:pt x="11059" y="4536"/>
                  </a:lnTo>
                  <a:lnTo>
                    <a:pt x="11810" y="4564"/>
                  </a:lnTo>
                  <a:lnTo>
                    <a:pt x="12571" y="4591"/>
                  </a:lnTo>
                  <a:lnTo>
                    <a:pt x="13350" y="4609"/>
                  </a:lnTo>
                  <a:lnTo>
                    <a:pt x="14138" y="4628"/>
                  </a:lnTo>
                  <a:lnTo>
                    <a:pt x="14935" y="4637"/>
                  </a:lnTo>
                  <a:lnTo>
                    <a:pt x="16556" y="4637"/>
                  </a:lnTo>
                  <a:lnTo>
                    <a:pt x="17354" y="4628"/>
                  </a:lnTo>
                  <a:lnTo>
                    <a:pt x="18141" y="4609"/>
                  </a:lnTo>
                  <a:lnTo>
                    <a:pt x="18920" y="4591"/>
                  </a:lnTo>
                  <a:lnTo>
                    <a:pt x="19681" y="4564"/>
                  </a:lnTo>
                  <a:lnTo>
                    <a:pt x="20423" y="4536"/>
                  </a:lnTo>
                  <a:lnTo>
                    <a:pt x="21156" y="4499"/>
                  </a:lnTo>
                  <a:lnTo>
                    <a:pt x="21871" y="4463"/>
                  </a:lnTo>
                  <a:lnTo>
                    <a:pt x="22567" y="4408"/>
                  </a:lnTo>
                  <a:lnTo>
                    <a:pt x="23245" y="4362"/>
                  </a:lnTo>
                  <a:lnTo>
                    <a:pt x="23905" y="4307"/>
                  </a:lnTo>
                  <a:lnTo>
                    <a:pt x="24546" y="4243"/>
                  </a:lnTo>
                  <a:lnTo>
                    <a:pt x="25169" y="4179"/>
                  </a:lnTo>
                  <a:lnTo>
                    <a:pt x="25755" y="4115"/>
                  </a:lnTo>
                  <a:lnTo>
                    <a:pt x="26333" y="4041"/>
                  </a:lnTo>
                  <a:lnTo>
                    <a:pt x="26873" y="3959"/>
                  </a:lnTo>
                  <a:lnTo>
                    <a:pt x="27395" y="3876"/>
                  </a:lnTo>
                  <a:lnTo>
                    <a:pt x="27890" y="3794"/>
                  </a:lnTo>
                  <a:lnTo>
                    <a:pt x="28357" y="3712"/>
                  </a:lnTo>
                  <a:lnTo>
                    <a:pt x="28797" y="3620"/>
                  </a:lnTo>
                  <a:lnTo>
                    <a:pt x="29209" y="3528"/>
                  </a:lnTo>
                  <a:lnTo>
                    <a:pt x="29585" y="3428"/>
                  </a:lnTo>
                  <a:lnTo>
                    <a:pt x="29933" y="3327"/>
                  </a:lnTo>
                  <a:lnTo>
                    <a:pt x="30254" y="3226"/>
                  </a:lnTo>
                  <a:lnTo>
                    <a:pt x="30538" y="3116"/>
                  </a:lnTo>
                  <a:lnTo>
                    <a:pt x="30785" y="3015"/>
                  </a:lnTo>
                  <a:lnTo>
                    <a:pt x="30996" y="2905"/>
                  </a:lnTo>
                  <a:lnTo>
                    <a:pt x="31170" y="2786"/>
                  </a:lnTo>
                  <a:lnTo>
                    <a:pt x="31243" y="2731"/>
                  </a:lnTo>
                  <a:lnTo>
                    <a:pt x="31308" y="2676"/>
                  </a:lnTo>
                  <a:lnTo>
                    <a:pt x="31363" y="2612"/>
                  </a:lnTo>
                  <a:lnTo>
                    <a:pt x="31408" y="2557"/>
                  </a:lnTo>
                  <a:lnTo>
                    <a:pt x="31445" y="2502"/>
                  </a:lnTo>
                  <a:lnTo>
                    <a:pt x="31473" y="2438"/>
                  </a:lnTo>
                  <a:lnTo>
                    <a:pt x="31482" y="2383"/>
                  </a:lnTo>
                  <a:lnTo>
                    <a:pt x="31491" y="2319"/>
                  </a:lnTo>
                  <a:lnTo>
                    <a:pt x="31482" y="2264"/>
                  </a:lnTo>
                  <a:lnTo>
                    <a:pt x="31473" y="2200"/>
                  </a:lnTo>
                  <a:lnTo>
                    <a:pt x="31445" y="2145"/>
                  </a:lnTo>
                  <a:lnTo>
                    <a:pt x="31408" y="2081"/>
                  </a:lnTo>
                  <a:lnTo>
                    <a:pt x="31363" y="2026"/>
                  </a:lnTo>
                  <a:lnTo>
                    <a:pt x="31308" y="1971"/>
                  </a:lnTo>
                  <a:lnTo>
                    <a:pt x="31243" y="1907"/>
                  </a:lnTo>
                  <a:lnTo>
                    <a:pt x="31170" y="1852"/>
                  </a:lnTo>
                  <a:lnTo>
                    <a:pt x="30996" y="1742"/>
                  </a:lnTo>
                  <a:lnTo>
                    <a:pt x="30785" y="1632"/>
                  </a:lnTo>
                  <a:lnTo>
                    <a:pt x="30538" y="1522"/>
                  </a:lnTo>
                  <a:lnTo>
                    <a:pt x="30254" y="1421"/>
                  </a:lnTo>
                  <a:lnTo>
                    <a:pt x="29933" y="1311"/>
                  </a:lnTo>
                  <a:lnTo>
                    <a:pt x="29585" y="1219"/>
                  </a:lnTo>
                  <a:lnTo>
                    <a:pt x="29209" y="1119"/>
                  </a:lnTo>
                  <a:lnTo>
                    <a:pt x="28797" y="1027"/>
                  </a:lnTo>
                  <a:lnTo>
                    <a:pt x="28357" y="935"/>
                  </a:lnTo>
                  <a:lnTo>
                    <a:pt x="27890" y="844"/>
                  </a:lnTo>
                  <a:lnTo>
                    <a:pt x="27395" y="761"/>
                  </a:lnTo>
                  <a:lnTo>
                    <a:pt x="26873" y="679"/>
                  </a:lnTo>
                  <a:lnTo>
                    <a:pt x="26333" y="606"/>
                  </a:lnTo>
                  <a:lnTo>
                    <a:pt x="25755" y="532"/>
                  </a:lnTo>
                  <a:lnTo>
                    <a:pt x="25169" y="459"/>
                  </a:lnTo>
                  <a:lnTo>
                    <a:pt x="24546" y="395"/>
                  </a:lnTo>
                  <a:lnTo>
                    <a:pt x="23905" y="340"/>
                  </a:lnTo>
                  <a:lnTo>
                    <a:pt x="23245" y="285"/>
                  </a:lnTo>
                  <a:lnTo>
                    <a:pt x="22567" y="230"/>
                  </a:lnTo>
                  <a:lnTo>
                    <a:pt x="21871" y="184"/>
                  </a:lnTo>
                  <a:lnTo>
                    <a:pt x="21156" y="138"/>
                  </a:lnTo>
                  <a:lnTo>
                    <a:pt x="20423" y="102"/>
                  </a:lnTo>
                  <a:lnTo>
                    <a:pt x="19681" y="74"/>
                  </a:lnTo>
                  <a:lnTo>
                    <a:pt x="18920" y="47"/>
                  </a:lnTo>
                  <a:lnTo>
                    <a:pt x="18141" y="28"/>
                  </a:lnTo>
                  <a:lnTo>
                    <a:pt x="17354" y="10"/>
                  </a:lnTo>
                  <a:lnTo>
                    <a:pt x="16556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7658376" y="2769937"/>
              <a:ext cx="472390" cy="514683"/>
            </a:xfrm>
            <a:custGeom>
              <a:rect b="b" l="l" r="r" t="t"/>
              <a:pathLst>
                <a:path extrusionOk="0" h="29669" w="27231">
                  <a:moveTo>
                    <a:pt x="12699" y="1"/>
                  </a:moveTo>
                  <a:lnTo>
                    <a:pt x="12250" y="19"/>
                  </a:lnTo>
                  <a:lnTo>
                    <a:pt x="11801" y="56"/>
                  </a:lnTo>
                  <a:lnTo>
                    <a:pt x="11352" y="102"/>
                  </a:lnTo>
                  <a:lnTo>
                    <a:pt x="10913" y="166"/>
                  </a:lnTo>
                  <a:lnTo>
                    <a:pt x="10473" y="239"/>
                  </a:lnTo>
                  <a:lnTo>
                    <a:pt x="10042" y="331"/>
                  </a:lnTo>
                  <a:lnTo>
                    <a:pt x="9612" y="441"/>
                  </a:lnTo>
                  <a:lnTo>
                    <a:pt x="9190" y="560"/>
                  </a:lnTo>
                  <a:lnTo>
                    <a:pt x="8778" y="697"/>
                  </a:lnTo>
                  <a:lnTo>
                    <a:pt x="8365" y="853"/>
                  </a:lnTo>
                  <a:lnTo>
                    <a:pt x="7962" y="1018"/>
                  </a:lnTo>
                  <a:lnTo>
                    <a:pt x="7568" y="1192"/>
                  </a:lnTo>
                  <a:lnTo>
                    <a:pt x="7184" y="1384"/>
                  </a:lnTo>
                  <a:lnTo>
                    <a:pt x="6799" y="1595"/>
                  </a:lnTo>
                  <a:lnTo>
                    <a:pt x="6432" y="1815"/>
                  </a:lnTo>
                  <a:lnTo>
                    <a:pt x="6157" y="1989"/>
                  </a:lnTo>
                  <a:lnTo>
                    <a:pt x="5892" y="2172"/>
                  </a:lnTo>
                  <a:lnTo>
                    <a:pt x="5635" y="2356"/>
                  </a:lnTo>
                  <a:lnTo>
                    <a:pt x="5379" y="2557"/>
                  </a:lnTo>
                  <a:lnTo>
                    <a:pt x="5131" y="2759"/>
                  </a:lnTo>
                  <a:lnTo>
                    <a:pt x="4893" y="2969"/>
                  </a:lnTo>
                  <a:lnTo>
                    <a:pt x="4655" y="3180"/>
                  </a:lnTo>
                  <a:lnTo>
                    <a:pt x="4426" y="3409"/>
                  </a:lnTo>
                  <a:lnTo>
                    <a:pt x="4197" y="3638"/>
                  </a:lnTo>
                  <a:lnTo>
                    <a:pt x="3977" y="3876"/>
                  </a:lnTo>
                  <a:lnTo>
                    <a:pt x="3766" y="4124"/>
                  </a:lnTo>
                  <a:lnTo>
                    <a:pt x="3564" y="4380"/>
                  </a:lnTo>
                  <a:lnTo>
                    <a:pt x="3372" y="4646"/>
                  </a:lnTo>
                  <a:lnTo>
                    <a:pt x="3180" y="4912"/>
                  </a:lnTo>
                  <a:lnTo>
                    <a:pt x="2996" y="5187"/>
                  </a:lnTo>
                  <a:lnTo>
                    <a:pt x="2822" y="5471"/>
                  </a:lnTo>
                  <a:lnTo>
                    <a:pt x="2657" y="5736"/>
                  </a:lnTo>
                  <a:lnTo>
                    <a:pt x="2511" y="6020"/>
                  </a:lnTo>
                  <a:lnTo>
                    <a:pt x="2355" y="6314"/>
                  </a:lnTo>
                  <a:lnTo>
                    <a:pt x="2208" y="6616"/>
                  </a:lnTo>
                  <a:lnTo>
                    <a:pt x="2062" y="6937"/>
                  </a:lnTo>
                  <a:lnTo>
                    <a:pt x="1924" y="7257"/>
                  </a:lnTo>
                  <a:lnTo>
                    <a:pt x="1787" y="7587"/>
                  </a:lnTo>
                  <a:lnTo>
                    <a:pt x="1659" y="7935"/>
                  </a:lnTo>
                  <a:lnTo>
                    <a:pt x="1530" y="8284"/>
                  </a:lnTo>
                  <a:lnTo>
                    <a:pt x="1402" y="8641"/>
                  </a:lnTo>
                  <a:lnTo>
                    <a:pt x="1283" y="9007"/>
                  </a:lnTo>
                  <a:lnTo>
                    <a:pt x="1173" y="9383"/>
                  </a:lnTo>
                  <a:lnTo>
                    <a:pt x="1063" y="9768"/>
                  </a:lnTo>
                  <a:lnTo>
                    <a:pt x="953" y="10153"/>
                  </a:lnTo>
                  <a:lnTo>
                    <a:pt x="852" y="10547"/>
                  </a:lnTo>
                  <a:lnTo>
                    <a:pt x="761" y="10941"/>
                  </a:lnTo>
                  <a:lnTo>
                    <a:pt x="669" y="11353"/>
                  </a:lnTo>
                  <a:lnTo>
                    <a:pt x="578" y="11756"/>
                  </a:lnTo>
                  <a:lnTo>
                    <a:pt x="504" y="12168"/>
                  </a:lnTo>
                  <a:lnTo>
                    <a:pt x="422" y="12590"/>
                  </a:lnTo>
                  <a:lnTo>
                    <a:pt x="358" y="13011"/>
                  </a:lnTo>
                  <a:lnTo>
                    <a:pt x="294" y="13433"/>
                  </a:lnTo>
                  <a:lnTo>
                    <a:pt x="239" y="13863"/>
                  </a:lnTo>
                  <a:lnTo>
                    <a:pt x="184" y="14294"/>
                  </a:lnTo>
                  <a:lnTo>
                    <a:pt x="138" y="14725"/>
                  </a:lnTo>
                  <a:lnTo>
                    <a:pt x="101" y="15155"/>
                  </a:lnTo>
                  <a:lnTo>
                    <a:pt x="64" y="15586"/>
                  </a:lnTo>
                  <a:lnTo>
                    <a:pt x="37" y="16026"/>
                  </a:lnTo>
                  <a:lnTo>
                    <a:pt x="19" y="16456"/>
                  </a:lnTo>
                  <a:lnTo>
                    <a:pt x="10" y="16896"/>
                  </a:lnTo>
                  <a:lnTo>
                    <a:pt x="0" y="17327"/>
                  </a:lnTo>
                  <a:lnTo>
                    <a:pt x="0" y="17757"/>
                  </a:lnTo>
                  <a:lnTo>
                    <a:pt x="10" y="18197"/>
                  </a:lnTo>
                  <a:lnTo>
                    <a:pt x="28" y="18628"/>
                  </a:lnTo>
                  <a:lnTo>
                    <a:pt x="46" y="19049"/>
                  </a:lnTo>
                  <a:lnTo>
                    <a:pt x="74" y="19480"/>
                  </a:lnTo>
                  <a:lnTo>
                    <a:pt x="110" y="19901"/>
                  </a:lnTo>
                  <a:lnTo>
                    <a:pt x="156" y="20323"/>
                  </a:lnTo>
                  <a:lnTo>
                    <a:pt x="211" y="20735"/>
                  </a:lnTo>
                  <a:lnTo>
                    <a:pt x="275" y="21147"/>
                  </a:lnTo>
                  <a:lnTo>
                    <a:pt x="339" y="21550"/>
                  </a:lnTo>
                  <a:lnTo>
                    <a:pt x="422" y="21954"/>
                  </a:lnTo>
                  <a:lnTo>
                    <a:pt x="504" y="22348"/>
                  </a:lnTo>
                  <a:lnTo>
                    <a:pt x="596" y="22742"/>
                  </a:lnTo>
                  <a:lnTo>
                    <a:pt x="706" y="23117"/>
                  </a:lnTo>
                  <a:lnTo>
                    <a:pt x="816" y="23493"/>
                  </a:lnTo>
                  <a:lnTo>
                    <a:pt x="935" y="23869"/>
                  </a:lnTo>
                  <a:lnTo>
                    <a:pt x="1063" y="24226"/>
                  </a:lnTo>
                  <a:lnTo>
                    <a:pt x="1201" y="24583"/>
                  </a:lnTo>
                  <a:lnTo>
                    <a:pt x="1347" y="24931"/>
                  </a:lnTo>
                  <a:lnTo>
                    <a:pt x="1512" y="25261"/>
                  </a:lnTo>
                  <a:lnTo>
                    <a:pt x="1677" y="25591"/>
                  </a:lnTo>
                  <a:lnTo>
                    <a:pt x="1851" y="25912"/>
                  </a:lnTo>
                  <a:lnTo>
                    <a:pt x="2034" y="26214"/>
                  </a:lnTo>
                  <a:lnTo>
                    <a:pt x="2236" y="26516"/>
                  </a:lnTo>
                  <a:lnTo>
                    <a:pt x="2438" y="26800"/>
                  </a:lnTo>
                  <a:lnTo>
                    <a:pt x="2657" y="27075"/>
                  </a:lnTo>
                  <a:lnTo>
                    <a:pt x="2877" y="27341"/>
                  </a:lnTo>
                  <a:lnTo>
                    <a:pt x="3116" y="27588"/>
                  </a:lnTo>
                  <a:lnTo>
                    <a:pt x="3363" y="27836"/>
                  </a:lnTo>
                  <a:lnTo>
                    <a:pt x="3619" y="28056"/>
                  </a:lnTo>
                  <a:lnTo>
                    <a:pt x="3894" y="28266"/>
                  </a:lnTo>
                  <a:lnTo>
                    <a:pt x="4169" y="28468"/>
                  </a:lnTo>
                  <a:lnTo>
                    <a:pt x="4462" y="28651"/>
                  </a:lnTo>
                  <a:lnTo>
                    <a:pt x="4765" y="28825"/>
                  </a:lnTo>
                  <a:lnTo>
                    <a:pt x="5067" y="28972"/>
                  </a:lnTo>
                  <a:lnTo>
                    <a:pt x="5379" y="29109"/>
                  </a:lnTo>
                  <a:lnTo>
                    <a:pt x="5708" y="29238"/>
                  </a:lnTo>
                  <a:lnTo>
                    <a:pt x="6029" y="29338"/>
                  </a:lnTo>
                  <a:lnTo>
                    <a:pt x="6368" y="29430"/>
                  </a:lnTo>
                  <a:lnTo>
                    <a:pt x="6707" y="29503"/>
                  </a:lnTo>
                  <a:lnTo>
                    <a:pt x="7046" y="29567"/>
                  </a:lnTo>
                  <a:lnTo>
                    <a:pt x="7394" y="29613"/>
                  </a:lnTo>
                  <a:lnTo>
                    <a:pt x="7752" y="29650"/>
                  </a:lnTo>
                  <a:lnTo>
                    <a:pt x="8109" y="29668"/>
                  </a:lnTo>
                  <a:lnTo>
                    <a:pt x="8475" y="29668"/>
                  </a:lnTo>
                  <a:lnTo>
                    <a:pt x="8842" y="29659"/>
                  </a:lnTo>
                  <a:lnTo>
                    <a:pt x="9218" y="29641"/>
                  </a:lnTo>
                  <a:lnTo>
                    <a:pt x="9584" y="29613"/>
                  </a:lnTo>
                  <a:lnTo>
                    <a:pt x="9969" y="29567"/>
                  </a:lnTo>
                  <a:lnTo>
                    <a:pt x="10345" y="29512"/>
                  </a:lnTo>
                  <a:lnTo>
                    <a:pt x="10729" y="29439"/>
                  </a:lnTo>
                  <a:lnTo>
                    <a:pt x="11114" y="29366"/>
                  </a:lnTo>
                  <a:lnTo>
                    <a:pt x="11499" y="29274"/>
                  </a:lnTo>
                  <a:lnTo>
                    <a:pt x="11893" y="29173"/>
                  </a:lnTo>
                  <a:lnTo>
                    <a:pt x="12278" y="29064"/>
                  </a:lnTo>
                  <a:lnTo>
                    <a:pt x="12672" y="28944"/>
                  </a:lnTo>
                  <a:lnTo>
                    <a:pt x="13057" y="28807"/>
                  </a:lnTo>
                  <a:lnTo>
                    <a:pt x="13451" y="28670"/>
                  </a:lnTo>
                  <a:lnTo>
                    <a:pt x="13844" y="28523"/>
                  </a:lnTo>
                  <a:lnTo>
                    <a:pt x="14229" y="28367"/>
                  </a:lnTo>
                  <a:lnTo>
                    <a:pt x="14623" y="28202"/>
                  </a:lnTo>
                  <a:lnTo>
                    <a:pt x="15008" y="28028"/>
                  </a:lnTo>
                  <a:lnTo>
                    <a:pt x="15402" y="27845"/>
                  </a:lnTo>
                  <a:lnTo>
                    <a:pt x="15787" y="27653"/>
                  </a:lnTo>
                  <a:lnTo>
                    <a:pt x="16172" y="27460"/>
                  </a:lnTo>
                  <a:lnTo>
                    <a:pt x="16557" y="27259"/>
                  </a:lnTo>
                  <a:lnTo>
                    <a:pt x="16932" y="27048"/>
                  </a:lnTo>
                  <a:lnTo>
                    <a:pt x="17308" y="26828"/>
                  </a:lnTo>
                  <a:lnTo>
                    <a:pt x="17683" y="26608"/>
                  </a:lnTo>
                  <a:lnTo>
                    <a:pt x="18059" y="26379"/>
                  </a:lnTo>
                  <a:lnTo>
                    <a:pt x="18426" y="26141"/>
                  </a:lnTo>
                  <a:lnTo>
                    <a:pt x="18783" y="25903"/>
                  </a:lnTo>
                  <a:lnTo>
                    <a:pt x="19149" y="25664"/>
                  </a:lnTo>
                  <a:lnTo>
                    <a:pt x="19498" y="25417"/>
                  </a:lnTo>
                  <a:lnTo>
                    <a:pt x="19855" y="25160"/>
                  </a:lnTo>
                  <a:lnTo>
                    <a:pt x="20194" y="24904"/>
                  </a:lnTo>
                  <a:lnTo>
                    <a:pt x="20533" y="24647"/>
                  </a:lnTo>
                  <a:lnTo>
                    <a:pt x="20863" y="24382"/>
                  </a:lnTo>
                  <a:lnTo>
                    <a:pt x="21193" y="24116"/>
                  </a:lnTo>
                  <a:lnTo>
                    <a:pt x="21513" y="23850"/>
                  </a:lnTo>
                  <a:lnTo>
                    <a:pt x="21825" y="23575"/>
                  </a:lnTo>
                  <a:lnTo>
                    <a:pt x="22136" y="23310"/>
                  </a:lnTo>
                  <a:lnTo>
                    <a:pt x="22439" y="23035"/>
                  </a:lnTo>
                  <a:lnTo>
                    <a:pt x="22723" y="22760"/>
                  </a:lnTo>
                  <a:lnTo>
                    <a:pt x="23007" y="22476"/>
                  </a:lnTo>
                  <a:lnTo>
                    <a:pt x="23282" y="22201"/>
                  </a:lnTo>
                  <a:lnTo>
                    <a:pt x="23556" y="21926"/>
                  </a:lnTo>
                  <a:lnTo>
                    <a:pt x="23813" y="21642"/>
                  </a:lnTo>
                  <a:lnTo>
                    <a:pt x="24060" y="21367"/>
                  </a:lnTo>
                  <a:lnTo>
                    <a:pt x="24299" y="21092"/>
                  </a:lnTo>
                  <a:lnTo>
                    <a:pt x="24528" y="20808"/>
                  </a:lnTo>
                  <a:lnTo>
                    <a:pt x="24748" y="20533"/>
                  </a:lnTo>
                  <a:lnTo>
                    <a:pt x="24958" y="20259"/>
                  </a:lnTo>
                  <a:lnTo>
                    <a:pt x="25160" y="19984"/>
                  </a:lnTo>
                  <a:lnTo>
                    <a:pt x="25343" y="19718"/>
                  </a:lnTo>
                  <a:lnTo>
                    <a:pt x="25526" y="19443"/>
                  </a:lnTo>
                  <a:lnTo>
                    <a:pt x="25691" y="19177"/>
                  </a:lnTo>
                  <a:lnTo>
                    <a:pt x="25856" y="18893"/>
                  </a:lnTo>
                  <a:lnTo>
                    <a:pt x="26012" y="18600"/>
                  </a:lnTo>
                  <a:lnTo>
                    <a:pt x="26159" y="18307"/>
                  </a:lnTo>
                  <a:lnTo>
                    <a:pt x="26296" y="18014"/>
                  </a:lnTo>
                  <a:lnTo>
                    <a:pt x="26424" y="17711"/>
                  </a:lnTo>
                  <a:lnTo>
                    <a:pt x="26543" y="17409"/>
                  </a:lnTo>
                  <a:lnTo>
                    <a:pt x="26653" y="17107"/>
                  </a:lnTo>
                  <a:lnTo>
                    <a:pt x="26745" y="16795"/>
                  </a:lnTo>
                  <a:lnTo>
                    <a:pt x="26837" y="16484"/>
                  </a:lnTo>
                  <a:lnTo>
                    <a:pt x="26919" y="16172"/>
                  </a:lnTo>
                  <a:lnTo>
                    <a:pt x="26992" y="15861"/>
                  </a:lnTo>
                  <a:lnTo>
                    <a:pt x="27047" y="15549"/>
                  </a:lnTo>
                  <a:lnTo>
                    <a:pt x="27102" y="15228"/>
                  </a:lnTo>
                  <a:lnTo>
                    <a:pt x="27148" y="14917"/>
                  </a:lnTo>
                  <a:lnTo>
                    <a:pt x="27185" y="14596"/>
                  </a:lnTo>
                  <a:lnTo>
                    <a:pt x="27203" y="14276"/>
                  </a:lnTo>
                  <a:lnTo>
                    <a:pt x="27231" y="13845"/>
                  </a:lnTo>
                  <a:lnTo>
                    <a:pt x="27231" y="13414"/>
                  </a:lnTo>
                  <a:lnTo>
                    <a:pt x="27221" y="12975"/>
                  </a:lnTo>
                  <a:lnTo>
                    <a:pt x="27194" y="12544"/>
                  </a:lnTo>
                  <a:lnTo>
                    <a:pt x="27148" y="12113"/>
                  </a:lnTo>
                  <a:lnTo>
                    <a:pt x="27084" y="11674"/>
                  </a:lnTo>
                  <a:lnTo>
                    <a:pt x="27011" y="11243"/>
                  </a:lnTo>
                  <a:lnTo>
                    <a:pt x="26919" y="10812"/>
                  </a:lnTo>
                  <a:lnTo>
                    <a:pt x="26818" y="10391"/>
                  </a:lnTo>
                  <a:lnTo>
                    <a:pt x="26690" y="9960"/>
                  </a:lnTo>
                  <a:lnTo>
                    <a:pt x="26553" y="9539"/>
                  </a:lnTo>
                  <a:lnTo>
                    <a:pt x="26406" y="9126"/>
                  </a:lnTo>
                  <a:lnTo>
                    <a:pt x="26232" y="8705"/>
                  </a:lnTo>
                  <a:lnTo>
                    <a:pt x="26058" y="8293"/>
                  </a:lnTo>
                  <a:lnTo>
                    <a:pt x="25856" y="7890"/>
                  </a:lnTo>
                  <a:lnTo>
                    <a:pt x="25645" y="7486"/>
                  </a:lnTo>
                  <a:lnTo>
                    <a:pt x="25416" y="7092"/>
                  </a:lnTo>
                  <a:lnTo>
                    <a:pt x="25178" y="6698"/>
                  </a:lnTo>
                  <a:lnTo>
                    <a:pt x="24931" y="6314"/>
                  </a:lnTo>
                  <a:lnTo>
                    <a:pt x="24656" y="5938"/>
                  </a:lnTo>
                  <a:lnTo>
                    <a:pt x="24381" y="5571"/>
                  </a:lnTo>
                  <a:lnTo>
                    <a:pt x="24079" y="5205"/>
                  </a:lnTo>
                  <a:lnTo>
                    <a:pt x="23776" y="4848"/>
                  </a:lnTo>
                  <a:lnTo>
                    <a:pt x="23447" y="4509"/>
                  </a:lnTo>
                  <a:lnTo>
                    <a:pt x="23117" y="4170"/>
                  </a:lnTo>
                  <a:lnTo>
                    <a:pt x="22759" y="3840"/>
                  </a:lnTo>
                  <a:lnTo>
                    <a:pt x="22402" y="3519"/>
                  </a:lnTo>
                  <a:lnTo>
                    <a:pt x="22026" y="3208"/>
                  </a:lnTo>
                  <a:lnTo>
                    <a:pt x="21642" y="2914"/>
                  </a:lnTo>
                  <a:lnTo>
                    <a:pt x="21238" y="2621"/>
                  </a:lnTo>
                  <a:lnTo>
                    <a:pt x="20826" y="2346"/>
                  </a:lnTo>
                  <a:lnTo>
                    <a:pt x="20395" y="2081"/>
                  </a:lnTo>
                  <a:lnTo>
                    <a:pt x="19965" y="1833"/>
                  </a:lnTo>
                  <a:lnTo>
                    <a:pt x="19525" y="1595"/>
                  </a:lnTo>
                  <a:lnTo>
                    <a:pt x="19076" y="1375"/>
                  </a:lnTo>
                  <a:lnTo>
                    <a:pt x="18636" y="1174"/>
                  </a:lnTo>
                  <a:lnTo>
                    <a:pt x="18178" y="990"/>
                  </a:lnTo>
                  <a:lnTo>
                    <a:pt x="17729" y="816"/>
                  </a:lnTo>
                  <a:lnTo>
                    <a:pt x="17271" y="670"/>
                  </a:lnTo>
                  <a:lnTo>
                    <a:pt x="16822" y="532"/>
                  </a:lnTo>
                  <a:lnTo>
                    <a:pt x="16364" y="404"/>
                  </a:lnTo>
                  <a:lnTo>
                    <a:pt x="15906" y="303"/>
                  </a:lnTo>
                  <a:lnTo>
                    <a:pt x="15439" y="212"/>
                  </a:lnTo>
                  <a:lnTo>
                    <a:pt x="14981" y="138"/>
                  </a:lnTo>
                  <a:lnTo>
                    <a:pt x="14522" y="83"/>
                  </a:lnTo>
                  <a:lnTo>
                    <a:pt x="14064" y="37"/>
                  </a:lnTo>
                  <a:lnTo>
                    <a:pt x="13606" y="10"/>
                  </a:lnTo>
                  <a:lnTo>
                    <a:pt x="13148" y="1"/>
                  </a:lnTo>
                  <a:close/>
                </a:path>
              </a:pathLst>
            </a:custGeom>
            <a:solidFill>
              <a:srgbClr val="FF4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4"/>
            <p:cNvSpPr/>
            <p:nvPr/>
          </p:nvSpPr>
          <p:spPr>
            <a:xfrm>
              <a:off x="7884709" y="2672982"/>
              <a:ext cx="274819" cy="241616"/>
            </a:xfrm>
            <a:custGeom>
              <a:rect b="b" l="l" r="r" t="t"/>
              <a:pathLst>
                <a:path extrusionOk="0" h="13928" w="15842">
                  <a:moveTo>
                    <a:pt x="7165" y="1"/>
                  </a:moveTo>
                  <a:lnTo>
                    <a:pt x="6918" y="248"/>
                  </a:lnTo>
                  <a:lnTo>
                    <a:pt x="6689" y="496"/>
                  </a:lnTo>
                  <a:lnTo>
                    <a:pt x="6478" y="752"/>
                  </a:lnTo>
                  <a:lnTo>
                    <a:pt x="6295" y="1000"/>
                  </a:lnTo>
                  <a:lnTo>
                    <a:pt x="6121" y="1247"/>
                  </a:lnTo>
                  <a:lnTo>
                    <a:pt x="5974" y="1494"/>
                  </a:lnTo>
                  <a:lnTo>
                    <a:pt x="5846" y="1733"/>
                  </a:lnTo>
                  <a:lnTo>
                    <a:pt x="5727" y="1980"/>
                  </a:lnTo>
                  <a:lnTo>
                    <a:pt x="5626" y="2218"/>
                  </a:lnTo>
                  <a:lnTo>
                    <a:pt x="5544" y="2456"/>
                  </a:lnTo>
                  <a:lnTo>
                    <a:pt x="5470" y="2685"/>
                  </a:lnTo>
                  <a:lnTo>
                    <a:pt x="5415" y="2914"/>
                  </a:lnTo>
                  <a:lnTo>
                    <a:pt x="5369" y="3134"/>
                  </a:lnTo>
                  <a:lnTo>
                    <a:pt x="5333" y="3354"/>
                  </a:lnTo>
                  <a:lnTo>
                    <a:pt x="5305" y="3565"/>
                  </a:lnTo>
                  <a:lnTo>
                    <a:pt x="5287" y="3767"/>
                  </a:lnTo>
                  <a:lnTo>
                    <a:pt x="5278" y="3959"/>
                  </a:lnTo>
                  <a:lnTo>
                    <a:pt x="5278" y="4142"/>
                  </a:lnTo>
                  <a:lnTo>
                    <a:pt x="5287" y="4325"/>
                  </a:lnTo>
                  <a:lnTo>
                    <a:pt x="5296" y="4490"/>
                  </a:lnTo>
                  <a:lnTo>
                    <a:pt x="5333" y="4793"/>
                  </a:lnTo>
                  <a:lnTo>
                    <a:pt x="5379" y="5058"/>
                  </a:lnTo>
                  <a:lnTo>
                    <a:pt x="5424" y="5260"/>
                  </a:lnTo>
                  <a:lnTo>
                    <a:pt x="5470" y="5425"/>
                  </a:lnTo>
                  <a:lnTo>
                    <a:pt x="5516" y="5553"/>
                  </a:lnTo>
                  <a:lnTo>
                    <a:pt x="5434" y="5407"/>
                  </a:lnTo>
                  <a:lnTo>
                    <a:pt x="5342" y="5232"/>
                  </a:lnTo>
                  <a:lnTo>
                    <a:pt x="5205" y="5013"/>
                  </a:lnTo>
                  <a:lnTo>
                    <a:pt x="5030" y="4756"/>
                  </a:lnTo>
                  <a:lnTo>
                    <a:pt x="4820" y="4454"/>
                  </a:lnTo>
                  <a:lnTo>
                    <a:pt x="4572" y="4133"/>
                  </a:lnTo>
                  <a:lnTo>
                    <a:pt x="4435" y="3968"/>
                  </a:lnTo>
                  <a:lnTo>
                    <a:pt x="4288" y="3794"/>
                  </a:lnTo>
                  <a:lnTo>
                    <a:pt x="4133" y="3620"/>
                  </a:lnTo>
                  <a:lnTo>
                    <a:pt x="3958" y="3446"/>
                  </a:lnTo>
                  <a:lnTo>
                    <a:pt x="3784" y="3281"/>
                  </a:lnTo>
                  <a:lnTo>
                    <a:pt x="3601" y="3107"/>
                  </a:lnTo>
                  <a:lnTo>
                    <a:pt x="3409" y="2942"/>
                  </a:lnTo>
                  <a:lnTo>
                    <a:pt x="3207" y="2777"/>
                  </a:lnTo>
                  <a:lnTo>
                    <a:pt x="2996" y="2621"/>
                  </a:lnTo>
                  <a:lnTo>
                    <a:pt x="2767" y="2465"/>
                  </a:lnTo>
                  <a:lnTo>
                    <a:pt x="2538" y="2319"/>
                  </a:lnTo>
                  <a:lnTo>
                    <a:pt x="2300" y="2181"/>
                  </a:lnTo>
                  <a:lnTo>
                    <a:pt x="2053" y="2053"/>
                  </a:lnTo>
                  <a:lnTo>
                    <a:pt x="1796" y="1943"/>
                  </a:lnTo>
                  <a:lnTo>
                    <a:pt x="1521" y="1833"/>
                  </a:lnTo>
                  <a:lnTo>
                    <a:pt x="1246" y="1751"/>
                  </a:lnTo>
                  <a:lnTo>
                    <a:pt x="962" y="1668"/>
                  </a:lnTo>
                  <a:lnTo>
                    <a:pt x="669" y="1604"/>
                  </a:lnTo>
                  <a:lnTo>
                    <a:pt x="642" y="1769"/>
                  </a:lnTo>
                  <a:lnTo>
                    <a:pt x="623" y="1934"/>
                  </a:lnTo>
                  <a:lnTo>
                    <a:pt x="614" y="2090"/>
                  </a:lnTo>
                  <a:lnTo>
                    <a:pt x="605" y="2246"/>
                  </a:lnTo>
                  <a:lnTo>
                    <a:pt x="614" y="2539"/>
                  </a:lnTo>
                  <a:lnTo>
                    <a:pt x="633" y="2823"/>
                  </a:lnTo>
                  <a:lnTo>
                    <a:pt x="678" y="3098"/>
                  </a:lnTo>
                  <a:lnTo>
                    <a:pt x="743" y="3354"/>
                  </a:lnTo>
                  <a:lnTo>
                    <a:pt x="816" y="3602"/>
                  </a:lnTo>
                  <a:lnTo>
                    <a:pt x="917" y="3840"/>
                  </a:lnTo>
                  <a:lnTo>
                    <a:pt x="1017" y="4069"/>
                  </a:lnTo>
                  <a:lnTo>
                    <a:pt x="1136" y="4280"/>
                  </a:lnTo>
                  <a:lnTo>
                    <a:pt x="1265" y="4481"/>
                  </a:lnTo>
                  <a:lnTo>
                    <a:pt x="1402" y="4674"/>
                  </a:lnTo>
                  <a:lnTo>
                    <a:pt x="1549" y="4857"/>
                  </a:lnTo>
                  <a:lnTo>
                    <a:pt x="1705" y="5022"/>
                  </a:lnTo>
                  <a:lnTo>
                    <a:pt x="1860" y="5187"/>
                  </a:lnTo>
                  <a:lnTo>
                    <a:pt x="2016" y="5333"/>
                  </a:lnTo>
                  <a:lnTo>
                    <a:pt x="2181" y="5471"/>
                  </a:lnTo>
                  <a:lnTo>
                    <a:pt x="2337" y="5599"/>
                  </a:lnTo>
                  <a:lnTo>
                    <a:pt x="2502" y="5718"/>
                  </a:lnTo>
                  <a:lnTo>
                    <a:pt x="2657" y="5828"/>
                  </a:lnTo>
                  <a:lnTo>
                    <a:pt x="2960" y="6011"/>
                  </a:lnTo>
                  <a:lnTo>
                    <a:pt x="3235" y="6158"/>
                  </a:lnTo>
                  <a:lnTo>
                    <a:pt x="3464" y="6277"/>
                  </a:lnTo>
                  <a:lnTo>
                    <a:pt x="3647" y="6359"/>
                  </a:lnTo>
                  <a:lnTo>
                    <a:pt x="3803" y="6424"/>
                  </a:lnTo>
                  <a:lnTo>
                    <a:pt x="3803" y="6424"/>
                  </a:lnTo>
                  <a:lnTo>
                    <a:pt x="3601" y="6359"/>
                  </a:lnTo>
                  <a:lnTo>
                    <a:pt x="3400" y="6304"/>
                  </a:lnTo>
                  <a:lnTo>
                    <a:pt x="3207" y="6268"/>
                  </a:lnTo>
                  <a:lnTo>
                    <a:pt x="3015" y="6240"/>
                  </a:lnTo>
                  <a:lnTo>
                    <a:pt x="2822" y="6222"/>
                  </a:lnTo>
                  <a:lnTo>
                    <a:pt x="2639" y="6213"/>
                  </a:lnTo>
                  <a:lnTo>
                    <a:pt x="2465" y="6213"/>
                  </a:lnTo>
                  <a:lnTo>
                    <a:pt x="2282" y="6222"/>
                  </a:lnTo>
                  <a:lnTo>
                    <a:pt x="2117" y="6240"/>
                  </a:lnTo>
                  <a:lnTo>
                    <a:pt x="1952" y="6268"/>
                  </a:lnTo>
                  <a:lnTo>
                    <a:pt x="1796" y="6295"/>
                  </a:lnTo>
                  <a:lnTo>
                    <a:pt x="1640" y="6332"/>
                  </a:lnTo>
                  <a:lnTo>
                    <a:pt x="1494" y="6369"/>
                  </a:lnTo>
                  <a:lnTo>
                    <a:pt x="1347" y="6414"/>
                  </a:lnTo>
                  <a:lnTo>
                    <a:pt x="1082" y="6524"/>
                  </a:lnTo>
                  <a:lnTo>
                    <a:pt x="843" y="6634"/>
                  </a:lnTo>
                  <a:lnTo>
                    <a:pt x="623" y="6744"/>
                  </a:lnTo>
                  <a:lnTo>
                    <a:pt x="440" y="6854"/>
                  </a:lnTo>
                  <a:lnTo>
                    <a:pt x="284" y="6964"/>
                  </a:lnTo>
                  <a:lnTo>
                    <a:pt x="165" y="7047"/>
                  </a:lnTo>
                  <a:lnTo>
                    <a:pt x="74" y="7120"/>
                  </a:lnTo>
                  <a:lnTo>
                    <a:pt x="0" y="7184"/>
                  </a:lnTo>
                  <a:lnTo>
                    <a:pt x="138" y="7321"/>
                  </a:lnTo>
                  <a:lnTo>
                    <a:pt x="284" y="7441"/>
                  </a:lnTo>
                  <a:lnTo>
                    <a:pt x="568" y="7679"/>
                  </a:lnTo>
                  <a:lnTo>
                    <a:pt x="862" y="7880"/>
                  </a:lnTo>
                  <a:lnTo>
                    <a:pt x="1155" y="8064"/>
                  </a:lnTo>
                  <a:lnTo>
                    <a:pt x="1448" y="8229"/>
                  </a:lnTo>
                  <a:lnTo>
                    <a:pt x="1741" y="8375"/>
                  </a:lnTo>
                  <a:lnTo>
                    <a:pt x="2044" y="8503"/>
                  </a:lnTo>
                  <a:lnTo>
                    <a:pt x="2337" y="8604"/>
                  </a:lnTo>
                  <a:lnTo>
                    <a:pt x="2630" y="8696"/>
                  </a:lnTo>
                  <a:lnTo>
                    <a:pt x="2914" y="8769"/>
                  </a:lnTo>
                  <a:lnTo>
                    <a:pt x="3198" y="8824"/>
                  </a:lnTo>
                  <a:lnTo>
                    <a:pt x="3482" y="8870"/>
                  </a:lnTo>
                  <a:lnTo>
                    <a:pt x="3757" y="8897"/>
                  </a:lnTo>
                  <a:lnTo>
                    <a:pt x="4032" y="8916"/>
                  </a:lnTo>
                  <a:lnTo>
                    <a:pt x="4288" y="8925"/>
                  </a:lnTo>
                  <a:lnTo>
                    <a:pt x="4545" y="8925"/>
                  </a:lnTo>
                  <a:lnTo>
                    <a:pt x="4792" y="8916"/>
                  </a:lnTo>
                  <a:lnTo>
                    <a:pt x="5030" y="8897"/>
                  </a:lnTo>
                  <a:lnTo>
                    <a:pt x="5259" y="8870"/>
                  </a:lnTo>
                  <a:lnTo>
                    <a:pt x="5470" y="8842"/>
                  </a:lnTo>
                  <a:lnTo>
                    <a:pt x="5864" y="8778"/>
                  </a:lnTo>
                  <a:lnTo>
                    <a:pt x="6194" y="8705"/>
                  </a:lnTo>
                  <a:lnTo>
                    <a:pt x="6469" y="8632"/>
                  </a:lnTo>
                  <a:lnTo>
                    <a:pt x="6680" y="8568"/>
                  </a:lnTo>
                  <a:lnTo>
                    <a:pt x="6845" y="8503"/>
                  </a:lnTo>
                  <a:lnTo>
                    <a:pt x="6872" y="8687"/>
                  </a:lnTo>
                  <a:lnTo>
                    <a:pt x="6918" y="8897"/>
                  </a:lnTo>
                  <a:lnTo>
                    <a:pt x="6982" y="9172"/>
                  </a:lnTo>
                  <a:lnTo>
                    <a:pt x="7074" y="9502"/>
                  </a:lnTo>
                  <a:lnTo>
                    <a:pt x="7193" y="9878"/>
                  </a:lnTo>
                  <a:lnTo>
                    <a:pt x="7275" y="10079"/>
                  </a:lnTo>
                  <a:lnTo>
                    <a:pt x="7358" y="10290"/>
                  </a:lnTo>
                  <a:lnTo>
                    <a:pt x="7458" y="10510"/>
                  </a:lnTo>
                  <a:lnTo>
                    <a:pt x="7559" y="10730"/>
                  </a:lnTo>
                  <a:lnTo>
                    <a:pt x="7678" y="10959"/>
                  </a:lnTo>
                  <a:lnTo>
                    <a:pt x="7816" y="11188"/>
                  </a:lnTo>
                  <a:lnTo>
                    <a:pt x="7953" y="11417"/>
                  </a:lnTo>
                  <a:lnTo>
                    <a:pt x="8118" y="11646"/>
                  </a:lnTo>
                  <a:lnTo>
                    <a:pt x="8283" y="11875"/>
                  </a:lnTo>
                  <a:lnTo>
                    <a:pt x="8466" y="12095"/>
                  </a:lnTo>
                  <a:lnTo>
                    <a:pt x="8668" y="12315"/>
                  </a:lnTo>
                  <a:lnTo>
                    <a:pt x="8888" y="12535"/>
                  </a:lnTo>
                  <a:lnTo>
                    <a:pt x="9117" y="12746"/>
                  </a:lnTo>
                  <a:lnTo>
                    <a:pt x="9364" y="12947"/>
                  </a:lnTo>
                  <a:lnTo>
                    <a:pt x="9630" y="13140"/>
                  </a:lnTo>
                  <a:lnTo>
                    <a:pt x="9914" y="13323"/>
                  </a:lnTo>
                  <a:lnTo>
                    <a:pt x="10216" y="13497"/>
                  </a:lnTo>
                  <a:lnTo>
                    <a:pt x="10537" y="13653"/>
                  </a:lnTo>
                  <a:lnTo>
                    <a:pt x="10876" y="13799"/>
                  </a:lnTo>
                  <a:lnTo>
                    <a:pt x="11059" y="13863"/>
                  </a:lnTo>
                  <a:lnTo>
                    <a:pt x="11233" y="13927"/>
                  </a:lnTo>
                  <a:lnTo>
                    <a:pt x="11261" y="13827"/>
                  </a:lnTo>
                  <a:lnTo>
                    <a:pt x="11279" y="13717"/>
                  </a:lnTo>
                  <a:lnTo>
                    <a:pt x="11297" y="13561"/>
                  </a:lnTo>
                  <a:lnTo>
                    <a:pt x="11316" y="13378"/>
                  </a:lnTo>
                  <a:lnTo>
                    <a:pt x="11334" y="13167"/>
                  </a:lnTo>
                  <a:lnTo>
                    <a:pt x="11334" y="12920"/>
                  </a:lnTo>
                  <a:lnTo>
                    <a:pt x="11316" y="12654"/>
                  </a:lnTo>
                  <a:lnTo>
                    <a:pt x="11279" y="12370"/>
                  </a:lnTo>
                  <a:lnTo>
                    <a:pt x="11252" y="12223"/>
                  </a:lnTo>
                  <a:lnTo>
                    <a:pt x="11215" y="12077"/>
                  </a:lnTo>
                  <a:lnTo>
                    <a:pt x="11178" y="11921"/>
                  </a:lnTo>
                  <a:lnTo>
                    <a:pt x="11132" y="11765"/>
                  </a:lnTo>
                  <a:lnTo>
                    <a:pt x="11078" y="11609"/>
                  </a:lnTo>
                  <a:lnTo>
                    <a:pt x="11013" y="11454"/>
                  </a:lnTo>
                  <a:lnTo>
                    <a:pt x="10940" y="11298"/>
                  </a:lnTo>
                  <a:lnTo>
                    <a:pt x="10858" y="11133"/>
                  </a:lnTo>
                  <a:lnTo>
                    <a:pt x="10757" y="10977"/>
                  </a:lnTo>
                  <a:lnTo>
                    <a:pt x="10656" y="10821"/>
                  </a:lnTo>
                  <a:lnTo>
                    <a:pt x="10537" y="10666"/>
                  </a:lnTo>
                  <a:lnTo>
                    <a:pt x="10409" y="10510"/>
                  </a:lnTo>
                  <a:lnTo>
                    <a:pt x="10271" y="10354"/>
                  </a:lnTo>
                  <a:lnTo>
                    <a:pt x="10125" y="10208"/>
                  </a:lnTo>
                  <a:lnTo>
                    <a:pt x="10253" y="10318"/>
                  </a:lnTo>
                  <a:lnTo>
                    <a:pt x="10409" y="10437"/>
                  </a:lnTo>
                  <a:lnTo>
                    <a:pt x="10619" y="10592"/>
                  </a:lnTo>
                  <a:lnTo>
                    <a:pt x="10876" y="10757"/>
                  </a:lnTo>
                  <a:lnTo>
                    <a:pt x="11187" y="10941"/>
                  </a:lnTo>
                  <a:lnTo>
                    <a:pt x="11352" y="11023"/>
                  </a:lnTo>
                  <a:lnTo>
                    <a:pt x="11536" y="11115"/>
                  </a:lnTo>
                  <a:lnTo>
                    <a:pt x="11728" y="11197"/>
                  </a:lnTo>
                  <a:lnTo>
                    <a:pt x="11920" y="11270"/>
                  </a:lnTo>
                  <a:lnTo>
                    <a:pt x="12131" y="11344"/>
                  </a:lnTo>
                  <a:lnTo>
                    <a:pt x="12342" y="11408"/>
                  </a:lnTo>
                  <a:lnTo>
                    <a:pt x="12562" y="11463"/>
                  </a:lnTo>
                  <a:lnTo>
                    <a:pt x="12791" y="11499"/>
                  </a:lnTo>
                  <a:lnTo>
                    <a:pt x="13020" y="11536"/>
                  </a:lnTo>
                  <a:lnTo>
                    <a:pt x="13267" y="11554"/>
                  </a:lnTo>
                  <a:lnTo>
                    <a:pt x="13506" y="11554"/>
                  </a:lnTo>
                  <a:lnTo>
                    <a:pt x="13753" y="11545"/>
                  </a:lnTo>
                  <a:lnTo>
                    <a:pt x="14009" y="11518"/>
                  </a:lnTo>
                  <a:lnTo>
                    <a:pt x="14266" y="11463"/>
                  </a:lnTo>
                  <a:lnTo>
                    <a:pt x="14523" y="11399"/>
                  </a:lnTo>
                  <a:lnTo>
                    <a:pt x="14788" y="11307"/>
                  </a:lnTo>
                  <a:lnTo>
                    <a:pt x="15045" y="11197"/>
                  </a:lnTo>
                  <a:lnTo>
                    <a:pt x="15310" y="11060"/>
                  </a:lnTo>
                  <a:lnTo>
                    <a:pt x="15448" y="10977"/>
                  </a:lnTo>
                  <a:lnTo>
                    <a:pt x="15576" y="10895"/>
                  </a:lnTo>
                  <a:lnTo>
                    <a:pt x="15714" y="10803"/>
                  </a:lnTo>
                  <a:lnTo>
                    <a:pt x="15842" y="10702"/>
                  </a:lnTo>
                  <a:lnTo>
                    <a:pt x="15649" y="10473"/>
                  </a:lnTo>
                  <a:lnTo>
                    <a:pt x="15448" y="10263"/>
                  </a:lnTo>
                  <a:lnTo>
                    <a:pt x="15237" y="10061"/>
                  </a:lnTo>
                  <a:lnTo>
                    <a:pt x="15017" y="9869"/>
                  </a:lnTo>
                  <a:lnTo>
                    <a:pt x="14797" y="9704"/>
                  </a:lnTo>
                  <a:lnTo>
                    <a:pt x="14568" y="9539"/>
                  </a:lnTo>
                  <a:lnTo>
                    <a:pt x="14330" y="9392"/>
                  </a:lnTo>
                  <a:lnTo>
                    <a:pt x="14092" y="9255"/>
                  </a:lnTo>
                  <a:lnTo>
                    <a:pt x="13854" y="9136"/>
                  </a:lnTo>
                  <a:lnTo>
                    <a:pt x="13615" y="9017"/>
                  </a:lnTo>
                  <a:lnTo>
                    <a:pt x="13377" y="8916"/>
                  </a:lnTo>
                  <a:lnTo>
                    <a:pt x="13139" y="8824"/>
                  </a:lnTo>
                  <a:lnTo>
                    <a:pt x="12901" y="8742"/>
                  </a:lnTo>
                  <a:lnTo>
                    <a:pt x="12663" y="8668"/>
                  </a:lnTo>
                  <a:lnTo>
                    <a:pt x="12434" y="8604"/>
                  </a:lnTo>
                  <a:lnTo>
                    <a:pt x="12214" y="8549"/>
                  </a:lnTo>
                  <a:lnTo>
                    <a:pt x="11994" y="8494"/>
                  </a:lnTo>
                  <a:lnTo>
                    <a:pt x="11774" y="8448"/>
                  </a:lnTo>
                  <a:lnTo>
                    <a:pt x="11380" y="8384"/>
                  </a:lnTo>
                  <a:lnTo>
                    <a:pt x="11013" y="8339"/>
                  </a:lnTo>
                  <a:lnTo>
                    <a:pt x="10702" y="8311"/>
                  </a:lnTo>
                  <a:lnTo>
                    <a:pt x="10445" y="8293"/>
                  </a:lnTo>
                  <a:lnTo>
                    <a:pt x="10079" y="8293"/>
                  </a:lnTo>
                  <a:lnTo>
                    <a:pt x="10216" y="8265"/>
                  </a:lnTo>
                  <a:lnTo>
                    <a:pt x="10372" y="8229"/>
                  </a:lnTo>
                  <a:lnTo>
                    <a:pt x="10583" y="8174"/>
                  </a:lnTo>
                  <a:lnTo>
                    <a:pt x="10839" y="8091"/>
                  </a:lnTo>
                  <a:lnTo>
                    <a:pt x="11123" y="7981"/>
                  </a:lnTo>
                  <a:lnTo>
                    <a:pt x="11270" y="7908"/>
                  </a:lnTo>
                  <a:lnTo>
                    <a:pt x="11435" y="7835"/>
                  </a:lnTo>
                  <a:lnTo>
                    <a:pt x="11600" y="7743"/>
                  </a:lnTo>
                  <a:lnTo>
                    <a:pt x="11765" y="7642"/>
                  </a:lnTo>
                  <a:lnTo>
                    <a:pt x="11939" y="7532"/>
                  </a:lnTo>
                  <a:lnTo>
                    <a:pt x="12104" y="7413"/>
                  </a:lnTo>
                  <a:lnTo>
                    <a:pt x="12278" y="7285"/>
                  </a:lnTo>
                  <a:lnTo>
                    <a:pt x="12452" y="7138"/>
                  </a:lnTo>
                  <a:lnTo>
                    <a:pt x="12626" y="6982"/>
                  </a:lnTo>
                  <a:lnTo>
                    <a:pt x="12800" y="6808"/>
                  </a:lnTo>
                  <a:lnTo>
                    <a:pt x="12965" y="6625"/>
                  </a:lnTo>
                  <a:lnTo>
                    <a:pt x="13130" y="6424"/>
                  </a:lnTo>
                  <a:lnTo>
                    <a:pt x="13295" y="6204"/>
                  </a:lnTo>
                  <a:lnTo>
                    <a:pt x="13441" y="5975"/>
                  </a:lnTo>
                  <a:lnTo>
                    <a:pt x="13597" y="5727"/>
                  </a:lnTo>
                  <a:lnTo>
                    <a:pt x="13735" y="5462"/>
                  </a:lnTo>
                  <a:lnTo>
                    <a:pt x="13863" y="5178"/>
                  </a:lnTo>
                  <a:lnTo>
                    <a:pt x="13982" y="4875"/>
                  </a:lnTo>
                  <a:lnTo>
                    <a:pt x="14101" y="4554"/>
                  </a:lnTo>
                  <a:lnTo>
                    <a:pt x="14193" y="4215"/>
                  </a:lnTo>
                  <a:lnTo>
                    <a:pt x="14083" y="4170"/>
                  </a:lnTo>
                  <a:lnTo>
                    <a:pt x="13945" y="4115"/>
                  </a:lnTo>
                  <a:lnTo>
                    <a:pt x="13753" y="4060"/>
                  </a:lnTo>
                  <a:lnTo>
                    <a:pt x="13515" y="4014"/>
                  </a:lnTo>
                  <a:lnTo>
                    <a:pt x="13368" y="3996"/>
                  </a:lnTo>
                  <a:lnTo>
                    <a:pt x="13221" y="3986"/>
                  </a:lnTo>
                  <a:lnTo>
                    <a:pt x="13057" y="3977"/>
                  </a:lnTo>
                  <a:lnTo>
                    <a:pt x="12882" y="3977"/>
                  </a:lnTo>
                  <a:lnTo>
                    <a:pt x="12699" y="3986"/>
                  </a:lnTo>
                  <a:lnTo>
                    <a:pt x="12498" y="4005"/>
                  </a:lnTo>
                  <a:lnTo>
                    <a:pt x="12287" y="4032"/>
                  </a:lnTo>
                  <a:lnTo>
                    <a:pt x="12067" y="4078"/>
                  </a:lnTo>
                  <a:lnTo>
                    <a:pt x="11838" y="4133"/>
                  </a:lnTo>
                  <a:lnTo>
                    <a:pt x="11600" y="4197"/>
                  </a:lnTo>
                  <a:lnTo>
                    <a:pt x="11352" y="4280"/>
                  </a:lnTo>
                  <a:lnTo>
                    <a:pt x="11087" y="4390"/>
                  </a:lnTo>
                  <a:lnTo>
                    <a:pt x="10821" y="4509"/>
                  </a:lnTo>
                  <a:lnTo>
                    <a:pt x="10546" y="4646"/>
                  </a:lnTo>
                  <a:lnTo>
                    <a:pt x="10253" y="4802"/>
                  </a:lnTo>
                  <a:lnTo>
                    <a:pt x="9960" y="4985"/>
                  </a:lnTo>
                  <a:lnTo>
                    <a:pt x="9648" y="5187"/>
                  </a:lnTo>
                  <a:lnTo>
                    <a:pt x="9337" y="5416"/>
                  </a:lnTo>
                  <a:lnTo>
                    <a:pt x="9016" y="5672"/>
                  </a:lnTo>
                  <a:lnTo>
                    <a:pt x="8677" y="5947"/>
                  </a:lnTo>
                  <a:lnTo>
                    <a:pt x="8338" y="6259"/>
                  </a:lnTo>
                  <a:lnTo>
                    <a:pt x="7990" y="6589"/>
                  </a:lnTo>
                  <a:lnTo>
                    <a:pt x="7990" y="6589"/>
                  </a:lnTo>
                  <a:lnTo>
                    <a:pt x="8127" y="6130"/>
                  </a:lnTo>
                  <a:lnTo>
                    <a:pt x="8237" y="5681"/>
                  </a:lnTo>
                  <a:lnTo>
                    <a:pt x="8329" y="5260"/>
                  </a:lnTo>
                  <a:lnTo>
                    <a:pt x="8402" y="4857"/>
                  </a:lnTo>
                  <a:lnTo>
                    <a:pt x="8448" y="4472"/>
                  </a:lnTo>
                  <a:lnTo>
                    <a:pt x="8485" y="4106"/>
                  </a:lnTo>
                  <a:lnTo>
                    <a:pt x="8503" y="3757"/>
                  </a:lnTo>
                  <a:lnTo>
                    <a:pt x="8512" y="3428"/>
                  </a:lnTo>
                  <a:lnTo>
                    <a:pt x="8503" y="3116"/>
                  </a:lnTo>
                  <a:lnTo>
                    <a:pt x="8485" y="2823"/>
                  </a:lnTo>
                  <a:lnTo>
                    <a:pt x="8448" y="2548"/>
                  </a:lnTo>
                  <a:lnTo>
                    <a:pt x="8411" y="2282"/>
                  </a:lnTo>
                  <a:lnTo>
                    <a:pt x="8356" y="2035"/>
                  </a:lnTo>
                  <a:lnTo>
                    <a:pt x="8292" y="1815"/>
                  </a:lnTo>
                  <a:lnTo>
                    <a:pt x="8228" y="1595"/>
                  </a:lnTo>
                  <a:lnTo>
                    <a:pt x="8155" y="1403"/>
                  </a:lnTo>
                  <a:lnTo>
                    <a:pt x="8081" y="1219"/>
                  </a:lnTo>
                  <a:lnTo>
                    <a:pt x="7999" y="1045"/>
                  </a:lnTo>
                  <a:lnTo>
                    <a:pt x="7917" y="899"/>
                  </a:lnTo>
                  <a:lnTo>
                    <a:pt x="7834" y="752"/>
                  </a:lnTo>
                  <a:lnTo>
                    <a:pt x="7752" y="624"/>
                  </a:lnTo>
                  <a:lnTo>
                    <a:pt x="7669" y="514"/>
                  </a:lnTo>
                  <a:lnTo>
                    <a:pt x="7513" y="322"/>
                  </a:lnTo>
                  <a:lnTo>
                    <a:pt x="7376" y="175"/>
                  </a:lnTo>
                  <a:lnTo>
                    <a:pt x="7266" y="83"/>
                  </a:lnTo>
                  <a:lnTo>
                    <a:pt x="71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7991673" y="2788221"/>
              <a:ext cx="44045" cy="30532"/>
            </a:xfrm>
            <a:custGeom>
              <a:rect b="b" l="l" r="r" t="t"/>
              <a:pathLst>
                <a:path extrusionOk="0" h="1760" w="2539">
                  <a:moveTo>
                    <a:pt x="312" y="0"/>
                  </a:moveTo>
                  <a:lnTo>
                    <a:pt x="239" y="10"/>
                  </a:lnTo>
                  <a:lnTo>
                    <a:pt x="165" y="28"/>
                  </a:lnTo>
                  <a:lnTo>
                    <a:pt x="111" y="55"/>
                  </a:lnTo>
                  <a:lnTo>
                    <a:pt x="65" y="92"/>
                  </a:lnTo>
                  <a:lnTo>
                    <a:pt x="28" y="138"/>
                  </a:lnTo>
                  <a:lnTo>
                    <a:pt x="10" y="184"/>
                  </a:lnTo>
                  <a:lnTo>
                    <a:pt x="1" y="248"/>
                  </a:lnTo>
                  <a:lnTo>
                    <a:pt x="1" y="303"/>
                  </a:lnTo>
                  <a:lnTo>
                    <a:pt x="19" y="376"/>
                  </a:lnTo>
                  <a:lnTo>
                    <a:pt x="46" y="449"/>
                  </a:lnTo>
                  <a:lnTo>
                    <a:pt x="83" y="523"/>
                  </a:lnTo>
                  <a:lnTo>
                    <a:pt x="138" y="596"/>
                  </a:lnTo>
                  <a:lnTo>
                    <a:pt x="193" y="678"/>
                  </a:lnTo>
                  <a:lnTo>
                    <a:pt x="266" y="761"/>
                  </a:lnTo>
                  <a:lnTo>
                    <a:pt x="349" y="853"/>
                  </a:lnTo>
                  <a:lnTo>
                    <a:pt x="431" y="935"/>
                  </a:lnTo>
                  <a:lnTo>
                    <a:pt x="532" y="1017"/>
                  </a:lnTo>
                  <a:lnTo>
                    <a:pt x="633" y="1100"/>
                  </a:lnTo>
                  <a:lnTo>
                    <a:pt x="752" y="1182"/>
                  </a:lnTo>
                  <a:lnTo>
                    <a:pt x="871" y="1265"/>
                  </a:lnTo>
                  <a:lnTo>
                    <a:pt x="990" y="1347"/>
                  </a:lnTo>
                  <a:lnTo>
                    <a:pt x="1118" y="1421"/>
                  </a:lnTo>
                  <a:lnTo>
                    <a:pt x="1247" y="1485"/>
                  </a:lnTo>
                  <a:lnTo>
                    <a:pt x="1375" y="1540"/>
                  </a:lnTo>
                  <a:lnTo>
                    <a:pt x="1494" y="1595"/>
                  </a:lnTo>
                  <a:lnTo>
                    <a:pt x="1613" y="1641"/>
                  </a:lnTo>
                  <a:lnTo>
                    <a:pt x="1732" y="1677"/>
                  </a:lnTo>
                  <a:lnTo>
                    <a:pt x="1842" y="1714"/>
                  </a:lnTo>
                  <a:lnTo>
                    <a:pt x="1952" y="1732"/>
                  </a:lnTo>
                  <a:lnTo>
                    <a:pt x="2053" y="1750"/>
                  </a:lnTo>
                  <a:lnTo>
                    <a:pt x="2145" y="1760"/>
                  </a:lnTo>
                  <a:lnTo>
                    <a:pt x="2227" y="1750"/>
                  </a:lnTo>
                  <a:lnTo>
                    <a:pt x="2309" y="1741"/>
                  </a:lnTo>
                  <a:lnTo>
                    <a:pt x="2374" y="1732"/>
                  </a:lnTo>
                  <a:lnTo>
                    <a:pt x="2429" y="1705"/>
                  </a:lnTo>
                  <a:lnTo>
                    <a:pt x="2474" y="1668"/>
                  </a:lnTo>
                  <a:lnTo>
                    <a:pt x="2511" y="1622"/>
                  </a:lnTo>
                  <a:lnTo>
                    <a:pt x="2529" y="1567"/>
                  </a:lnTo>
                  <a:lnTo>
                    <a:pt x="2538" y="1512"/>
                  </a:lnTo>
                  <a:lnTo>
                    <a:pt x="2538" y="1448"/>
                  </a:lnTo>
                  <a:lnTo>
                    <a:pt x="2520" y="1384"/>
                  </a:lnTo>
                  <a:lnTo>
                    <a:pt x="2493" y="1311"/>
                  </a:lnTo>
                  <a:lnTo>
                    <a:pt x="2456" y="1237"/>
                  </a:lnTo>
                  <a:lnTo>
                    <a:pt x="2410" y="1155"/>
                  </a:lnTo>
                  <a:lnTo>
                    <a:pt x="2346" y="1072"/>
                  </a:lnTo>
                  <a:lnTo>
                    <a:pt x="2273" y="990"/>
                  </a:lnTo>
                  <a:lnTo>
                    <a:pt x="2199" y="908"/>
                  </a:lnTo>
                  <a:lnTo>
                    <a:pt x="2108" y="825"/>
                  </a:lnTo>
                  <a:lnTo>
                    <a:pt x="2007" y="743"/>
                  </a:lnTo>
                  <a:lnTo>
                    <a:pt x="1906" y="660"/>
                  </a:lnTo>
                  <a:lnTo>
                    <a:pt x="1796" y="578"/>
                  </a:lnTo>
                  <a:lnTo>
                    <a:pt x="1677" y="495"/>
                  </a:lnTo>
                  <a:lnTo>
                    <a:pt x="1549" y="413"/>
                  </a:lnTo>
                  <a:lnTo>
                    <a:pt x="1421" y="339"/>
                  </a:lnTo>
                  <a:lnTo>
                    <a:pt x="1292" y="275"/>
                  </a:lnTo>
                  <a:lnTo>
                    <a:pt x="1164" y="211"/>
                  </a:lnTo>
                  <a:lnTo>
                    <a:pt x="1045" y="165"/>
                  </a:lnTo>
                  <a:lnTo>
                    <a:pt x="926" y="120"/>
                  </a:lnTo>
                  <a:lnTo>
                    <a:pt x="807" y="74"/>
                  </a:lnTo>
                  <a:lnTo>
                    <a:pt x="697" y="46"/>
                  </a:lnTo>
                  <a:lnTo>
                    <a:pt x="587" y="28"/>
                  </a:lnTo>
                  <a:lnTo>
                    <a:pt x="495" y="10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7399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4"/>
            <p:cNvSpPr/>
            <p:nvPr/>
          </p:nvSpPr>
          <p:spPr>
            <a:xfrm>
              <a:off x="7927950" y="2891699"/>
              <a:ext cx="45624" cy="51192"/>
            </a:xfrm>
            <a:custGeom>
              <a:rect b="b" l="l" r="r" t="t"/>
              <a:pathLst>
                <a:path extrusionOk="0" h="2951" w="2630">
                  <a:moveTo>
                    <a:pt x="1521" y="0"/>
                  </a:moveTo>
                  <a:lnTo>
                    <a:pt x="1402" y="18"/>
                  </a:lnTo>
                  <a:lnTo>
                    <a:pt x="1274" y="46"/>
                  </a:lnTo>
                  <a:lnTo>
                    <a:pt x="1145" y="92"/>
                  </a:lnTo>
                  <a:lnTo>
                    <a:pt x="1026" y="138"/>
                  </a:lnTo>
                  <a:lnTo>
                    <a:pt x="898" y="211"/>
                  </a:lnTo>
                  <a:lnTo>
                    <a:pt x="788" y="284"/>
                  </a:lnTo>
                  <a:lnTo>
                    <a:pt x="669" y="376"/>
                  </a:lnTo>
                  <a:lnTo>
                    <a:pt x="559" y="477"/>
                  </a:lnTo>
                  <a:lnTo>
                    <a:pt x="458" y="596"/>
                  </a:lnTo>
                  <a:lnTo>
                    <a:pt x="367" y="715"/>
                  </a:lnTo>
                  <a:lnTo>
                    <a:pt x="275" y="852"/>
                  </a:lnTo>
                  <a:lnTo>
                    <a:pt x="202" y="990"/>
                  </a:lnTo>
                  <a:lnTo>
                    <a:pt x="138" y="1136"/>
                  </a:lnTo>
                  <a:lnTo>
                    <a:pt x="83" y="1274"/>
                  </a:lnTo>
                  <a:lnTo>
                    <a:pt x="46" y="1420"/>
                  </a:lnTo>
                  <a:lnTo>
                    <a:pt x="18" y="1567"/>
                  </a:lnTo>
                  <a:lnTo>
                    <a:pt x="9" y="1704"/>
                  </a:lnTo>
                  <a:lnTo>
                    <a:pt x="0" y="1842"/>
                  </a:lnTo>
                  <a:lnTo>
                    <a:pt x="9" y="1979"/>
                  </a:lnTo>
                  <a:lnTo>
                    <a:pt x="37" y="2107"/>
                  </a:lnTo>
                  <a:lnTo>
                    <a:pt x="73" y="2236"/>
                  </a:lnTo>
                  <a:lnTo>
                    <a:pt x="110" y="2355"/>
                  </a:lnTo>
                  <a:lnTo>
                    <a:pt x="174" y="2465"/>
                  </a:lnTo>
                  <a:lnTo>
                    <a:pt x="238" y="2566"/>
                  </a:lnTo>
                  <a:lnTo>
                    <a:pt x="321" y="2657"/>
                  </a:lnTo>
                  <a:lnTo>
                    <a:pt x="412" y="2740"/>
                  </a:lnTo>
                  <a:lnTo>
                    <a:pt x="513" y="2813"/>
                  </a:lnTo>
                  <a:lnTo>
                    <a:pt x="623" y="2868"/>
                  </a:lnTo>
                  <a:lnTo>
                    <a:pt x="742" y="2905"/>
                  </a:lnTo>
                  <a:lnTo>
                    <a:pt x="861" y="2932"/>
                  </a:lnTo>
                  <a:lnTo>
                    <a:pt x="981" y="2950"/>
                  </a:lnTo>
                  <a:lnTo>
                    <a:pt x="1100" y="2941"/>
                  </a:lnTo>
                  <a:lnTo>
                    <a:pt x="1228" y="2932"/>
                  </a:lnTo>
                  <a:lnTo>
                    <a:pt x="1356" y="2905"/>
                  </a:lnTo>
                  <a:lnTo>
                    <a:pt x="1484" y="2859"/>
                  </a:lnTo>
                  <a:lnTo>
                    <a:pt x="1604" y="2804"/>
                  </a:lnTo>
                  <a:lnTo>
                    <a:pt x="1723" y="2740"/>
                  </a:lnTo>
                  <a:lnTo>
                    <a:pt x="1842" y="2657"/>
                  </a:lnTo>
                  <a:lnTo>
                    <a:pt x="1961" y="2566"/>
                  </a:lnTo>
                  <a:lnTo>
                    <a:pt x="2071" y="2465"/>
                  </a:lnTo>
                  <a:lnTo>
                    <a:pt x="2172" y="2355"/>
                  </a:lnTo>
                  <a:lnTo>
                    <a:pt x="2263" y="2227"/>
                  </a:lnTo>
                  <a:lnTo>
                    <a:pt x="2355" y="2098"/>
                  </a:lnTo>
                  <a:lnTo>
                    <a:pt x="2428" y="1952"/>
                  </a:lnTo>
                  <a:lnTo>
                    <a:pt x="2492" y="1814"/>
                  </a:lnTo>
                  <a:lnTo>
                    <a:pt x="2547" y="1668"/>
                  </a:lnTo>
                  <a:lnTo>
                    <a:pt x="2584" y="1530"/>
                  </a:lnTo>
                  <a:lnTo>
                    <a:pt x="2611" y="1384"/>
                  </a:lnTo>
                  <a:lnTo>
                    <a:pt x="2621" y="1237"/>
                  </a:lnTo>
                  <a:lnTo>
                    <a:pt x="2630" y="1100"/>
                  </a:lnTo>
                  <a:lnTo>
                    <a:pt x="2611" y="971"/>
                  </a:lnTo>
                  <a:lnTo>
                    <a:pt x="2593" y="834"/>
                  </a:lnTo>
                  <a:lnTo>
                    <a:pt x="2556" y="715"/>
                  </a:lnTo>
                  <a:lnTo>
                    <a:pt x="2511" y="596"/>
                  </a:lnTo>
                  <a:lnTo>
                    <a:pt x="2456" y="486"/>
                  </a:lnTo>
                  <a:lnTo>
                    <a:pt x="2391" y="385"/>
                  </a:lnTo>
                  <a:lnTo>
                    <a:pt x="2309" y="284"/>
                  </a:lnTo>
                  <a:lnTo>
                    <a:pt x="2217" y="202"/>
                  </a:lnTo>
                  <a:lnTo>
                    <a:pt x="2117" y="138"/>
                  </a:lnTo>
                  <a:lnTo>
                    <a:pt x="2007" y="83"/>
                  </a:lnTo>
                  <a:lnTo>
                    <a:pt x="1888" y="37"/>
                  </a:lnTo>
                  <a:lnTo>
                    <a:pt x="1768" y="9"/>
                  </a:lnTo>
                  <a:lnTo>
                    <a:pt x="16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7810166" y="3079399"/>
              <a:ext cx="45468" cy="51192"/>
            </a:xfrm>
            <a:custGeom>
              <a:rect b="b" l="l" r="r" t="t"/>
              <a:pathLst>
                <a:path extrusionOk="0" h="2951" w="2621">
                  <a:moveTo>
                    <a:pt x="1521" y="1"/>
                  </a:moveTo>
                  <a:lnTo>
                    <a:pt x="1393" y="19"/>
                  </a:lnTo>
                  <a:lnTo>
                    <a:pt x="1274" y="47"/>
                  </a:lnTo>
                  <a:lnTo>
                    <a:pt x="1146" y="92"/>
                  </a:lnTo>
                  <a:lnTo>
                    <a:pt x="1026" y="147"/>
                  </a:lnTo>
                  <a:lnTo>
                    <a:pt x="898" y="211"/>
                  </a:lnTo>
                  <a:lnTo>
                    <a:pt x="779" y="294"/>
                  </a:lnTo>
                  <a:lnTo>
                    <a:pt x="669" y="376"/>
                  </a:lnTo>
                  <a:lnTo>
                    <a:pt x="559" y="486"/>
                  </a:lnTo>
                  <a:lnTo>
                    <a:pt x="458" y="596"/>
                  </a:lnTo>
                  <a:lnTo>
                    <a:pt x="367" y="715"/>
                  </a:lnTo>
                  <a:lnTo>
                    <a:pt x="275" y="853"/>
                  </a:lnTo>
                  <a:lnTo>
                    <a:pt x="202" y="990"/>
                  </a:lnTo>
                  <a:lnTo>
                    <a:pt x="138" y="1137"/>
                  </a:lnTo>
                  <a:lnTo>
                    <a:pt x="83" y="1274"/>
                  </a:lnTo>
                  <a:lnTo>
                    <a:pt x="46" y="1421"/>
                  </a:lnTo>
                  <a:lnTo>
                    <a:pt x="19" y="1567"/>
                  </a:lnTo>
                  <a:lnTo>
                    <a:pt x="0" y="1705"/>
                  </a:lnTo>
                  <a:lnTo>
                    <a:pt x="0" y="1842"/>
                  </a:lnTo>
                  <a:lnTo>
                    <a:pt x="9" y="1980"/>
                  </a:lnTo>
                  <a:lnTo>
                    <a:pt x="37" y="2108"/>
                  </a:lnTo>
                  <a:lnTo>
                    <a:pt x="64" y="2236"/>
                  </a:lnTo>
                  <a:lnTo>
                    <a:pt x="110" y="2355"/>
                  </a:lnTo>
                  <a:lnTo>
                    <a:pt x="165" y="2465"/>
                  </a:lnTo>
                  <a:lnTo>
                    <a:pt x="238" y="2566"/>
                  </a:lnTo>
                  <a:lnTo>
                    <a:pt x="321" y="2658"/>
                  </a:lnTo>
                  <a:lnTo>
                    <a:pt x="413" y="2740"/>
                  </a:lnTo>
                  <a:lnTo>
                    <a:pt x="513" y="2814"/>
                  </a:lnTo>
                  <a:lnTo>
                    <a:pt x="623" y="2869"/>
                  </a:lnTo>
                  <a:lnTo>
                    <a:pt x="733" y="2914"/>
                  </a:lnTo>
                  <a:lnTo>
                    <a:pt x="852" y="2933"/>
                  </a:lnTo>
                  <a:lnTo>
                    <a:pt x="981" y="2951"/>
                  </a:lnTo>
                  <a:lnTo>
                    <a:pt x="1100" y="2951"/>
                  </a:lnTo>
                  <a:lnTo>
                    <a:pt x="1228" y="2933"/>
                  </a:lnTo>
                  <a:lnTo>
                    <a:pt x="1356" y="2905"/>
                  </a:lnTo>
                  <a:lnTo>
                    <a:pt x="1475" y="2859"/>
                  </a:lnTo>
                  <a:lnTo>
                    <a:pt x="1604" y="2804"/>
                  </a:lnTo>
                  <a:lnTo>
                    <a:pt x="1723" y="2740"/>
                  </a:lnTo>
                  <a:lnTo>
                    <a:pt x="1842" y="2658"/>
                  </a:lnTo>
                  <a:lnTo>
                    <a:pt x="1961" y="2566"/>
                  </a:lnTo>
                  <a:lnTo>
                    <a:pt x="2062" y="2465"/>
                  </a:lnTo>
                  <a:lnTo>
                    <a:pt x="2172" y="2355"/>
                  </a:lnTo>
                  <a:lnTo>
                    <a:pt x="2263" y="2227"/>
                  </a:lnTo>
                  <a:lnTo>
                    <a:pt x="2346" y="2099"/>
                  </a:lnTo>
                  <a:lnTo>
                    <a:pt x="2428" y="1952"/>
                  </a:lnTo>
                  <a:lnTo>
                    <a:pt x="2492" y="1815"/>
                  </a:lnTo>
                  <a:lnTo>
                    <a:pt x="2538" y="1668"/>
                  </a:lnTo>
                  <a:lnTo>
                    <a:pt x="2584" y="1531"/>
                  </a:lnTo>
                  <a:lnTo>
                    <a:pt x="2612" y="1384"/>
                  </a:lnTo>
                  <a:lnTo>
                    <a:pt x="2621" y="1247"/>
                  </a:lnTo>
                  <a:lnTo>
                    <a:pt x="2621" y="1100"/>
                  </a:lnTo>
                  <a:lnTo>
                    <a:pt x="2612" y="972"/>
                  </a:lnTo>
                  <a:lnTo>
                    <a:pt x="2593" y="835"/>
                  </a:lnTo>
                  <a:lnTo>
                    <a:pt x="2557" y="715"/>
                  </a:lnTo>
                  <a:lnTo>
                    <a:pt x="2511" y="596"/>
                  </a:lnTo>
                  <a:lnTo>
                    <a:pt x="2456" y="486"/>
                  </a:lnTo>
                  <a:lnTo>
                    <a:pt x="2382" y="386"/>
                  </a:lnTo>
                  <a:lnTo>
                    <a:pt x="2309" y="294"/>
                  </a:lnTo>
                  <a:lnTo>
                    <a:pt x="2218" y="211"/>
                  </a:lnTo>
                  <a:lnTo>
                    <a:pt x="2117" y="138"/>
                  </a:lnTo>
                  <a:lnTo>
                    <a:pt x="2007" y="83"/>
                  </a:lnTo>
                  <a:lnTo>
                    <a:pt x="1888" y="37"/>
                  </a:lnTo>
                  <a:lnTo>
                    <a:pt x="1769" y="10"/>
                  </a:lnTo>
                  <a:lnTo>
                    <a:pt x="1649" y="1"/>
                  </a:lnTo>
                  <a:close/>
                </a:path>
              </a:pathLst>
            </a:custGeom>
            <a:solidFill>
              <a:srgbClr val="FF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7817325" y="2940810"/>
              <a:ext cx="45468" cy="51192"/>
            </a:xfrm>
            <a:custGeom>
              <a:rect b="b" l="l" r="r" t="t"/>
              <a:pathLst>
                <a:path extrusionOk="0" h="2951" w="2621">
                  <a:moveTo>
                    <a:pt x="1521" y="0"/>
                  </a:moveTo>
                  <a:lnTo>
                    <a:pt x="1393" y="19"/>
                  </a:lnTo>
                  <a:lnTo>
                    <a:pt x="1274" y="46"/>
                  </a:lnTo>
                  <a:lnTo>
                    <a:pt x="1146" y="83"/>
                  </a:lnTo>
                  <a:lnTo>
                    <a:pt x="1017" y="138"/>
                  </a:lnTo>
                  <a:lnTo>
                    <a:pt x="898" y="211"/>
                  </a:lnTo>
                  <a:lnTo>
                    <a:pt x="779" y="284"/>
                  </a:lnTo>
                  <a:lnTo>
                    <a:pt x="669" y="376"/>
                  </a:lnTo>
                  <a:lnTo>
                    <a:pt x="559" y="477"/>
                  </a:lnTo>
                  <a:lnTo>
                    <a:pt x="458" y="596"/>
                  </a:lnTo>
                  <a:lnTo>
                    <a:pt x="358" y="715"/>
                  </a:lnTo>
                  <a:lnTo>
                    <a:pt x="275" y="852"/>
                  </a:lnTo>
                  <a:lnTo>
                    <a:pt x="193" y="990"/>
                  </a:lnTo>
                  <a:lnTo>
                    <a:pt x="128" y="1136"/>
                  </a:lnTo>
                  <a:lnTo>
                    <a:pt x="83" y="1274"/>
                  </a:lnTo>
                  <a:lnTo>
                    <a:pt x="46" y="1420"/>
                  </a:lnTo>
                  <a:lnTo>
                    <a:pt x="19" y="1567"/>
                  </a:lnTo>
                  <a:lnTo>
                    <a:pt x="0" y="1704"/>
                  </a:lnTo>
                  <a:lnTo>
                    <a:pt x="0" y="1842"/>
                  </a:lnTo>
                  <a:lnTo>
                    <a:pt x="9" y="1979"/>
                  </a:lnTo>
                  <a:lnTo>
                    <a:pt x="28" y="2108"/>
                  </a:lnTo>
                  <a:lnTo>
                    <a:pt x="64" y="2236"/>
                  </a:lnTo>
                  <a:lnTo>
                    <a:pt x="110" y="2355"/>
                  </a:lnTo>
                  <a:lnTo>
                    <a:pt x="165" y="2465"/>
                  </a:lnTo>
                  <a:lnTo>
                    <a:pt x="238" y="2566"/>
                  </a:lnTo>
                  <a:lnTo>
                    <a:pt x="321" y="2657"/>
                  </a:lnTo>
                  <a:lnTo>
                    <a:pt x="403" y="2740"/>
                  </a:lnTo>
                  <a:lnTo>
                    <a:pt x="513" y="2813"/>
                  </a:lnTo>
                  <a:lnTo>
                    <a:pt x="623" y="2868"/>
                  </a:lnTo>
                  <a:lnTo>
                    <a:pt x="733" y="2905"/>
                  </a:lnTo>
                  <a:lnTo>
                    <a:pt x="852" y="2932"/>
                  </a:lnTo>
                  <a:lnTo>
                    <a:pt x="981" y="2950"/>
                  </a:lnTo>
                  <a:lnTo>
                    <a:pt x="1100" y="2941"/>
                  </a:lnTo>
                  <a:lnTo>
                    <a:pt x="1228" y="2932"/>
                  </a:lnTo>
                  <a:lnTo>
                    <a:pt x="1356" y="2896"/>
                  </a:lnTo>
                  <a:lnTo>
                    <a:pt x="1475" y="2859"/>
                  </a:lnTo>
                  <a:lnTo>
                    <a:pt x="1604" y="2804"/>
                  </a:lnTo>
                  <a:lnTo>
                    <a:pt x="1723" y="2740"/>
                  </a:lnTo>
                  <a:lnTo>
                    <a:pt x="1842" y="2657"/>
                  </a:lnTo>
                  <a:lnTo>
                    <a:pt x="1952" y="2566"/>
                  </a:lnTo>
                  <a:lnTo>
                    <a:pt x="2062" y="2465"/>
                  </a:lnTo>
                  <a:lnTo>
                    <a:pt x="2163" y="2355"/>
                  </a:lnTo>
                  <a:lnTo>
                    <a:pt x="2263" y="2227"/>
                  </a:lnTo>
                  <a:lnTo>
                    <a:pt x="2346" y="2098"/>
                  </a:lnTo>
                  <a:lnTo>
                    <a:pt x="2428" y="1952"/>
                  </a:lnTo>
                  <a:lnTo>
                    <a:pt x="2492" y="1814"/>
                  </a:lnTo>
                  <a:lnTo>
                    <a:pt x="2538" y="1668"/>
                  </a:lnTo>
                  <a:lnTo>
                    <a:pt x="2575" y="1521"/>
                  </a:lnTo>
                  <a:lnTo>
                    <a:pt x="2602" y="1384"/>
                  </a:lnTo>
                  <a:lnTo>
                    <a:pt x="2621" y="1237"/>
                  </a:lnTo>
                  <a:lnTo>
                    <a:pt x="2621" y="1100"/>
                  </a:lnTo>
                  <a:lnTo>
                    <a:pt x="2611" y="962"/>
                  </a:lnTo>
                  <a:lnTo>
                    <a:pt x="2593" y="834"/>
                  </a:lnTo>
                  <a:lnTo>
                    <a:pt x="2556" y="715"/>
                  </a:lnTo>
                  <a:lnTo>
                    <a:pt x="2511" y="596"/>
                  </a:lnTo>
                  <a:lnTo>
                    <a:pt x="2456" y="486"/>
                  </a:lnTo>
                  <a:lnTo>
                    <a:pt x="2382" y="376"/>
                  </a:lnTo>
                  <a:lnTo>
                    <a:pt x="2309" y="284"/>
                  </a:lnTo>
                  <a:lnTo>
                    <a:pt x="2217" y="202"/>
                  </a:lnTo>
                  <a:lnTo>
                    <a:pt x="2117" y="138"/>
                  </a:lnTo>
                  <a:lnTo>
                    <a:pt x="2007" y="74"/>
                  </a:lnTo>
                  <a:lnTo>
                    <a:pt x="1888" y="37"/>
                  </a:lnTo>
                  <a:lnTo>
                    <a:pt x="1769" y="9"/>
                  </a:lnTo>
                  <a:lnTo>
                    <a:pt x="16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7798572" y="2834799"/>
              <a:ext cx="48174" cy="48486"/>
            </a:xfrm>
            <a:custGeom>
              <a:rect b="b" l="l" r="r" t="t"/>
              <a:pathLst>
                <a:path extrusionOk="0" h="2795" w="2777">
                  <a:moveTo>
                    <a:pt x="1677" y="0"/>
                  </a:moveTo>
                  <a:lnTo>
                    <a:pt x="1549" y="9"/>
                  </a:lnTo>
                  <a:lnTo>
                    <a:pt x="1411" y="37"/>
                  </a:lnTo>
                  <a:lnTo>
                    <a:pt x="1283" y="73"/>
                  </a:lnTo>
                  <a:lnTo>
                    <a:pt x="1145" y="119"/>
                  </a:lnTo>
                  <a:lnTo>
                    <a:pt x="1017" y="183"/>
                  </a:lnTo>
                  <a:lnTo>
                    <a:pt x="889" y="257"/>
                  </a:lnTo>
                  <a:lnTo>
                    <a:pt x="761" y="339"/>
                  </a:lnTo>
                  <a:lnTo>
                    <a:pt x="641" y="440"/>
                  </a:lnTo>
                  <a:lnTo>
                    <a:pt x="522" y="550"/>
                  </a:lnTo>
                  <a:lnTo>
                    <a:pt x="412" y="669"/>
                  </a:lnTo>
                  <a:lnTo>
                    <a:pt x="321" y="788"/>
                  </a:lnTo>
                  <a:lnTo>
                    <a:pt x="238" y="916"/>
                  </a:lnTo>
                  <a:lnTo>
                    <a:pt x="165" y="1054"/>
                  </a:lnTo>
                  <a:lnTo>
                    <a:pt x="110" y="1182"/>
                  </a:lnTo>
                  <a:lnTo>
                    <a:pt x="64" y="1319"/>
                  </a:lnTo>
                  <a:lnTo>
                    <a:pt x="28" y="1448"/>
                  </a:lnTo>
                  <a:lnTo>
                    <a:pt x="9" y="1585"/>
                  </a:lnTo>
                  <a:lnTo>
                    <a:pt x="0" y="1713"/>
                  </a:lnTo>
                  <a:lnTo>
                    <a:pt x="0" y="1851"/>
                  </a:lnTo>
                  <a:lnTo>
                    <a:pt x="18" y="1970"/>
                  </a:lnTo>
                  <a:lnTo>
                    <a:pt x="46" y="2089"/>
                  </a:lnTo>
                  <a:lnTo>
                    <a:pt x="92" y="2208"/>
                  </a:lnTo>
                  <a:lnTo>
                    <a:pt x="147" y="2318"/>
                  </a:lnTo>
                  <a:lnTo>
                    <a:pt x="211" y="2419"/>
                  </a:lnTo>
                  <a:lnTo>
                    <a:pt x="293" y="2510"/>
                  </a:lnTo>
                  <a:lnTo>
                    <a:pt x="394" y="2593"/>
                  </a:lnTo>
                  <a:lnTo>
                    <a:pt x="495" y="2657"/>
                  </a:lnTo>
                  <a:lnTo>
                    <a:pt x="605" y="2712"/>
                  </a:lnTo>
                  <a:lnTo>
                    <a:pt x="715" y="2749"/>
                  </a:lnTo>
                  <a:lnTo>
                    <a:pt x="843" y="2776"/>
                  </a:lnTo>
                  <a:lnTo>
                    <a:pt x="962" y="2795"/>
                  </a:lnTo>
                  <a:lnTo>
                    <a:pt x="1100" y="2795"/>
                  </a:lnTo>
                  <a:lnTo>
                    <a:pt x="1228" y="2785"/>
                  </a:lnTo>
                  <a:lnTo>
                    <a:pt x="1365" y="2758"/>
                  </a:lnTo>
                  <a:lnTo>
                    <a:pt x="1494" y="2721"/>
                  </a:lnTo>
                  <a:lnTo>
                    <a:pt x="1631" y="2675"/>
                  </a:lnTo>
                  <a:lnTo>
                    <a:pt x="1759" y="2611"/>
                  </a:lnTo>
                  <a:lnTo>
                    <a:pt x="1888" y="2538"/>
                  </a:lnTo>
                  <a:lnTo>
                    <a:pt x="2016" y="2446"/>
                  </a:lnTo>
                  <a:lnTo>
                    <a:pt x="2135" y="2355"/>
                  </a:lnTo>
                  <a:lnTo>
                    <a:pt x="2254" y="2245"/>
                  </a:lnTo>
                  <a:lnTo>
                    <a:pt x="2364" y="2126"/>
                  </a:lnTo>
                  <a:lnTo>
                    <a:pt x="2456" y="1997"/>
                  </a:lnTo>
                  <a:lnTo>
                    <a:pt x="2538" y="1869"/>
                  </a:lnTo>
                  <a:lnTo>
                    <a:pt x="2611" y="1741"/>
                  </a:lnTo>
                  <a:lnTo>
                    <a:pt x="2666" y="1613"/>
                  </a:lnTo>
                  <a:lnTo>
                    <a:pt x="2712" y="1475"/>
                  </a:lnTo>
                  <a:lnTo>
                    <a:pt x="2749" y="1338"/>
                  </a:lnTo>
                  <a:lnTo>
                    <a:pt x="2767" y="1209"/>
                  </a:lnTo>
                  <a:lnTo>
                    <a:pt x="2776" y="1072"/>
                  </a:lnTo>
                  <a:lnTo>
                    <a:pt x="2776" y="944"/>
                  </a:lnTo>
                  <a:lnTo>
                    <a:pt x="2758" y="825"/>
                  </a:lnTo>
                  <a:lnTo>
                    <a:pt x="2730" y="696"/>
                  </a:lnTo>
                  <a:lnTo>
                    <a:pt x="2685" y="586"/>
                  </a:lnTo>
                  <a:lnTo>
                    <a:pt x="2630" y="476"/>
                  </a:lnTo>
                  <a:lnTo>
                    <a:pt x="2566" y="376"/>
                  </a:lnTo>
                  <a:lnTo>
                    <a:pt x="2483" y="284"/>
                  </a:lnTo>
                  <a:lnTo>
                    <a:pt x="2382" y="202"/>
                  </a:lnTo>
                  <a:lnTo>
                    <a:pt x="2281" y="137"/>
                  </a:lnTo>
                  <a:lnTo>
                    <a:pt x="2172" y="82"/>
                  </a:lnTo>
                  <a:lnTo>
                    <a:pt x="2062" y="37"/>
                  </a:lnTo>
                  <a:lnTo>
                    <a:pt x="1933" y="9"/>
                  </a:lnTo>
                  <a:lnTo>
                    <a:pt x="18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4"/>
            <p:cNvSpPr/>
            <p:nvPr/>
          </p:nvSpPr>
          <p:spPr>
            <a:xfrm>
              <a:off x="7717826" y="2962737"/>
              <a:ext cx="42605" cy="53586"/>
            </a:xfrm>
            <a:custGeom>
              <a:rect b="b" l="l" r="r" t="t"/>
              <a:pathLst>
                <a:path extrusionOk="0" h="3089" w="2456">
                  <a:moveTo>
                    <a:pt x="1292" y="1"/>
                  </a:moveTo>
                  <a:lnTo>
                    <a:pt x="1164" y="19"/>
                  </a:lnTo>
                  <a:lnTo>
                    <a:pt x="1045" y="46"/>
                  </a:lnTo>
                  <a:lnTo>
                    <a:pt x="935" y="92"/>
                  </a:lnTo>
                  <a:lnTo>
                    <a:pt x="815" y="147"/>
                  </a:lnTo>
                  <a:lnTo>
                    <a:pt x="706" y="211"/>
                  </a:lnTo>
                  <a:lnTo>
                    <a:pt x="605" y="294"/>
                  </a:lnTo>
                  <a:lnTo>
                    <a:pt x="504" y="395"/>
                  </a:lnTo>
                  <a:lnTo>
                    <a:pt x="412" y="495"/>
                  </a:lnTo>
                  <a:lnTo>
                    <a:pt x="330" y="605"/>
                  </a:lnTo>
                  <a:lnTo>
                    <a:pt x="257" y="734"/>
                  </a:lnTo>
                  <a:lnTo>
                    <a:pt x="183" y="862"/>
                  </a:lnTo>
                  <a:lnTo>
                    <a:pt x="128" y="1008"/>
                  </a:lnTo>
                  <a:lnTo>
                    <a:pt x="82" y="1155"/>
                  </a:lnTo>
                  <a:lnTo>
                    <a:pt x="46" y="1311"/>
                  </a:lnTo>
                  <a:lnTo>
                    <a:pt x="18" y="1467"/>
                  </a:lnTo>
                  <a:lnTo>
                    <a:pt x="0" y="1622"/>
                  </a:lnTo>
                  <a:lnTo>
                    <a:pt x="0" y="1778"/>
                  </a:lnTo>
                  <a:lnTo>
                    <a:pt x="18" y="1925"/>
                  </a:lnTo>
                  <a:lnTo>
                    <a:pt x="37" y="2062"/>
                  </a:lnTo>
                  <a:lnTo>
                    <a:pt x="73" y="2209"/>
                  </a:lnTo>
                  <a:lnTo>
                    <a:pt x="119" y="2337"/>
                  </a:lnTo>
                  <a:lnTo>
                    <a:pt x="174" y="2456"/>
                  </a:lnTo>
                  <a:lnTo>
                    <a:pt x="238" y="2575"/>
                  </a:lnTo>
                  <a:lnTo>
                    <a:pt x="312" y="2685"/>
                  </a:lnTo>
                  <a:lnTo>
                    <a:pt x="394" y="2777"/>
                  </a:lnTo>
                  <a:lnTo>
                    <a:pt x="486" y="2859"/>
                  </a:lnTo>
                  <a:lnTo>
                    <a:pt x="586" y="2933"/>
                  </a:lnTo>
                  <a:lnTo>
                    <a:pt x="687" y="2997"/>
                  </a:lnTo>
                  <a:lnTo>
                    <a:pt x="806" y="3043"/>
                  </a:lnTo>
                  <a:lnTo>
                    <a:pt x="925" y="3079"/>
                  </a:lnTo>
                  <a:lnTo>
                    <a:pt x="1045" y="3088"/>
                  </a:lnTo>
                  <a:lnTo>
                    <a:pt x="1164" y="3088"/>
                  </a:lnTo>
                  <a:lnTo>
                    <a:pt x="1292" y="3079"/>
                  </a:lnTo>
                  <a:lnTo>
                    <a:pt x="1411" y="3052"/>
                  </a:lnTo>
                  <a:lnTo>
                    <a:pt x="1521" y="3006"/>
                  </a:lnTo>
                  <a:lnTo>
                    <a:pt x="1640" y="2951"/>
                  </a:lnTo>
                  <a:lnTo>
                    <a:pt x="1750" y="2878"/>
                  </a:lnTo>
                  <a:lnTo>
                    <a:pt x="1851" y="2795"/>
                  </a:lnTo>
                  <a:lnTo>
                    <a:pt x="1952" y="2704"/>
                  </a:lnTo>
                  <a:lnTo>
                    <a:pt x="2043" y="2603"/>
                  </a:lnTo>
                  <a:lnTo>
                    <a:pt x="2126" y="2484"/>
                  </a:lnTo>
                  <a:lnTo>
                    <a:pt x="2199" y="2365"/>
                  </a:lnTo>
                  <a:lnTo>
                    <a:pt x="2272" y="2227"/>
                  </a:lnTo>
                  <a:lnTo>
                    <a:pt x="2327" y="2090"/>
                  </a:lnTo>
                  <a:lnTo>
                    <a:pt x="2373" y="1943"/>
                  </a:lnTo>
                  <a:lnTo>
                    <a:pt x="2410" y="1787"/>
                  </a:lnTo>
                  <a:lnTo>
                    <a:pt x="2437" y="1622"/>
                  </a:lnTo>
                  <a:lnTo>
                    <a:pt x="2456" y="1467"/>
                  </a:lnTo>
                  <a:lnTo>
                    <a:pt x="2456" y="1320"/>
                  </a:lnTo>
                  <a:lnTo>
                    <a:pt x="2437" y="1173"/>
                  </a:lnTo>
                  <a:lnTo>
                    <a:pt x="2419" y="1027"/>
                  </a:lnTo>
                  <a:lnTo>
                    <a:pt x="2382" y="889"/>
                  </a:lnTo>
                  <a:lnTo>
                    <a:pt x="2336" y="761"/>
                  </a:lnTo>
                  <a:lnTo>
                    <a:pt x="2281" y="633"/>
                  </a:lnTo>
                  <a:lnTo>
                    <a:pt x="2217" y="514"/>
                  </a:lnTo>
                  <a:lnTo>
                    <a:pt x="2144" y="413"/>
                  </a:lnTo>
                  <a:lnTo>
                    <a:pt x="2062" y="312"/>
                  </a:lnTo>
                  <a:lnTo>
                    <a:pt x="1970" y="230"/>
                  </a:lnTo>
                  <a:lnTo>
                    <a:pt x="1869" y="156"/>
                  </a:lnTo>
                  <a:lnTo>
                    <a:pt x="1768" y="92"/>
                  </a:lnTo>
                  <a:lnTo>
                    <a:pt x="1649" y="46"/>
                  </a:lnTo>
                  <a:lnTo>
                    <a:pt x="1530" y="19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4"/>
            <p:cNvSpPr/>
            <p:nvPr/>
          </p:nvSpPr>
          <p:spPr>
            <a:xfrm>
              <a:off x="7722746" y="3099748"/>
              <a:ext cx="42467" cy="53586"/>
            </a:xfrm>
            <a:custGeom>
              <a:rect b="b" l="l" r="r" t="t"/>
              <a:pathLst>
                <a:path extrusionOk="0" h="3089" w="2448">
                  <a:moveTo>
                    <a:pt x="1283" y="1"/>
                  </a:moveTo>
                  <a:lnTo>
                    <a:pt x="1164" y="10"/>
                  </a:lnTo>
                  <a:lnTo>
                    <a:pt x="1045" y="46"/>
                  </a:lnTo>
                  <a:lnTo>
                    <a:pt x="926" y="83"/>
                  </a:lnTo>
                  <a:lnTo>
                    <a:pt x="816" y="147"/>
                  </a:lnTo>
                  <a:lnTo>
                    <a:pt x="706" y="211"/>
                  </a:lnTo>
                  <a:lnTo>
                    <a:pt x="605" y="294"/>
                  </a:lnTo>
                  <a:lnTo>
                    <a:pt x="505" y="385"/>
                  </a:lnTo>
                  <a:lnTo>
                    <a:pt x="413" y="495"/>
                  </a:lnTo>
                  <a:lnTo>
                    <a:pt x="331" y="605"/>
                  </a:lnTo>
                  <a:lnTo>
                    <a:pt x="248" y="733"/>
                  </a:lnTo>
                  <a:lnTo>
                    <a:pt x="184" y="862"/>
                  </a:lnTo>
                  <a:lnTo>
                    <a:pt x="129" y="999"/>
                  </a:lnTo>
                  <a:lnTo>
                    <a:pt x="74" y="1155"/>
                  </a:lnTo>
                  <a:lnTo>
                    <a:pt x="37" y="1311"/>
                  </a:lnTo>
                  <a:lnTo>
                    <a:pt x="19" y="1466"/>
                  </a:lnTo>
                  <a:lnTo>
                    <a:pt x="1" y="1622"/>
                  </a:lnTo>
                  <a:lnTo>
                    <a:pt x="1" y="1769"/>
                  </a:lnTo>
                  <a:lnTo>
                    <a:pt x="10" y="1925"/>
                  </a:lnTo>
                  <a:lnTo>
                    <a:pt x="37" y="2062"/>
                  </a:lnTo>
                  <a:lnTo>
                    <a:pt x="74" y="2199"/>
                  </a:lnTo>
                  <a:lnTo>
                    <a:pt x="120" y="2337"/>
                  </a:lnTo>
                  <a:lnTo>
                    <a:pt x="175" y="2456"/>
                  </a:lnTo>
                  <a:lnTo>
                    <a:pt x="239" y="2575"/>
                  </a:lnTo>
                  <a:lnTo>
                    <a:pt x="312" y="2676"/>
                  </a:lnTo>
                  <a:lnTo>
                    <a:pt x="395" y="2777"/>
                  </a:lnTo>
                  <a:lnTo>
                    <a:pt x="486" y="2859"/>
                  </a:lnTo>
                  <a:lnTo>
                    <a:pt x="578" y="2932"/>
                  </a:lnTo>
                  <a:lnTo>
                    <a:pt x="688" y="2997"/>
                  </a:lnTo>
                  <a:lnTo>
                    <a:pt x="798" y="3042"/>
                  </a:lnTo>
                  <a:lnTo>
                    <a:pt x="917" y="3070"/>
                  </a:lnTo>
                  <a:lnTo>
                    <a:pt x="1045" y="3088"/>
                  </a:lnTo>
                  <a:lnTo>
                    <a:pt x="1164" y="3088"/>
                  </a:lnTo>
                  <a:lnTo>
                    <a:pt x="1283" y="3079"/>
                  </a:lnTo>
                  <a:lnTo>
                    <a:pt x="1403" y="3042"/>
                  </a:lnTo>
                  <a:lnTo>
                    <a:pt x="1522" y="3006"/>
                  </a:lnTo>
                  <a:lnTo>
                    <a:pt x="1632" y="2942"/>
                  </a:lnTo>
                  <a:lnTo>
                    <a:pt x="1742" y="2877"/>
                  </a:lnTo>
                  <a:lnTo>
                    <a:pt x="1851" y="2795"/>
                  </a:lnTo>
                  <a:lnTo>
                    <a:pt x="1943" y="2703"/>
                  </a:lnTo>
                  <a:lnTo>
                    <a:pt x="2035" y="2593"/>
                  </a:lnTo>
                  <a:lnTo>
                    <a:pt x="2126" y="2483"/>
                  </a:lnTo>
                  <a:lnTo>
                    <a:pt x="2200" y="2355"/>
                  </a:lnTo>
                  <a:lnTo>
                    <a:pt x="2264" y="2227"/>
                  </a:lnTo>
                  <a:lnTo>
                    <a:pt x="2328" y="2090"/>
                  </a:lnTo>
                  <a:lnTo>
                    <a:pt x="2374" y="1934"/>
                  </a:lnTo>
                  <a:lnTo>
                    <a:pt x="2410" y="1778"/>
                  </a:lnTo>
                  <a:lnTo>
                    <a:pt x="2438" y="1622"/>
                  </a:lnTo>
                  <a:lnTo>
                    <a:pt x="2447" y="1466"/>
                  </a:lnTo>
                  <a:lnTo>
                    <a:pt x="2447" y="1320"/>
                  </a:lnTo>
                  <a:lnTo>
                    <a:pt x="2438" y="1164"/>
                  </a:lnTo>
                  <a:lnTo>
                    <a:pt x="2420" y="1027"/>
                  </a:lnTo>
                  <a:lnTo>
                    <a:pt x="2383" y="889"/>
                  </a:lnTo>
                  <a:lnTo>
                    <a:pt x="2337" y="752"/>
                  </a:lnTo>
                  <a:lnTo>
                    <a:pt x="2282" y="633"/>
                  </a:lnTo>
                  <a:lnTo>
                    <a:pt x="2218" y="514"/>
                  </a:lnTo>
                  <a:lnTo>
                    <a:pt x="2145" y="413"/>
                  </a:lnTo>
                  <a:lnTo>
                    <a:pt x="2062" y="312"/>
                  </a:lnTo>
                  <a:lnTo>
                    <a:pt x="1971" y="230"/>
                  </a:lnTo>
                  <a:lnTo>
                    <a:pt x="1870" y="156"/>
                  </a:lnTo>
                  <a:lnTo>
                    <a:pt x="1769" y="92"/>
                  </a:lnTo>
                  <a:lnTo>
                    <a:pt x="1650" y="46"/>
                  </a:lnTo>
                  <a:lnTo>
                    <a:pt x="1531" y="19"/>
                  </a:lnTo>
                  <a:lnTo>
                    <a:pt x="141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4"/>
            <p:cNvSpPr/>
            <p:nvPr/>
          </p:nvSpPr>
          <p:spPr>
            <a:xfrm>
              <a:off x="7810166" y="3079399"/>
              <a:ext cx="45468" cy="51192"/>
            </a:xfrm>
            <a:custGeom>
              <a:rect b="b" l="l" r="r" t="t"/>
              <a:pathLst>
                <a:path extrusionOk="0" h="2951" w="2621">
                  <a:moveTo>
                    <a:pt x="1521" y="1"/>
                  </a:moveTo>
                  <a:lnTo>
                    <a:pt x="1393" y="19"/>
                  </a:lnTo>
                  <a:lnTo>
                    <a:pt x="1274" y="47"/>
                  </a:lnTo>
                  <a:lnTo>
                    <a:pt x="1146" y="92"/>
                  </a:lnTo>
                  <a:lnTo>
                    <a:pt x="1026" y="147"/>
                  </a:lnTo>
                  <a:lnTo>
                    <a:pt x="898" y="211"/>
                  </a:lnTo>
                  <a:lnTo>
                    <a:pt x="779" y="294"/>
                  </a:lnTo>
                  <a:lnTo>
                    <a:pt x="669" y="376"/>
                  </a:lnTo>
                  <a:lnTo>
                    <a:pt x="559" y="486"/>
                  </a:lnTo>
                  <a:lnTo>
                    <a:pt x="458" y="596"/>
                  </a:lnTo>
                  <a:lnTo>
                    <a:pt x="367" y="715"/>
                  </a:lnTo>
                  <a:lnTo>
                    <a:pt x="275" y="853"/>
                  </a:lnTo>
                  <a:lnTo>
                    <a:pt x="202" y="990"/>
                  </a:lnTo>
                  <a:lnTo>
                    <a:pt x="138" y="1137"/>
                  </a:lnTo>
                  <a:lnTo>
                    <a:pt x="83" y="1274"/>
                  </a:lnTo>
                  <a:lnTo>
                    <a:pt x="46" y="1421"/>
                  </a:lnTo>
                  <a:lnTo>
                    <a:pt x="19" y="1567"/>
                  </a:lnTo>
                  <a:lnTo>
                    <a:pt x="0" y="1705"/>
                  </a:lnTo>
                  <a:lnTo>
                    <a:pt x="0" y="1842"/>
                  </a:lnTo>
                  <a:lnTo>
                    <a:pt x="9" y="1980"/>
                  </a:lnTo>
                  <a:lnTo>
                    <a:pt x="37" y="2108"/>
                  </a:lnTo>
                  <a:lnTo>
                    <a:pt x="64" y="2236"/>
                  </a:lnTo>
                  <a:lnTo>
                    <a:pt x="110" y="2355"/>
                  </a:lnTo>
                  <a:lnTo>
                    <a:pt x="165" y="2465"/>
                  </a:lnTo>
                  <a:lnTo>
                    <a:pt x="238" y="2566"/>
                  </a:lnTo>
                  <a:lnTo>
                    <a:pt x="321" y="2658"/>
                  </a:lnTo>
                  <a:lnTo>
                    <a:pt x="413" y="2740"/>
                  </a:lnTo>
                  <a:lnTo>
                    <a:pt x="513" y="2814"/>
                  </a:lnTo>
                  <a:lnTo>
                    <a:pt x="623" y="2869"/>
                  </a:lnTo>
                  <a:lnTo>
                    <a:pt x="733" y="2914"/>
                  </a:lnTo>
                  <a:lnTo>
                    <a:pt x="852" y="2933"/>
                  </a:lnTo>
                  <a:lnTo>
                    <a:pt x="981" y="2951"/>
                  </a:lnTo>
                  <a:lnTo>
                    <a:pt x="1100" y="2951"/>
                  </a:lnTo>
                  <a:lnTo>
                    <a:pt x="1228" y="2933"/>
                  </a:lnTo>
                  <a:lnTo>
                    <a:pt x="1356" y="2905"/>
                  </a:lnTo>
                  <a:lnTo>
                    <a:pt x="1475" y="2859"/>
                  </a:lnTo>
                  <a:lnTo>
                    <a:pt x="1604" y="2804"/>
                  </a:lnTo>
                  <a:lnTo>
                    <a:pt x="1723" y="2740"/>
                  </a:lnTo>
                  <a:lnTo>
                    <a:pt x="1842" y="2658"/>
                  </a:lnTo>
                  <a:lnTo>
                    <a:pt x="1961" y="2566"/>
                  </a:lnTo>
                  <a:lnTo>
                    <a:pt x="2062" y="2465"/>
                  </a:lnTo>
                  <a:lnTo>
                    <a:pt x="2172" y="2355"/>
                  </a:lnTo>
                  <a:lnTo>
                    <a:pt x="2263" y="2227"/>
                  </a:lnTo>
                  <a:lnTo>
                    <a:pt x="2346" y="2099"/>
                  </a:lnTo>
                  <a:lnTo>
                    <a:pt x="2428" y="1952"/>
                  </a:lnTo>
                  <a:lnTo>
                    <a:pt x="2492" y="1815"/>
                  </a:lnTo>
                  <a:lnTo>
                    <a:pt x="2538" y="1668"/>
                  </a:lnTo>
                  <a:lnTo>
                    <a:pt x="2584" y="1531"/>
                  </a:lnTo>
                  <a:lnTo>
                    <a:pt x="2612" y="1384"/>
                  </a:lnTo>
                  <a:lnTo>
                    <a:pt x="2621" y="1247"/>
                  </a:lnTo>
                  <a:lnTo>
                    <a:pt x="2621" y="1100"/>
                  </a:lnTo>
                  <a:lnTo>
                    <a:pt x="2612" y="972"/>
                  </a:lnTo>
                  <a:lnTo>
                    <a:pt x="2593" y="835"/>
                  </a:lnTo>
                  <a:lnTo>
                    <a:pt x="2557" y="715"/>
                  </a:lnTo>
                  <a:lnTo>
                    <a:pt x="2511" y="596"/>
                  </a:lnTo>
                  <a:lnTo>
                    <a:pt x="2456" y="486"/>
                  </a:lnTo>
                  <a:lnTo>
                    <a:pt x="2382" y="386"/>
                  </a:lnTo>
                  <a:lnTo>
                    <a:pt x="2309" y="294"/>
                  </a:lnTo>
                  <a:lnTo>
                    <a:pt x="2218" y="211"/>
                  </a:lnTo>
                  <a:lnTo>
                    <a:pt x="2117" y="138"/>
                  </a:lnTo>
                  <a:lnTo>
                    <a:pt x="2007" y="83"/>
                  </a:lnTo>
                  <a:lnTo>
                    <a:pt x="1888" y="37"/>
                  </a:lnTo>
                  <a:lnTo>
                    <a:pt x="1769" y="10"/>
                  </a:lnTo>
                  <a:lnTo>
                    <a:pt x="16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4"/>
            <p:cNvSpPr/>
            <p:nvPr/>
          </p:nvSpPr>
          <p:spPr>
            <a:xfrm>
              <a:off x="7936849" y="3012490"/>
              <a:ext cx="45468" cy="51036"/>
            </a:xfrm>
            <a:custGeom>
              <a:rect b="b" l="l" r="r" t="t"/>
              <a:pathLst>
                <a:path extrusionOk="0" h="2942" w="2621">
                  <a:moveTo>
                    <a:pt x="1521" y="0"/>
                  </a:moveTo>
                  <a:lnTo>
                    <a:pt x="1393" y="19"/>
                  </a:lnTo>
                  <a:lnTo>
                    <a:pt x="1274" y="46"/>
                  </a:lnTo>
                  <a:lnTo>
                    <a:pt x="1146" y="83"/>
                  </a:lnTo>
                  <a:lnTo>
                    <a:pt x="1017" y="138"/>
                  </a:lnTo>
                  <a:lnTo>
                    <a:pt x="898" y="211"/>
                  </a:lnTo>
                  <a:lnTo>
                    <a:pt x="779" y="284"/>
                  </a:lnTo>
                  <a:lnTo>
                    <a:pt x="669" y="376"/>
                  </a:lnTo>
                  <a:lnTo>
                    <a:pt x="559" y="477"/>
                  </a:lnTo>
                  <a:lnTo>
                    <a:pt x="458" y="596"/>
                  </a:lnTo>
                  <a:lnTo>
                    <a:pt x="358" y="715"/>
                  </a:lnTo>
                  <a:lnTo>
                    <a:pt x="275" y="853"/>
                  </a:lnTo>
                  <a:lnTo>
                    <a:pt x="193" y="990"/>
                  </a:lnTo>
                  <a:lnTo>
                    <a:pt x="129" y="1127"/>
                  </a:lnTo>
                  <a:lnTo>
                    <a:pt x="83" y="1274"/>
                  </a:lnTo>
                  <a:lnTo>
                    <a:pt x="46" y="1421"/>
                  </a:lnTo>
                  <a:lnTo>
                    <a:pt x="19" y="1558"/>
                  </a:lnTo>
                  <a:lnTo>
                    <a:pt x="0" y="1705"/>
                  </a:lnTo>
                  <a:lnTo>
                    <a:pt x="0" y="1842"/>
                  </a:lnTo>
                  <a:lnTo>
                    <a:pt x="9" y="1979"/>
                  </a:lnTo>
                  <a:lnTo>
                    <a:pt x="28" y="2108"/>
                  </a:lnTo>
                  <a:lnTo>
                    <a:pt x="64" y="2236"/>
                  </a:lnTo>
                  <a:lnTo>
                    <a:pt x="110" y="2355"/>
                  </a:lnTo>
                  <a:lnTo>
                    <a:pt x="165" y="2465"/>
                  </a:lnTo>
                  <a:lnTo>
                    <a:pt x="238" y="2566"/>
                  </a:lnTo>
                  <a:lnTo>
                    <a:pt x="312" y="2657"/>
                  </a:lnTo>
                  <a:lnTo>
                    <a:pt x="403" y="2740"/>
                  </a:lnTo>
                  <a:lnTo>
                    <a:pt x="504" y="2804"/>
                  </a:lnTo>
                  <a:lnTo>
                    <a:pt x="623" y="2868"/>
                  </a:lnTo>
                  <a:lnTo>
                    <a:pt x="733" y="2905"/>
                  </a:lnTo>
                  <a:lnTo>
                    <a:pt x="852" y="2932"/>
                  </a:lnTo>
                  <a:lnTo>
                    <a:pt x="971" y="2942"/>
                  </a:lnTo>
                  <a:lnTo>
                    <a:pt x="1100" y="2942"/>
                  </a:lnTo>
                  <a:lnTo>
                    <a:pt x="1228" y="2932"/>
                  </a:lnTo>
                  <a:lnTo>
                    <a:pt x="1356" y="2896"/>
                  </a:lnTo>
                  <a:lnTo>
                    <a:pt x="1475" y="2859"/>
                  </a:lnTo>
                  <a:lnTo>
                    <a:pt x="1604" y="2804"/>
                  </a:lnTo>
                  <a:lnTo>
                    <a:pt x="1723" y="2731"/>
                  </a:lnTo>
                  <a:lnTo>
                    <a:pt x="1842" y="2657"/>
                  </a:lnTo>
                  <a:lnTo>
                    <a:pt x="1952" y="2566"/>
                  </a:lnTo>
                  <a:lnTo>
                    <a:pt x="2062" y="2465"/>
                  </a:lnTo>
                  <a:lnTo>
                    <a:pt x="2163" y="2346"/>
                  </a:lnTo>
                  <a:lnTo>
                    <a:pt x="2263" y="2227"/>
                  </a:lnTo>
                  <a:lnTo>
                    <a:pt x="2346" y="2089"/>
                  </a:lnTo>
                  <a:lnTo>
                    <a:pt x="2428" y="1952"/>
                  </a:lnTo>
                  <a:lnTo>
                    <a:pt x="2492" y="1815"/>
                  </a:lnTo>
                  <a:lnTo>
                    <a:pt x="2538" y="1668"/>
                  </a:lnTo>
                  <a:lnTo>
                    <a:pt x="2575" y="1521"/>
                  </a:lnTo>
                  <a:lnTo>
                    <a:pt x="2602" y="1384"/>
                  </a:lnTo>
                  <a:lnTo>
                    <a:pt x="2621" y="1237"/>
                  </a:lnTo>
                  <a:lnTo>
                    <a:pt x="2621" y="1100"/>
                  </a:lnTo>
                  <a:lnTo>
                    <a:pt x="2611" y="962"/>
                  </a:lnTo>
                  <a:lnTo>
                    <a:pt x="2593" y="834"/>
                  </a:lnTo>
                  <a:lnTo>
                    <a:pt x="2556" y="706"/>
                  </a:lnTo>
                  <a:lnTo>
                    <a:pt x="2511" y="596"/>
                  </a:lnTo>
                  <a:lnTo>
                    <a:pt x="2456" y="477"/>
                  </a:lnTo>
                  <a:lnTo>
                    <a:pt x="2382" y="376"/>
                  </a:lnTo>
                  <a:lnTo>
                    <a:pt x="2309" y="284"/>
                  </a:lnTo>
                  <a:lnTo>
                    <a:pt x="2217" y="202"/>
                  </a:lnTo>
                  <a:lnTo>
                    <a:pt x="2117" y="138"/>
                  </a:lnTo>
                  <a:lnTo>
                    <a:pt x="2007" y="74"/>
                  </a:lnTo>
                  <a:lnTo>
                    <a:pt x="1888" y="37"/>
                  </a:lnTo>
                  <a:lnTo>
                    <a:pt x="1769" y="10"/>
                  </a:lnTo>
                  <a:lnTo>
                    <a:pt x="16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4"/>
            <p:cNvSpPr/>
            <p:nvPr/>
          </p:nvSpPr>
          <p:spPr>
            <a:xfrm>
              <a:off x="8035545" y="2976251"/>
              <a:ext cx="43247" cy="53101"/>
            </a:xfrm>
            <a:custGeom>
              <a:rect b="b" l="l" r="r" t="t"/>
              <a:pathLst>
                <a:path extrusionOk="0" h="3061" w="2493">
                  <a:moveTo>
                    <a:pt x="1356" y="0"/>
                  </a:moveTo>
                  <a:lnTo>
                    <a:pt x="1228" y="19"/>
                  </a:lnTo>
                  <a:lnTo>
                    <a:pt x="1109" y="46"/>
                  </a:lnTo>
                  <a:lnTo>
                    <a:pt x="990" y="92"/>
                  </a:lnTo>
                  <a:lnTo>
                    <a:pt x="880" y="156"/>
                  </a:lnTo>
                  <a:lnTo>
                    <a:pt x="761" y="220"/>
                  </a:lnTo>
                  <a:lnTo>
                    <a:pt x="660" y="303"/>
                  </a:lnTo>
                  <a:lnTo>
                    <a:pt x="550" y="394"/>
                  </a:lnTo>
                  <a:lnTo>
                    <a:pt x="458" y="504"/>
                  </a:lnTo>
                  <a:lnTo>
                    <a:pt x="367" y="614"/>
                  </a:lnTo>
                  <a:lnTo>
                    <a:pt x="284" y="743"/>
                  </a:lnTo>
                  <a:lnTo>
                    <a:pt x="211" y="880"/>
                  </a:lnTo>
                  <a:lnTo>
                    <a:pt x="147" y="1017"/>
                  </a:lnTo>
                  <a:lnTo>
                    <a:pt x="92" y="1164"/>
                  </a:lnTo>
                  <a:lnTo>
                    <a:pt x="55" y="1320"/>
                  </a:lnTo>
                  <a:lnTo>
                    <a:pt x="28" y="1476"/>
                  </a:lnTo>
                  <a:lnTo>
                    <a:pt x="9" y="1622"/>
                  </a:lnTo>
                  <a:lnTo>
                    <a:pt x="0" y="1778"/>
                  </a:lnTo>
                  <a:lnTo>
                    <a:pt x="9" y="1925"/>
                  </a:lnTo>
                  <a:lnTo>
                    <a:pt x="28" y="2062"/>
                  </a:lnTo>
                  <a:lnTo>
                    <a:pt x="64" y="2199"/>
                  </a:lnTo>
                  <a:lnTo>
                    <a:pt x="101" y="2328"/>
                  </a:lnTo>
                  <a:lnTo>
                    <a:pt x="156" y="2447"/>
                  </a:lnTo>
                  <a:lnTo>
                    <a:pt x="211" y="2566"/>
                  </a:lnTo>
                  <a:lnTo>
                    <a:pt x="284" y="2667"/>
                  </a:lnTo>
                  <a:lnTo>
                    <a:pt x="367" y="2758"/>
                  </a:lnTo>
                  <a:lnTo>
                    <a:pt x="458" y="2841"/>
                  </a:lnTo>
                  <a:lnTo>
                    <a:pt x="559" y="2914"/>
                  </a:lnTo>
                  <a:lnTo>
                    <a:pt x="669" y="2978"/>
                  </a:lnTo>
                  <a:lnTo>
                    <a:pt x="779" y="3015"/>
                  </a:lnTo>
                  <a:lnTo>
                    <a:pt x="898" y="3051"/>
                  </a:lnTo>
                  <a:lnTo>
                    <a:pt x="1027" y="3061"/>
                  </a:lnTo>
                  <a:lnTo>
                    <a:pt x="1146" y="3061"/>
                  </a:lnTo>
                  <a:lnTo>
                    <a:pt x="1265" y="3042"/>
                  </a:lnTo>
                  <a:lnTo>
                    <a:pt x="1384" y="3015"/>
                  </a:lnTo>
                  <a:lnTo>
                    <a:pt x="1503" y="2969"/>
                  </a:lnTo>
                  <a:lnTo>
                    <a:pt x="1622" y="2914"/>
                  </a:lnTo>
                  <a:lnTo>
                    <a:pt x="1732" y="2841"/>
                  </a:lnTo>
                  <a:lnTo>
                    <a:pt x="1842" y="2758"/>
                  </a:lnTo>
                  <a:lnTo>
                    <a:pt x="1943" y="2667"/>
                  </a:lnTo>
                  <a:lnTo>
                    <a:pt x="2044" y="2557"/>
                  </a:lnTo>
                  <a:lnTo>
                    <a:pt x="2126" y="2447"/>
                  </a:lnTo>
                  <a:lnTo>
                    <a:pt x="2208" y="2318"/>
                  </a:lnTo>
                  <a:lnTo>
                    <a:pt x="2282" y="2190"/>
                  </a:lnTo>
                  <a:lnTo>
                    <a:pt x="2346" y="2044"/>
                  </a:lnTo>
                  <a:lnTo>
                    <a:pt x="2401" y="1897"/>
                  </a:lnTo>
                  <a:lnTo>
                    <a:pt x="2447" y="1741"/>
                  </a:lnTo>
                  <a:lnTo>
                    <a:pt x="2474" y="1586"/>
                  </a:lnTo>
                  <a:lnTo>
                    <a:pt x="2492" y="1439"/>
                  </a:lnTo>
                  <a:lnTo>
                    <a:pt x="2492" y="1283"/>
                  </a:lnTo>
                  <a:lnTo>
                    <a:pt x="2483" y="1146"/>
                  </a:lnTo>
                  <a:lnTo>
                    <a:pt x="2465" y="999"/>
                  </a:lnTo>
                  <a:lnTo>
                    <a:pt x="2437" y="862"/>
                  </a:lnTo>
                  <a:lnTo>
                    <a:pt x="2392" y="733"/>
                  </a:lnTo>
                  <a:lnTo>
                    <a:pt x="2346" y="614"/>
                  </a:lnTo>
                  <a:lnTo>
                    <a:pt x="2282" y="504"/>
                  </a:lnTo>
                  <a:lnTo>
                    <a:pt x="2208" y="394"/>
                  </a:lnTo>
                  <a:lnTo>
                    <a:pt x="2126" y="303"/>
                  </a:lnTo>
                  <a:lnTo>
                    <a:pt x="2044" y="220"/>
                  </a:lnTo>
                  <a:lnTo>
                    <a:pt x="1943" y="147"/>
                  </a:lnTo>
                  <a:lnTo>
                    <a:pt x="1833" y="92"/>
                  </a:lnTo>
                  <a:lnTo>
                    <a:pt x="1714" y="46"/>
                  </a:lnTo>
                  <a:lnTo>
                    <a:pt x="1595" y="19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4"/>
            <p:cNvSpPr/>
            <p:nvPr/>
          </p:nvSpPr>
          <p:spPr>
            <a:xfrm>
              <a:off x="7954168" y="3109757"/>
              <a:ext cx="49597" cy="47220"/>
            </a:xfrm>
            <a:custGeom>
              <a:rect b="b" l="l" r="r" t="t"/>
              <a:pathLst>
                <a:path extrusionOk="0" h="2722" w="2859">
                  <a:moveTo>
                    <a:pt x="1732" y="1"/>
                  </a:moveTo>
                  <a:lnTo>
                    <a:pt x="1604" y="10"/>
                  </a:lnTo>
                  <a:lnTo>
                    <a:pt x="1466" y="28"/>
                  </a:lnTo>
                  <a:lnTo>
                    <a:pt x="1329" y="65"/>
                  </a:lnTo>
                  <a:lnTo>
                    <a:pt x="1191" y="111"/>
                  </a:lnTo>
                  <a:lnTo>
                    <a:pt x="1054" y="175"/>
                  </a:lnTo>
                  <a:lnTo>
                    <a:pt x="916" y="248"/>
                  </a:lnTo>
                  <a:lnTo>
                    <a:pt x="788" y="331"/>
                  </a:lnTo>
                  <a:lnTo>
                    <a:pt x="660" y="422"/>
                  </a:lnTo>
                  <a:lnTo>
                    <a:pt x="541" y="532"/>
                  </a:lnTo>
                  <a:lnTo>
                    <a:pt x="431" y="642"/>
                  </a:lnTo>
                  <a:lnTo>
                    <a:pt x="339" y="761"/>
                  </a:lnTo>
                  <a:lnTo>
                    <a:pt x="248" y="880"/>
                  </a:lnTo>
                  <a:lnTo>
                    <a:pt x="174" y="1009"/>
                  </a:lnTo>
                  <a:lnTo>
                    <a:pt x="119" y="1137"/>
                  </a:lnTo>
                  <a:lnTo>
                    <a:pt x="64" y="1265"/>
                  </a:lnTo>
                  <a:lnTo>
                    <a:pt x="37" y="1403"/>
                  </a:lnTo>
                  <a:lnTo>
                    <a:pt x="9" y="1531"/>
                  </a:lnTo>
                  <a:lnTo>
                    <a:pt x="0" y="1659"/>
                  </a:lnTo>
                  <a:lnTo>
                    <a:pt x="0" y="1787"/>
                  </a:lnTo>
                  <a:lnTo>
                    <a:pt x="19" y="1906"/>
                  </a:lnTo>
                  <a:lnTo>
                    <a:pt x="46" y="2026"/>
                  </a:lnTo>
                  <a:lnTo>
                    <a:pt x="92" y="2145"/>
                  </a:lnTo>
                  <a:lnTo>
                    <a:pt x="147" y="2245"/>
                  </a:lnTo>
                  <a:lnTo>
                    <a:pt x="220" y="2346"/>
                  </a:lnTo>
                  <a:lnTo>
                    <a:pt x="312" y="2438"/>
                  </a:lnTo>
                  <a:lnTo>
                    <a:pt x="403" y="2520"/>
                  </a:lnTo>
                  <a:lnTo>
                    <a:pt x="504" y="2584"/>
                  </a:lnTo>
                  <a:lnTo>
                    <a:pt x="614" y="2639"/>
                  </a:lnTo>
                  <a:lnTo>
                    <a:pt x="733" y="2676"/>
                  </a:lnTo>
                  <a:lnTo>
                    <a:pt x="862" y="2704"/>
                  </a:lnTo>
                  <a:lnTo>
                    <a:pt x="990" y="2722"/>
                  </a:lnTo>
                  <a:lnTo>
                    <a:pt x="1118" y="2722"/>
                  </a:lnTo>
                  <a:lnTo>
                    <a:pt x="1255" y="2713"/>
                  </a:lnTo>
                  <a:lnTo>
                    <a:pt x="1393" y="2685"/>
                  </a:lnTo>
                  <a:lnTo>
                    <a:pt x="1530" y="2658"/>
                  </a:lnTo>
                  <a:lnTo>
                    <a:pt x="1668" y="2603"/>
                  </a:lnTo>
                  <a:lnTo>
                    <a:pt x="1805" y="2548"/>
                  </a:lnTo>
                  <a:lnTo>
                    <a:pt x="1933" y="2475"/>
                  </a:lnTo>
                  <a:lnTo>
                    <a:pt x="2071" y="2392"/>
                  </a:lnTo>
                  <a:lnTo>
                    <a:pt x="2199" y="2291"/>
                  </a:lnTo>
                  <a:lnTo>
                    <a:pt x="2318" y="2191"/>
                  </a:lnTo>
                  <a:lnTo>
                    <a:pt x="2419" y="2081"/>
                  </a:lnTo>
                  <a:lnTo>
                    <a:pt x="2520" y="1961"/>
                  </a:lnTo>
                  <a:lnTo>
                    <a:pt x="2602" y="1833"/>
                  </a:lnTo>
                  <a:lnTo>
                    <a:pt x="2676" y="1714"/>
                  </a:lnTo>
                  <a:lnTo>
                    <a:pt x="2740" y="1586"/>
                  </a:lnTo>
                  <a:lnTo>
                    <a:pt x="2786" y="1448"/>
                  </a:lnTo>
                  <a:lnTo>
                    <a:pt x="2822" y="1320"/>
                  </a:lnTo>
                  <a:lnTo>
                    <a:pt x="2850" y="1192"/>
                  </a:lnTo>
                  <a:lnTo>
                    <a:pt x="2859" y="1064"/>
                  </a:lnTo>
                  <a:lnTo>
                    <a:pt x="2850" y="935"/>
                  </a:lnTo>
                  <a:lnTo>
                    <a:pt x="2841" y="816"/>
                  </a:lnTo>
                  <a:lnTo>
                    <a:pt x="2804" y="697"/>
                  </a:lnTo>
                  <a:lnTo>
                    <a:pt x="2767" y="578"/>
                  </a:lnTo>
                  <a:lnTo>
                    <a:pt x="2703" y="468"/>
                  </a:lnTo>
                  <a:lnTo>
                    <a:pt x="2630" y="367"/>
                  </a:lnTo>
                  <a:lnTo>
                    <a:pt x="2547" y="276"/>
                  </a:lnTo>
                  <a:lnTo>
                    <a:pt x="2456" y="202"/>
                  </a:lnTo>
                  <a:lnTo>
                    <a:pt x="2346" y="138"/>
                  </a:lnTo>
                  <a:lnTo>
                    <a:pt x="2236" y="83"/>
                  </a:lnTo>
                  <a:lnTo>
                    <a:pt x="2117" y="47"/>
                  </a:lnTo>
                  <a:lnTo>
                    <a:pt x="1998" y="19"/>
                  </a:lnTo>
                  <a:lnTo>
                    <a:pt x="18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4"/>
            <p:cNvSpPr/>
            <p:nvPr/>
          </p:nvSpPr>
          <p:spPr>
            <a:xfrm>
              <a:off x="7833533" y="3174602"/>
              <a:ext cx="49597" cy="47237"/>
            </a:xfrm>
            <a:custGeom>
              <a:rect b="b" l="l" r="r" t="t"/>
              <a:pathLst>
                <a:path extrusionOk="0" h="2723" w="2859">
                  <a:moveTo>
                    <a:pt x="1732" y="1"/>
                  </a:moveTo>
                  <a:lnTo>
                    <a:pt x="1604" y="10"/>
                  </a:lnTo>
                  <a:lnTo>
                    <a:pt x="1466" y="28"/>
                  </a:lnTo>
                  <a:lnTo>
                    <a:pt x="1329" y="65"/>
                  </a:lnTo>
                  <a:lnTo>
                    <a:pt x="1191" y="111"/>
                  </a:lnTo>
                  <a:lnTo>
                    <a:pt x="1054" y="175"/>
                  </a:lnTo>
                  <a:lnTo>
                    <a:pt x="916" y="248"/>
                  </a:lnTo>
                  <a:lnTo>
                    <a:pt x="788" y="331"/>
                  </a:lnTo>
                  <a:lnTo>
                    <a:pt x="660" y="422"/>
                  </a:lnTo>
                  <a:lnTo>
                    <a:pt x="541" y="532"/>
                  </a:lnTo>
                  <a:lnTo>
                    <a:pt x="431" y="642"/>
                  </a:lnTo>
                  <a:lnTo>
                    <a:pt x="330" y="761"/>
                  </a:lnTo>
                  <a:lnTo>
                    <a:pt x="248" y="881"/>
                  </a:lnTo>
                  <a:lnTo>
                    <a:pt x="174" y="1009"/>
                  </a:lnTo>
                  <a:lnTo>
                    <a:pt x="119" y="1137"/>
                  </a:lnTo>
                  <a:lnTo>
                    <a:pt x="64" y="1265"/>
                  </a:lnTo>
                  <a:lnTo>
                    <a:pt x="28" y="1403"/>
                  </a:lnTo>
                  <a:lnTo>
                    <a:pt x="9" y="1531"/>
                  </a:lnTo>
                  <a:lnTo>
                    <a:pt x="0" y="1659"/>
                  </a:lnTo>
                  <a:lnTo>
                    <a:pt x="0" y="1788"/>
                  </a:lnTo>
                  <a:lnTo>
                    <a:pt x="18" y="1907"/>
                  </a:lnTo>
                  <a:lnTo>
                    <a:pt x="46" y="2026"/>
                  </a:lnTo>
                  <a:lnTo>
                    <a:pt x="92" y="2145"/>
                  </a:lnTo>
                  <a:lnTo>
                    <a:pt x="147" y="2246"/>
                  </a:lnTo>
                  <a:lnTo>
                    <a:pt x="220" y="2346"/>
                  </a:lnTo>
                  <a:lnTo>
                    <a:pt x="302" y="2438"/>
                  </a:lnTo>
                  <a:lnTo>
                    <a:pt x="403" y="2521"/>
                  </a:lnTo>
                  <a:lnTo>
                    <a:pt x="504" y="2585"/>
                  </a:lnTo>
                  <a:lnTo>
                    <a:pt x="614" y="2640"/>
                  </a:lnTo>
                  <a:lnTo>
                    <a:pt x="733" y="2676"/>
                  </a:lnTo>
                  <a:lnTo>
                    <a:pt x="861" y="2704"/>
                  </a:lnTo>
                  <a:lnTo>
                    <a:pt x="990" y="2722"/>
                  </a:lnTo>
                  <a:lnTo>
                    <a:pt x="1118" y="2722"/>
                  </a:lnTo>
                  <a:lnTo>
                    <a:pt x="1255" y="2713"/>
                  </a:lnTo>
                  <a:lnTo>
                    <a:pt x="1393" y="2685"/>
                  </a:lnTo>
                  <a:lnTo>
                    <a:pt x="1530" y="2658"/>
                  </a:lnTo>
                  <a:lnTo>
                    <a:pt x="1668" y="2603"/>
                  </a:lnTo>
                  <a:lnTo>
                    <a:pt x="1805" y="2548"/>
                  </a:lnTo>
                  <a:lnTo>
                    <a:pt x="1933" y="2475"/>
                  </a:lnTo>
                  <a:lnTo>
                    <a:pt x="2071" y="2392"/>
                  </a:lnTo>
                  <a:lnTo>
                    <a:pt x="2199" y="2291"/>
                  </a:lnTo>
                  <a:lnTo>
                    <a:pt x="2318" y="2191"/>
                  </a:lnTo>
                  <a:lnTo>
                    <a:pt x="2419" y="2081"/>
                  </a:lnTo>
                  <a:lnTo>
                    <a:pt x="2520" y="1962"/>
                  </a:lnTo>
                  <a:lnTo>
                    <a:pt x="2602" y="1833"/>
                  </a:lnTo>
                  <a:lnTo>
                    <a:pt x="2676" y="1714"/>
                  </a:lnTo>
                  <a:lnTo>
                    <a:pt x="2740" y="1586"/>
                  </a:lnTo>
                  <a:lnTo>
                    <a:pt x="2785" y="1449"/>
                  </a:lnTo>
                  <a:lnTo>
                    <a:pt x="2822" y="1320"/>
                  </a:lnTo>
                  <a:lnTo>
                    <a:pt x="2840" y="1192"/>
                  </a:lnTo>
                  <a:lnTo>
                    <a:pt x="2859" y="1064"/>
                  </a:lnTo>
                  <a:lnTo>
                    <a:pt x="2850" y="935"/>
                  </a:lnTo>
                  <a:lnTo>
                    <a:pt x="2831" y="807"/>
                  </a:lnTo>
                  <a:lnTo>
                    <a:pt x="2804" y="688"/>
                  </a:lnTo>
                  <a:lnTo>
                    <a:pt x="2758" y="578"/>
                  </a:lnTo>
                  <a:lnTo>
                    <a:pt x="2703" y="468"/>
                  </a:lnTo>
                  <a:lnTo>
                    <a:pt x="2630" y="367"/>
                  </a:lnTo>
                  <a:lnTo>
                    <a:pt x="2547" y="276"/>
                  </a:lnTo>
                  <a:lnTo>
                    <a:pt x="2456" y="203"/>
                  </a:lnTo>
                  <a:lnTo>
                    <a:pt x="2346" y="138"/>
                  </a:lnTo>
                  <a:lnTo>
                    <a:pt x="2236" y="83"/>
                  </a:lnTo>
                  <a:lnTo>
                    <a:pt x="2117" y="47"/>
                  </a:lnTo>
                  <a:lnTo>
                    <a:pt x="1997" y="19"/>
                  </a:lnTo>
                  <a:lnTo>
                    <a:pt x="18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4"/>
            <p:cNvSpPr/>
            <p:nvPr/>
          </p:nvSpPr>
          <p:spPr>
            <a:xfrm>
              <a:off x="7219380" y="2665523"/>
              <a:ext cx="558694" cy="643245"/>
            </a:xfrm>
            <a:custGeom>
              <a:rect b="b" l="l" r="r" t="t"/>
              <a:pathLst>
                <a:path extrusionOk="0" h="37080" w="32206">
                  <a:moveTo>
                    <a:pt x="16355" y="0"/>
                  </a:moveTo>
                  <a:lnTo>
                    <a:pt x="15952" y="19"/>
                  </a:lnTo>
                  <a:lnTo>
                    <a:pt x="15549" y="46"/>
                  </a:lnTo>
                  <a:lnTo>
                    <a:pt x="15136" y="83"/>
                  </a:lnTo>
                  <a:lnTo>
                    <a:pt x="14733" y="128"/>
                  </a:lnTo>
                  <a:lnTo>
                    <a:pt x="14321" y="183"/>
                  </a:lnTo>
                  <a:lnTo>
                    <a:pt x="13909" y="248"/>
                  </a:lnTo>
                  <a:lnTo>
                    <a:pt x="13496" y="330"/>
                  </a:lnTo>
                  <a:lnTo>
                    <a:pt x="13084" y="413"/>
                  </a:lnTo>
                  <a:lnTo>
                    <a:pt x="12672" y="504"/>
                  </a:lnTo>
                  <a:lnTo>
                    <a:pt x="12268" y="614"/>
                  </a:lnTo>
                  <a:lnTo>
                    <a:pt x="11847" y="733"/>
                  </a:lnTo>
                  <a:lnTo>
                    <a:pt x="11444" y="852"/>
                  </a:lnTo>
                  <a:lnTo>
                    <a:pt x="11041" y="990"/>
                  </a:lnTo>
                  <a:lnTo>
                    <a:pt x="10647" y="1136"/>
                  </a:lnTo>
                  <a:lnTo>
                    <a:pt x="10253" y="1283"/>
                  </a:lnTo>
                  <a:lnTo>
                    <a:pt x="9868" y="1439"/>
                  </a:lnTo>
                  <a:lnTo>
                    <a:pt x="9492" y="1613"/>
                  </a:lnTo>
                  <a:lnTo>
                    <a:pt x="9117" y="1787"/>
                  </a:lnTo>
                  <a:lnTo>
                    <a:pt x="8750" y="1970"/>
                  </a:lnTo>
                  <a:lnTo>
                    <a:pt x="8384" y="2153"/>
                  </a:lnTo>
                  <a:lnTo>
                    <a:pt x="8026" y="2355"/>
                  </a:lnTo>
                  <a:lnTo>
                    <a:pt x="7678" y="2566"/>
                  </a:lnTo>
                  <a:lnTo>
                    <a:pt x="7339" y="2776"/>
                  </a:lnTo>
                  <a:lnTo>
                    <a:pt x="7000" y="2996"/>
                  </a:lnTo>
                  <a:lnTo>
                    <a:pt x="6670" y="3216"/>
                  </a:lnTo>
                  <a:lnTo>
                    <a:pt x="6350" y="3454"/>
                  </a:lnTo>
                  <a:lnTo>
                    <a:pt x="6029" y="3693"/>
                  </a:lnTo>
                  <a:lnTo>
                    <a:pt x="5717" y="3940"/>
                  </a:lnTo>
                  <a:lnTo>
                    <a:pt x="5415" y="4187"/>
                  </a:lnTo>
                  <a:lnTo>
                    <a:pt x="5122" y="4444"/>
                  </a:lnTo>
                  <a:lnTo>
                    <a:pt x="4838" y="4710"/>
                  </a:lnTo>
                  <a:lnTo>
                    <a:pt x="4554" y="4984"/>
                  </a:lnTo>
                  <a:lnTo>
                    <a:pt x="4279" y="5259"/>
                  </a:lnTo>
                  <a:lnTo>
                    <a:pt x="4013" y="5534"/>
                  </a:lnTo>
                  <a:lnTo>
                    <a:pt x="3757" y="5818"/>
                  </a:lnTo>
                  <a:lnTo>
                    <a:pt x="3500" y="6111"/>
                  </a:lnTo>
                  <a:lnTo>
                    <a:pt x="3262" y="6414"/>
                  </a:lnTo>
                  <a:lnTo>
                    <a:pt x="3024" y="6707"/>
                  </a:lnTo>
                  <a:lnTo>
                    <a:pt x="2795" y="7019"/>
                  </a:lnTo>
                  <a:lnTo>
                    <a:pt x="2575" y="7330"/>
                  </a:lnTo>
                  <a:lnTo>
                    <a:pt x="2364" y="7642"/>
                  </a:lnTo>
                  <a:lnTo>
                    <a:pt x="2163" y="7962"/>
                  </a:lnTo>
                  <a:lnTo>
                    <a:pt x="2007" y="8228"/>
                  </a:lnTo>
                  <a:lnTo>
                    <a:pt x="1842" y="8503"/>
                  </a:lnTo>
                  <a:lnTo>
                    <a:pt x="1695" y="8778"/>
                  </a:lnTo>
                  <a:lnTo>
                    <a:pt x="1549" y="9053"/>
                  </a:lnTo>
                  <a:lnTo>
                    <a:pt x="1411" y="9337"/>
                  </a:lnTo>
                  <a:lnTo>
                    <a:pt x="1283" y="9611"/>
                  </a:lnTo>
                  <a:lnTo>
                    <a:pt x="1155" y="9895"/>
                  </a:lnTo>
                  <a:lnTo>
                    <a:pt x="1036" y="10189"/>
                  </a:lnTo>
                  <a:lnTo>
                    <a:pt x="916" y="10473"/>
                  </a:lnTo>
                  <a:lnTo>
                    <a:pt x="816" y="10766"/>
                  </a:lnTo>
                  <a:lnTo>
                    <a:pt x="715" y="11059"/>
                  </a:lnTo>
                  <a:lnTo>
                    <a:pt x="614" y="11352"/>
                  </a:lnTo>
                  <a:lnTo>
                    <a:pt x="532" y="11645"/>
                  </a:lnTo>
                  <a:lnTo>
                    <a:pt x="449" y="11948"/>
                  </a:lnTo>
                  <a:lnTo>
                    <a:pt x="376" y="12241"/>
                  </a:lnTo>
                  <a:lnTo>
                    <a:pt x="303" y="12543"/>
                  </a:lnTo>
                  <a:lnTo>
                    <a:pt x="229" y="12919"/>
                  </a:lnTo>
                  <a:lnTo>
                    <a:pt x="165" y="13304"/>
                  </a:lnTo>
                  <a:lnTo>
                    <a:pt x="110" y="13689"/>
                  </a:lnTo>
                  <a:lnTo>
                    <a:pt x="64" y="14073"/>
                  </a:lnTo>
                  <a:lnTo>
                    <a:pt x="28" y="14458"/>
                  </a:lnTo>
                  <a:lnTo>
                    <a:pt x="9" y="14843"/>
                  </a:lnTo>
                  <a:lnTo>
                    <a:pt x="0" y="15237"/>
                  </a:lnTo>
                  <a:lnTo>
                    <a:pt x="0" y="15622"/>
                  </a:lnTo>
                  <a:lnTo>
                    <a:pt x="9" y="16016"/>
                  </a:lnTo>
                  <a:lnTo>
                    <a:pt x="37" y="16410"/>
                  </a:lnTo>
                  <a:lnTo>
                    <a:pt x="74" y="16795"/>
                  </a:lnTo>
                  <a:lnTo>
                    <a:pt x="129" y="17189"/>
                  </a:lnTo>
                  <a:lnTo>
                    <a:pt x="183" y="17583"/>
                  </a:lnTo>
                  <a:lnTo>
                    <a:pt x="257" y="17967"/>
                  </a:lnTo>
                  <a:lnTo>
                    <a:pt x="348" y="18361"/>
                  </a:lnTo>
                  <a:lnTo>
                    <a:pt x="440" y="18755"/>
                  </a:lnTo>
                  <a:lnTo>
                    <a:pt x="550" y="19113"/>
                  </a:lnTo>
                  <a:lnTo>
                    <a:pt x="660" y="19488"/>
                  </a:lnTo>
                  <a:lnTo>
                    <a:pt x="788" y="19864"/>
                  </a:lnTo>
                  <a:lnTo>
                    <a:pt x="935" y="20249"/>
                  </a:lnTo>
                  <a:lnTo>
                    <a:pt x="1081" y="20643"/>
                  </a:lnTo>
                  <a:lnTo>
                    <a:pt x="1246" y="21037"/>
                  </a:lnTo>
                  <a:lnTo>
                    <a:pt x="1430" y="21431"/>
                  </a:lnTo>
                  <a:lnTo>
                    <a:pt x="1613" y="21834"/>
                  </a:lnTo>
                  <a:lnTo>
                    <a:pt x="1814" y="22237"/>
                  </a:lnTo>
                  <a:lnTo>
                    <a:pt x="2016" y="22649"/>
                  </a:lnTo>
                  <a:lnTo>
                    <a:pt x="2236" y="23062"/>
                  </a:lnTo>
                  <a:lnTo>
                    <a:pt x="2465" y="23474"/>
                  </a:lnTo>
                  <a:lnTo>
                    <a:pt x="2703" y="23895"/>
                  </a:lnTo>
                  <a:lnTo>
                    <a:pt x="2950" y="24308"/>
                  </a:lnTo>
                  <a:lnTo>
                    <a:pt x="3207" y="24729"/>
                  </a:lnTo>
                  <a:lnTo>
                    <a:pt x="3473" y="25151"/>
                  </a:lnTo>
                  <a:lnTo>
                    <a:pt x="3748" y="25563"/>
                  </a:lnTo>
                  <a:lnTo>
                    <a:pt x="4032" y="25984"/>
                  </a:lnTo>
                  <a:lnTo>
                    <a:pt x="4325" y="26406"/>
                  </a:lnTo>
                  <a:lnTo>
                    <a:pt x="4627" y="26818"/>
                  </a:lnTo>
                  <a:lnTo>
                    <a:pt x="4939" y="27230"/>
                  </a:lnTo>
                  <a:lnTo>
                    <a:pt x="5250" y="27643"/>
                  </a:lnTo>
                  <a:lnTo>
                    <a:pt x="5580" y="28055"/>
                  </a:lnTo>
                  <a:lnTo>
                    <a:pt x="5910" y="28458"/>
                  </a:lnTo>
                  <a:lnTo>
                    <a:pt x="6240" y="28861"/>
                  </a:lnTo>
                  <a:lnTo>
                    <a:pt x="6588" y="29255"/>
                  </a:lnTo>
                  <a:lnTo>
                    <a:pt x="6936" y="29649"/>
                  </a:lnTo>
                  <a:lnTo>
                    <a:pt x="7293" y="30043"/>
                  </a:lnTo>
                  <a:lnTo>
                    <a:pt x="7651" y="30419"/>
                  </a:lnTo>
                  <a:lnTo>
                    <a:pt x="8017" y="30804"/>
                  </a:lnTo>
                  <a:lnTo>
                    <a:pt x="8393" y="31170"/>
                  </a:lnTo>
                  <a:lnTo>
                    <a:pt x="8769" y="31537"/>
                  </a:lnTo>
                  <a:lnTo>
                    <a:pt x="9153" y="31894"/>
                  </a:lnTo>
                  <a:lnTo>
                    <a:pt x="9538" y="32242"/>
                  </a:lnTo>
                  <a:lnTo>
                    <a:pt x="9932" y="32581"/>
                  </a:lnTo>
                  <a:lnTo>
                    <a:pt x="10326" y="32911"/>
                  </a:lnTo>
                  <a:lnTo>
                    <a:pt x="10729" y="33232"/>
                  </a:lnTo>
                  <a:lnTo>
                    <a:pt x="11132" y="33543"/>
                  </a:lnTo>
                  <a:lnTo>
                    <a:pt x="11536" y="33846"/>
                  </a:lnTo>
                  <a:lnTo>
                    <a:pt x="11939" y="34139"/>
                  </a:lnTo>
                  <a:lnTo>
                    <a:pt x="12351" y="34423"/>
                  </a:lnTo>
                  <a:lnTo>
                    <a:pt x="12772" y="34689"/>
                  </a:lnTo>
                  <a:lnTo>
                    <a:pt x="13185" y="34945"/>
                  </a:lnTo>
                  <a:lnTo>
                    <a:pt x="13606" y="35192"/>
                  </a:lnTo>
                  <a:lnTo>
                    <a:pt x="14018" y="35422"/>
                  </a:lnTo>
                  <a:lnTo>
                    <a:pt x="14440" y="35641"/>
                  </a:lnTo>
                  <a:lnTo>
                    <a:pt x="14871" y="35852"/>
                  </a:lnTo>
                  <a:lnTo>
                    <a:pt x="15292" y="36045"/>
                  </a:lnTo>
                  <a:lnTo>
                    <a:pt x="15713" y="36219"/>
                  </a:lnTo>
                  <a:lnTo>
                    <a:pt x="16144" y="36384"/>
                  </a:lnTo>
                  <a:lnTo>
                    <a:pt x="16566" y="36530"/>
                  </a:lnTo>
                  <a:lnTo>
                    <a:pt x="16987" y="36658"/>
                  </a:lnTo>
                  <a:lnTo>
                    <a:pt x="17418" y="36768"/>
                  </a:lnTo>
                  <a:lnTo>
                    <a:pt x="17839" y="36869"/>
                  </a:lnTo>
                  <a:lnTo>
                    <a:pt x="18261" y="36942"/>
                  </a:lnTo>
                  <a:lnTo>
                    <a:pt x="18682" y="37007"/>
                  </a:lnTo>
                  <a:lnTo>
                    <a:pt x="19104" y="37052"/>
                  </a:lnTo>
                  <a:lnTo>
                    <a:pt x="19525" y="37080"/>
                  </a:lnTo>
                  <a:lnTo>
                    <a:pt x="19937" y="37080"/>
                  </a:lnTo>
                  <a:lnTo>
                    <a:pt x="20359" y="37071"/>
                  </a:lnTo>
                  <a:lnTo>
                    <a:pt x="20771" y="37034"/>
                  </a:lnTo>
                  <a:lnTo>
                    <a:pt x="21183" y="36979"/>
                  </a:lnTo>
                  <a:lnTo>
                    <a:pt x="21586" y="36906"/>
                  </a:lnTo>
                  <a:lnTo>
                    <a:pt x="21990" y="36805"/>
                  </a:lnTo>
                  <a:lnTo>
                    <a:pt x="22393" y="36686"/>
                  </a:lnTo>
                  <a:lnTo>
                    <a:pt x="22787" y="36548"/>
                  </a:lnTo>
                  <a:lnTo>
                    <a:pt x="23162" y="36393"/>
                  </a:lnTo>
                  <a:lnTo>
                    <a:pt x="23538" y="36209"/>
                  </a:lnTo>
                  <a:lnTo>
                    <a:pt x="23905" y="36017"/>
                  </a:lnTo>
                  <a:lnTo>
                    <a:pt x="24271" y="35797"/>
                  </a:lnTo>
                  <a:lnTo>
                    <a:pt x="24619" y="35568"/>
                  </a:lnTo>
                  <a:lnTo>
                    <a:pt x="24958" y="35321"/>
                  </a:lnTo>
                  <a:lnTo>
                    <a:pt x="25297" y="35055"/>
                  </a:lnTo>
                  <a:lnTo>
                    <a:pt x="25618" y="34771"/>
                  </a:lnTo>
                  <a:lnTo>
                    <a:pt x="25939" y="34478"/>
                  </a:lnTo>
                  <a:lnTo>
                    <a:pt x="26250" y="34166"/>
                  </a:lnTo>
                  <a:lnTo>
                    <a:pt x="26552" y="33846"/>
                  </a:lnTo>
                  <a:lnTo>
                    <a:pt x="26846" y="33507"/>
                  </a:lnTo>
                  <a:lnTo>
                    <a:pt x="27130" y="33149"/>
                  </a:lnTo>
                  <a:lnTo>
                    <a:pt x="27414" y="32783"/>
                  </a:lnTo>
                  <a:lnTo>
                    <a:pt x="27679" y="32407"/>
                  </a:lnTo>
                  <a:lnTo>
                    <a:pt x="27945" y="32013"/>
                  </a:lnTo>
                  <a:lnTo>
                    <a:pt x="28202" y="31610"/>
                  </a:lnTo>
                  <a:lnTo>
                    <a:pt x="28449" y="31207"/>
                  </a:lnTo>
                  <a:lnTo>
                    <a:pt x="28687" y="30776"/>
                  </a:lnTo>
                  <a:lnTo>
                    <a:pt x="28916" y="30346"/>
                  </a:lnTo>
                  <a:lnTo>
                    <a:pt x="29136" y="29906"/>
                  </a:lnTo>
                  <a:lnTo>
                    <a:pt x="29356" y="29457"/>
                  </a:lnTo>
                  <a:lnTo>
                    <a:pt x="29558" y="28999"/>
                  </a:lnTo>
                  <a:lnTo>
                    <a:pt x="29759" y="28531"/>
                  </a:lnTo>
                  <a:lnTo>
                    <a:pt x="29952" y="28064"/>
                  </a:lnTo>
                  <a:lnTo>
                    <a:pt x="30135" y="27588"/>
                  </a:lnTo>
                  <a:lnTo>
                    <a:pt x="30309" y="27102"/>
                  </a:lnTo>
                  <a:lnTo>
                    <a:pt x="30483" y="26607"/>
                  </a:lnTo>
                  <a:lnTo>
                    <a:pt x="30639" y="26113"/>
                  </a:lnTo>
                  <a:lnTo>
                    <a:pt x="30795" y="25609"/>
                  </a:lnTo>
                  <a:lnTo>
                    <a:pt x="30932" y="25105"/>
                  </a:lnTo>
                  <a:lnTo>
                    <a:pt x="31069" y="24601"/>
                  </a:lnTo>
                  <a:lnTo>
                    <a:pt x="31198" y="24088"/>
                  </a:lnTo>
                  <a:lnTo>
                    <a:pt x="31326" y="23575"/>
                  </a:lnTo>
                  <a:lnTo>
                    <a:pt x="31436" y="23062"/>
                  </a:lnTo>
                  <a:lnTo>
                    <a:pt x="31546" y="22549"/>
                  </a:lnTo>
                  <a:lnTo>
                    <a:pt x="31637" y="22035"/>
                  </a:lnTo>
                  <a:lnTo>
                    <a:pt x="31729" y="21513"/>
                  </a:lnTo>
                  <a:lnTo>
                    <a:pt x="31812" y="21000"/>
                  </a:lnTo>
                  <a:lnTo>
                    <a:pt x="31885" y="20487"/>
                  </a:lnTo>
                  <a:lnTo>
                    <a:pt x="31949" y="19965"/>
                  </a:lnTo>
                  <a:lnTo>
                    <a:pt x="32013" y="19452"/>
                  </a:lnTo>
                  <a:lnTo>
                    <a:pt x="32059" y="18948"/>
                  </a:lnTo>
                  <a:lnTo>
                    <a:pt x="32105" y="18435"/>
                  </a:lnTo>
                  <a:lnTo>
                    <a:pt x="32141" y="17931"/>
                  </a:lnTo>
                  <a:lnTo>
                    <a:pt x="32169" y="17436"/>
                  </a:lnTo>
                  <a:lnTo>
                    <a:pt x="32187" y="16932"/>
                  </a:lnTo>
                  <a:lnTo>
                    <a:pt x="32206" y="16446"/>
                  </a:lnTo>
                  <a:lnTo>
                    <a:pt x="32206" y="15961"/>
                  </a:lnTo>
                  <a:lnTo>
                    <a:pt x="32206" y="15475"/>
                  </a:lnTo>
                  <a:lnTo>
                    <a:pt x="32196" y="15008"/>
                  </a:lnTo>
                  <a:lnTo>
                    <a:pt x="32178" y="14541"/>
                  </a:lnTo>
                  <a:lnTo>
                    <a:pt x="32151" y="14083"/>
                  </a:lnTo>
                  <a:lnTo>
                    <a:pt x="32123" y="13634"/>
                  </a:lnTo>
                  <a:lnTo>
                    <a:pt x="32077" y="13185"/>
                  </a:lnTo>
                  <a:lnTo>
                    <a:pt x="32031" y="12754"/>
                  </a:lnTo>
                  <a:lnTo>
                    <a:pt x="31976" y="12333"/>
                  </a:lnTo>
                  <a:lnTo>
                    <a:pt x="31912" y="11920"/>
                  </a:lnTo>
                  <a:lnTo>
                    <a:pt x="31848" y="11517"/>
                  </a:lnTo>
                  <a:lnTo>
                    <a:pt x="31766" y="11123"/>
                  </a:lnTo>
                  <a:lnTo>
                    <a:pt x="31683" y="10748"/>
                  </a:lnTo>
                  <a:lnTo>
                    <a:pt x="31592" y="10381"/>
                  </a:lnTo>
                  <a:lnTo>
                    <a:pt x="31473" y="9996"/>
                  </a:lnTo>
                  <a:lnTo>
                    <a:pt x="31353" y="9611"/>
                  </a:lnTo>
                  <a:lnTo>
                    <a:pt x="31225" y="9236"/>
                  </a:lnTo>
                  <a:lnTo>
                    <a:pt x="31079" y="8869"/>
                  </a:lnTo>
                  <a:lnTo>
                    <a:pt x="30923" y="8503"/>
                  </a:lnTo>
                  <a:lnTo>
                    <a:pt x="30758" y="8145"/>
                  </a:lnTo>
                  <a:lnTo>
                    <a:pt x="30584" y="7797"/>
                  </a:lnTo>
                  <a:lnTo>
                    <a:pt x="30401" y="7449"/>
                  </a:lnTo>
                  <a:lnTo>
                    <a:pt x="30208" y="7110"/>
                  </a:lnTo>
                  <a:lnTo>
                    <a:pt x="30007" y="6780"/>
                  </a:lnTo>
                  <a:lnTo>
                    <a:pt x="29796" y="6460"/>
                  </a:lnTo>
                  <a:lnTo>
                    <a:pt x="29576" y="6139"/>
                  </a:lnTo>
                  <a:lnTo>
                    <a:pt x="29338" y="5827"/>
                  </a:lnTo>
                  <a:lnTo>
                    <a:pt x="29100" y="5525"/>
                  </a:lnTo>
                  <a:lnTo>
                    <a:pt x="28852" y="5223"/>
                  </a:lnTo>
                  <a:lnTo>
                    <a:pt x="28596" y="4939"/>
                  </a:lnTo>
                  <a:lnTo>
                    <a:pt x="28385" y="4700"/>
                  </a:lnTo>
                  <a:lnTo>
                    <a:pt x="28165" y="4481"/>
                  </a:lnTo>
                  <a:lnTo>
                    <a:pt x="27936" y="4261"/>
                  </a:lnTo>
                  <a:lnTo>
                    <a:pt x="27707" y="4041"/>
                  </a:lnTo>
                  <a:lnTo>
                    <a:pt x="27478" y="3830"/>
                  </a:lnTo>
                  <a:lnTo>
                    <a:pt x="27230" y="3628"/>
                  </a:lnTo>
                  <a:lnTo>
                    <a:pt x="26992" y="3427"/>
                  </a:lnTo>
                  <a:lnTo>
                    <a:pt x="26745" y="3225"/>
                  </a:lnTo>
                  <a:lnTo>
                    <a:pt x="26488" y="3042"/>
                  </a:lnTo>
                  <a:lnTo>
                    <a:pt x="26232" y="2850"/>
                  </a:lnTo>
                  <a:lnTo>
                    <a:pt x="25966" y="2676"/>
                  </a:lnTo>
                  <a:lnTo>
                    <a:pt x="25700" y="2502"/>
                  </a:lnTo>
                  <a:lnTo>
                    <a:pt x="25435" y="2327"/>
                  </a:lnTo>
                  <a:lnTo>
                    <a:pt x="25160" y="2172"/>
                  </a:lnTo>
                  <a:lnTo>
                    <a:pt x="24876" y="2007"/>
                  </a:lnTo>
                  <a:lnTo>
                    <a:pt x="24592" y="1860"/>
                  </a:lnTo>
                  <a:lnTo>
                    <a:pt x="24262" y="1686"/>
                  </a:lnTo>
                  <a:lnTo>
                    <a:pt x="23923" y="1521"/>
                  </a:lnTo>
                  <a:lnTo>
                    <a:pt x="23575" y="1365"/>
                  </a:lnTo>
                  <a:lnTo>
                    <a:pt x="23227" y="1219"/>
                  </a:lnTo>
                  <a:lnTo>
                    <a:pt x="22878" y="1081"/>
                  </a:lnTo>
                  <a:lnTo>
                    <a:pt x="22521" y="953"/>
                  </a:lnTo>
                  <a:lnTo>
                    <a:pt x="22164" y="825"/>
                  </a:lnTo>
                  <a:lnTo>
                    <a:pt x="21797" y="715"/>
                  </a:lnTo>
                  <a:lnTo>
                    <a:pt x="21422" y="605"/>
                  </a:lnTo>
                  <a:lnTo>
                    <a:pt x="21055" y="504"/>
                  </a:lnTo>
                  <a:lnTo>
                    <a:pt x="20679" y="413"/>
                  </a:lnTo>
                  <a:lnTo>
                    <a:pt x="20295" y="339"/>
                  </a:lnTo>
                  <a:lnTo>
                    <a:pt x="19919" y="266"/>
                  </a:lnTo>
                  <a:lnTo>
                    <a:pt x="19534" y="202"/>
                  </a:lnTo>
                  <a:lnTo>
                    <a:pt x="19140" y="138"/>
                  </a:lnTo>
                  <a:lnTo>
                    <a:pt x="18755" y="92"/>
                  </a:lnTo>
                  <a:lnTo>
                    <a:pt x="18361" y="55"/>
                  </a:lnTo>
                  <a:lnTo>
                    <a:pt x="17958" y="28"/>
                  </a:lnTo>
                  <a:lnTo>
                    <a:pt x="17564" y="9"/>
                  </a:lnTo>
                  <a:lnTo>
                    <a:pt x="171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4"/>
            <p:cNvSpPr/>
            <p:nvPr/>
          </p:nvSpPr>
          <p:spPr>
            <a:xfrm>
              <a:off x="7256885" y="2665523"/>
              <a:ext cx="389104" cy="154497"/>
            </a:xfrm>
            <a:custGeom>
              <a:rect b="b" l="l" r="r" t="t"/>
              <a:pathLst>
                <a:path extrusionOk="0" h="8906" w="22430">
                  <a:moveTo>
                    <a:pt x="14193" y="0"/>
                  </a:moveTo>
                  <a:lnTo>
                    <a:pt x="13790" y="19"/>
                  </a:lnTo>
                  <a:lnTo>
                    <a:pt x="13387" y="46"/>
                  </a:lnTo>
                  <a:lnTo>
                    <a:pt x="12974" y="83"/>
                  </a:lnTo>
                  <a:lnTo>
                    <a:pt x="12571" y="128"/>
                  </a:lnTo>
                  <a:lnTo>
                    <a:pt x="12159" y="183"/>
                  </a:lnTo>
                  <a:lnTo>
                    <a:pt x="11747" y="248"/>
                  </a:lnTo>
                  <a:lnTo>
                    <a:pt x="11334" y="330"/>
                  </a:lnTo>
                  <a:lnTo>
                    <a:pt x="10922" y="413"/>
                  </a:lnTo>
                  <a:lnTo>
                    <a:pt x="10510" y="504"/>
                  </a:lnTo>
                  <a:lnTo>
                    <a:pt x="10106" y="614"/>
                  </a:lnTo>
                  <a:lnTo>
                    <a:pt x="9685" y="733"/>
                  </a:lnTo>
                  <a:lnTo>
                    <a:pt x="9282" y="852"/>
                  </a:lnTo>
                  <a:lnTo>
                    <a:pt x="8879" y="990"/>
                  </a:lnTo>
                  <a:lnTo>
                    <a:pt x="8485" y="1136"/>
                  </a:lnTo>
                  <a:lnTo>
                    <a:pt x="8091" y="1283"/>
                  </a:lnTo>
                  <a:lnTo>
                    <a:pt x="7706" y="1439"/>
                  </a:lnTo>
                  <a:lnTo>
                    <a:pt x="7330" y="1613"/>
                  </a:lnTo>
                  <a:lnTo>
                    <a:pt x="6955" y="1787"/>
                  </a:lnTo>
                  <a:lnTo>
                    <a:pt x="6588" y="1970"/>
                  </a:lnTo>
                  <a:lnTo>
                    <a:pt x="6222" y="2153"/>
                  </a:lnTo>
                  <a:lnTo>
                    <a:pt x="5864" y="2355"/>
                  </a:lnTo>
                  <a:lnTo>
                    <a:pt x="5516" y="2566"/>
                  </a:lnTo>
                  <a:lnTo>
                    <a:pt x="5177" y="2776"/>
                  </a:lnTo>
                  <a:lnTo>
                    <a:pt x="4838" y="2996"/>
                  </a:lnTo>
                  <a:lnTo>
                    <a:pt x="4508" y="3216"/>
                  </a:lnTo>
                  <a:lnTo>
                    <a:pt x="4188" y="3454"/>
                  </a:lnTo>
                  <a:lnTo>
                    <a:pt x="3867" y="3693"/>
                  </a:lnTo>
                  <a:lnTo>
                    <a:pt x="3555" y="3940"/>
                  </a:lnTo>
                  <a:lnTo>
                    <a:pt x="3253" y="4187"/>
                  </a:lnTo>
                  <a:lnTo>
                    <a:pt x="2960" y="4444"/>
                  </a:lnTo>
                  <a:lnTo>
                    <a:pt x="2676" y="4710"/>
                  </a:lnTo>
                  <a:lnTo>
                    <a:pt x="2392" y="4984"/>
                  </a:lnTo>
                  <a:lnTo>
                    <a:pt x="2117" y="5259"/>
                  </a:lnTo>
                  <a:lnTo>
                    <a:pt x="1851" y="5534"/>
                  </a:lnTo>
                  <a:lnTo>
                    <a:pt x="1595" y="5818"/>
                  </a:lnTo>
                  <a:lnTo>
                    <a:pt x="1338" y="6111"/>
                  </a:lnTo>
                  <a:lnTo>
                    <a:pt x="1100" y="6414"/>
                  </a:lnTo>
                  <a:lnTo>
                    <a:pt x="862" y="6707"/>
                  </a:lnTo>
                  <a:lnTo>
                    <a:pt x="633" y="7019"/>
                  </a:lnTo>
                  <a:lnTo>
                    <a:pt x="413" y="7330"/>
                  </a:lnTo>
                  <a:lnTo>
                    <a:pt x="202" y="7642"/>
                  </a:lnTo>
                  <a:lnTo>
                    <a:pt x="1" y="7962"/>
                  </a:lnTo>
                  <a:lnTo>
                    <a:pt x="340" y="8063"/>
                  </a:lnTo>
                  <a:lnTo>
                    <a:pt x="679" y="8164"/>
                  </a:lnTo>
                  <a:lnTo>
                    <a:pt x="1027" y="8255"/>
                  </a:lnTo>
                  <a:lnTo>
                    <a:pt x="1375" y="8347"/>
                  </a:lnTo>
                  <a:lnTo>
                    <a:pt x="1723" y="8429"/>
                  </a:lnTo>
                  <a:lnTo>
                    <a:pt x="2080" y="8503"/>
                  </a:lnTo>
                  <a:lnTo>
                    <a:pt x="2438" y="8576"/>
                  </a:lnTo>
                  <a:lnTo>
                    <a:pt x="2795" y="8631"/>
                  </a:lnTo>
                  <a:lnTo>
                    <a:pt x="3152" y="8695"/>
                  </a:lnTo>
                  <a:lnTo>
                    <a:pt x="3519" y="8741"/>
                  </a:lnTo>
                  <a:lnTo>
                    <a:pt x="3885" y="8787"/>
                  </a:lnTo>
                  <a:lnTo>
                    <a:pt x="4261" y="8823"/>
                  </a:lnTo>
                  <a:lnTo>
                    <a:pt x="4637" y="8851"/>
                  </a:lnTo>
                  <a:lnTo>
                    <a:pt x="5012" y="8878"/>
                  </a:lnTo>
                  <a:lnTo>
                    <a:pt x="5388" y="8897"/>
                  </a:lnTo>
                  <a:lnTo>
                    <a:pt x="5764" y="8906"/>
                  </a:lnTo>
                  <a:lnTo>
                    <a:pt x="6533" y="8906"/>
                  </a:lnTo>
                  <a:lnTo>
                    <a:pt x="6918" y="8897"/>
                  </a:lnTo>
                  <a:lnTo>
                    <a:pt x="7303" y="8878"/>
                  </a:lnTo>
                  <a:lnTo>
                    <a:pt x="7688" y="8851"/>
                  </a:lnTo>
                  <a:lnTo>
                    <a:pt x="8082" y="8823"/>
                  </a:lnTo>
                  <a:lnTo>
                    <a:pt x="8476" y="8787"/>
                  </a:lnTo>
                  <a:lnTo>
                    <a:pt x="8860" y="8741"/>
                  </a:lnTo>
                  <a:lnTo>
                    <a:pt x="9254" y="8686"/>
                  </a:lnTo>
                  <a:lnTo>
                    <a:pt x="9648" y="8631"/>
                  </a:lnTo>
                  <a:lnTo>
                    <a:pt x="10042" y="8567"/>
                  </a:lnTo>
                  <a:lnTo>
                    <a:pt x="10445" y="8494"/>
                  </a:lnTo>
                  <a:lnTo>
                    <a:pt x="10839" y="8411"/>
                  </a:lnTo>
                  <a:lnTo>
                    <a:pt x="11233" y="8320"/>
                  </a:lnTo>
                  <a:lnTo>
                    <a:pt x="11637" y="8228"/>
                  </a:lnTo>
                  <a:lnTo>
                    <a:pt x="12031" y="8118"/>
                  </a:lnTo>
                  <a:lnTo>
                    <a:pt x="12434" y="8008"/>
                  </a:lnTo>
                  <a:lnTo>
                    <a:pt x="12828" y="7889"/>
                  </a:lnTo>
                  <a:lnTo>
                    <a:pt x="13222" y="7770"/>
                  </a:lnTo>
                  <a:lnTo>
                    <a:pt x="13606" y="7642"/>
                  </a:lnTo>
                  <a:lnTo>
                    <a:pt x="13991" y="7504"/>
                  </a:lnTo>
                  <a:lnTo>
                    <a:pt x="14367" y="7358"/>
                  </a:lnTo>
                  <a:lnTo>
                    <a:pt x="14743" y="7211"/>
                  </a:lnTo>
                  <a:lnTo>
                    <a:pt x="15109" y="7055"/>
                  </a:lnTo>
                  <a:lnTo>
                    <a:pt x="15476" y="6899"/>
                  </a:lnTo>
                  <a:lnTo>
                    <a:pt x="15833" y="6725"/>
                  </a:lnTo>
                  <a:lnTo>
                    <a:pt x="16190" y="6560"/>
                  </a:lnTo>
                  <a:lnTo>
                    <a:pt x="16548" y="6377"/>
                  </a:lnTo>
                  <a:lnTo>
                    <a:pt x="16887" y="6203"/>
                  </a:lnTo>
                  <a:lnTo>
                    <a:pt x="17235" y="6011"/>
                  </a:lnTo>
                  <a:lnTo>
                    <a:pt x="17565" y="5818"/>
                  </a:lnTo>
                  <a:lnTo>
                    <a:pt x="17894" y="5626"/>
                  </a:lnTo>
                  <a:lnTo>
                    <a:pt x="18224" y="5415"/>
                  </a:lnTo>
                  <a:lnTo>
                    <a:pt x="18545" y="5214"/>
                  </a:lnTo>
                  <a:lnTo>
                    <a:pt x="18856" y="5003"/>
                  </a:lnTo>
                  <a:lnTo>
                    <a:pt x="19168" y="4783"/>
                  </a:lnTo>
                  <a:lnTo>
                    <a:pt x="19470" y="4563"/>
                  </a:lnTo>
                  <a:lnTo>
                    <a:pt x="19773" y="4334"/>
                  </a:lnTo>
                  <a:lnTo>
                    <a:pt x="20066" y="4105"/>
                  </a:lnTo>
                  <a:lnTo>
                    <a:pt x="20350" y="3876"/>
                  </a:lnTo>
                  <a:lnTo>
                    <a:pt x="20634" y="3638"/>
                  </a:lnTo>
                  <a:lnTo>
                    <a:pt x="20909" y="3390"/>
                  </a:lnTo>
                  <a:lnTo>
                    <a:pt x="21174" y="3143"/>
                  </a:lnTo>
                  <a:lnTo>
                    <a:pt x="21440" y="2895"/>
                  </a:lnTo>
                  <a:lnTo>
                    <a:pt x="21697" y="2639"/>
                  </a:lnTo>
                  <a:lnTo>
                    <a:pt x="21944" y="2382"/>
                  </a:lnTo>
                  <a:lnTo>
                    <a:pt x="22191" y="2126"/>
                  </a:lnTo>
                  <a:lnTo>
                    <a:pt x="22430" y="1860"/>
                  </a:lnTo>
                  <a:lnTo>
                    <a:pt x="22100" y="1686"/>
                  </a:lnTo>
                  <a:lnTo>
                    <a:pt x="21761" y="1521"/>
                  </a:lnTo>
                  <a:lnTo>
                    <a:pt x="21413" y="1365"/>
                  </a:lnTo>
                  <a:lnTo>
                    <a:pt x="21065" y="1219"/>
                  </a:lnTo>
                  <a:lnTo>
                    <a:pt x="20716" y="1081"/>
                  </a:lnTo>
                  <a:lnTo>
                    <a:pt x="20359" y="953"/>
                  </a:lnTo>
                  <a:lnTo>
                    <a:pt x="20002" y="825"/>
                  </a:lnTo>
                  <a:lnTo>
                    <a:pt x="19635" y="715"/>
                  </a:lnTo>
                  <a:lnTo>
                    <a:pt x="19260" y="605"/>
                  </a:lnTo>
                  <a:lnTo>
                    <a:pt x="18893" y="504"/>
                  </a:lnTo>
                  <a:lnTo>
                    <a:pt x="18517" y="413"/>
                  </a:lnTo>
                  <a:lnTo>
                    <a:pt x="18133" y="339"/>
                  </a:lnTo>
                  <a:lnTo>
                    <a:pt x="17757" y="266"/>
                  </a:lnTo>
                  <a:lnTo>
                    <a:pt x="17372" y="202"/>
                  </a:lnTo>
                  <a:lnTo>
                    <a:pt x="16978" y="138"/>
                  </a:lnTo>
                  <a:lnTo>
                    <a:pt x="16593" y="92"/>
                  </a:lnTo>
                  <a:lnTo>
                    <a:pt x="16199" y="55"/>
                  </a:lnTo>
                  <a:lnTo>
                    <a:pt x="15796" y="28"/>
                  </a:lnTo>
                  <a:lnTo>
                    <a:pt x="15402" y="9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FF4C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4"/>
            <p:cNvSpPr/>
            <p:nvPr/>
          </p:nvSpPr>
          <p:spPr>
            <a:xfrm>
              <a:off x="7243371" y="2522631"/>
              <a:ext cx="358434" cy="257506"/>
            </a:xfrm>
            <a:custGeom>
              <a:rect b="b" l="l" r="r" t="t"/>
              <a:pathLst>
                <a:path extrusionOk="0" h="14844" w="20662">
                  <a:moveTo>
                    <a:pt x="13634" y="0"/>
                  </a:moveTo>
                  <a:lnTo>
                    <a:pt x="13598" y="10"/>
                  </a:lnTo>
                  <a:lnTo>
                    <a:pt x="13497" y="55"/>
                  </a:lnTo>
                  <a:lnTo>
                    <a:pt x="13332" y="129"/>
                  </a:lnTo>
                  <a:lnTo>
                    <a:pt x="13130" y="248"/>
                  </a:lnTo>
                  <a:lnTo>
                    <a:pt x="13011" y="330"/>
                  </a:lnTo>
                  <a:lnTo>
                    <a:pt x="12883" y="422"/>
                  </a:lnTo>
                  <a:lnTo>
                    <a:pt x="12745" y="532"/>
                  </a:lnTo>
                  <a:lnTo>
                    <a:pt x="12608" y="651"/>
                  </a:lnTo>
                  <a:lnTo>
                    <a:pt x="12461" y="788"/>
                  </a:lnTo>
                  <a:lnTo>
                    <a:pt x="12315" y="935"/>
                  </a:lnTo>
                  <a:lnTo>
                    <a:pt x="12168" y="1109"/>
                  </a:lnTo>
                  <a:lnTo>
                    <a:pt x="12022" y="1292"/>
                  </a:lnTo>
                  <a:lnTo>
                    <a:pt x="11866" y="1503"/>
                  </a:lnTo>
                  <a:lnTo>
                    <a:pt x="11719" y="1723"/>
                  </a:lnTo>
                  <a:lnTo>
                    <a:pt x="11573" y="1970"/>
                  </a:lnTo>
                  <a:lnTo>
                    <a:pt x="11435" y="2236"/>
                  </a:lnTo>
                  <a:lnTo>
                    <a:pt x="11298" y="2529"/>
                  </a:lnTo>
                  <a:lnTo>
                    <a:pt x="11170" y="2841"/>
                  </a:lnTo>
                  <a:lnTo>
                    <a:pt x="11050" y="3170"/>
                  </a:lnTo>
                  <a:lnTo>
                    <a:pt x="10931" y="3537"/>
                  </a:lnTo>
                  <a:lnTo>
                    <a:pt x="10831" y="3922"/>
                  </a:lnTo>
                  <a:lnTo>
                    <a:pt x="10739" y="4334"/>
                  </a:lnTo>
                  <a:lnTo>
                    <a:pt x="10656" y="4765"/>
                  </a:lnTo>
                  <a:lnTo>
                    <a:pt x="10592" y="5232"/>
                  </a:lnTo>
                  <a:lnTo>
                    <a:pt x="10537" y="5727"/>
                  </a:lnTo>
                  <a:lnTo>
                    <a:pt x="10501" y="6249"/>
                  </a:lnTo>
                  <a:lnTo>
                    <a:pt x="10492" y="6799"/>
                  </a:lnTo>
                  <a:lnTo>
                    <a:pt x="10492" y="7385"/>
                  </a:lnTo>
                  <a:lnTo>
                    <a:pt x="10198" y="6881"/>
                  </a:lnTo>
                  <a:lnTo>
                    <a:pt x="9905" y="6414"/>
                  </a:lnTo>
                  <a:lnTo>
                    <a:pt x="9612" y="5974"/>
                  </a:lnTo>
                  <a:lnTo>
                    <a:pt x="9319" y="5571"/>
                  </a:lnTo>
                  <a:lnTo>
                    <a:pt x="9026" y="5205"/>
                  </a:lnTo>
                  <a:lnTo>
                    <a:pt x="8742" y="4866"/>
                  </a:lnTo>
                  <a:lnTo>
                    <a:pt x="8448" y="4554"/>
                  </a:lnTo>
                  <a:lnTo>
                    <a:pt x="8173" y="4279"/>
                  </a:lnTo>
                  <a:lnTo>
                    <a:pt x="7889" y="4023"/>
                  </a:lnTo>
                  <a:lnTo>
                    <a:pt x="7615" y="3794"/>
                  </a:lnTo>
                  <a:lnTo>
                    <a:pt x="7349" y="3592"/>
                  </a:lnTo>
                  <a:lnTo>
                    <a:pt x="7083" y="3409"/>
                  </a:lnTo>
                  <a:lnTo>
                    <a:pt x="6827" y="3244"/>
                  </a:lnTo>
                  <a:lnTo>
                    <a:pt x="6579" y="3106"/>
                  </a:lnTo>
                  <a:lnTo>
                    <a:pt x="6341" y="2987"/>
                  </a:lnTo>
                  <a:lnTo>
                    <a:pt x="6103" y="2886"/>
                  </a:lnTo>
                  <a:lnTo>
                    <a:pt x="5883" y="2795"/>
                  </a:lnTo>
                  <a:lnTo>
                    <a:pt x="5672" y="2722"/>
                  </a:lnTo>
                  <a:lnTo>
                    <a:pt x="5461" y="2667"/>
                  </a:lnTo>
                  <a:lnTo>
                    <a:pt x="5269" y="2621"/>
                  </a:lnTo>
                  <a:lnTo>
                    <a:pt x="5095" y="2584"/>
                  </a:lnTo>
                  <a:lnTo>
                    <a:pt x="4921" y="2566"/>
                  </a:lnTo>
                  <a:lnTo>
                    <a:pt x="4765" y="2547"/>
                  </a:lnTo>
                  <a:lnTo>
                    <a:pt x="4628" y="2538"/>
                  </a:lnTo>
                  <a:lnTo>
                    <a:pt x="4389" y="2538"/>
                  </a:lnTo>
                  <a:lnTo>
                    <a:pt x="4206" y="2547"/>
                  </a:lnTo>
                  <a:lnTo>
                    <a:pt x="4096" y="2566"/>
                  </a:lnTo>
                  <a:lnTo>
                    <a:pt x="4060" y="2566"/>
                  </a:lnTo>
                  <a:lnTo>
                    <a:pt x="4060" y="2996"/>
                  </a:lnTo>
                  <a:lnTo>
                    <a:pt x="4087" y="3409"/>
                  </a:lnTo>
                  <a:lnTo>
                    <a:pt x="4133" y="3794"/>
                  </a:lnTo>
                  <a:lnTo>
                    <a:pt x="4188" y="4169"/>
                  </a:lnTo>
                  <a:lnTo>
                    <a:pt x="4261" y="4517"/>
                  </a:lnTo>
                  <a:lnTo>
                    <a:pt x="4353" y="4856"/>
                  </a:lnTo>
                  <a:lnTo>
                    <a:pt x="4454" y="5177"/>
                  </a:lnTo>
                  <a:lnTo>
                    <a:pt x="4573" y="5479"/>
                  </a:lnTo>
                  <a:lnTo>
                    <a:pt x="4692" y="5773"/>
                  </a:lnTo>
                  <a:lnTo>
                    <a:pt x="4829" y="6047"/>
                  </a:lnTo>
                  <a:lnTo>
                    <a:pt x="4967" y="6304"/>
                  </a:lnTo>
                  <a:lnTo>
                    <a:pt x="5113" y="6542"/>
                  </a:lnTo>
                  <a:lnTo>
                    <a:pt x="5269" y="6771"/>
                  </a:lnTo>
                  <a:lnTo>
                    <a:pt x="5434" y="6982"/>
                  </a:lnTo>
                  <a:lnTo>
                    <a:pt x="5590" y="7174"/>
                  </a:lnTo>
                  <a:lnTo>
                    <a:pt x="5755" y="7367"/>
                  </a:lnTo>
                  <a:lnTo>
                    <a:pt x="5920" y="7532"/>
                  </a:lnTo>
                  <a:lnTo>
                    <a:pt x="6075" y="7687"/>
                  </a:lnTo>
                  <a:lnTo>
                    <a:pt x="6240" y="7834"/>
                  </a:lnTo>
                  <a:lnTo>
                    <a:pt x="6387" y="7962"/>
                  </a:lnTo>
                  <a:lnTo>
                    <a:pt x="6543" y="8081"/>
                  </a:lnTo>
                  <a:lnTo>
                    <a:pt x="6689" y="8191"/>
                  </a:lnTo>
                  <a:lnTo>
                    <a:pt x="6946" y="8375"/>
                  </a:lnTo>
                  <a:lnTo>
                    <a:pt x="7175" y="8503"/>
                  </a:lnTo>
                  <a:lnTo>
                    <a:pt x="7349" y="8595"/>
                  </a:lnTo>
                  <a:lnTo>
                    <a:pt x="7495" y="8668"/>
                  </a:lnTo>
                  <a:lnTo>
                    <a:pt x="7303" y="8613"/>
                  </a:lnTo>
                  <a:lnTo>
                    <a:pt x="7074" y="8558"/>
                  </a:lnTo>
                  <a:lnTo>
                    <a:pt x="6772" y="8485"/>
                  </a:lnTo>
                  <a:lnTo>
                    <a:pt x="6396" y="8420"/>
                  </a:lnTo>
                  <a:lnTo>
                    <a:pt x="5956" y="8347"/>
                  </a:lnTo>
                  <a:lnTo>
                    <a:pt x="5718" y="8320"/>
                  </a:lnTo>
                  <a:lnTo>
                    <a:pt x="5471" y="8292"/>
                  </a:lnTo>
                  <a:lnTo>
                    <a:pt x="5205" y="8274"/>
                  </a:lnTo>
                  <a:lnTo>
                    <a:pt x="4939" y="8265"/>
                  </a:lnTo>
                  <a:lnTo>
                    <a:pt x="4655" y="8256"/>
                  </a:lnTo>
                  <a:lnTo>
                    <a:pt x="4362" y="8256"/>
                  </a:lnTo>
                  <a:lnTo>
                    <a:pt x="4069" y="8265"/>
                  </a:lnTo>
                  <a:lnTo>
                    <a:pt x="3766" y="8283"/>
                  </a:lnTo>
                  <a:lnTo>
                    <a:pt x="3455" y="8311"/>
                  </a:lnTo>
                  <a:lnTo>
                    <a:pt x="3143" y="8347"/>
                  </a:lnTo>
                  <a:lnTo>
                    <a:pt x="2823" y="8402"/>
                  </a:lnTo>
                  <a:lnTo>
                    <a:pt x="2511" y="8466"/>
                  </a:lnTo>
                  <a:lnTo>
                    <a:pt x="2191" y="8540"/>
                  </a:lnTo>
                  <a:lnTo>
                    <a:pt x="1870" y="8640"/>
                  </a:lnTo>
                  <a:lnTo>
                    <a:pt x="1549" y="8750"/>
                  </a:lnTo>
                  <a:lnTo>
                    <a:pt x="1228" y="8879"/>
                  </a:lnTo>
                  <a:lnTo>
                    <a:pt x="917" y="9016"/>
                  </a:lnTo>
                  <a:lnTo>
                    <a:pt x="605" y="9181"/>
                  </a:lnTo>
                  <a:lnTo>
                    <a:pt x="294" y="9364"/>
                  </a:lnTo>
                  <a:lnTo>
                    <a:pt x="1" y="9575"/>
                  </a:lnTo>
                  <a:lnTo>
                    <a:pt x="120" y="9731"/>
                  </a:lnTo>
                  <a:lnTo>
                    <a:pt x="239" y="9877"/>
                  </a:lnTo>
                  <a:lnTo>
                    <a:pt x="367" y="10024"/>
                  </a:lnTo>
                  <a:lnTo>
                    <a:pt x="496" y="10152"/>
                  </a:lnTo>
                  <a:lnTo>
                    <a:pt x="624" y="10280"/>
                  </a:lnTo>
                  <a:lnTo>
                    <a:pt x="761" y="10400"/>
                  </a:lnTo>
                  <a:lnTo>
                    <a:pt x="889" y="10519"/>
                  </a:lnTo>
                  <a:lnTo>
                    <a:pt x="1027" y="10619"/>
                  </a:lnTo>
                  <a:lnTo>
                    <a:pt x="1164" y="10720"/>
                  </a:lnTo>
                  <a:lnTo>
                    <a:pt x="1302" y="10812"/>
                  </a:lnTo>
                  <a:lnTo>
                    <a:pt x="1439" y="10894"/>
                  </a:lnTo>
                  <a:lnTo>
                    <a:pt x="1577" y="10977"/>
                  </a:lnTo>
                  <a:lnTo>
                    <a:pt x="1723" y="11050"/>
                  </a:lnTo>
                  <a:lnTo>
                    <a:pt x="1861" y="11114"/>
                  </a:lnTo>
                  <a:lnTo>
                    <a:pt x="2145" y="11233"/>
                  </a:lnTo>
                  <a:lnTo>
                    <a:pt x="2429" y="11334"/>
                  </a:lnTo>
                  <a:lnTo>
                    <a:pt x="2713" y="11407"/>
                  </a:lnTo>
                  <a:lnTo>
                    <a:pt x="2997" y="11471"/>
                  </a:lnTo>
                  <a:lnTo>
                    <a:pt x="3281" y="11508"/>
                  </a:lnTo>
                  <a:lnTo>
                    <a:pt x="3565" y="11536"/>
                  </a:lnTo>
                  <a:lnTo>
                    <a:pt x="3840" y="11545"/>
                  </a:lnTo>
                  <a:lnTo>
                    <a:pt x="4105" y="11545"/>
                  </a:lnTo>
                  <a:lnTo>
                    <a:pt x="4371" y="11526"/>
                  </a:lnTo>
                  <a:lnTo>
                    <a:pt x="4628" y="11499"/>
                  </a:lnTo>
                  <a:lnTo>
                    <a:pt x="4875" y="11471"/>
                  </a:lnTo>
                  <a:lnTo>
                    <a:pt x="5104" y="11426"/>
                  </a:lnTo>
                  <a:lnTo>
                    <a:pt x="5333" y="11380"/>
                  </a:lnTo>
                  <a:lnTo>
                    <a:pt x="5553" y="11334"/>
                  </a:lnTo>
                  <a:lnTo>
                    <a:pt x="5755" y="11279"/>
                  </a:lnTo>
                  <a:lnTo>
                    <a:pt x="6112" y="11169"/>
                  </a:lnTo>
                  <a:lnTo>
                    <a:pt x="6405" y="11059"/>
                  </a:lnTo>
                  <a:lnTo>
                    <a:pt x="6625" y="10977"/>
                  </a:lnTo>
                  <a:lnTo>
                    <a:pt x="6817" y="10885"/>
                  </a:lnTo>
                  <a:lnTo>
                    <a:pt x="6588" y="11013"/>
                  </a:lnTo>
                  <a:lnTo>
                    <a:pt x="6378" y="11142"/>
                  </a:lnTo>
                  <a:lnTo>
                    <a:pt x="6176" y="11279"/>
                  </a:lnTo>
                  <a:lnTo>
                    <a:pt x="5993" y="11426"/>
                  </a:lnTo>
                  <a:lnTo>
                    <a:pt x="5819" y="11572"/>
                  </a:lnTo>
                  <a:lnTo>
                    <a:pt x="5654" y="11728"/>
                  </a:lnTo>
                  <a:lnTo>
                    <a:pt x="5507" y="11884"/>
                  </a:lnTo>
                  <a:lnTo>
                    <a:pt x="5370" y="12040"/>
                  </a:lnTo>
                  <a:lnTo>
                    <a:pt x="5242" y="12204"/>
                  </a:lnTo>
                  <a:lnTo>
                    <a:pt x="5122" y="12369"/>
                  </a:lnTo>
                  <a:lnTo>
                    <a:pt x="5022" y="12534"/>
                  </a:lnTo>
                  <a:lnTo>
                    <a:pt x="4921" y="12699"/>
                  </a:lnTo>
                  <a:lnTo>
                    <a:pt x="4829" y="12864"/>
                  </a:lnTo>
                  <a:lnTo>
                    <a:pt x="4756" y="13020"/>
                  </a:lnTo>
                  <a:lnTo>
                    <a:pt x="4683" y="13185"/>
                  </a:lnTo>
                  <a:lnTo>
                    <a:pt x="4619" y="13341"/>
                  </a:lnTo>
                  <a:lnTo>
                    <a:pt x="4509" y="13643"/>
                  </a:lnTo>
                  <a:lnTo>
                    <a:pt x="4426" y="13927"/>
                  </a:lnTo>
                  <a:lnTo>
                    <a:pt x="4371" y="14184"/>
                  </a:lnTo>
                  <a:lnTo>
                    <a:pt x="4334" y="14403"/>
                  </a:lnTo>
                  <a:lnTo>
                    <a:pt x="4307" y="14587"/>
                  </a:lnTo>
                  <a:lnTo>
                    <a:pt x="4289" y="14724"/>
                  </a:lnTo>
                  <a:lnTo>
                    <a:pt x="4289" y="14843"/>
                  </a:lnTo>
                  <a:lnTo>
                    <a:pt x="4518" y="14825"/>
                  </a:lnTo>
                  <a:lnTo>
                    <a:pt x="4747" y="14807"/>
                  </a:lnTo>
                  <a:lnTo>
                    <a:pt x="4976" y="14788"/>
                  </a:lnTo>
                  <a:lnTo>
                    <a:pt x="5187" y="14752"/>
                  </a:lnTo>
                  <a:lnTo>
                    <a:pt x="5406" y="14715"/>
                  </a:lnTo>
                  <a:lnTo>
                    <a:pt x="5617" y="14678"/>
                  </a:lnTo>
                  <a:lnTo>
                    <a:pt x="5819" y="14632"/>
                  </a:lnTo>
                  <a:lnTo>
                    <a:pt x="6020" y="14578"/>
                  </a:lnTo>
                  <a:lnTo>
                    <a:pt x="6222" y="14523"/>
                  </a:lnTo>
                  <a:lnTo>
                    <a:pt x="6414" y="14458"/>
                  </a:lnTo>
                  <a:lnTo>
                    <a:pt x="6598" y="14394"/>
                  </a:lnTo>
                  <a:lnTo>
                    <a:pt x="6790" y="14321"/>
                  </a:lnTo>
                  <a:lnTo>
                    <a:pt x="7138" y="14165"/>
                  </a:lnTo>
                  <a:lnTo>
                    <a:pt x="7477" y="14000"/>
                  </a:lnTo>
                  <a:lnTo>
                    <a:pt x="7807" y="13826"/>
                  </a:lnTo>
                  <a:lnTo>
                    <a:pt x="8109" y="13634"/>
                  </a:lnTo>
                  <a:lnTo>
                    <a:pt x="8403" y="13432"/>
                  </a:lnTo>
                  <a:lnTo>
                    <a:pt x="8677" y="13221"/>
                  </a:lnTo>
                  <a:lnTo>
                    <a:pt x="8934" y="13011"/>
                  </a:lnTo>
                  <a:lnTo>
                    <a:pt x="9181" y="12791"/>
                  </a:lnTo>
                  <a:lnTo>
                    <a:pt x="9401" y="12571"/>
                  </a:lnTo>
                  <a:lnTo>
                    <a:pt x="9621" y="12342"/>
                  </a:lnTo>
                  <a:lnTo>
                    <a:pt x="9813" y="12122"/>
                  </a:lnTo>
                  <a:lnTo>
                    <a:pt x="9997" y="11902"/>
                  </a:lnTo>
                  <a:lnTo>
                    <a:pt x="10171" y="11682"/>
                  </a:lnTo>
                  <a:lnTo>
                    <a:pt x="10327" y="11471"/>
                  </a:lnTo>
                  <a:lnTo>
                    <a:pt x="10473" y="11270"/>
                  </a:lnTo>
                  <a:lnTo>
                    <a:pt x="10601" y="11078"/>
                  </a:lnTo>
                  <a:lnTo>
                    <a:pt x="10812" y="10720"/>
                  </a:lnTo>
                  <a:lnTo>
                    <a:pt x="10977" y="10427"/>
                  </a:lnTo>
                  <a:lnTo>
                    <a:pt x="11096" y="10189"/>
                  </a:lnTo>
                  <a:lnTo>
                    <a:pt x="11188" y="9987"/>
                  </a:lnTo>
                  <a:lnTo>
                    <a:pt x="11371" y="10115"/>
                  </a:lnTo>
                  <a:lnTo>
                    <a:pt x="11582" y="10262"/>
                  </a:lnTo>
                  <a:lnTo>
                    <a:pt x="11875" y="10436"/>
                  </a:lnTo>
                  <a:lnTo>
                    <a:pt x="12241" y="10638"/>
                  </a:lnTo>
                  <a:lnTo>
                    <a:pt x="12452" y="10739"/>
                  </a:lnTo>
                  <a:lnTo>
                    <a:pt x="12672" y="10839"/>
                  </a:lnTo>
                  <a:lnTo>
                    <a:pt x="12919" y="10949"/>
                  </a:lnTo>
                  <a:lnTo>
                    <a:pt x="13176" y="11050"/>
                  </a:lnTo>
                  <a:lnTo>
                    <a:pt x="13442" y="11151"/>
                  </a:lnTo>
                  <a:lnTo>
                    <a:pt x="13726" y="11242"/>
                  </a:lnTo>
                  <a:lnTo>
                    <a:pt x="14019" y="11325"/>
                  </a:lnTo>
                  <a:lnTo>
                    <a:pt x="14330" y="11407"/>
                  </a:lnTo>
                  <a:lnTo>
                    <a:pt x="14651" y="11471"/>
                  </a:lnTo>
                  <a:lnTo>
                    <a:pt x="14981" y="11526"/>
                  </a:lnTo>
                  <a:lnTo>
                    <a:pt x="15320" y="11572"/>
                  </a:lnTo>
                  <a:lnTo>
                    <a:pt x="15677" y="11600"/>
                  </a:lnTo>
                  <a:lnTo>
                    <a:pt x="16035" y="11609"/>
                  </a:lnTo>
                  <a:lnTo>
                    <a:pt x="16401" y="11600"/>
                  </a:lnTo>
                  <a:lnTo>
                    <a:pt x="16786" y="11572"/>
                  </a:lnTo>
                  <a:lnTo>
                    <a:pt x="17171" y="11526"/>
                  </a:lnTo>
                  <a:lnTo>
                    <a:pt x="17363" y="11499"/>
                  </a:lnTo>
                  <a:lnTo>
                    <a:pt x="17556" y="11462"/>
                  </a:lnTo>
                  <a:lnTo>
                    <a:pt x="17757" y="11417"/>
                  </a:lnTo>
                  <a:lnTo>
                    <a:pt x="17959" y="11371"/>
                  </a:lnTo>
                  <a:lnTo>
                    <a:pt x="18160" y="11316"/>
                  </a:lnTo>
                  <a:lnTo>
                    <a:pt x="18362" y="11252"/>
                  </a:lnTo>
                  <a:lnTo>
                    <a:pt x="18563" y="11178"/>
                  </a:lnTo>
                  <a:lnTo>
                    <a:pt x="18765" y="11105"/>
                  </a:lnTo>
                  <a:lnTo>
                    <a:pt x="18967" y="11023"/>
                  </a:lnTo>
                  <a:lnTo>
                    <a:pt x="19177" y="10931"/>
                  </a:lnTo>
                  <a:lnTo>
                    <a:pt x="19379" y="10830"/>
                  </a:lnTo>
                  <a:lnTo>
                    <a:pt x="19590" y="10729"/>
                  </a:lnTo>
                  <a:lnTo>
                    <a:pt x="19525" y="10629"/>
                  </a:lnTo>
                  <a:lnTo>
                    <a:pt x="19443" y="10509"/>
                  </a:lnTo>
                  <a:lnTo>
                    <a:pt x="19333" y="10372"/>
                  </a:lnTo>
                  <a:lnTo>
                    <a:pt x="19186" y="10198"/>
                  </a:lnTo>
                  <a:lnTo>
                    <a:pt x="19003" y="10006"/>
                  </a:lnTo>
                  <a:lnTo>
                    <a:pt x="18792" y="9804"/>
                  </a:lnTo>
                  <a:lnTo>
                    <a:pt x="18554" y="9593"/>
                  </a:lnTo>
                  <a:lnTo>
                    <a:pt x="18417" y="9492"/>
                  </a:lnTo>
                  <a:lnTo>
                    <a:pt x="18279" y="9383"/>
                  </a:lnTo>
                  <a:lnTo>
                    <a:pt x="18124" y="9282"/>
                  </a:lnTo>
                  <a:lnTo>
                    <a:pt x="17968" y="9190"/>
                  </a:lnTo>
                  <a:lnTo>
                    <a:pt x="17803" y="9098"/>
                  </a:lnTo>
                  <a:lnTo>
                    <a:pt x="17629" y="9007"/>
                  </a:lnTo>
                  <a:lnTo>
                    <a:pt x="17446" y="8924"/>
                  </a:lnTo>
                  <a:lnTo>
                    <a:pt x="17253" y="8842"/>
                  </a:lnTo>
                  <a:lnTo>
                    <a:pt x="17052" y="8778"/>
                  </a:lnTo>
                  <a:lnTo>
                    <a:pt x="16841" y="8714"/>
                  </a:lnTo>
                  <a:lnTo>
                    <a:pt x="16621" y="8668"/>
                  </a:lnTo>
                  <a:lnTo>
                    <a:pt x="16401" y="8622"/>
                  </a:lnTo>
                  <a:lnTo>
                    <a:pt x="16172" y="8595"/>
                  </a:lnTo>
                  <a:lnTo>
                    <a:pt x="15925" y="8576"/>
                  </a:lnTo>
                  <a:lnTo>
                    <a:pt x="15677" y="8567"/>
                  </a:lnTo>
                  <a:lnTo>
                    <a:pt x="15421" y="8576"/>
                  </a:lnTo>
                  <a:lnTo>
                    <a:pt x="15622" y="8558"/>
                  </a:lnTo>
                  <a:lnTo>
                    <a:pt x="15861" y="8521"/>
                  </a:lnTo>
                  <a:lnTo>
                    <a:pt x="16172" y="8466"/>
                  </a:lnTo>
                  <a:lnTo>
                    <a:pt x="16539" y="8375"/>
                  </a:lnTo>
                  <a:lnTo>
                    <a:pt x="16740" y="8329"/>
                  </a:lnTo>
                  <a:lnTo>
                    <a:pt x="16951" y="8265"/>
                  </a:lnTo>
                  <a:lnTo>
                    <a:pt x="17171" y="8191"/>
                  </a:lnTo>
                  <a:lnTo>
                    <a:pt x="17391" y="8100"/>
                  </a:lnTo>
                  <a:lnTo>
                    <a:pt x="17629" y="8008"/>
                  </a:lnTo>
                  <a:lnTo>
                    <a:pt x="17858" y="7898"/>
                  </a:lnTo>
                  <a:lnTo>
                    <a:pt x="18096" y="7779"/>
                  </a:lnTo>
                  <a:lnTo>
                    <a:pt x="18325" y="7651"/>
                  </a:lnTo>
                  <a:lnTo>
                    <a:pt x="18563" y="7504"/>
                  </a:lnTo>
                  <a:lnTo>
                    <a:pt x="18792" y="7339"/>
                  </a:lnTo>
                  <a:lnTo>
                    <a:pt x="19012" y="7165"/>
                  </a:lnTo>
                  <a:lnTo>
                    <a:pt x="19232" y="6973"/>
                  </a:lnTo>
                  <a:lnTo>
                    <a:pt x="19434" y="6762"/>
                  </a:lnTo>
                  <a:lnTo>
                    <a:pt x="19635" y="6533"/>
                  </a:lnTo>
                  <a:lnTo>
                    <a:pt x="19819" y="6286"/>
                  </a:lnTo>
                  <a:lnTo>
                    <a:pt x="19910" y="6157"/>
                  </a:lnTo>
                  <a:lnTo>
                    <a:pt x="19993" y="6029"/>
                  </a:lnTo>
                  <a:lnTo>
                    <a:pt x="20075" y="5883"/>
                  </a:lnTo>
                  <a:lnTo>
                    <a:pt x="20158" y="5745"/>
                  </a:lnTo>
                  <a:lnTo>
                    <a:pt x="20222" y="5598"/>
                  </a:lnTo>
                  <a:lnTo>
                    <a:pt x="20295" y="5443"/>
                  </a:lnTo>
                  <a:lnTo>
                    <a:pt x="20359" y="5278"/>
                  </a:lnTo>
                  <a:lnTo>
                    <a:pt x="20414" y="5113"/>
                  </a:lnTo>
                  <a:lnTo>
                    <a:pt x="20469" y="4948"/>
                  </a:lnTo>
                  <a:lnTo>
                    <a:pt x="20524" y="4774"/>
                  </a:lnTo>
                  <a:lnTo>
                    <a:pt x="20561" y="4591"/>
                  </a:lnTo>
                  <a:lnTo>
                    <a:pt x="20597" y="4407"/>
                  </a:lnTo>
                  <a:lnTo>
                    <a:pt x="20634" y="4215"/>
                  </a:lnTo>
                  <a:lnTo>
                    <a:pt x="20662" y="4013"/>
                  </a:lnTo>
                  <a:lnTo>
                    <a:pt x="20295" y="3986"/>
                  </a:lnTo>
                  <a:lnTo>
                    <a:pt x="19938" y="3986"/>
                  </a:lnTo>
                  <a:lnTo>
                    <a:pt x="19590" y="3995"/>
                  </a:lnTo>
                  <a:lnTo>
                    <a:pt x="19241" y="4032"/>
                  </a:lnTo>
                  <a:lnTo>
                    <a:pt x="18902" y="4078"/>
                  </a:lnTo>
                  <a:lnTo>
                    <a:pt x="18573" y="4142"/>
                  </a:lnTo>
                  <a:lnTo>
                    <a:pt x="18252" y="4224"/>
                  </a:lnTo>
                  <a:lnTo>
                    <a:pt x="17931" y="4316"/>
                  </a:lnTo>
                  <a:lnTo>
                    <a:pt x="17620" y="4417"/>
                  </a:lnTo>
                  <a:lnTo>
                    <a:pt x="17327" y="4536"/>
                  </a:lnTo>
                  <a:lnTo>
                    <a:pt x="17033" y="4655"/>
                  </a:lnTo>
                  <a:lnTo>
                    <a:pt x="16749" y="4783"/>
                  </a:lnTo>
                  <a:lnTo>
                    <a:pt x="16484" y="4920"/>
                  </a:lnTo>
                  <a:lnTo>
                    <a:pt x="16218" y="5067"/>
                  </a:lnTo>
                  <a:lnTo>
                    <a:pt x="15971" y="5214"/>
                  </a:lnTo>
                  <a:lnTo>
                    <a:pt x="15732" y="5360"/>
                  </a:lnTo>
                  <a:lnTo>
                    <a:pt x="15503" y="5507"/>
                  </a:lnTo>
                  <a:lnTo>
                    <a:pt x="15283" y="5653"/>
                  </a:lnTo>
                  <a:lnTo>
                    <a:pt x="15082" y="5809"/>
                  </a:lnTo>
                  <a:lnTo>
                    <a:pt x="14889" y="5947"/>
                  </a:lnTo>
                  <a:lnTo>
                    <a:pt x="14541" y="6231"/>
                  </a:lnTo>
                  <a:lnTo>
                    <a:pt x="14257" y="6478"/>
                  </a:lnTo>
                  <a:lnTo>
                    <a:pt x="14028" y="6689"/>
                  </a:lnTo>
                  <a:lnTo>
                    <a:pt x="13854" y="6854"/>
                  </a:lnTo>
                  <a:lnTo>
                    <a:pt x="13717" y="7000"/>
                  </a:lnTo>
                  <a:lnTo>
                    <a:pt x="13817" y="6863"/>
                  </a:lnTo>
                  <a:lnTo>
                    <a:pt x="13918" y="6689"/>
                  </a:lnTo>
                  <a:lnTo>
                    <a:pt x="14037" y="6460"/>
                  </a:lnTo>
                  <a:lnTo>
                    <a:pt x="14184" y="6176"/>
                  </a:lnTo>
                  <a:lnTo>
                    <a:pt x="14248" y="6011"/>
                  </a:lnTo>
                  <a:lnTo>
                    <a:pt x="14321" y="5837"/>
                  </a:lnTo>
                  <a:lnTo>
                    <a:pt x="14385" y="5644"/>
                  </a:lnTo>
                  <a:lnTo>
                    <a:pt x="14459" y="5434"/>
                  </a:lnTo>
                  <a:lnTo>
                    <a:pt x="14514" y="5223"/>
                  </a:lnTo>
                  <a:lnTo>
                    <a:pt x="14569" y="4994"/>
                  </a:lnTo>
                  <a:lnTo>
                    <a:pt x="14624" y="4756"/>
                  </a:lnTo>
                  <a:lnTo>
                    <a:pt x="14660" y="4499"/>
                  </a:lnTo>
                  <a:lnTo>
                    <a:pt x="14688" y="4233"/>
                  </a:lnTo>
                  <a:lnTo>
                    <a:pt x="14706" y="3968"/>
                  </a:lnTo>
                  <a:lnTo>
                    <a:pt x="14715" y="3684"/>
                  </a:lnTo>
                  <a:lnTo>
                    <a:pt x="14715" y="3390"/>
                  </a:lnTo>
                  <a:lnTo>
                    <a:pt x="14688" y="3088"/>
                  </a:lnTo>
                  <a:lnTo>
                    <a:pt x="14651" y="2777"/>
                  </a:lnTo>
                  <a:lnTo>
                    <a:pt x="14596" y="2456"/>
                  </a:lnTo>
                  <a:lnTo>
                    <a:pt x="14523" y="2126"/>
                  </a:lnTo>
                  <a:lnTo>
                    <a:pt x="14431" y="1787"/>
                  </a:lnTo>
                  <a:lnTo>
                    <a:pt x="14321" y="1439"/>
                  </a:lnTo>
                  <a:lnTo>
                    <a:pt x="14184" y="1091"/>
                  </a:lnTo>
                  <a:lnTo>
                    <a:pt x="14028" y="733"/>
                  </a:lnTo>
                  <a:lnTo>
                    <a:pt x="13845" y="367"/>
                  </a:lnTo>
                  <a:lnTo>
                    <a:pt x="136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4"/>
            <p:cNvSpPr/>
            <p:nvPr/>
          </p:nvSpPr>
          <p:spPr>
            <a:xfrm>
              <a:off x="7401685" y="2659156"/>
              <a:ext cx="58982" cy="27045"/>
            </a:xfrm>
            <a:custGeom>
              <a:rect b="b" l="l" r="r" t="t"/>
              <a:pathLst>
                <a:path extrusionOk="0" h="1559" w="3400">
                  <a:moveTo>
                    <a:pt x="2502" y="1"/>
                  </a:moveTo>
                  <a:lnTo>
                    <a:pt x="2355" y="10"/>
                  </a:lnTo>
                  <a:lnTo>
                    <a:pt x="2199" y="19"/>
                  </a:lnTo>
                  <a:lnTo>
                    <a:pt x="2044" y="47"/>
                  </a:lnTo>
                  <a:lnTo>
                    <a:pt x="1879" y="74"/>
                  </a:lnTo>
                  <a:lnTo>
                    <a:pt x="1705" y="111"/>
                  </a:lnTo>
                  <a:lnTo>
                    <a:pt x="1530" y="147"/>
                  </a:lnTo>
                  <a:lnTo>
                    <a:pt x="1356" y="202"/>
                  </a:lnTo>
                  <a:lnTo>
                    <a:pt x="1191" y="257"/>
                  </a:lnTo>
                  <a:lnTo>
                    <a:pt x="1036" y="312"/>
                  </a:lnTo>
                  <a:lnTo>
                    <a:pt x="889" y="376"/>
                  </a:lnTo>
                  <a:lnTo>
                    <a:pt x="742" y="441"/>
                  </a:lnTo>
                  <a:lnTo>
                    <a:pt x="614" y="514"/>
                  </a:lnTo>
                  <a:lnTo>
                    <a:pt x="495" y="587"/>
                  </a:lnTo>
                  <a:lnTo>
                    <a:pt x="385" y="651"/>
                  </a:lnTo>
                  <a:lnTo>
                    <a:pt x="294" y="734"/>
                  </a:lnTo>
                  <a:lnTo>
                    <a:pt x="202" y="807"/>
                  </a:lnTo>
                  <a:lnTo>
                    <a:pt x="138" y="880"/>
                  </a:lnTo>
                  <a:lnTo>
                    <a:pt x="83" y="954"/>
                  </a:lnTo>
                  <a:lnTo>
                    <a:pt x="37" y="1027"/>
                  </a:lnTo>
                  <a:lnTo>
                    <a:pt x="9" y="1100"/>
                  </a:lnTo>
                  <a:lnTo>
                    <a:pt x="0" y="1173"/>
                  </a:lnTo>
                  <a:lnTo>
                    <a:pt x="9" y="1238"/>
                  </a:lnTo>
                  <a:lnTo>
                    <a:pt x="37" y="1302"/>
                  </a:lnTo>
                  <a:lnTo>
                    <a:pt x="83" y="1357"/>
                  </a:lnTo>
                  <a:lnTo>
                    <a:pt x="138" y="1403"/>
                  </a:lnTo>
                  <a:lnTo>
                    <a:pt x="211" y="1448"/>
                  </a:lnTo>
                  <a:lnTo>
                    <a:pt x="294" y="1485"/>
                  </a:lnTo>
                  <a:lnTo>
                    <a:pt x="394" y="1513"/>
                  </a:lnTo>
                  <a:lnTo>
                    <a:pt x="504" y="1531"/>
                  </a:lnTo>
                  <a:lnTo>
                    <a:pt x="623" y="1549"/>
                  </a:lnTo>
                  <a:lnTo>
                    <a:pt x="761" y="1558"/>
                  </a:lnTo>
                  <a:lnTo>
                    <a:pt x="1045" y="1558"/>
                  </a:lnTo>
                  <a:lnTo>
                    <a:pt x="1201" y="1540"/>
                  </a:lnTo>
                  <a:lnTo>
                    <a:pt x="1366" y="1522"/>
                  </a:lnTo>
                  <a:lnTo>
                    <a:pt x="1530" y="1494"/>
                  </a:lnTo>
                  <a:lnTo>
                    <a:pt x="1695" y="1458"/>
                  </a:lnTo>
                  <a:lnTo>
                    <a:pt x="1869" y="1412"/>
                  </a:lnTo>
                  <a:lnTo>
                    <a:pt x="2044" y="1366"/>
                  </a:lnTo>
                  <a:lnTo>
                    <a:pt x="2208" y="1311"/>
                  </a:lnTo>
                  <a:lnTo>
                    <a:pt x="2364" y="1247"/>
                  </a:lnTo>
                  <a:lnTo>
                    <a:pt x="2520" y="1192"/>
                  </a:lnTo>
                  <a:lnTo>
                    <a:pt x="2657" y="1119"/>
                  </a:lnTo>
                  <a:lnTo>
                    <a:pt x="2786" y="1054"/>
                  </a:lnTo>
                  <a:lnTo>
                    <a:pt x="2905" y="981"/>
                  </a:lnTo>
                  <a:lnTo>
                    <a:pt x="3015" y="908"/>
                  </a:lnTo>
                  <a:lnTo>
                    <a:pt x="3115" y="834"/>
                  </a:lnTo>
                  <a:lnTo>
                    <a:pt x="3198" y="761"/>
                  </a:lnTo>
                  <a:lnTo>
                    <a:pt x="3271" y="688"/>
                  </a:lnTo>
                  <a:lnTo>
                    <a:pt x="3326" y="605"/>
                  </a:lnTo>
                  <a:lnTo>
                    <a:pt x="3363" y="532"/>
                  </a:lnTo>
                  <a:lnTo>
                    <a:pt x="3390" y="468"/>
                  </a:lnTo>
                  <a:lnTo>
                    <a:pt x="3400" y="395"/>
                  </a:lnTo>
                  <a:lnTo>
                    <a:pt x="3390" y="331"/>
                  </a:lnTo>
                  <a:lnTo>
                    <a:pt x="3363" y="266"/>
                  </a:lnTo>
                  <a:lnTo>
                    <a:pt x="3326" y="211"/>
                  </a:lnTo>
                  <a:lnTo>
                    <a:pt x="3262" y="156"/>
                  </a:lnTo>
                  <a:lnTo>
                    <a:pt x="3189" y="120"/>
                  </a:lnTo>
                  <a:lnTo>
                    <a:pt x="3106" y="83"/>
                  </a:lnTo>
                  <a:lnTo>
                    <a:pt x="3006" y="56"/>
                  </a:lnTo>
                  <a:lnTo>
                    <a:pt x="2896" y="28"/>
                  </a:lnTo>
                  <a:lnTo>
                    <a:pt x="2776" y="10"/>
                  </a:lnTo>
                  <a:lnTo>
                    <a:pt x="2648" y="1"/>
                  </a:lnTo>
                  <a:close/>
                </a:path>
              </a:pathLst>
            </a:custGeom>
            <a:solidFill>
              <a:srgbClr val="7399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4"/>
            <p:cNvSpPr/>
            <p:nvPr/>
          </p:nvSpPr>
          <p:spPr>
            <a:xfrm>
              <a:off x="7446979" y="2795369"/>
              <a:ext cx="51834" cy="64550"/>
            </a:xfrm>
            <a:custGeom>
              <a:rect b="b" l="l" r="r" t="t"/>
              <a:pathLst>
                <a:path extrusionOk="0" h="3721" w="2988">
                  <a:moveTo>
                    <a:pt x="1302" y="1"/>
                  </a:moveTo>
                  <a:lnTo>
                    <a:pt x="1146" y="10"/>
                  </a:lnTo>
                  <a:lnTo>
                    <a:pt x="999" y="37"/>
                  </a:lnTo>
                  <a:lnTo>
                    <a:pt x="862" y="92"/>
                  </a:lnTo>
                  <a:lnTo>
                    <a:pt x="724" y="157"/>
                  </a:lnTo>
                  <a:lnTo>
                    <a:pt x="605" y="239"/>
                  </a:lnTo>
                  <a:lnTo>
                    <a:pt x="495" y="331"/>
                  </a:lnTo>
                  <a:lnTo>
                    <a:pt x="385" y="441"/>
                  </a:lnTo>
                  <a:lnTo>
                    <a:pt x="294" y="560"/>
                  </a:lnTo>
                  <a:lnTo>
                    <a:pt x="211" y="697"/>
                  </a:lnTo>
                  <a:lnTo>
                    <a:pt x="147" y="844"/>
                  </a:lnTo>
                  <a:lnTo>
                    <a:pt x="92" y="999"/>
                  </a:lnTo>
                  <a:lnTo>
                    <a:pt x="46" y="1155"/>
                  </a:lnTo>
                  <a:lnTo>
                    <a:pt x="19" y="1329"/>
                  </a:lnTo>
                  <a:lnTo>
                    <a:pt x="1" y="1503"/>
                  </a:lnTo>
                  <a:lnTo>
                    <a:pt x="1" y="1687"/>
                  </a:lnTo>
                  <a:lnTo>
                    <a:pt x="10" y="1870"/>
                  </a:lnTo>
                  <a:lnTo>
                    <a:pt x="37" y="2053"/>
                  </a:lnTo>
                  <a:lnTo>
                    <a:pt x="83" y="2246"/>
                  </a:lnTo>
                  <a:lnTo>
                    <a:pt x="138" y="2429"/>
                  </a:lnTo>
                  <a:lnTo>
                    <a:pt x="202" y="2603"/>
                  </a:lnTo>
                  <a:lnTo>
                    <a:pt x="285" y="2768"/>
                  </a:lnTo>
                  <a:lnTo>
                    <a:pt x="385" y="2924"/>
                  </a:lnTo>
                  <a:lnTo>
                    <a:pt x="486" y="3061"/>
                  </a:lnTo>
                  <a:lnTo>
                    <a:pt x="596" y="3198"/>
                  </a:lnTo>
                  <a:lnTo>
                    <a:pt x="715" y="3318"/>
                  </a:lnTo>
                  <a:lnTo>
                    <a:pt x="843" y="3418"/>
                  </a:lnTo>
                  <a:lnTo>
                    <a:pt x="972" y="3510"/>
                  </a:lnTo>
                  <a:lnTo>
                    <a:pt x="1109" y="3583"/>
                  </a:lnTo>
                  <a:lnTo>
                    <a:pt x="1247" y="3647"/>
                  </a:lnTo>
                  <a:lnTo>
                    <a:pt x="1393" y="3684"/>
                  </a:lnTo>
                  <a:lnTo>
                    <a:pt x="1540" y="3711"/>
                  </a:lnTo>
                  <a:lnTo>
                    <a:pt x="1686" y="3721"/>
                  </a:lnTo>
                  <a:lnTo>
                    <a:pt x="1833" y="3711"/>
                  </a:lnTo>
                  <a:lnTo>
                    <a:pt x="1980" y="3684"/>
                  </a:lnTo>
                  <a:lnTo>
                    <a:pt x="2126" y="3638"/>
                  </a:lnTo>
                  <a:lnTo>
                    <a:pt x="2254" y="3574"/>
                  </a:lnTo>
                  <a:lnTo>
                    <a:pt x="2383" y="3492"/>
                  </a:lnTo>
                  <a:lnTo>
                    <a:pt x="2493" y="3391"/>
                  </a:lnTo>
                  <a:lnTo>
                    <a:pt x="2593" y="3281"/>
                  </a:lnTo>
                  <a:lnTo>
                    <a:pt x="2685" y="3162"/>
                  </a:lnTo>
                  <a:lnTo>
                    <a:pt x="2768" y="3024"/>
                  </a:lnTo>
                  <a:lnTo>
                    <a:pt x="2841" y="2878"/>
                  </a:lnTo>
                  <a:lnTo>
                    <a:pt x="2896" y="2731"/>
                  </a:lnTo>
                  <a:lnTo>
                    <a:pt x="2942" y="2566"/>
                  </a:lnTo>
                  <a:lnTo>
                    <a:pt x="2969" y="2392"/>
                  </a:lnTo>
                  <a:lnTo>
                    <a:pt x="2987" y="2218"/>
                  </a:lnTo>
                  <a:lnTo>
                    <a:pt x="2987" y="2044"/>
                  </a:lnTo>
                  <a:lnTo>
                    <a:pt x="2978" y="1861"/>
                  </a:lnTo>
                  <a:lnTo>
                    <a:pt x="2951" y="1668"/>
                  </a:lnTo>
                  <a:lnTo>
                    <a:pt x="2905" y="1485"/>
                  </a:lnTo>
                  <a:lnTo>
                    <a:pt x="2850" y="1302"/>
                  </a:lnTo>
                  <a:lnTo>
                    <a:pt x="2777" y="1119"/>
                  </a:lnTo>
                  <a:lnTo>
                    <a:pt x="2694" y="954"/>
                  </a:lnTo>
                  <a:lnTo>
                    <a:pt x="2603" y="807"/>
                  </a:lnTo>
                  <a:lnTo>
                    <a:pt x="2502" y="660"/>
                  </a:lnTo>
                  <a:lnTo>
                    <a:pt x="2392" y="532"/>
                  </a:lnTo>
                  <a:lnTo>
                    <a:pt x="2273" y="413"/>
                  </a:lnTo>
                  <a:lnTo>
                    <a:pt x="2145" y="303"/>
                  </a:lnTo>
                  <a:lnTo>
                    <a:pt x="2016" y="212"/>
                  </a:lnTo>
                  <a:lnTo>
                    <a:pt x="1879" y="138"/>
                  </a:lnTo>
                  <a:lnTo>
                    <a:pt x="1732" y="83"/>
                  </a:lnTo>
                  <a:lnTo>
                    <a:pt x="1595" y="37"/>
                  </a:lnTo>
                  <a:lnTo>
                    <a:pt x="1448" y="10"/>
                  </a:lnTo>
                  <a:lnTo>
                    <a:pt x="13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4"/>
            <p:cNvSpPr/>
            <p:nvPr/>
          </p:nvSpPr>
          <p:spPr>
            <a:xfrm>
              <a:off x="7515641" y="3050949"/>
              <a:ext cx="51834" cy="64706"/>
            </a:xfrm>
            <a:custGeom>
              <a:rect b="b" l="l" r="r" t="t"/>
              <a:pathLst>
                <a:path extrusionOk="0" h="3730" w="2988">
                  <a:moveTo>
                    <a:pt x="1302" y="1"/>
                  </a:moveTo>
                  <a:lnTo>
                    <a:pt x="1155" y="19"/>
                  </a:lnTo>
                  <a:lnTo>
                    <a:pt x="1009" y="47"/>
                  </a:lnTo>
                  <a:lnTo>
                    <a:pt x="862" y="92"/>
                  </a:lnTo>
                  <a:lnTo>
                    <a:pt x="734" y="156"/>
                  </a:lnTo>
                  <a:lnTo>
                    <a:pt x="605" y="239"/>
                  </a:lnTo>
                  <a:lnTo>
                    <a:pt x="495" y="340"/>
                  </a:lnTo>
                  <a:lnTo>
                    <a:pt x="395" y="450"/>
                  </a:lnTo>
                  <a:lnTo>
                    <a:pt x="303" y="569"/>
                  </a:lnTo>
                  <a:lnTo>
                    <a:pt x="221" y="706"/>
                  </a:lnTo>
                  <a:lnTo>
                    <a:pt x="147" y="844"/>
                  </a:lnTo>
                  <a:lnTo>
                    <a:pt x="92" y="999"/>
                  </a:lnTo>
                  <a:lnTo>
                    <a:pt x="56" y="1164"/>
                  </a:lnTo>
                  <a:lnTo>
                    <a:pt x="19" y="1329"/>
                  </a:lnTo>
                  <a:lnTo>
                    <a:pt x="1" y="1503"/>
                  </a:lnTo>
                  <a:lnTo>
                    <a:pt x="1" y="1687"/>
                  </a:lnTo>
                  <a:lnTo>
                    <a:pt x="10" y="1870"/>
                  </a:lnTo>
                  <a:lnTo>
                    <a:pt x="37" y="2062"/>
                  </a:lnTo>
                  <a:lnTo>
                    <a:pt x="83" y="2245"/>
                  </a:lnTo>
                  <a:lnTo>
                    <a:pt x="138" y="2429"/>
                  </a:lnTo>
                  <a:lnTo>
                    <a:pt x="211" y="2603"/>
                  </a:lnTo>
                  <a:lnTo>
                    <a:pt x="294" y="2768"/>
                  </a:lnTo>
                  <a:lnTo>
                    <a:pt x="385" y="2923"/>
                  </a:lnTo>
                  <a:lnTo>
                    <a:pt x="486" y="3070"/>
                  </a:lnTo>
                  <a:lnTo>
                    <a:pt x="596" y="3198"/>
                  </a:lnTo>
                  <a:lnTo>
                    <a:pt x="715" y="3317"/>
                  </a:lnTo>
                  <a:lnTo>
                    <a:pt x="844" y="3418"/>
                  </a:lnTo>
                  <a:lnTo>
                    <a:pt x="972" y="3510"/>
                  </a:lnTo>
                  <a:lnTo>
                    <a:pt x="1109" y="3592"/>
                  </a:lnTo>
                  <a:lnTo>
                    <a:pt x="1256" y="3647"/>
                  </a:lnTo>
                  <a:lnTo>
                    <a:pt x="1402" y="3693"/>
                  </a:lnTo>
                  <a:lnTo>
                    <a:pt x="1540" y="3721"/>
                  </a:lnTo>
                  <a:lnTo>
                    <a:pt x="1696" y="3730"/>
                  </a:lnTo>
                  <a:lnTo>
                    <a:pt x="1842" y="3721"/>
                  </a:lnTo>
                  <a:lnTo>
                    <a:pt x="1989" y="3684"/>
                  </a:lnTo>
                  <a:lnTo>
                    <a:pt x="2126" y="3638"/>
                  </a:lnTo>
                  <a:lnTo>
                    <a:pt x="2264" y="3574"/>
                  </a:lnTo>
                  <a:lnTo>
                    <a:pt x="2383" y="3492"/>
                  </a:lnTo>
                  <a:lnTo>
                    <a:pt x="2502" y="3400"/>
                  </a:lnTo>
                  <a:lnTo>
                    <a:pt x="2603" y="3290"/>
                  </a:lnTo>
                  <a:lnTo>
                    <a:pt x="2694" y="3162"/>
                  </a:lnTo>
                  <a:lnTo>
                    <a:pt x="2777" y="3033"/>
                  </a:lnTo>
                  <a:lnTo>
                    <a:pt x="2841" y="2887"/>
                  </a:lnTo>
                  <a:lnTo>
                    <a:pt x="2896" y="2731"/>
                  </a:lnTo>
                  <a:lnTo>
                    <a:pt x="2942" y="2566"/>
                  </a:lnTo>
                  <a:lnTo>
                    <a:pt x="2969" y="2401"/>
                  </a:lnTo>
                  <a:lnTo>
                    <a:pt x="2988" y="2227"/>
                  </a:lnTo>
                  <a:lnTo>
                    <a:pt x="2988" y="2044"/>
                  </a:lnTo>
                  <a:lnTo>
                    <a:pt x="2978" y="1861"/>
                  </a:lnTo>
                  <a:lnTo>
                    <a:pt x="2951" y="1677"/>
                  </a:lnTo>
                  <a:lnTo>
                    <a:pt x="2914" y="1485"/>
                  </a:lnTo>
                  <a:lnTo>
                    <a:pt x="2850" y="1302"/>
                  </a:lnTo>
                  <a:lnTo>
                    <a:pt x="2786" y="1128"/>
                  </a:lnTo>
                  <a:lnTo>
                    <a:pt x="2704" y="963"/>
                  </a:lnTo>
                  <a:lnTo>
                    <a:pt x="2612" y="807"/>
                  </a:lnTo>
                  <a:lnTo>
                    <a:pt x="2502" y="660"/>
                  </a:lnTo>
                  <a:lnTo>
                    <a:pt x="2392" y="532"/>
                  </a:lnTo>
                  <a:lnTo>
                    <a:pt x="2273" y="413"/>
                  </a:lnTo>
                  <a:lnTo>
                    <a:pt x="2154" y="312"/>
                  </a:lnTo>
                  <a:lnTo>
                    <a:pt x="2016" y="221"/>
                  </a:lnTo>
                  <a:lnTo>
                    <a:pt x="1879" y="147"/>
                  </a:lnTo>
                  <a:lnTo>
                    <a:pt x="1741" y="83"/>
                  </a:lnTo>
                  <a:lnTo>
                    <a:pt x="1595" y="37"/>
                  </a:lnTo>
                  <a:lnTo>
                    <a:pt x="1448" y="10"/>
                  </a:lnTo>
                  <a:lnTo>
                    <a:pt x="1302" y="1"/>
                  </a:lnTo>
                  <a:close/>
                </a:path>
              </a:pathLst>
            </a:custGeom>
            <a:solidFill>
              <a:srgbClr val="FF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4"/>
            <p:cNvSpPr/>
            <p:nvPr/>
          </p:nvSpPr>
          <p:spPr>
            <a:xfrm>
              <a:off x="7559356" y="2889149"/>
              <a:ext cx="51990" cy="64550"/>
            </a:xfrm>
            <a:custGeom>
              <a:rect b="b" l="l" r="r" t="t"/>
              <a:pathLst>
                <a:path extrusionOk="0" h="3721" w="2997">
                  <a:moveTo>
                    <a:pt x="1301" y="1"/>
                  </a:moveTo>
                  <a:lnTo>
                    <a:pt x="1155" y="10"/>
                  </a:lnTo>
                  <a:lnTo>
                    <a:pt x="1008" y="37"/>
                  </a:lnTo>
                  <a:lnTo>
                    <a:pt x="871" y="92"/>
                  </a:lnTo>
                  <a:lnTo>
                    <a:pt x="733" y="156"/>
                  </a:lnTo>
                  <a:lnTo>
                    <a:pt x="614" y="239"/>
                  </a:lnTo>
                  <a:lnTo>
                    <a:pt x="495" y="330"/>
                  </a:lnTo>
                  <a:lnTo>
                    <a:pt x="394" y="440"/>
                  </a:lnTo>
                  <a:lnTo>
                    <a:pt x="303" y="559"/>
                  </a:lnTo>
                  <a:lnTo>
                    <a:pt x="220" y="697"/>
                  </a:lnTo>
                  <a:lnTo>
                    <a:pt x="156" y="843"/>
                  </a:lnTo>
                  <a:lnTo>
                    <a:pt x="92" y="999"/>
                  </a:lnTo>
                  <a:lnTo>
                    <a:pt x="55" y="1155"/>
                  </a:lnTo>
                  <a:lnTo>
                    <a:pt x="19" y="1329"/>
                  </a:lnTo>
                  <a:lnTo>
                    <a:pt x="9" y="1503"/>
                  </a:lnTo>
                  <a:lnTo>
                    <a:pt x="0" y="1686"/>
                  </a:lnTo>
                  <a:lnTo>
                    <a:pt x="19" y="1870"/>
                  </a:lnTo>
                  <a:lnTo>
                    <a:pt x="46" y="2053"/>
                  </a:lnTo>
                  <a:lnTo>
                    <a:pt x="83" y="2245"/>
                  </a:lnTo>
                  <a:lnTo>
                    <a:pt x="138" y="2429"/>
                  </a:lnTo>
                  <a:lnTo>
                    <a:pt x="211" y="2603"/>
                  </a:lnTo>
                  <a:lnTo>
                    <a:pt x="293" y="2768"/>
                  </a:lnTo>
                  <a:lnTo>
                    <a:pt x="385" y="2923"/>
                  </a:lnTo>
                  <a:lnTo>
                    <a:pt x="486" y="3061"/>
                  </a:lnTo>
                  <a:lnTo>
                    <a:pt x="596" y="3198"/>
                  </a:lnTo>
                  <a:lnTo>
                    <a:pt x="715" y="3317"/>
                  </a:lnTo>
                  <a:lnTo>
                    <a:pt x="843" y="3418"/>
                  </a:lnTo>
                  <a:lnTo>
                    <a:pt x="981" y="3510"/>
                  </a:lnTo>
                  <a:lnTo>
                    <a:pt x="1118" y="3583"/>
                  </a:lnTo>
                  <a:lnTo>
                    <a:pt x="1255" y="3647"/>
                  </a:lnTo>
                  <a:lnTo>
                    <a:pt x="1402" y="3684"/>
                  </a:lnTo>
                  <a:lnTo>
                    <a:pt x="1549" y="3711"/>
                  </a:lnTo>
                  <a:lnTo>
                    <a:pt x="1695" y="3720"/>
                  </a:lnTo>
                  <a:lnTo>
                    <a:pt x="1842" y="3711"/>
                  </a:lnTo>
                  <a:lnTo>
                    <a:pt x="1988" y="3684"/>
                  </a:lnTo>
                  <a:lnTo>
                    <a:pt x="2126" y="3638"/>
                  </a:lnTo>
                  <a:lnTo>
                    <a:pt x="2263" y="3574"/>
                  </a:lnTo>
                  <a:lnTo>
                    <a:pt x="2382" y="3491"/>
                  </a:lnTo>
                  <a:lnTo>
                    <a:pt x="2502" y="3391"/>
                  </a:lnTo>
                  <a:lnTo>
                    <a:pt x="2602" y="3281"/>
                  </a:lnTo>
                  <a:lnTo>
                    <a:pt x="2694" y="3161"/>
                  </a:lnTo>
                  <a:lnTo>
                    <a:pt x="2776" y="3024"/>
                  </a:lnTo>
                  <a:lnTo>
                    <a:pt x="2841" y="2877"/>
                  </a:lnTo>
                  <a:lnTo>
                    <a:pt x="2896" y="2731"/>
                  </a:lnTo>
                  <a:lnTo>
                    <a:pt x="2941" y="2566"/>
                  </a:lnTo>
                  <a:lnTo>
                    <a:pt x="2978" y="2392"/>
                  </a:lnTo>
                  <a:lnTo>
                    <a:pt x="2987" y="2218"/>
                  </a:lnTo>
                  <a:lnTo>
                    <a:pt x="2996" y="2044"/>
                  </a:lnTo>
                  <a:lnTo>
                    <a:pt x="2978" y="1860"/>
                  </a:lnTo>
                  <a:lnTo>
                    <a:pt x="2951" y="1668"/>
                  </a:lnTo>
                  <a:lnTo>
                    <a:pt x="2914" y="1485"/>
                  </a:lnTo>
                  <a:lnTo>
                    <a:pt x="2850" y="1302"/>
                  </a:lnTo>
                  <a:lnTo>
                    <a:pt x="2786" y="1118"/>
                  </a:lnTo>
                  <a:lnTo>
                    <a:pt x="2703" y="953"/>
                  </a:lnTo>
                  <a:lnTo>
                    <a:pt x="2612" y="807"/>
                  </a:lnTo>
                  <a:lnTo>
                    <a:pt x="2511" y="660"/>
                  </a:lnTo>
                  <a:lnTo>
                    <a:pt x="2392" y="532"/>
                  </a:lnTo>
                  <a:lnTo>
                    <a:pt x="2273" y="413"/>
                  </a:lnTo>
                  <a:lnTo>
                    <a:pt x="2153" y="303"/>
                  </a:lnTo>
                  <a:lnTo>
                    <a:pt x="2016" y="211"/>
                  </a:lnTo>
                  <a:lnTo>
                    <a:pt x="1879" y="138"/>
                  </a:lnTo>
                  <a:lnTo>
                    <a:pt x="1741" y="83"/>
                  </a:lnTo>
                  <a:lnTo>
                    <a:pt x="1595" y="37"/>
                  </a:lnTo>
                  <a:lnTo>
                    <a:pt x="1448" y="10"/>
                  </a:lnTo>
                  <a:lnTo>
                    <a:pt x="13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4"/>
            <p:cNvSpPr/>
            <p:nvPr/>
          </p:nvSpPr>
          <p:spPr>
            <a:xfrm>
              <a:off x="7613862" y="2771221"/>
              <a:ext cx="54541" cy="62312"/>
            </a:xfrm>
            <a:custGeom>
              <a:rect b="b" l="l" r="r" t="t"/>
              <a:pathLst>
                <a:path extrusionOk="0" h="3592" w="3144">
                  <a:moveTo>
                    <a:pt x="1247" y="0"/>
                  </a:moveTo>
                  <a:lnTo>
                    <a:pt x="1100" y="9"/>
                  </a:lnTo>
                  <a:lnTo>
                    <a:pt x="954" y="28"/>
                  </a:lnTo>
                  <a:lnTo>
                    <a:pt x="807" y="73"/>
                  </a:lnTo>
                  <a:lnTo>
                    <a:pt x="670" y="138"/>
                  </a:lnTo>
                  <a:lnTo>
                    <a:pt x="551" y="220"/>
                  </a:lnTo>
                  <a:lnTo>
                    <a:pt x="432" y="312"/>
                  </a:lnTo>
                  <a:lnTo>
                    <a:pt x="331" y="422"/>
                  </a:lnTo>
                  <a:lnTo>
                    <a:pt x="239" y="541"/>
                  </a:lnTo>
                  <a:lnTo>
                    <a:pt x="166" y="669"/>
                  </a:lnTo>
                  <a:lnTo>
                    <a:pt x="111" y="816"/>
                  </a:lnTo>
                  <a:lnTo>
                    <a:pt x="65" y="962"/>
                  </a:lnTo>
                  <a:lnTo>
                    <a:pt x="28" y="1118"/>
                  </a:lnTo>
                  <a:lnTo>
                    <a:pt x="10" y="1283"/>
                  </a:lnTo>
                  <a:lnTo>
                    <a:pt x="1" y="1448"/>
                  </a:lnTo>
                  <a:lnTo>
                    <a:pt x="10" y="1622"/>
                  </a:lnTo>
                  <a:lnTo>
                    <a:pt x="38" y="1796"/>
                  </a:lnTo>
                  <a:lnTo>
                    <a:pt x="74" y="1970"/>
                  </a:lnTo>
                  <a:lnTo>
                    <a:pt x="129" y="2144"/>
                  </a:lnTo>
                  <a:lnTo>
                    <a:pt x="202" y="2318"/>
                  </a:lnTo>
                  <a:lnTo>
                    <a:pt x="285" y="2492"/>
                  </a:lnTo>
                  <a:lnTo>
                    <a:pt x="386" y="2657"/>
                  </a:lnTo>
                  <a:lnTo>
                    <a:pt x="496" y="2813"/>
                  </a:lnTo>
                  <a:lnTo>
                    <a:pt x="615" y="2960"/>
                  </a:lnTo>
                  <a:lnTo>
                    <a:pt x="743" y="3088"/>
                  </a:lnTo>
                  <a:lnTo>
                    <a:pt x="871" y="3198"/>
                  </a:lnTo>
                  <a:lnTo>
                    <a:pt x="1009" y="3299"/>
                  </a:lnTo>
                  <a:lnTo>
                    <a:pt x="1155" y="3390"/>
                  </a:lnTo>
                  <a:lnTo>
                    <a:pt x="1302" y="3463"/>
                  </a:lnTo>
                  <a:lnTo>
                    <a:pt x="1449" y="3518"/>
                  </a:lnTo>
                  <a:lnTo>
                    <a:pt x="1604" y="3564"/>
                  </a:lnTo>
                  <a:lnTo>
                    <a:pt x="1751" y="3583"/>
                  </a:lnTo>
                  <a:lnTo>
                    <a:pt x="1907" y="3592"/>
                  </a:lnTo>
                  <a:lnTo>
                    <a:pt x="2053" y="3583"/>
                  </a:lnTo>
                  <a:lnTo>
                    <a:pt x="2200" y="3564"/>
                  </a:lnTo>
                  <a:lnTo>
                    <a:pt x="2337" y="3518"/>
                  </a:lnTo>
                  <a:lnTo>
                    <a:pt x="2475" y="3454"/>
                  </a:lnTo>
                  <a:lnTo>
                    <a:pt x="2603" y="3372"/>
                  </a:lnTo>
                  <a:lnTo>
                    <a:pt x="2713" y="3280"/>
                  </a:lnTo>
                  <a:lnTo>
                    <a:pt x="2814" y="3170"/>
                  </a:lnTo>
                  <a:lnTo>
                    <a:pt x="2905" y="3051"/>
                  </a:lnTo>
                  <a:lnTo>
                    <a:pt x="2979" y="2923"/>
                  </a:lnTo>
                  <a:lnTo>
                    <a:pt x="3043" y="2776"/>
                  </a:lnTo>
                  <a:lnTo>
                    <a:pt x="3089" y="2630"/>
                  </a:lnTo>
                  <a:lnTo>
                    <a:pt x="3116" y="2474"/>
                  </a:lnTo>
                  <a:lnTo>
                    <a:pt x="3134" y="2309"/>
                  </a:lnTo>
                  <a:lnTo>
                    <a:pt x="3144" y="2144"/>
                  </a:lnTo>
                  <a:lnTo>
                    <a:pt x="3134" y="1970"/>
                  </a:lnTo>
                  <a:lnTo>
                    <a:pt x="3107" y="1796"/>
                  </a:lnTo>
                  <a:lnTo>
                    <a:pt x="3070" y="1622"/>
                  </a:lnTo>
                  <a:lnTo>
                    <a:pt x="3015" y="1448"/>
                  </a:lnTo>
                  <a:lnTo>
                    <a:pt x="2942" y="1274"/>
                  </a:lnTo>
                  <a:lnTo>
                    <a:pt x="2860" y="1100"/>
                  </a:lnTo>
                  <a:lnTo>
                    <a:pt x="2759" y="935"/>
                  </a:lnTo>
                  <a:lnTo>
                    <a:pt x="2649" y="779"/>
                  </a:lnTo>
                  <a:lnTo>
                    <a:pt x="2530" y="632"/>
                  </a:lnTo>
                  <a:lnTo>
                    <a:pt x="2411" y="504"/>
                  </a:lnTo>
                  <a:lnTo>
                    <a:pt x="2273" y="394"/>
                  </a:lnTo>
                  <a:lnTo>
                    <a:pt x="2136" y="293"/>
                  </a:lnTo>
                  <a:lnTo>
                    <a:pt x="1989" y="202"/>
                  </a:lnTo>
                  <a:lnTo>
                    <a:pt x="1843" y="128"/>
                  </a:lnTo>
                  <a:lnTo>
                    <a:pt x="1696" y="73"/>
                  </a:lnTo>
                  <a:lnTo>
                    <a:pt x="1549" y="28"/>
                  </a:lnTo>
                  <a:lnTo>
                    <a:pt x="1394" y="9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4"/>
            <p:cNvSpPr/>
            <p:nvPr/>
          </p:nvSpPr>
          <p:spPr>
            <a:xfrm>
              <a:off x="7663459" y="2947489"/>
              <a:ext cx="50880" cy="65331"/>
            </a:xfrm>
            <a:custGeom>
              <a:rect b="b" l="l" r="r" t="t"/>
              <a:pathLst>
                <a:path extrusionOk="0" h="3766" w="2933">
                  <a:moveTo>
                    <a:pt x="1466" y="0"/>
                  </a:moveTo>
                  <a:lnTo>
                    <a:pt x="1320" y="18"/>
                  </a:lnTo>
                  <a:lnTo>
                    <a:pt x="1182" y="55"/>
                  </a:lnTo>
                  <a:lnTo>
                    <a:pt x="1045" y="101"/>
                  </a:lnTo>
                  <a:lnTo>
                    <a:pt x="908" y="174"/>
                  </a:lnTo>
                  <a:lnTo>
                    <a:pt x="779" y="257"/>
                  </a:lnTo>
                  <a:lnTo>
                    <a:pt x="660" y="357"/>
                  </a:lnTo>
                  <a:lnTo>
                    <a:pt x="541" y="467"/>
                  </a:lnTo>
                  <a:lnTo>
                    <a:pt x="440" y="596"/>
                  </a:lnTo>
                  <a:lnTo>
                    <a:pt x="349" y="733"/>
                  </a:lnTo>
                  <a:lnTo>
                    <a:pt x="257" y="880"/>
                  </a:lnTo>
                  <a:lnTo>
                    <a:pt x="184" y="1045"/>
                  </a:lnTo>
                  <a:lnTo>
                    <a:pt x="120" y="1209"/>
                  </a:lnTo>
                  <a:lnTo>
                    <a:pt x="74" y="1393"/>
                  </a:lnTo>
                  <a:lnTo>
                    <a:pt x="37" y="1576"/>
                  </a:lnTo>
                  <a:lnTo>
                    <a:pt x="10" y="1768"/>
                  </a:lnTo>
                  <a:lnTo>
                    <a:pt x="1" y="1961"/>
                  </a:lnTo>
                  <a:lnTo>
                    <a:pt x="10" y="2144"/>
                  </a:lnTo>
                  <a:lnTo>
                    <a:pt x="28" y="2327"/>
                  </a:lnTo>
                  <a:lnTo>
                    <a:pt x="65" y="2511"/>
                  </a:lnTo>
                  <a:lnTo>
                    <a:pt x="120" y="2675"/>
                  </a:lnTo>
                  <a:lnTo>
                    <a:pt x="175" y="2840"/>
                  </a:lnTo>
                  <a:lnTo>
                    <a:pt x="248" y="2987"/>
                  </a:lnTo>
                  <a:lnTo>
                    <a:pt x="330" y="3134"/>
                  </a:lnTo>
                  <a:lnTo>
                    <a:pt x="422" y="3262"/>
                  </a:lnTo>
                  <a:lnTo>
                    <a:pt x="532" y="3372"/>
                  </a:lnTo>
                  <a:lnTo>
                    <a:pt x="642" y="3482"/>
                  </a:lnTo>
                  <a:lnTo>
                    <a:pt x="761" y="3573"/>
                  </a:lnTo>
                  <a:lnTo>
                    <a:pt x="889" y="3647"/>
                  </a:lnTo>
                  <a:lnTo>
                    <a:pt x="1027" y="3702"/>
                  </a:lnTo>
                  <a:lnTo>
                    <a:pt x="1173" y="3738"/>
                  </a:lnTo>
                  <a:lnTo>
                    <a:pt x="1320" y="3766"/>
                  </a:lnTo>
                  <a:lnTo>
                    <a:pt x="1466" y="3766"/>
                  </a:lnTo>
                  <a:lnTo>
                    <a:pt x="1613" y="3747"/>
                  </a:lnTo>
                  <a:lnTo>
                    <a:pt x="1760" y="3711"/>
                  </a:lnTo>
                  <a:lnTo>
                    <a:pt x="1897" y="3656"/>
                  </a:lnTo>
                  <a:lnTo>
                    <a:pt x="2035" y="3592"/>
                  </a:lnTo>
                  <a:lnTo>
                    <a:pt x="2163" y="3509"/>
                  </a:lnTo>
                  <a:lnTo>
                    <a:pt x="2282" y="3408"/>
                  </a:lnTo>
                  <a:lnTo>
                    <a:pt x="2392" y="3298"/>
                  </a:lnTo>
                  <a:lnTo>
                    <a:pt x="2502" y="3170"/>
                  </a:lnTo>
                  <a:lnTo>
                    <a:pt x="2593" y="3033"/>
                  </a:lnTo>
                  <a:lnTo>
                    <a:pt x="2685" y="2877"/>
                  </a:lnTo>
                  <a:lnTo>
                    <a:pt x="2758" y="2721"/>
                  </a:lnTo>
                  <a:lnTo>
                    <a:pt x="2823" y="2556"/>
                  </a:lnTo>
                  <a:lnTo>
                    <a:pt x="2868" y="2373"/>
                  </a:lnTo>
                  <a:lnTo>
                    <a:pt x="2905" y="2190"/>
                  </a:lnTo>
                  <a:lnTo>
                    <a:pt x="2932" y="1997"/>
                  </a:lnTo>
                  <a:lnTo>
                    <a:pt x="2932" y="1805"/>
                  </a:lnTo>
                  <a:lnTo>
                    <a:pt x="2932" y="1622"/>
                  </a:lnTo>
                  <a:lnTo>
                    <a:pt x="2905" y="1439"/>
                  </a:lnTo>
                  <a:lnTo>
                    <a:pt x="2868" y="1255"/>
                  </a:lnTo>
                  <a:lnTo>
                    <a:pt x="2823" y="1090"/>
                  </a:lnTo>
                  <a:lnTo>
                    <a:pt x="2768" y="925"/>
                  </a:lnTo>
                  <a:lnTo>
                    <a:pt x="2694" y="779"/>
                  </a:lnTo>
                  <a:lnTo>
                    <a:pt x="2612" y="632"/>
                  </a:lnTo>
                  <a:lnTo>
                    <a:pt x="2511" y="504"/>
                  </a:lnTo>
                  <a:lnTo>
                    <a:pt x="2410" y="385"/>
                  </a:lnTo>
                  <a:lnTo>
                    <a:pt x="2300" y="284"/>
                  </a:lnTo>
                  <a:lnTo>
                    <a:pt x="2172" y="192"/>
                  </a:lnTo>
                  <a:lnTo>
                    <a:pt x="2044" y="119"/>
                  </a:lnTo>
                  <a:lnTo>
                    <a:pt x="1915" y="64"/>
                  </a:lnTo>
                  <a:lnTo>
                    <a:pt x="1769" y="28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4"/>
            <p:cNvSpPr/>
            <p:nvPr/>
          </p:nvSpPr>
          <p:spPr>
            <a:xfrm>
              <a:off x="7618476" y="3106895"/>
              <a:ext cx="51036" cy="65348"/>
            </a:xfrm>
            <a:custGeom>
              <a:rect b="b" l="l" r="r" t="t"/>
              <a:pathLst>
                <a:path extrusionOk="0" h="3767" w="2942">
                  <a:moveTo>
                    <a:pt x="1476" y="1"/>
                  </a:moveTo>
                  <a:lnTo>
                    <a:pt x="1329" y="19"/>
                  </a:lnTo>
                  <a:lnTo>
                    <a:pt x="1183" y="56"/>
                  </a:lnTo>
                  <a:lnTo>
                    <a:pt x="1045" y="111"/>
                  </a:lnTo>
                  <a:lnTo>
                    <a:pt x="908" y="175"/>
                  </a:lnTo>
                  <a:lnTo>
                    <a:pt x="779" y="257"/>
                  </a:lnTo>
                  <a:lnTo>
                    <a:pt x="660" y="358"/>
                  </a:lnTo>
                  <a:lnTo>
                    <a:pt x="550" y="477"/>
                  </a:lnTo>
                  <a:lnTo>
                    <a:pt x="440" y="596"/>
                  </a:lnTo>
                  <a:lnTo>
                    <a:pt x="349" y="734"/>
                  </a:lnTo>
                  <a:lnTo>
                    <a:pt x="257" y="890"/>
                  </a:lnTo>
                  <a:lnTo>
                    <a:pt x="184" y="1045"/>
                  </a:lnTo>
                  <a:lnTo>
                    <a:pt x="120" y="1210"/>
                  </a:lnTo>
                  <a:lnTo>
                    <a:pt x="74" y="1393"/>
                  </a:lnTo>
                  <a:lnTo>
                    <a:pt x="37" y="1577"/>
                  </a:lnTo>
                  <a:lnTo>
                    <a:pt x="10" y="1769"/>
                  </a:lnTo>
                  <a:lnTo>
                    <a:pt x="1" y="1962"/>
                  </a:lnTo>
                  <a:lnTo>
                    <a:pt x="10" y="2154"/>
                  </a:lnTo>
                  <a:lnTo>
                    <a:pt x="37" y="2328"/>
                  </a:lnTo>
                  <a:lnTo>
                    <a:pt x="65" y="2511"/>
                  </a:lnTo>
                  <a:lnTo>
                    <a:pt x="120" y="2676"/>
                  </a:lnTo>
                  <a:lnTo>
                    <a:pt x="175" y="2841"/>
                  </a:lnTo>
                  <a:lnTo>
                    <a:pt x="248" y="2988"/>
                  </a:lnTo>
                  <a:lnTo>
                    <a:pt x="330" y="3134"/>
                  </a:lnTo>
                  <a:lnTo>
                    <a:pt x="431" y="3263"/>
                  </a:lnTo>
                  <a:lnTo>
                    <a:pt x="532" y="3382"/>
                  </a:lnTo>
                  <a:lnTo>
                    <a:pt x="642" y="3482"/>
                  </a:lnTo>
                  <a:lnTo>
                    <a:pt x="761" y="3574"/>
                  </a:lnTo>
                  <a:lnTo>
                    <a:pt x="889" y="3647"/>
                  </a:lnTo>
                  <a:lnTo>
                    <a:pt x="1027" y="3702"/>
                  </a:lnTo>
                  <a:lnTo>
                    <a:pt x="1173" y="3739"/>
                  </a:lnTo>
                  <a:lnTo>
                    <a:pt x="1320" y="3766"/>
                  </a:lnTo>
                  <a:lnTo>
                    <a:pt x="1467" y="3766"/>
                  </a:lnTo>
                  <a:lnTo>
                    <a:pt x="1613" y="3748"/>
                  </a:lnTo>
                  <a:lnTo>
                    <a:pt x="1760" y="3712"/>
                  </a:lnTo>
                  <a:lnTo>
                    <a:pt x="1897" y="3666"/>
                  </a:lnTo>
                  <a:lnTo>
                    <a:pt x="2035" y="3592"/>
                  </a:lnTo>
                  <a:lnTo>
                    <a:pt x="2163" y="3510"/>
                  </a:lnTo>
                  <a:lnTo>
                    <a:pt x="2282" y="3409"/>
                  </a:lnTo>
                  <a:lnTo>
                    <a:pt x="2392" y="3299"/>
                  </a:lnTo>
                  <a:lnTo>
                    <a:pt x="2502" y="3171"/>
                  </a:lnTo>
                  <a:lnTo>
                    <a:pt x="2594" y="3034"/>
                  </a:lnTo>
                  <a:lnTo>
                    <a:pt x="2685" y="2887"/>
                  </a:lnTo>
                  <a:lnTo>
                    <a:pt x="2758" y="2722"/>
                  </a:lnTo>
                  <a:lnTo>
                    <a:pt x="2823" y="2557"/>
                  </a:lnTo>
                  <a:lnTo>
                    <a:pt x="2868" y="2374"/>
                  </a:lnTo>
                  <a:lnTo>
                    <a:pt x="2905" y="2191"/>
                  </a:lnTo>
                  <a:lnTo>
                    <a:pt x="2933" y="1998"/>
                  </a:lnTo>
                  <a:lnTo>
                    <a:pt x="2942" y="1806"/>
                  </a:lnTo>
                  <a:lnTo>
                    <a:pt x="2933" y="1623"/>
                  </a:lnTo>
                  <a:lnTo>
                    <a:pt x="2905" y="1439"/>
                  </a:lnTo>
                  <a:lnTo>
                    <a:pt x="2878" y="1265"/>
                  </a:lnTo>
                  <a:lnTo>
                    <a:pt x="2823" y="1091"/>
                  </a:lnTo>
                  <a:lnTo>
                    <a:pt x="2768" y="926"/>
                  </a:lnTo>
                  <a:lnTo>
                    <a:pt x="2694" y="780"/>
                  </a:lnTo>
                  <a:lnTo>
                    <a:pt x="2612" y="642"/>
                  </a:lnTo>
                  <a:lnTo>
                    <a:pt x="2511" y="505"/>
                  </a:lnTo>
                  <a:lnTo>
                    <a:pt x="2410" y="395"/>
                  </a:lnTo>
                  <a:lnTo>
                    <a:pt x="2300" y="285"/>
                  </a:lnTo>
                  <a:lnTo>
                    <a:pt x="2181" y="202"/>
                  </a:lnTo>
                  <a:lnTo>
                    <a:pt x="2053" y="120"/>
                  </a:lnTo>
                  <a:lnTo>
                    <a:pt x="1916" y="65"/>
                  </a:lnTo>
                  <a:lnTo>
                    <a:pt x="1769" y="28"/>
                  </a:lnTo>
                  <a:lnTo>
                    <a:pt x="16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4"/>
            <p:cNvSpPr/>
            <p:nvPr/>
          </p:nvSpPr>
          <p:spPr>
            <a:xfrm>
              <a:off x="7515641" y="3050949"/>
              <a:ext cx="51834" cy="64706"/>
            </a:xfrm>
            <a:custGeom>
              <a:rect b="b" l="l" r="r" t="t"/>
              <a:pathLst>
                <a:path extrusionOk="0" h="3730" w="2988">
                  <a:moveTo>
                    <a:pt x="1302" y="1"/>
                  </a:moveTo>
                  <a:lnTo>
                    <a:pt x="1155" y="19"/>
                  </a:lnTo>
                  <a:lnTo>
                    <a:pt x="1009" y="47"/>
                  </a:lnTo>
                  <a:lnTo>
                    <a:pt x="862" y="92"/>
                  </a:lnTo>
                  <a:lnTo>
                    <a:pt x="734" y="156"/>
                  </a:lnTo>
                  <a:lnTo>
                    <a:pt x="605" y="239"/>
                  </a:lnTo>
                  <a:lnTo>
                    <a:pt x="495" y="340"/>
                  </a:lnTo>
                  <a:lnTo>
                    <a:pt x="395" y="450"/>
                  </a:lnTo>
                  <a:lnTo>
                    <a:pt x="303" y="569"/>
                  </a:lnTo>
                  <a:lnTo>
                    <a:pt x="221" y="706"/>
                  </a:lnTo>
                  <a:lnTo>
                    <a:pt x="147" y="844"/>
                  </a:lnTo>
                  <a:lnTo>
                    <a:pt x="92" y="999"/>
                  </a:lnTo>
                  <a:lnTo>
                    <a:pt x="56" y="1164"/>
                  </a:lnTo>
                  <a:lnTo>
                    <a:pt x="19" y="1329"/>
                  </a:lnTo>
                  <a:lnTo>
                    <a:pt x="1" y="1503"/>
                  </a:lnTo>
                  <a:lnTo>
                    <a:pt x="1" y="1687"/>
                  </a:lnTo>
                  <a:lnTo>
                    <a:pt x="10" y="1870"/>
                  </a:lnTo>
                  <a:lnTo>
                    <a:pt x="37" y="2062"/>
                  </a:lnTo>
                  <a:lnTo>
                    <a:pt x="83" y="2245"/>
                  </a:lnTo>
                  <a:lnTo>
                    <a:pt x="138" y="2429"/>
                  </a:lnTo>
                  <a:lnTo>
                    <a:pt x="211" y="2603"/>
                  </a:lnTo>
                  <a:lnTo>
                    <a:pt x="294" y="2768"/>
                  </a:lnTo>
                  <a:lnTo>
                    <a:pt x="385" y="2923"/>
                  </a:lnTo>
                  <a:lnTo>
                    <a:pt x="486" y="3070"/>
                  </a:lnTo>
                  <a:lnTo>
                    <a:pt x="596" y="3198"/>
                  </a:lnTo>
                  <a:lnTo>
                    <a:pt x="715" y="3317"/>
                  </a:lnTo>
                  <a:lnTo>
                    <a:pt x="844" y="3418"/>
                  </a:lnTo>
                  <a:lnTo>
                    <a:pt x="972" y="3510"/>
                  </a:lnTo>
                  <a:lnTo>
                    <a:pt x="1109" y="3592"/>
                  </a:lnTo>
                  <a:lnTo>
                    <a:pt x="1256" y="3647"/>
                  </a:lnTo>
                  <a:lnTo>
                    <a:pt x="1402" y="3693"/>
                  </a:lnTo>
                  <a:lnTo>
                    <a:pt x="1540" y="3721"/>
                  </a:lnTo>
                  <a:lnTo>
                    <a:pt x="1696" y="3730"/>
                  </a:lnTo>
                  <a:lnTo>
                    <a:pt x="1842" y="3721"/>
                  </a:lnTo>
                  <a:lnTo>
                    <a:pt x="1989" y="3684"/>
                  </a:lnTo>
                  <a:lnTo>
                    <a:pt x="2126" y="3638"/>
                  </a:lnTo>
                  <a:lnTo>
                    <a:pt x="2264" y="3574"/>
                  </a:lnTo>
                  <a:lnTo>
                    <a:pt x="2383" y="3492"/>
                  </a:lnTo>
                  <a:lnTo>
                    <a:pt x="2502" y="3400"/>
                  </a:lnTo>
                  <a:lnTo>
                    <a:pt x="2603" y="3290"/>
                  </a:lnTo>
                  <a:lnTo>
                    <a:pt x="2694" y="3162"/>
                  </a:lnTo>
                  <a:lnTo>
                    <a:pt x="2777" y="3033"/>
                  </a:lnTo>
                  <a:lnTo>
                    <a:pt x="2841" y="2887"/>
                  </a:lnTo>
                  <a:lnTo>
                    <a:pt x="2896" y="2731"/>
                  </a:lnTo>
                  <a:lnTo>
                    <a:pt x="2942" y="2566"/>
                  </a:lnTo>
                  <a:lnTo>
                    <a:pt x="2969" y="2401"/>
                  </a:lnTo>
                  <a:lnTo>
                    <a:pt x="2988" y="2227"/>
                  </a:lnTo>
                  <a:lnTo>
                    <a:pt x="2988" y="2044"/>
                  </a:lnTo>
                  <a:lnTo>
                    <a:pt x="2978" y="1861"/>
                  </a:lnTo>
                  <a:lnTo>
                    <a:pt x="2951" y="1677"/>
                  </a:lnTo>
                  <a:lnTo>
                    <a:pt x="2914" y="1485"/>
                  </a:lnTo>
                  <a:lnTo>
                    <a:pt x="2850" y="1302"/>
                  </a:lnTo>
                  <a:lnTo>
                    <a:pt x="2786" y="1128"/>
                  </a:lnTo>
                  <a:lnTo>
                    <a:pt x="2704" y="963"/>
                  </a:lnTo>
                  <a:lnTo>
                    <a:pt x="2612" y="807"/>
                  </a:lnTo>
                  <a:lnTo>
                    <a:pt x="2502" y="660"/>
                  </a:lnTo>
                  <a:lnTo>
                    <a:pt x="2392" y="532"/>
                  </a:lnTo>
                  <a:lnTo>
                    <a:pt x="2273" y="413"/>
                  </a:lnTo>
                  <a:lnTo>
                    <a:pt x="2154" y="312"/>
                  </a:lnTo>
                  <a:lnTo>
                    <a:pt x="2016" y="221"/>
                  </a:lnTo>
                  <a:lnTo>
                    <a:pt x="1879" y="147"/>
                  </a:lnTo>
                  <a:lnTo>
                    <a:pt x="1741" y="83"/>
                  </a:lnTo>
                  <a:lnTo>
                    <a:pt x="1595" y="37"/>
                  </a:lnTo>
                  <a:lnTo>
                    <a:pt x="1448" y="10"/>
                  </a:lnTo>
                  <a:lnTo>
                    <a:pt x="13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4"/>
            <p:cNvSpPr/>
            <p:nvPr/>
          </p:nvSpPr>
          <p:spPr>
            <a:xfrm>
              <a:off x="7396602" y="2932865"/>
              <a:ext cx="51990" cy="64706"/>
            </a:xfrm>
            <a:custGeom>
              <a:rect b="b" l="l" r="r" t="t"/>
              <a:pathLst>
                <a:path extrusionOk="0" h="3730" w="2997">
                  <a:moveTo>
                    <a:pt x="1301" y="0"/>
                  </a:moveTo>
                  <a:lnTo>
                    <a:pt x="1155" y="9"/>
                  </a:lnTo>
                  <a:lnTo>
                    <a:pt x="1008" y="46"/>
                  </a:lnTo>
                  <a:lnTo>
                    <a:pt x="871" y="92"/>
                  </a:lnTo>
                  <a:lnTo>
                    <a:pt x="733" y="156"/>
                  </a:lnTo>
                  <a:lnTo>
                    <a:pt x="614" y="238"/>
                  </a:lnTo>
                  <a:lnTo>
                    <a:pt x="495" y="330"/>
                  </a:lnTo>
                  <a:lnTo>
                    <a:pt x="394" y="440"/>
                  </a:lnTo>
                  <a:lnTo>
                    <a:pt x="302" y="568"/>
                  </a:lnTo>
                  <a:lnTo>
                    <a:pt x="220" y="696"/>
                  </a:lnTo>
                  <a:lnTo>
                    <a:pt x="156" y="843"/>
                  </a:lnTo>
                  <a:lnTo>
                    <a:pt x="92" y="999"/>
                  </a:lnTo>
                  <a:lnTo>
                    <a:pt x="55" y="1164"/>
                  </a:lnTo>
                  <a:lnTo>
                    <a:pt x="18" y="1329"/>
                  </a:lnTo>
                  <a:lnTo>
                    <a:pt x="9" y="1503"/>
                  </a:lnTo>
                  <a:lnTo>
                    <a:pt x="0" y="1686"/>
                  </a:lnTo>
                  <a:lnTo>
                    <a:pt x="18" y="1869"/>
                  </a:lnTo>
                  <a:lnTo>
                    <a:pt x="46" y="2052"/>
                  </a:lnTo>
                  <a:lnTo>
                    <a:pt x="83" y="2245"/>
                  </a:lnTo>
                  <a:lnTo>
                    <a:pt x="147" y="2428"/>
                  </a:lnTo>
                  <a:lnTo>
                    <a:pt x="211" y="2602"/>
                  </a:lnTo>
                  <a:lnTo>
                    <a:pt x="293" y="2767"/>
                  </a:lnTo>
                  <a:lnTo>
                    <a:pt x="385" y="2923"/>
                  </a:lnTo>
                  <a:lnTo>
                    <a:pt x="486" y="3069"/>
                  </a:lnTo>
                  <a:lnTo>
                    <a:pt x="596" y="3198"/>
                  </a:lnTo>
                  <a:lnTo>
                    <a:pt x="715" y="3317"/>
                  </a:lnTo>
                  <a:lnTo>
                    <a:pt x="843" y="3418"/>
                  </a:lnTo>
                  <a:lnTo>
                    <a:pt x="980" y="3509"/>
                  </a:lnTo>
                  <a:lnTo>
                    <a:pt x="1118" y="3583"/>
                  </a:lnTo>
                  <a:lnTo>
                    <a:pt x="1255" y="3647"/>
                  </a:lnTo>
                  <a:lnTo>
                    <a:pt x="1402" y="3693"/>
                  </a:lnTo>
                  <a:lnTo>
                    <a:pt x="1549" y="3720"/>
                  </a:lnTo>
                  <a:lnTo>
                    <a:pt x="1695" y="3729"/>
                  </a:lnTo>
                  <a:lnTo>
                    <a:pt x="1842" y="3711"/>
                  </a:lnTo>
                  <a:lnTo>
                    <a:pt x="1988" y="3683"/>
                  </a:lnTo>
                  <a:lnTo>
                    <a:pt x="2126" y="3638"/>
                  </a:lnTo>
                  <a:lnTo>
                    <a:pt x="2263" y="3573"/>
                  </a:lnTo>
                  <a:lnTo>
                    <a:pt x="2382" y="3491"/>
                  </a:lnTo>
                  <a:lnTo>
                    <a:pt x="2501" y="3390"/>
                  </a:lnTo>
                  <a:lnTo>
                    <a:pt x="2602" y="3280"/>
                  </a:lnTo>
                  <a:lnTo>
                    <a:pt x="2694" y="3161"/>
                  </a:lnTo>
                  <a:lnTo>
                    <a:pt x="2776" y="3024"/>
                  </a:lnTo>
                  <a:lnTo>
                    <a:pt x="2840" y="2886"/>
                  </a:lnTo>
                  <a:lnTo>
                    <a:pt x="2895" y="2730"/>
                  </a:lnTo>
                  <a:lnTo>
                    <a:pt x="2941" y="2566"/>
                  </a:lnTo>
                  <a:lnTo>
                    <a:pt x="2978" y="2401"/>
                  </a:lnTo>
                  <a:lnTo>
                    <a:pt x="2987" y="2227"/>
                  </a:lnTo>
                  <a:lnTo>
                    <a:pt x="2996" y="2043"/>
                  </a:lnTo>
                  <a:lnTo>
                    <a:pt x="2978" y="1860"/>
                  </a:lnTo>
                  <a:lnTo>
                    <a:pt x="2950" y="1677"/>
                  </a:lnTo>
                  <a:lnTo>
                    <a:pt x="2914" y="1484"/>
                  </a:lnTo>
                  <a:lnTo>
                    <a:pt x="2850" y="1301"/>
                  </a:lnTo>
                  <a:lnTo>
                    <a:pt x="2785" y="1127"/>
                  </a:lnTo>
                  <a:lnTo>
                    <a:pt x="2703" y="962"/>
                  </a:lnTo>
                  <a:lnTo>
                    <a:pt x="2611" y="806"/>
                  </a:lnTo>
                  <a:lnTo>
                    <a:pt x="2511" y="660"/>
                  </a:lnTo>
                  <a:lnTo>
                    <a:pt x="2391" y="532"/>
                  </a:lnTo>
                  <a:lnTo>
                    <a:pt x="2272" y="412"/>
                  </a:lnTo>
                  <a:lnTo>
                    <a:pt x="2153" y="312"/>
                  </a:lnTo>
                  <a:lnTo>
                    <a:pt x="2016" y="220"/>
                  </a:lnTo>
                  <a:lnTo>
                    <a:pt x="1878" y="138"/>
                  </a:lnTo>
                  <a:lnTo>
                    <a:pt x="1741" y="83"/>
                  </a:lnTo>
                  <a:lnTo>
                    <a:pt x="1594" y="37"/>
                  </a:lnTo>
                  <a:lnTo>
                    <a:pt x="1448" y="9"/>
                  </a:lnTo>
                  <a:lnTo>
                    <a:pt x="13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4"/>
            <p:cNvSpPr/>
            <p:nvPr/>
          </p:nvSpPr>
          <p:spPr>
            <a:xfrm>
              <a:off x="7289152" y="2857525"/>
              <a:ext cx="50880" cy="65331"/>
            </a:xfrm>
            <a:custGeom>
              <a:rect b="b" l="l" r="r" t="t"/>
              <a:pathLst>
                <a:path extrusionOk="0" h="3766" w="2933">
                  <a:moveTo>
                    <a:pt x="1411" y="0"/>
                  </a:moveTo>
                  <a:lnTo>
                    <a:pt x="1265" y="9"/>
                  </a:lnTo>
                  <a:lnTo>
                    <a:pt x="1118" y="46"/>
                  </a:lnTo>
                  <a:lnTo>
                    <a:pt x="981" y="92"/>
                  </a:lnTo>
                  <a:lnTo>
                    <a:pt x="853" y="165"/>
                  </a:lnTo>
                  <a:lnTo>
                    <a:pt x="724" y="248"/>
                  </a:lnTo>
                  <a:lnTo>
                    <a:pt x="605" y="339"/>
                  </a:lnTo>
                  <a:lnTo>
                    <a:pt x="495" y="449"/>
                  </a:lnTo>
                  <a:lnTo>
                    <a:pt x="394" y="577"/>
                  </a:lnTo>
                  <a:lnTo>
                    <a:pt x="303" y="715"/>
                  </a:lnTo>
                  <a:lnTo>
                    <a:pt x="220" y="861"/>
                  </a:lnTo>
                  <a:lnTo>
                    <a:pt x="156" y="1017"/>
                  </a:lnTo>
                  <a:lnTo>
                    <a:pt x="101" y="1182"/>
                  </a:lnTo>
                  <a:lnTo>
                    <a:pt x="55" y="1356"/>
                  </a:lnTo>
                  <a:lnTo>
                    <a:pt x="19" y="1539"/>
                  </a:lnTo>
                  <a:lnTo>
                    <a:pt x="10" y="1732"/>
                  </a:lnTo>
                  <a:lnTo>
                    <a:pt x="0" y="1924"/>
                  </a:lnTo>
                  <a:lnTo>
                    <a:pt x="19" y="2117"/>
                  </a:lnTo>
                  <a:lnTo>
                    <a:pt x="46" y="2300"/>
                  </a:lnTo>
                  <a:lnTo>
                    <a:pt x="83" y="2483"/>
                  </a:lnTo>
                  <a:lnTo>
                    <a:pt x="138" y="2657"/>
                  </a:lnTo>
                  <a:lnTo>
                    <a:pt x="202" y="2813"/>
                  </a:lnTo>
                  <a:lnTo>
                    <a:pt x="284" y="2969"/>
                  </a:lnTo>
                  <a:lnTo>
                    <a:pt x="367" y="3115"/>
                  </a:lnTo>
                  <a:lnTo>
                    <a:pt x="468" y="3244"/>
                  </a:lnTo>
                  <a:lnTo>
                    <a:pt x="578" y="3363"/>
                  </a:lnTo>
                  <a:lnTo>
                    <a:pt x="688" y="3473"/>
                  </a:lnTo>
                  <a:lnTo>
                    <a:pt x="816" y="3564"/>
                  </a:lnTo>
                  <a:lnTo>
                    <a:pt x="944" y="3638"/>
                  </a:lnTo>
                  <a:lnTo>
                    <a:pt x="1082" y="3693"/>
                  </a:lnTo>
                  <a:lnTo>
                    <a:pt x="1219" y="3738"/>
                  </a:lnTo>
                  <a:lnTo>
                    <a:pt x="1366" y="3766"/>
                  </a:lnTo>
                  <a:lnTo>
                    <a:pt x="1521" y="3766"/>
                  </a:lnTo>
                  <a:lnTo>
                    <a:pt x="1668" y="3757"/>
                  </a:lnTo>
                  <a:lnTo>
                    <a:pt x="1815" y="3720"/>
                  </a:lnTo>
                  <a:lnTo>
                    <a:pt x="1952" y="3674"/>
                  </a:lnTo>
                  <a:lnTo>
                    <a:pt x="2080" y="3601"/>
                  </a:lnTo>
                  <a:lnTo>
                    <a:pt x="2209" y="3519"/>
                  </a:lnTo>
                  <a:lnTo>
                    <a:pt x="2328" y="3427"/>
                  </a:lnTo>
                  <a:lnTo>
                    <a:pt x="2438" y="3308"/>
                  </a:lnTo>
                  <a:lnTo>
                    <a:pt x="2538" y="3189"/>
                  </a:lnTo>
                  <a:lnTo>
                    <a:pt x="2630" y="3051"/>
                  </a:lnTo>
                  <a:lnTo>
                    <a:pt x="2712" y="2905"/>
                  </a:lnTo>
                  <a:lnTo>
                    <a:pt x="2777" y="2749"/>
                  </a:lnTo>
                  <a:lnTo>
                    <a:pt x="2832" y="2575"/>
                  </a:lnTo>
                  <a:lnTo>
                    <a:pt x="2877" y="2401"/>
                  </a:lnTo>
                  <a:lnTo>
                    <a:pt x="2914" y="2227"/>
                  </a:lnTo>
                  <a:lnTo>
                    <a:pt x="2923" y="2034"/>
                  </a:lnTo>
                  <a:lnTo>
                    <a:pt x="2932" y="1842"/>
                  </a:lnTo>
                  <a:lnTo>
                    <a:pt x="2914" y="1649"/>
                  </a:lnTo>
                  <a:lnTo>
                    <a:pt x="2887" y="1466"/>
                  </a:lnTo>
                  <a:lnTo>
                    <a:pt x="2850" y="1283"/>
                  </a:lnTo>
                  <a:lnTo>
                    <a:pt x="2795" y="1109"/>
                  </a:lnTo>
                  <a:lnTo>
                    <a:pt x="2731" y="953"/>
                  </a:lnTo>
                  <a:lnTo>
                    <a:pt x="2648" y="797"/>
                  </a:lnTo>
                  <a:lnTo>
                    <a:pt x="2566" y="651"/>
                  </a:lnTo>
                  <a:lnTo>
                    <a:pt x="2465" y="522"/>
                  </a:lnTo>
                  <a:lnTo>
                    <a:pt x="2355" y="403"/>
                  </a:lnTo>
                  <a:lnTo>
                    <a:pt x="2245" y="293"/>
                  </a:lnTo>
                  <a:lnTo>
                    <a:pt x="2117" y="202"/>
                  </a:lnTo>
                  <a:lnTo>
                    <a:pt x="1989" y="128"/>
                  </a:lnTo>
                  <a:lnTo>
                    <a:pt x="1851" y="74"/>
                  </a:lnTo>
                  <a:lnTo>
                    <a:pt x="1714" y="28"/>
                  </a:lnTo>
                  <a:lnTo>
                    <a:pt x="15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4"/>
            <p:cNvSpPr/>
            <p:nvPr/>
          </p:nvSpPr>
          <p:spPr>
            <a:xfrm>
              <a:off x="7334446" y="3037436"/>
              <a:ext cx="55963" cy="61063"/>
            </a:xfrm>
            <a:custGeom>
              <a:rect b="b" l="l" r="r" t="t"/>
              <a:pathLst>
                <a:path extrusionOk="0" h="3520" w="3226">
                  <a:moveTo>
                    <a:pt x="1238" y="1"/>
                  </a:moveTo>
                  <a:lnTo>
                    <a:pt x="1091" y="10"/>
                  </a:lnTo>
                  <a:lnTo>
                    <a:pt x="944" y="28"/>
                  </a:lnTo>
                  <a:lnTo>
                    <a:pt x="798" y="74"/>
                  </a:lnTo>
                  <a:lnTo>
                    <a:pt x="670" y="129"/>
                  </a:lnTo>
                  <a:lnTo>
                    <a:pt x="541" y="212"/>
                  </a:lnTo>
                  <a:lnTo>
                    <a:pt x="422" y="303"/>
                  </a:lnTo>
                  <a:lnTo>
                    <a:pt x="312" y="404"/>
                  </a:lnTo>
                  <a:lnTo>
                    <a:pt x="230" y="523"/>
                  </a:lnTo>
                  <a:lnTo>
                    <a:pt x="156" y="651"/>
                  </a:lnTo>
                  <a:lnTo>
                    <a:pt x="92" y="789"/>
                  </a:lnTo>
                  <a:lnTo>
                    <a:pt x="47" y="935"/>
                  </a:lnTo>
                  <a:lnTo>
                    <a:pt x="19" y="1091"/>
                  </a:lnTo>
                  <a:lnTo>
                    <a:pt x="1" y="1247"/>
                  </a:lnTo>
                  <a:lnTo>
                    <a:pt x="1" y="1412"/>
                  </a:lnTo>
                  <a:lnTo>
                    <a:pt x="10" y="1586"/>
                  </a:lnTo>
                  <a:lnTo>
                    <a:pt x="37" y="1751"/>
                  </a:lnTo>
                  <a:lnTo>
                    <a:pt x="83" y="1925"/>
                  </a:lnTo>
                  <a:lnTo>
                    <a:pt x="138" y="2090"/>
                  </a:lnTo>
                  <a:lnTo>
                    <a:pt x="211" y="2264"/>
                  </a:lnTo>
                  <a:lnTo>
                    <a:pt x="303" y="2429"/>
                  </a:lnTo>
                  <a:lnTo>
                    <a:pt x="404" y="2594"/>
                  </a:lnTo>
                  <a:lnTo>
                    <a:pt x="523" y="2750"/>
                  </a:lnTo>
                  <a:lnTo>
                    <a:pt x="651" y="2887"/>
                  </a:lnTo>
                  <a:lnTo>
                    <a:pt x="779" y="3015"/>
                  </a:lnTo>
                  <a:lnTo>
                    <a:pt x="917" y="3134"/>
                  </a:lnTo>
                  <a:lnTo>
                    <a:pt x="1064" y="3235"/>
                  </a:lnTo>
                  <a:lnTo>
                    <a:pt x="1210" y="3318"/>
                  </a:lnTo>
                  <a:lnTo>
                    <a:pt x="1366" y="3391"/>
                  </a:lnTo>
                  <a:lnTo>
                    <a:pt x="1522" y="3446"/>
                  </a:lnTo>
                  <a:lnTo>
                    <a:pt x="1677" y="3483"/>
                  </a:lnTo>
                  <a:lnTo>
                    <a:pt x="1824" y="3510"/>
                  </a:lnTo>
                  <a:lnTo>
                    <a:pt x="1980" y="3519"/>
                  </a:lnTo>
                  <a:lnTo>
                    <a:pt x="2126" y="3510"/>
                  </a:lnTo>
                  <a:lnTo>
                    <a:pt x="2273" y="3492"/>
                  </a:lnTo>
                  <a:lnTo>
                    <a:pt x="2420" y="3446"/>
                  </a:lnTo>
                  <a:lnTo>
                    <a:pt x="2557" y="3391"/>
                  </a:lnTo>
                  <a:lnTo>
                    <a:pt x="2685" y="3308"/>
                  </a:lnTo>
                  <a:lnTo>
                    <a:pt x="2804" y="3217"/>
                  </a:lnTo>
                  <a:lnTo>
                    <a:pt x="2905" y="3107"/>
                  </a:lnTo>
                  <a:lnTo>
                    <a:pt x="2997" y="2997"/>
                  </a:lnTo>
                  <a:lnTo>
                    <a:pt x="3070" y="2869"/>
                  </a:lnTo>
                  <a:lnTo>
                    <a:pt x="3125" y="2722"/>
                  </a:lnTo>
                  <a:lnTo>
                    <a:pt x="3171" y="2585"/>
                  </a:lnTo>
                  <a:lnTo>
                    <a:pt x="3207" y="2429"/>
                  </a:lnTo>
                  <a:lnTo>
                    <a:pt x="3217" y="2264"/>
                  </a:lnTo>
                  <a:lnTo>
                    <a:pt x="3226" y="2099"/>
                  </a:lnTo>
                  <a:lnTo>
                    <a:pt x="3207" y="1934"/>
                  </a:lnTo>
                  <a:lnTo>
                    <a:pt x="3180" y="1769"/>
                  </a:lnTo>
                  <a:lnTo>
                    <a:pt x="3134" y="1595"/>
                  </a:lnTo>
                  <a:lnTo>
                    <a:pt x="3079" y="1421"/>
                  </a:lnTo>
                  <a:lnTo>
                    <a:pt x="3006" y="1256"/>
                  </a:lnTo>
                  <a:lnTo>
                    <a:pt x="2914" y="1091"/>
                  </a:lnTo>
                  <a:lnTo>
                    <a:pt x="2814" y="926"/>
                  </a:lnTo>
                  <a:lnTo>
                    <a:pt x="2694" y="771"/>
                  </a:lnTo>
                  <a:lnTo>
                    <a:pt x="2575" y="633"/>
                  </a:lnTo>
                  <a:lnTo>
                    <a:pt x="2438" y="505"/>
                  </a:lnTo>
                  <a:lnTo>
                    <a:pt x="2300" y="386"/>
                  </a:lnTo>
                  <a:lnTo>
                    <a:pt x="2154" y="285"/>
                  </a:lnTo>
                  <a:lnTo>
                    <a:pt x="2007" y="202"/>
                  </a:lnTo>
                  <a:lnTo>
                    <a:pt x="1861" y="129"/>
                  </a:lnTo>
                  <a:lnTo>
                    <a:pt x="1705" y="74"/>
                  </a:lnTo>
                  <a:lnTo>
                    <a:pt x="1549" y="38"/>
                  </a:lnTo>
                  <a:lnTo>
                    <a:pt x="1393" y="10"/>
                  </a:lnTo>
                  <a:lnTo>
                    <a:pt x="12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4"/>
            <p:cNvSpPr/>
            <p:nvPr/>
          </p:nvSpPr>
          <p:spPr>
            <a:xfrm>
              <a:off x="7453346" y="3152831"/>
              <a:ext cx="55790" cy="61063"/>
            </a:xfrm>
            <a:custGeom>
              <a:rect b="b" l="l" r="r" t="t"/>
              <a:pathLst>
                <a:path extrusionOk="0" h="3520" w="3216">
                  <a:moveTo>
                    <a:pt x="1237" y="1"/>
                  </a:moveTo>
                  <a:lnTo>
                    <a:pt x="1090" y="10"/>
                  </a:lnTo>
                  <a:lnTo>
                    <a:pt x="944" y="28"/>
                  </a:lnTo>
                  <a:lnTo>
                    <a:pt x="797" y="74"/>
                  </a:lnTo>
                  <a:lnTo>
                    <a:pt x="660" y="129"/>
                  </a:lnTo>
                  <a:lnTo>
                    <a:pt x="531" y="211"/>
                  </a:lnTo>
                  <a:lnTo>
                    <a:pt x="422" y="303"/>
                  </a:lnTo>
                  <a:lnTo>
                    <a:pt x="312" y="404"/>
                  </a:lnTo>
                  <a:lnTo>
                    <a:pt x="229" y="523"/>
                  </a:lnTo>
                  <a:lnTo>
                    <a:pt x="147" y="651"/>
                  </a:lnTo>
                  <a:lnTo>
                    <a:pt x="92" y="789"/>
                  </a:lnTo>
                  <a:lnTo>
                    <a:pt x="46" y="935"/>
                  </a:lnTo>
                  <a:lnTo>
                    <a:pt x="18" y="1091"/>
                  </a:lnTo>
                  <a:lnTo>
                    <a:pt x="0" y="1256"/>
                  </a:lnTo>
                  <a:lnTo>
                    <a:pt x="0" y="1412"/>
                  </a:lnTo>
                  <a:lnTo>
                    <a:pt x="9" y="1586"/>
                  </a:lnTo>
                  <a:lnTo>
                    <a:pt x="37" y="1751"/>
                  </a:lnTo>
                  <a:lnTo>
                    <a:pt x="83" y="1925"/>
                  </a:lnTo>
                  <a:lnTo>
                    <a:pt x="137" y="2090"/>
                  </a:lnTo>
                  <a:lnTo>
                    <a:pt x="211" y="2264"/>
                  </a:lnTo>
                  <a:lnTo>
                    <a:pt x="302" y="2429"/>
                  </a:lnTo>
                  <a:lnTo>
                    <a:pt x="403" y="2594"/>
                  </a:lnTo>
                  <a:lnTo>
                    <a:pt x="522" y="2749"/>
                  </a:lnTo>
                  <a:lnTo>
                    <a:pt x="641" y="2887"/>
                  </a:lnTo>
                  <a:lnTo>
                    <a:pt x="779" y="3015"/>
                  </a:lnTo>
                  <a:lnTo>
                    <a:pt x="916" y="3134"/>
                  </a:lnTo>
                  <a:lnTo>
                    <a:pt x="1063" y="3235"/>
                  </a:lnTo>
                  <a:lnTo>
                    <a:pt x="1209" y="3317"/>
                  </a:lnTo>
                  <a:lnTo>
                    <a:pt x="1365" y="3391"/>
                  </a:lnTo>
                  <a:lnTo>
                    <a:pt x="1512" y="3446"/>
                  </a:lnTo>
                  <a:lnTo>
                    <a:pt x="1668" y="3482"/>
                  </a:lnTo>
                  <a:lnTo>
                    <a:pt x="1823" y="3510"/>
                  </a:lnTo>
                  <a:lnTo>
                    <a:pt x="1979" y="3519"/>
                  </a:lnTo>
                  <a:lnTo>
                    <a:pt x="2126" y="3510"/>
                  </a:lnTo>
                  <a:lnTo>
                    <a:pt x="2272" y="3492"/>
                  </a:lnTo>
                  <a:lnTo>
                    <a:pt x="2419" y="3446"/>
                  </a:lnTo>
                  <a:lnTo>
                    <a:pt x="2556" y="3391"/>
                  </a:lnTo>
                  <a:lnTo>
                    <a:pt x="2685" y="3308"/>
                  </a:lnTo>
                  <a:lnTo>
                    <a:pt x="2795" y="3217"/>
                  </a:lnTo>
                  <a:lnTo>
                    <a:pt x="2904" y="3107"/>
                  </a:lnTo>
                  <a:lnTo>
                    <a:pt x="2987" y="2997"/>
                  </a:lnTo>
                  <a:lnTo>
                    <a:pt x="3069" y="2868"/>
                  </a:lnTo>
                  <a:lnTo>
                    <a:pt x="3124" y="2731"/>
                  </a:lnTo>
                  <a:lnTo>
                    <a:pt x="3170" y="2584"/>
                  </a:lnTo>
                  <a:lnTo>
                    <a:pt x="3198" y="2429"/>
                  </a:lnTo>
                  <a:lnTo>
                    <a:pt x="3216" y="2264"/>
                  </a:lnTo>
                  <a:lnTo>
                    <a:pt x="3216" y="2108"/>
                  </a:lnTo>
                  <a:lnTo>
                    <a:pt x="3207" y="1934"/>
                  </a:lnTo>
                  <a:lnTo>
                    <a:pt x="3179" y="1769"/>
                  </a:lnTo>
                  <a:lnTo>
                    <a:pt x="3134" y="1595"/>
                  </a:lnTo>
                  <a:lnTo>
                    <a:pt x="3079" y="1430"/>
                  </a:lnTo>
                  <a:lnTo>
                    <a:pt x="3005" y="1256"/>
                  </a:lnTo>
                  <a:lnTo>
                    <a:pt x="2914" y="1091"/>
                  </a:lnTo>
                  <a:lnTo>
                    <a:pt x="2813" y="926"/>
                  </a:lnTo>
                  <a:lnTo>
                    <a:pt x="2694" y="770"/>
                  </a:lnTo>
                  <a:lnTo>
                    <a:pt x="2575" y="633"/>
                  </a:lnTo>
                  <a:lnTo>
                    <a:pt x="2437" y="505"/>
                  </a:lnTo>
                  <a:lnTo>
                    <a:pt x="2300" y="386"/>
                  </a:lnTo>
                  <a:lnTo>
                    <a:pt x="2153" y="285"/>
                  </a:lnTo>
                  <a:lnTo>
                    <a:pt x="2007" y="202"/>
                  </a:lnTo>
                  <a:lnTo>
                    <a:pt x="1851" y="129"/>
                  </a:lnTo>
                  <a:lnTo>
                    <a:pt x="1704" y="74"/>
                  </a:lnTo>
                  <a:lnTo>
                    <a:pt x="1548" y="37"/>
                  </a:lnTo>
                  <a:lnTo>
                    <a:pt x="1393" y="10"/>
                  </a:lnTo>
                  <a:lnTo>
                    <a:pt x="12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1" name="Google Shape;1041;p24"/>
          <p:cNvSpPr txBox="1"/>
          <p:nvPr/>
        </p:nvSpPr>
        <p:spPr>
          <a:xfrm>
            <a:off x="1582038" y="3502600"/>
            <a:ext cx="2619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Interface design and behavioral nudges may be more effective than changing defaults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24"/>
          <p:cNvSpPr txBox="1"/>
          <p:nvPr/>
        </p:nvSpPr>
        <p:spPr>
          <a:xfrm>
            <a:off x="5906313" y="1615225"/>
            <a:ext cx="2619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Tipping choices remain anchored around social norms (15–18%)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24"/>
          <p:cNvSpPr txBox="1"/>
          <p:nvPr/>
        </p:nvSpPr>
        <p:spPr>
          <a:xfrm>
            <a:off x="1582038" y="1615225"/>
            <a:ext cx="2619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Higher default tip suggestions did not significantly increase tipping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24"/>
          <p:cNvSpPr txBox="1"/>
          <p:nvPr/>
        </p:nvSpPr>
        <p:spPr>
          <a:xfrm>
            <a:off x="5906313" y="3502600"/>
            <a:ext cx="2619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Future A/B testing in real payment systems can identify better tipping strategies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24"/>
          <p:cNvSpPr/>
          <p:nvPr/>
        </p:nvSpPr>
        <p:spPr>
          <a:xfrm>
            <a:off x="4773000" y="3178650"/>
            <a:ext cx="3913800" cy="155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24"/>
          <p:cNvSpPr/>
          <p:nvPr/>
        </p:nvSpPr>
        <p:spPr>
          <a:xfrm>
            <a:off x="4773000" y="1291175"/>
            <a:ext cx="3913800" cy="155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24"/>
          <p:cNvSpPr/>
          <p:nvPr/>
        </p:nvSpPr>
        <p:spPr>
          <a:xfrm>
            <a:off x="457200" y="3178650"/>
            <a:ext cx="3913800" cy="155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25"/>
          <p:cNvSpPr/>
          <p:nvPr/>
        </p:nvSpPr>
        <p:spPr>
          <a:xfrm flipH="1">
            <a:off x="1693275" y="571475"/>
            <a:ext cx="4286400" cy="3249000"/>
          </a:xfrm>
          <a:prstGeom prst="wedgeEllipseCallout">
            <a:avLst>
              <a:gd fmla="val -69998" name="adj1"/>
              <a:gd fmla="val -1416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25"/>
          <p:cNvSpPr txBox="1"/>
          <p:nvPr>
            <p:ph type="title"/>
          </p:nvPr>
        </p:nvSpPr>
        <p:spPr>
          <a:xfrm>
            <a:off x="-288925" y="176162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Thank You! 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Any Questions?</a:t>
            </a:r>
            <a:endParaRPr sz="4800"/>
          </a:p>
        </p:txBody>
      </p:sp>
      <p:grpSp>
        <p:nvGrpSpPr>
          <p:cNvPr id="1054" name="Google Shape;1054;p25"/>
          <p:cNvGrpSpPr/>
          <p:nvPr/>
        </p:nvGrpSpPr>
        <p:grpSpPr>
          <a:xfrm>
            <a:off x="6427919" y="1473740"/>
            <a:ext cx="1950529" cy="3324735"/>
            <a:chOff x="6815600" y="1586950"/>
            <a:chExt cx="1871191" cy="3189500"/>
          </a:xfrm>
        </p:grpSpPr>
        <p:sp>
          <p:nvSpPr>
            <p:cNvPr id="1055" name="Google Shape;1055;p25"/>
            <p:cNvSpPr/>
            <p:nvPr/>
          </p:nvSpPr>
          <p:spPr>
            <a:xfrm>
              <a:off x="6815600" y="4538250"/>
              <a:ext cx="1871100" cy="2382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6" name="Google Shape;1056;p25"/>
            <p:cNvGrpSpPr/>
            <p:nvPr/>
          </p:nvGrpSpPr>
          <p:grpSpPr>
            <a:xfrm>
              <a:off x="6815600" y="1586950"/>
              <a:ext cx="1871191" cy="3145004"/>
              <a:chOff x="4572000" y="1586950"/>
              <a:chExt cx="1871191" cy="3145004"/>
            </a:xfrm>
          </p:grpSpPr>
          <p:sp>
            <p:nvSpPr>
              <p:cNvPr id="1057" name="Google Shape;1057;p25"/>
              <p:cNvSpPr/>
              <p:nvPr/>
            </p:nvSpPr>
            <p:spPr>
              <a:xfrm>
                <a:off x="4967441" y="2980523"/>
                <a:ext cx="502801" cy="179863"/>
              </a:xfrm>
              <a:custGeom>
                <a:rect b="b" l="l" r="r" t="t"/>
                <a:pathLst>
                  <a:path extrusionOk="0" h="5608" w="15677">
                    <a:moveTo>
                      <a:pt x="758" y="1"/>
                    </a:moveTo>
                    <a:lnTo>
                      <a:pt x="0" y="3033"/>
                    </a:lnTo>
                    <a:lnTo>
                      <a:pt x="15677" y="5608"/>
                    </a:lnTo>
                    <a:lnTo>
                      <a:pt x="13016" y="1202"/>
                    </a:lnTo>
                    <a:lnTo>
                      <a:pt x="758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5"/>
              <p:cNvSpPr/>
              <p:nvPr/>
            </p:nvSpPr>
            <p:spPr>
              <a:xfrm>
                <a:off x="4850925" y="2987418"/>
                <a:ext cx="137174" cy="73895"/>
              </a:xfrm>
              <a:custGeom>
                <a:rect b="b" l="l" r="r" t="t"/>
                <a:pathLst>
                  <a:path extrusionOk="0" h="2304" w="4277">
                    <a:moveTo>
                      <a:pt x="0" y="0"/>
                    </a:moveTo>
                    <a:lnTo>
                      <a:pt x="115" y="186"/>
                    </a:lnTo>
                    <a:lnTo>
                      <a:pt x="229" y="344"/>
                    </a:lnTo>
                    <a:lnTo>
                      <a:pt x="358" y="501"/>
                    </a:lnTo>
                    <a:lnTo>
                      <a:pt x="487" y="658"/>
                    </a:lnTo>
                    <a:lnTo>
                      <a:pt x="630" y="801"/>
                    </a:lnTo>
                    <a:lnTo>
                      <a:pt x="758" y="930"/>
                    </a:lnTo>
                    <a:lnTo>
                      <a:pt x="1059" y="1173"/>
                    </a:lnTo>
                    <a:lnTo>
                      <a:pt x="1373" y="1388"/>
                    </a:lnTo>
                    <a:lnTo>
                      <a:pt x="1688" y="1574"/>
                    </a:lnTo>
                    <a:lnTo>
                      <a:pt x="2003" y="1745"/>
                    </a:lnTo>
                    <a:lnTo>
                      <a:pt x="2303" y="1874"/>
                    </a:lnTo>
                    <a:lnTo>
                      <a:pt x="2589" y="1988"/>
                    </a:lnTo>
                    <a:lnTo>
                      <a:pt x="2861" y="2089"/>
                    </a:lnTo>
                    <a:lnTo>
                      <a:pt x="3118" y="2160"/>
                    </a:lnTo>
                    <a:lnTo>
                      <a:pt x="3333" y="2217"/>
                    </a:lnTo>
                    <a:lnTo>
                      <a:pt x="3648" y="2289"/>
                    </a:lnTo>
                    <a:lnTo>
                      <a:pt x="3762" y="2303"/>
                    </a:lnTo>
                    <a:lnTo>
                      <a:pt x="4277" y="2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25"/>
              <p:cNvSpPr/>
              <p:nvPr/>
            </p:nvSpPr>
            <p:spPr>
              <a:xfrm>
                <a:off x="4732101" y="2235565"/>
                <a:ext cx="187656" cy="741356"/>
              </a:xfrm>
              <a:custGeom>
                <a:rect b="b" l="l" r="r" t="t"/>
                <a:pathLst>
                  <a:path extrusionOk="0" h="23115" w="5851">
                    <a:moveTo>
                      <a:pt x="2432" y="1"/>
                    </a:moveTo>
                    <a:lnTo>
                      <a:pt x="2275" y="15"/>
                    </a:lnTo>
                    <a:lnTo>
                      <a:pt x="2118" y="72"/>
                    </a:lnTo>
                    <a:lnTo>
                      <a:pt x="1989" y="144"/>
                    </a:lnTo>
                    <a:lnTo>
                      <a:pt x="1874" y="244"/>
                    </a:lnTo>
                    <a:lnTo>
                      <a:pt x="1774" y="358"/>
                    </a:lnTo>
                    <a:lnTo>
                      <a:pt x="1703" y="501"/>
                    </a:lnTo>
                    <a:lnTo>
                      <a:pt x="1646" y="644"/>
                    </a:lnTo>
                    <a:lnTo>
                      <a:pt x="1631" y="802"/>
                    </a:lnTo>
                    <a:lnTo>
                      <a:pt x="1631" y="6323"/>
                    </a:lnTo>
                    <a:lnTo>
                      <a:pt x="1460" y="6351"/>
                    </a:lnTo>
                    <a:lnTo>
                      <a:pt x="1302" y="6394"/>
                    </a:lnTo>
                    <a:lnTo>
                      <a:pt x="1145" y="6451"/>
                    </a:lnTo>
                    <a:lnTo>
                      <a:pt x="988" y="6508"/>
                    </a:lnTo>
                    <a:lnTo>
                      <a:pt x="845" y="6594"/>
                    </a:lnTo>
                    <a:lnTo>
                      <a:pt x="716" y="6680"/>
                    </a:lnTo>
                    <a:lnTo>
                      <a:pt x="587" y="6795"/>
                    </a:lnTo>
                    <a:lnTo>
                      <a:pt x="473" y="6909"/>
                    </a:lnTo>
                    <a:lnTo>
                      <a:pt x="373" y="7038"/>
                    </a:lnTo>
                    <a:lnTo>
                      <a:pt x="273" y="7166"/>
                    </a:lnTo>
                    <a:lnTo>
                      <a:pt x="201" y="7309"/>
                    </a:lnTo>
                    <a:lnTo>
                      <a:pt x="129" y="7452"/>
                    </a:lnTo>
                    <a:lnTo>
                      <a:pt x="72" y="7610"/>
                    </a:lnTo>
                    <a:lnTo>
                      <a:pt x="29" y="7781"/>
                    </a:lnTo>
                    <a:lnTo>
                      <a:pt x="15" y="7953"/>
                    </a:lnTo>
                    <a:lnTo>
                      <a:pt x="1" y="8125"/>
                    </a:lnTo>
                    <a:lnTo>
                      <a:pt x="1" y="21298"/>
                    </a:lnTo>
                    <a:lnTo>
                      <a:pt x="15" y="21470"/>
                    </a:lnTo>
                    <a:lnTo>
                      <a:pt x="44" y="21655"/>
                    </a:lnTo>
                    <a:lnTo>
                      <a:pt x="87" y="21827"/>
                    </a:lnTo>
                    <a:lnTo>
                      <a:pt x="144" y="21999"/>
                    </a:lnTo>
                    <a:lnTo>
                      <a:pt x="215" y="22156"/>
                    </a:lnTo>
                    <a:lnTo>
                      <a:pt x="315" y="22299"/>
                    </a:lnTo>
                    <a:lnTo>
                      <a:pt x="416" y="22442"/>
                    </a:lnTo>
                    <a:lnTo>
                      <a:pt x="530" y="22571"/>
                    </a:lnTo>
                    <a:lnTo>
                      <a:pt x="659" y="22685"/>
                    </a:lnTo>
                    <a:lnTo>
                      <a:pt x="802" y="22800"/>
                    </a:lnTo>
                    <a:lnTo>
                      <a:pt x="959" y="22886"/>
                    </a:lnTo>
                    <a:lnTo>
                      <a:pt x="1116" y="22957"/>
                    </a:lnTo>
                    <a:lnTo>
                      <a:pt x="1274" y="23029"/>
                    </a:lnTo>
                    <a:lnTo>
                      <a:pt x="1460" y="23071"/>
                    </a:lnTo>
                    <a:lnTo>
                      <a:pt x="1631" y="23100"/>
                    </a:lnTo>
                    <a:lnTo>
                      <a:pt x="1817" y="23114"/>
                    </a:lnTo>
                    <a:lnTo>
                      <a:pt x="4034" y="23114"/>
                    </a:lnTo>
                    <a:lnTo>
                      <a:pt x="4220" y="23100"/>
                    </a:lnTo>
                    <a:lnTo>
                      <a:pt x="4392" y="23071"/>
                    </a:lnTo>
                    <a:lnTo>
                      <a:pt x="4564" y="23029"/>
                    </a:lnTo>
                    <a:lnTo>
                      <a:pt x="4735" y="22957"/>
                    </a:lnTo>
                    <a:lnTo>
                      <a:pt x="4892" y="22886"/>
                    </a:lnTo>
                    <a:lnTo>
                      <a:pt x="5050" y="22800"/>
                    </a:lnTo>
                    <a:lnTo>
                      <a:pt x="5179" y="22685"/>
                    </a:lnTo>
                    <a:lnTo>
                      <a:pt x="5322" y="22571"/>
                    </a:lnTo>
                    <a:lnTo>
                      <a:pt x="5436" y="22442"/>
                    </a:lnTo>
                    <a:lnTo>
                      <a:pt x="5536" y="22299"/>
                    </a:lnTo>
                    <a:lnTo>
                      <a:pt x="5622" y="22156"/>
                    </a:lnTo>
                    <a:lnTo>
                      <a:pt x="5708" y="21999"/>
                    </a:lnTo>
                    <a:lnTo>
                      <a:pt x="5765" y="21827"/>
                    </a:lnTo>
                    <a:lnTo>
                      <a:pt x="5808" y="21655"/>
                    </a:lnTo>
                    <a:lnTo>
                      <a:pt x="5836" y="21470"/>
                    </a:lnTo>
                    <a:lnTo>
                      <a:pt x="5851" y="21298"/>
                    </a:lnTo>
                    <a:lnTo>
                      <a:pt x="5851" y="8125"/>
                    </a:lnTo>
                    <a:lnTo>
                      <a:pt x="5836" y="7953"/>
                    </a:lnTo>
                    <a:lnTo>
                      <a:pt x="5822" y="7781"/>
                    </a:lnTo>
                    <a:lnTo>
                      <a:pt x="5779" y="7610"/>
                    </a:lnTo>
                    <a:lnTo>
                      <a:pt x="5722" y="7452"/>
                    </a:lnTo>
                    <a:lnTo>
                      <a:pt x="5651" y="7309"/>
                    </a:lnTo>
                    <a:lnTo>
                      <a:pt x="5579" y="7166"/>
                    </a:lnTo>
                    <a:lnTo>
                      <a:pt x="5479" y="7038"/>
                    </a:lnTo>
                    <a:lnTo>
                      <a:pt x="5379" y="6909"/>
                    </a:lnTo>
                    <a:lnTo>
                      <a:pt x="5264" y="6795"/>
                    </a:lnTo>
                    <a:lnTo>
                      <a:pt x="5136" y="6680"/>
                    </a:lnTo>
                    <a:lnTo>
                      <a:pt x="4993" y="6594"/>
                    </a:lnTo>
                    <a:lnTo>
                      <a:pt x="4850" y="6508"/>
                    </a:lnTo>
                    <a:lnTo>
                      <a:pt x="4707" y="6451"/>
                    </a:lnTo>
                    <a:lnTo>
                      <a:pt x="4549" y="6394"/>
                    </a:lnTo>
                    <a:lnTo>
                      <a:pt x="4378" y="6351"/>
                    </a:lnTo>
                    <a:lnTo>
                      <a:pt x="4220" y="6323"/>
                    </a:lnTo>
                    <a:lnTo>
                      <a:pt x="4220" y="802"/>
                    </a:lnTo>
                    <a:lnTo>
                      <a:pt x="4206" y="644"/>
                    </a:lnTo>
                    <a:lnTo>
                      <a:pt x="4149" y="501"/>
                    </a:lnTo>
                    <a:lnTo>
                      <a:pt x="4077" y="358"/>
                    </a:lnTo>
                    <a:lnTo>
                      <a:pt x="3977" y="244"/>
                    </a:lnTo>
                    <a:lnTo>
                      <a:pt x="3863" y="144"/>
                    </a:lnTo>
                    <a:lnTo>
                      <a:pt x="3720" y="72"/>
                    </a:lnTo>
                    <a:lnTo>
                      <a:pt x="3577" y="15"/>
                    </a:lnTo>
                    <a:lnTo>
                      <a:pt x="341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25"/>
              <p:cNvSpPr/>
              <p:nvPr/>
            </p:nvSpPr>
            <p:spPr>
              <a:xfrm>
                <a:off x="4732101" y="2606665"/>
                <a:ext cx="187656" cy="184898"/>
              </a:xfrm>
              <a:custGeom>
                <a:rect b="b" l="l" r="r" t="t"/>
                <a:pathLst>
                  <a:path extrusionOk="0" h="5765" w="5851">
                    <a:moveTo>
                      <a:pt x="1" y="1"/>
                    </a:moveTo>
                    <a:lnTo>
                      <a:pt x="1" y="5765"/>
                    </a:lnTo>
                    <a:lnTo>
                      <a:pt x="5851" y="5765"/>
                    </a:lnTo>
                    <a:lnTo>
                      <a:pt x="585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5"/>
              <p:cNvSpPr/>
              <p:nvPr/>
            </p:nvSpPr>
            <p:spPr>
              <a:xfrm>
                <a:off x="4572000" y="2965866"/>
                <a:ext cx="791389" cy="39000"/>
              </a:xfrm>
              <a:custGeom>
                <a:rect b="b" l="l" r="r" t="t"/>
                <a:pathLst>
                  <a:path extrusionOk="0" h="1216" w="24675">
                    <a:moveTo>
                      <a:pt x="1" y="0"/>
                    </a:moveTo>
                    <a:lnTo>
                      <a:pt x="1" y="1216"/>
                    </a:lnTo>
                    <a:lnTo>
                      <a:pt x="24674" y="1216"/>
                    </a:lnTo>
                    <a:lnTo>
                      <a:pt x="246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5"/>
              <p:cNvSpPr/>
              <p:nvPr/>
            </p:nvSpPr>
            <p:spPr>
              <a:xfrm>
                <a:off x="5636707" y="2483286"/>
                <a:ext cx="256484" cy="78481"/>
              </a:xfrm>
              <a:custGeom>
                <a:rect b="b" l="l" r="r" t="t"/>
                <a:pathLst>
                  <a:path extrusionOk="0" h="2447" w="7997">
                    <a:moveTo>
                      <a:pt x="7210" y="0"/>
                    </a:moveTo>
                    <a:lnTo>
                      <a:pt x="559" y="129"/>
                    </a:lnTo>
                    <a:lnTo>
                      <a:pt x="487" y="472"/>
                    </a:lnTo>
                    <a:lnTo>
                      <a:pt x="401" y="758"/>
                    </a:lnTo>
                    <a:lnTo>
                      <a:pt x="301" y="987"/>
                    </a:lnTo>
                    <a:lnTo>
                      <a:pt x="215" y="1159"/>
                    </a:lnTo>
                    <a:lnTo>
                      <a:pt x="129" y="1302"/>
                    </a:lnTo>
                    <a:lnTo>
                      <a:pt x="72" y="1388"/>
                    </a:lnTo>
                    <a:lnTo>
                      <a:pt x="1" y="1459"/>
                    </a:lnTo>
                    <a:lnTo>
                      <a:pt x="344" y="1602"/>
                    </a:lnTo>
                    <a:lnTo>
                      <a:pt x="687" y="1731"/>
                    </a:lnTo>
                    <a:lnTo>
                      <a:pt x="1031" y="1845"/>
                    </a:lnTo>
                    <a:lnTo>
                      <a:pt x="1374" y="1960"/>
                    </a:lnTo>
                    <a:lnTo>
                      <a:pt x="1717" y="2046"/>
                    </a:lnTo>
                    <a:lnTo>
                      <a:pt x="2060" y="2131"/>
                    </a:lnTo>
                    <a:lnTo>
                      <a:pt x="2404" y="2203"/>
                    </a:lnTo>
                    <a:lnTo>
                      <a:pt x="2761" y="2260"/>
                    </a:lnTo>
                    <a:lnTo>
                      <a:pt x="3090" y="2317"/>
                    </a:lnTo>
                    <a:lnTo>
                      <a:pt x="3434" y="2360"/>
                    </a:lnTo>
                    <a:lnTo>
                      <a:pt x="4091" y="2417"/>
                    </a:lnTo>
                    <a:lnTo>
                      <a:pt x="4735" y="2432"/>
                    </a:lnTo>
                    <a:lnTo>
                      <a:pt x="5336" y="2446"/>
                    </a:lnTo>
                    <a:lnTo>
                      <a:pt x="5894" y="2432"/>
                    </a:lnTo>
                    <a:lnTo>
                      <a:pt x="6394" y="2389"/>
                    </a:lnTo>
                    <a:lnTo>
                      <a:pt x="6852" y="2360"/>
                    </a:lnTo>
                    <a:lnTo>
                      <a:pt x="7238" y="2317"/>
                    </a:lnTo>
                    <a:lnTo>
                      <a:pt x="7796" y="2232"/>
                    </a:lnTo>
                    <a:lnTo>
                      <a:pt x="7996" y="2203"/>
                    </a:lnTo>
                    <a:lnTo>
                      <a:pt x="7724" y="1473"/>
                    </a:lnTo>
                    <a:lnTo>
                      <a:pt x="7467" y="758"/>
                    </a:lnTo>
                    <a:lnTo>
                      <a:pt x="7210" y="0"/>
                    </a:lnTo>
                    <a:close/>
                  </a:path>
                </a:pathLst>
              </a:custGeom>
              <a:solidFill>
                <a:srgbClr val="F6B6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5"/>
              <p:cNvSpPr/>
              <p:nvPr/>
            </p:nvSpPr>
            <p:spPr>
              <a:xfrm>
                <a:off x="5357814" y="1770880"/>
                <a:ext cx="814289" cy="743633"/>
              </a:xfrm>
              <a:custGeom>
                <a:rect b="b" l="l" r="r" t="t"/>
                <a:pathLst>
                  <a:path extrusionOk="0" h="23186" w="25389">
                    <a:moveTo>
                      <a:pt x="14232" y="1"/>
                    </a:moveTo>
                    <a:lnTo>
                      <a:pt x="13517" y="15"/>
                    </a:lnTo>
                    <a:lnTo>
                      <a:pt x="12816" y="43"/>
                    </a:lnTo>
                    <a:lnTo>
                      <a:pt x="12115" y="101"/>
                    </a:lnTo>
                    <a:lnTo>
                      <a:pt x="11429" y="186"/>
                    </a:lnTo>
                    <a:lnTo>
                      <a:pt x="10756" y="301"/>
                    </a:lnTo>
                    <a:lnTo>
                      <a:pt x="10098" y="430"/>
                    </a:lnTo>
                    <a:lnTo>
                      <a:pt x="9469" y="587"/>
                    </a:lnTo>
                    <a:lnTo>
                      <a:pt x="8840" y="773"/>
                    </a:lnTo>
                    <a:lnTo>
                      <a:pt x="8225" y="973"/>
                    </a:lnTo>
                    <a:lnTo>
                      <a:pt x="7624" y="1216"/>
                    </a:lnTo>
                    <a:lnTo>
                      <a:pt x="7052" y="1459"/>
                    </a:lnTo>
                    <a:lnTo>
                      <a:pt x="6480" y="1746"/>
                    </a:lnTo>
                    <a:lnTo>
                      <a:pt x="5936" y="2046"/>
                    </a:lnTo>
                    <a:lnTo>
                      <a:pt x="5407" y="2375"/>
                    </a:lnTo>
                    <a:lnTo>
                      <a:pt x="4906" y="2718"/>
                    </a:lnTo>
                    <a:lnTo>
                      <a:pt x="4420" y="3076"/>
                    </a:lnTo>
                    <a:lnTo>
                      <a:pt x="3962" y="3433"/>
                    </a:lnTo>
                    <a:lnTo>
                      <a:pt x="3533" y="3819"/>
                    </a:lnTo>
                    <a:lnTo>
                      <a:pt x="3118" y="4206"/>
                    </a:lnTo>
                    <a:lnTo>
                      <a:pt x="2732" y="4620"/>
                    </a:lnTo>
                    <a:lnTo>
                      <a:pt x="2360" y="5050"/>
                    </a:lnTo>
                    <a:lnTo>
                      <a:pt x="2017" y="5493"/>
                    </a:lnTo>
                    <a:lnTo>
                      <a:pt x="1702" y="5965"/>
                    </a:lnTo>
                    <a:lnTo>
                      <a:pt x="1559" y="6222"/>
                    </a:lnTo>
                    <a:lnTo>
                      <a:pt x="1416" y="6466"/>
                    </a:lnTo>
                    <a:lnTo>
                      <a:pt x="1273" y="6737"/>
                    </a:lnTo>
                    <a:lnTo>
                      <a:pt x="1145" y="6995"/>
                    </a:lnTo>
                    <a:lnTo>
                      <a:pt x="1016" y="7281"/>
                    </a:lnTo>
                    <a:lnTo>
                      <a:pt x="901" y="7567"/>
                    </a:lnTo>
                    <a:lnTo>
                      <a:pt x="787" y="7853"/>
                    </a:lnTo>
                    <a:lnTo>
                      <a:pt x="673" y="8153"/>
                    </a:lnTo>
                    <a:lnTo>
                      <a:pt x="573" y="8468"/>
                    </a:lnTo>
                    <a:lnTo>
                      <a:pt x="472" y="8797"/>
                    </a:lnTo>
                    <a:lnTo>
                      <a:pt x="301" y="9455"/>
                    </a:lnTo>
                    <a:lnTo>
                      <a:pt x="158" y="10170"/>
                    </a:lnTo>
                    <a:lnTo>
                      <a:pt x="101" y="10542"/>
                    </a:lnTo>
                    <a:lnTo>
                      <a:pt x="58" y="10914"/>
                    </a:lnTo>
                    <a:lnTo>
                      <a:pt x="15" y="11286"/>
                    </a:lnTo>
                    <a:lnTo>
                      <a:pt x="0" y="11658"/>
                    </a:lnTo>
                    <a:lnTo>
                      <a:pt x="0" y="12044"/>
                    </a:lnTo>
                    <a:lnTo>
                      <a:pt x="15" y="12430"/>
                    </a:lnTo>
                    <a:lnTo>
                      <a:pt x="29" y="12802"/>
                    </a:lnTo>
                    <a:lnTo>
                      <a:pt x="72" y="13188"/>
                    </a:lnTo>
                    <a:lnTo>
                      <a:pt x="115" y="13574"/>
                    </a:lnTo>
                    <a:lnTo>
                      <a:pt x="186" y="13946"/>
                    </a:lnTo>
                    <a:lnTo>
                      <a:pt x="258" y="14332"/>
                    </a:lnTo>
                    <a:lnTo>
                      <a:pt x="344" y="14704"/>
                    </a:lnTo>
                    <a:lnTo>
                      <a:pt x="444" y="15090"/>
                    </a:lnTo>
                    <a:lnTo>
                      <a:pt x="558" y="15462"/>
                    </a:lnTo>
                    <a:lnTo>
                      <a:pt x="673" y="15820"/>
                    </a:lnTo>
                    <a:lnTo>
                      <a:pt x="816" y="16192"/>
                    </a:lnTo>
                    <a:lnTo>
                      <a:pt x="959" y="16549"/>
                    </a:lnTo>
                    <a:lnTo>
                      <a:pt x="1116" y="16907"/>
                    </a:lnTo>
                    <a:lnTo>
                      <a:pt x="1273" y="17250"/>
                    </a:lnTo>
                    <a:lnTo>
                      <a:pt x="1459" y="17593"/>
                    </a:lnTo>
                    <a:lnTo>
                      <a:pt x="1645" y="17922"/>
                    </a:lnTo>
                    <a:lnTo>
                      <a:pt x="1831" y="18251"/>
                    </a:lnTo>
                    <a:lnTo>
                      <a:pt x="2046" y="18566"/>
                    </a:lnTo>
                    <a:lnTo>
                      <a:pt x="2260" y="18866"/>
                    </a:lnTo>
                    <a:lnTo>
                      <a:pt x="2475" y="19167"/>
                    </a:lnTo>
                    <a:lnTo>
                      <a:pt x="2704" y="19453"/>
                    </a:lnTo>
                    <a:lnTo>
                      <a:pt x="2947" y="19725"/>
                    </a:lnTo>
                    <a:lnTo>
                      <a:pt x="3204" y="19996"/>
                    </a:lnTo>
                    <a:lnTo>
                      <a:pt x="3462" y="20239"/>
                    </a:lnTo>
                    <a:lnTo>
                      <a:pt x="3719" y="20483"/>
                    </a:lnTo>
                    <a:lnTo>
                      <a:pt x="3991" y="20711"/>
                    </a:lnTo>
                    <a:lnTo>
                      <a:pt x="4277" y="20926"/>
                    </a:lnTo>
                    <a:lnTo>
                      <a:pt x="4549" y="21126"/>
                    </a:lnTo>
                    <a:lnTo>
                      <a:pt x="4849" y="21312"/>
                    </a:lnTo>
                    <a:lnTo>
                      <a:pt x="5150" y="21498"/>
                    </a:lnTo>
                    <a:lnTo>
                      <a:pt x="5450" y="21655"/>
                    </a:lnTo>
                    <a:lnTo>
                      <a:pt x="5750" y="21827"/>
                    </a:lnTo>
                    <a:lnTo>
                      <a:pt x="6065" y="21970"/>
                    </a:lnTo>
                    <a:lnTo>
                      <a:pt x="6380" y="22113"/>
                    </a:lnTo>
                    <a:lnTo>
                      <a:pt x="6694" y="22256"/>
                    </a:lnTo>
                    <a:lnTo>
                      <a:pt x="7023" y="22371"/>
                    </a:lnTo>
                    <a:lnTo>
                      <a:pt x="7352" y="22485"/>
                    </a:lnTo>
                    <a:lnTo>
                      <a:pt x="7681" y="22599"/>
                    </a:lnTo>
                    <a:lnTo>
                      <a:pt x="8024" y="22685"/>
                    </a:lnTo>
                    <a:lnTo>
                      <a:pt x="8353" y="22785"/>
                    </a:lnTo>
                    <a:lnTo>
                      <a:pt x="8697" y="22857"/>
                    </a:lnTo>
                    <a:lnTo>
                      <a:pt x="9040" y="22928"/>
                    </a:lnTo>
                    <a:lnTo>
                      <a:pt x="9383" y="22986"/>
                    </a:lnTo>
                    <a:lnTo>
                      <a:pt x="9741" y="23043"/>
                    </a:lnTo>
                    <a:lnTo>
                      <a:pt x="10084" y="23086"/>
                    </a:lnTo>
                    <a:lnTo>
                      <a:pt x="10785" y="23157"/>
                    </a:lnTo>
                    <a:lnTo>
                      <a:pt x="11500" y="23186"/>
                    </a:lnTo>
                    <a:lnTo>
                      <a:pt x="12215" y="23186"/>
                    </a:lnTo>
                    <a:lnTo>
                      <a:pt x="12916" y="23157"/>
                    </a:lnTo>
                    <a:lnTo>
                      <a:pt x="13631" y="23086"/>
                    </a:lnTo>
                    <a:lnTo>
                      <a:pt x="14332" y="23000"/>
                    </a:lnTo>
                    <a:lnTo>
                      <a:pt x="15033" y="22871"/>
                    </a:lnTo>
                    <a:lnTo>
                      <a:pt x="15534" y="22771"/>
                    </a:lnTo>
                    <a:lnTo>
                      <a:pt x="16006" y="22657"/>
                    </a:lnTo>
                    <a:lnTo>
                      <a:pt x="16463" y="22528"/>
                    </a:lnTo>
                    <a:lnTo>
                      <a:pt x="16921" y="22385"/>
                    </a:lnTo>
                    <a:lnTo>
                      <a:pt x="17365" y="22242"/>
                    </a:lnTo>
                    <a:lnTo>
                      <a:pt x="17794" y="22070"/>
                    </a:lnTo>
                    <a:lnTo>
                      <a:pt x="18223" y="21899"/>
                    </a:lnTo>
                    <a:lnTo>
                      <a:pt x="18623" y="21713"/>
                    </a:lnTo>
                    <a:lnTo>
                      <a:pt x="19024" y="21512"/>
                    </a:lnTo>
                    <a:lnTo>
                      <a:pt x="19396" y="21298"/>
                    </a:lnTo>
                    <a:lnTo>
                      <a:pt x="19767" y="21069"/>
                    </a:lnTo>
                    <a:lnTo>
                      <a:pt x="20139" y="20840"/>
                    </a:lnTo>
                    <a:lnTo>
                      <a:pt x="20483" y="20597"/>
                    </a:lnTo>
                    <a:lnTo>
                      <a:pt x="20826" y="20354"/>
                    </a:lnTo>
                    <a:lnTo>
                      <a:pt x="21141" y="20082"/>
                    </a:lnTo>
                    <a:lnTo>
                      <a:pt x="21455" y="19810"/>
                    </a:lnTo>
                    <a:lnTo>
                      <a:pt x="21756" y="19539"/>
                    </a:lnTo>
                    <a:lnTo>
                      <a:pt x="22042" y="19238"/>
                    </a:lnTo>
                    <a:lnTo>
                      <a:pt x="22328" y="18938"/>
                    </a:lnTo>
                    <a:lnTo>
                      <a:pt x="22585" y="18637"/>
                    </a:lnTo>
                    <a:lnTo>
                      <a:pt x="22843" y="18323"/>
                    </a:lnTo>
                    <a:lnTo>
                      <a:pt x="23086" y="17994"/>
                    </a:lnTo>
                    <a:lnTo>
                      <a:pt x="23315" y="17665"/>
                    </a:lnTo>
                    <a:lnTo>
                      <a:pt x="23529" y="17322"/>
                    </a:lnTo>
                    <a:lnTo>
                      <a:pt x="23744" y="16978"/>
                    </a:lnTo>
                    <a:lnTo>
                      <a:pt x="23930" y="16621"/>
                    </a:lnTo>
                    <a:lnTo>
                      <a:pt x="24116" y="16263"/>
                    </a:lnTo>
                    <a:lnTo>
                      <a:pt x="24287" y="15891"/>
                    </a:lnTo>
                    <a:lnTo>
                      <a:pt x="24445" y="15519"/>
                    </a:lnTo>
                    <a:lnTo>
                      <a:pt x="24588" y="15148"/>
                    </a:lnTo>
                    <a:lnTo>
                      <a:pt x="24716" y="14761"/>
                    </a:lnTo>
                    <a:lnTo>
                      <a:pt x="24845" y="14361"/>
                    </a:lnTo>
                    <a:lnTo>
                      <a:pt x="24931" y="14046"/>
                    </a:lnTo>
                    <a:lnTo>
                      <a:pt x="25017" y="13717"/>
                    </a:lnTo>
                    <a:lnTo>
                      <a:pt x="25088" y="13374"/>
                    </a:lnTo>
                    <a:lnTo>
                      <a:pt x="25160" y="13045"/>
                    </a:lnTo>
                    <a:lnTo>
                      <a:pt x="25217" y="12702"/>
                    </a:lnTo>
                    <a:lnTo>
                      <a:pt x="25260" y="12358"/>
                    </a:lnTo>
                    <a:lnTo>
                      <a:pt x="25346" y="11672"/>
                    </a:lnTo>
                    <a:lnTo>
                      <a:pt x="25389" y="10957"/>
                    </a:lnTo>
                    <a:lnTo>
                      <a:pt x="25389" y="10256"/>
                    </a:lnTo>
                    <a:lnTo>
                      <a:pt x="25360" y="9526"/>
                    </a:lnTo>
                    <a:lnTo>
                      <a:pt x="25303" y="8797"/>
                    </a:lnTo>
                    <a:lnTo>
                      <a:pt x="25274" y="8482"/>
                    </a:lnTo>
                    <a:lnTo>
                      <a:pt x="25217" y="8182"/>
                    </a:lnTo>
                    <a:lnTo>
                      <a:pt x="25160" y="7882"/>
                    </a:lnTo>
                    <a:lnTo>
                      <a:pt x="25088" y="7581"/>
                    </a:lnTo>
                    <a:lnTo>
                      <a:pt x="25002" y="7295"/>
                    </a:lnTo>
                    <a:lnTo>
                      <a:pt x="24902" y="7023"/>
                    </a:lnTo>
                    <a:lnTo>
                      <a:pt x="24802" y="6752"/>
                    </a:lnTo>
                    <a:lnTo>
                      <a:pt x="24688" y="6480"/>
                    </a:lnTo>
                    <a:lnTo>
                      <a:pt x="24559" y="6222"/>
                    </a:lnTo>
                    <a:lnTo>
                      <a:pt x="24430" y="5965"/>
                    </a:lnTo>
                    <a:lnTo>
                      <a:pt x="24287" y="5722"/>
                    </a:lnTo>
                    <a:lnTo>
                      <a:pt x="24144" y="5479"/>
                    </a:lnTo>
                    <a:lnTo>
                      <a:pt x="23987" y="5235"/>
                    </a:lnTo>
                    <a:lnTo>
                      <a:pt x="23830" y="5007"/>
                    </a:lnTo>
                    <a:lnTo>
                      <a:pt x="23658" y="4792"/>
                    </a:lnTo>
                    <a:lnTo>
                      <a:pt x="23486" y="4578"/>
                    </a:lnTo>
                    <a:lnTo>
                      <a:pt x="23114" y="4148"/>
                    </a:lnTo>
                    <a:lnTo>
                      <a:pt x="22728" y="3762"/>
                    </a:lnTo>
                    <a:lnTo>
                      <a:pt x="22328" y="3390"/>
                    </a:lnTo>
                    <a:lnTo>
                      <a:pt x="21899" y="3047"/>
                    </a:lnTo>
                    <a:lnTo>
                      <a:pt x="21484" y="2718"/>
                    </a:lnTo>
                    <a:lnTo>
                      <a:pt x="21040" y="2418"/>
                    </a:lnTo>
                    <a:lnTo>
                      <a:pt x="20597" y="2132"/>
                    </a:lnTo>
                    <a:lnTo>
                      <a:pt x="20168" y="1874"/>
                    </a:lnTo>
                    <a:lnTo>
                      <a:pt x="19739" y="1631"/>
                    </a:lnTo>
                    <a:lnTo>
                      <a:pt x="19310" y="1417"/>
                    </a:lnTo>
                    <a:lnTo>
                      <a:pt x="18909" y="1216"/>
                    </a:lnTo>
                    <a:lnTo>
                      <a:pt x="18509" y="1030"/>
                    </a:lnTo>
                    <a:lnTo>
                      <a:pt x="18123" y="859"/>
                    </a:lnTo>
                    <a:lnTo>
                      <a:pt x="17751" y="716"/>
                    </a:lnTo>
                    <a:lnTo>
                      <a:pt x="17078" y="473"/>
                    </a:lnTo>
                    <a:lnTo>
                      <a:pt x="16521" y="272"/>
                    </a:lnTo>
                    <a:lnTo>
                      <a:pt x="16077" y="144"/>
                    </a:lnTo>
                    <a:lnTo>
                      <a:pt x="15705" y="43"/>
                    </a:lnTo>
                    <a:lnTo>
                      <a:pt x="14962" y="15"/>
                    </a:lnTo>
                    <a:lnTo>
                      <a:pt x="14232" y="1"/>
                    </a:lnTo>
                    <a:close/>
                  </a:path>
                </a:pathLst>
              </a:custGeom>
              <a:solidFill>
                <a:srgbClr val="F6B6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5"/>
              <p:cNvSpPr/>
              <p:nvPr/>
            </p:nvSpPr>
            <p:spPr>
              <a:xfrm>
                <a:off x="5629844" y="2119498"/>
                <a:ext cx="51412" cy="106000"/>
              </a:xfrm>
              <a:custGeom>
                <a:rect b="b" l="l" r="r" t="t"/>
                <a:pathLst>
                  <a:path extrusionOk="0" h="3305" w="1603">
                    <a:moveTo>
                      <a:pt x="858" y="1"/>
                    </a:moveTo>
                    <a:lnTo>
                      <a:pt x="815" y="15"/>
                    </a:lnTo>
                    <a:lnTo>
                      <a:pt x="773" y="44"/>
                    </a:lnTo>
                    <a:lnTo>
                      <a:pt x="730" y="72"/>
                    </a:lnTo>
                    <a:lnTo>
                      <a:pt x="701" y="115"/>
                    </a:lnTo>
                    <a:lnTo>
                      <a:pt x="687" y="158"/>
                    </a:lnTo>
                    <a:lnTo>
                      <a:pt x="672" y="201"/>
                    </a:lnTo>
                    <a:lnTo>
                      <a:pt x="658" y="258"/>
                    </a:lnTo>
                    <a:lnTo>
                      <a:pt x="658" y="530"/>
                    </a:lnTo>
                    <a:lnTo>
                      <a:pt x="630" y="716"/>
                    </a:lnTo>
                    <a:lnTo>
                      <a:pt x="601" y="916"/>
                    </a:lnTo>
                    <a:lnTo>
                      <a:pt x="558" y="1117"/>
                    </a:lnTo>
                    <a:lnTo>
                      <a:pt x="501" y="1317"/>
                    </a:lnTo>
                    <a:lnTo>
                      <a:pt x="415" y="1503"/>
                    </a:lnTo>
                    <a:lnTo>
                      <a:pt x="372" y="1589"/>
                    </a:lnTo>
                    <a:lnTo>
                      <a:pt x="315" y="1660"/>
                    </a:lnTo>
                    <a:lnTo>
                      <a:pt x="200" y="1817"/>
                    </a:lnTo>
                    <a:lnTo>
                      <a:pt x="115" y="1960"/>
                    </a:lnTo>
                    <a:lnTo>
                      <a:pt x="57" y="2103"/>
                    </a:lnTo>
                    <a:lnTo>
                      <a:pt x="29" y="2232"/>
                    </a:lnTo>
                    <a:lnTo>
                      <a:pt x="0" y="2347"/>
                    </a:lnTo>
                    <a:lnTo>
                      <a:pt x="0" y="2447"/>
                    </a:lnTo>
                    <a:lnTo>
                      <a:pt x="15" y="2533"/>
                    </a:lnTo>
                    <a:lnTo>
                      <a:pt x="43" y="2618"/>
                    </a:lnTo>
                    <a:lnTo>
                      <a:pt x="72" y="2690"/>
                    </a:lnTo>
                    <a:lnTo>
                      <a:pt x="115" y="2776"/>
                    </a:lnTo>
                    <a:lnTo>
                      <a:pt x="172" y="2862"/>
                    </a:lnTo>
                    <a:lnTo>
                      <a:pt x="243" y="2933"/>
                    </a:lnTo>
                    <a:lnTo>
                      <a:pt x="343" y="3019"/>
                    </a:lnTo>
                    <a:lnTo>
                      <a:pt x="458" y="3090"/>
                    </a:lnTo>
                    <a:lnTo>
                      <a:pt x="601" y="3162"/>
                    </a:lnTo>
                    <a:lnTo>
                      <a:pt x="773" y="3219"/>
                    </a:lnTo>
                    <a:lnTo>
                      <a:pt x="944" y="3248"/>
                    </a:lnTo>
                    <a:lnTo>
                      <a:pt x="1116" y="3276"/>
                    </a:lnTo>
                    <a:lnTo>
                      <a:pt x="1330" y="3305"/>
                    </a:lnTo>
                    <a:lnTo>
                      <a:pt x="1345" y="3305"/>
                    </a:lnTo>
                    <a:lnTo>
                      <a:pt x="1402" y="3291"/>
                    </a:lnTo>
                    <a:lnTo>
                      <a:pt x="1445" y="3291"/>
                    </a:lnTo>
                    <a:lnTo>
                      <a:pt x="1516" y="3233"/>
                    </a:lnTo>
                    <a:lnTo>
                      <a:pt x="1574" y="3162"/>
                    </a:lnTo>
                    <a:lnTo>
                      <a:pt x="1588" y="3119"/>
                    </a:lnTo>
                    <a:lnTo>
                      <a:pt x="1602" y="3076"/>
                    </a:lnTo>
                    <a:lnTo>
                      <a:pt x="1602" y="3019"/>
                    </a:lnTo>
                    <a:lnTo>
                      <a:pt x="1588" y="2976"/>
                    </a:lnTo>
                    <a:lnTo>
                      <a:pt x="1574" y="2919"/>
                    </a:lnTo>
                    <a:lnTo>
                      <a:pt x="1545" y="2890"/>
                    </a:lnTo>
                    <a:lnTo>
                      <a:pt x="1502" y="2847"/>
                    </a:lnTo>
                    <a:lnTo>
                      <a:pt x="1459" y="2819"/>
                    </a:lnTo>
                    <a:lnTo>
                      <a:pt x="1416" y="2804"/>
                    </a:lnTo>
                    <a:lnTo>
                      <a:pt x="1373" y="2804"/>
                    </a:lnTo>
                    <a:lnTo>
                      <a:pt x="1159" y="2776"/>
                    </a:lnTo>
                    <a:lnTo>
                      <a:pt x="1030" y="2747"/>
                    </a:lnTo>
                    <a:lnTo>
                      <a:pt x="901" y="2733"/>
                    </a:lnTo>
                    <a:lnTo>
                      <a:pt x="758" y="2676"/>
                    </a:lnTo>
                    <a:lnTo>
                      <a:pt x="644" y="2618"/>
                    </a:lnTo>
                    <a:lnTo>
                      <a:pt x="558" y="2547"/>
                    </a:lnTo>
                    <a:lnTo>
                      <a:pt x="529" y="2504"/>
                    </a:lnTo>
                    <a:lnTo>
                      <a:pt x="515" y="2461"/>
                    </a:lnTo>
                    <a:lnTo>
                      <a:pt x="515" y="2418"/>
                    </a:lnTo>
                    <a:lnTo>
                      <a:pt x="515" y="2375"/>
                    </a:lnTo>
                    <a:lnTo>
                      <a:pt x="544" y="2246"/>
                    </a:lnTo>
                    <a:lnTo>
                      <a:pt x="601" y="2118"/>
                    </a:lnTo>
                    <a:lnTo>
                      <a:pt x="701" y="1975"/>
                    </a:lnTo>
                    <a:lnTo>
                      <a:pt x="787" y="1860"/>
                    </a:lnTo>
                    <a:lnTo>
                      <a:pt x="873" y="1732"/>
                    </a:lnTo>
                    <a:lnTo>
                      <a:pt x="930" y="1603"/>
                    </a:lnTo>
                    <a:lnTo>
                      <a:pt x="987" y="1460"/>
                    </a:lnTo>
                    <a:lnTo>
                      <a:pt x="1073" y="1174"/>
                    </a:lnTo>
                    <a:lnTo>
                      <a:pt x="1116" y="902"/>
                    </a:lnTo>
                    <a:lnTo>
                      <a:pt x="1144" y="645"/>
                    </a:lnTo>
                    <a:lnTo>
                      <a:pt x="1159" y="444"/>
                    </a:lnTo>
                    <a:lnTo>
                      <a:pt x="1173" y="244"/>
                    </a:lnTo>
                    <a:lnTo>
                      <a:pt x="1159" y="187"/>
                    </a:lnTo>
                    <a:lnTo>
                      <a:pt x="1144" y="144"/>
                    </a:lnTo>
                    <a:lnTo>
                      <a:pt x="1116" y="101"/>
                    </a:lnTo>
                    <a:lnTo>
                      <a:pt x="1087" y="58"/>
                    </a:lnTo>
                    <a:lnTo>
                      <a:pt x="1044" y="30"/>
                    </a:lnTo>
                    <a:lnTo>
                      <a:pt x="1001" y="15"/>
                    </a:lnTo>
                    <a:lnTo>
                      <a:pt x="959" y="1"/>
                    </a:lnTo>
                    <a:close/>
                  </a:path>
                </a:pathLst>
              </a:custGeom>
              <a:solidFill>
                <a:srgbClr val="D78A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5"/>
              <p:cNvSpPr/>
              <p:nvPr/>
            </p:nvSpPr>
            <p:spPr>
              <a:xfrm>
                <a:off x="5289919" y="1605744"/>
                <a:ext cx="998257" cy="763358"/>
              </a:xfrm>
              <a:custGeom>
                <a:rect b="b" l="l" r="r" t="t"/>
                <a:pathLst>
                  <a:path extrusionOk="0" h="23801" w="31125">
                    <a:moveTo>
                      <a:pt x="13174" y="0"/>
                    </a:moveTo>
                    <a:lnTo>
                      <a:pt x="12988" y="15"/>
                    </a:lnTo>
                    <a:lnTo>
                      <a:pt x="12816" y="43"/>
                    </a:lnTo>
                    <a:lnTo>
                      <a:pt x="12645" y="86"/>
                    </a:lnTo>
                    <a:lnTo>
                      <a:pt x="12473" y="143"/>
                    </a:lnTo>
                    <a:lnTo>
                      <a:pt x="12316" y="215"/>
                    </a:lnTo>
                    <a:lnTo>
                      <a:pt x="12158" y="286"/>
                    </a:lnTo>
                    <a:lnTo>
                      <a:pt x="12015" y="387"/>
                    </a:lnTo>
                    <a:lnTo>
                      <a:pt x="11872" y="487"/>
                    </a:lnTo>
                    <a:lnTo>
                      <a:pt x="11743" y="587"/>
                    </a:lnTo>
                    <a:lnTo>
                      <a:pt x="11629" y="701"/>
                    </a:lnTo>
                    <a:lnTo>
                      <a:pt x="11515" y="830"/>
                    </a:lnTo>
                    <a:lnTo>
                      <a:pt x="11414" y="959"/>
                    </a:lnTo>
                    <a:lnTo>
                      <a:pt x="11329" y="1087"/>
                    </a:lnTo>
                    <a:lnTo>
                      <a:pt x="11243" y="1216"/>
                    </a:lnTo>
                    <a:lnTo>
                      <a:pt x="11171" y="1359"/>
                    </a:lnTo>
                    <a:lnTo>
                      <a:pt x="11114" y="1488"/>
                    </a:lnTo>
                    <a:lnTo>
                      <a:pt x="11071" y="1617"/>
                    </a:lnTo>
                    <a:lnTo>
                      <a:pt x="11028" y="1745"/>
                    </a:lnTo>
                    <a:lnTo>
                      <a:pt x="11014" y="1874"/>
                    </a:lnTo>
                    <a:lnTo>
                      <a:pt x="11014" y="2003"/>
                    </a:lnTo>
                    <a:lnTo>
                      <a:pt x="10728" y="1745"/>
                    </a:lnTo>
                    <a:lnTo>
                      <a:pt x="10585" y="1617"/>
                    </a:lnTo>
                    <a:lnTo>
                      <a:pt x="10413" y="1502"/>
                    </a:lnTo>
                    <a:lnTo>
                      <a:pt x="10242" y="1388"/>
                    </a:lnTo>
                    <a:lnTo>
                      <a:pt x="10070" y="1288"/>
                    </a:lnTo>
                    <a:lnTo>
                      <a:pt x="9884" y="1188"/>
                    </a:lnTo>
                    <a:lnTo>
                      <a:pt x="9698" y="1102"/>
                    </a:lnTo>
                    <a:lnTo>
                      <a:pt x="9512" y="1030"/>
                    </a:lnTo>
                    <a:lnTo>
                      <a:pt x="9312" y="973"/>
                    </a:lnTo>
                    <a:lnTo>
                      <a:pt x="9112" y="930"/>
                    </a:lnTo>
                    <a:lnTo>
                      <a:pt x="8897" y="902"/>
                    </a:lnTo>
                    <a:lnTo>
                      <a:pt x="8697" y="902"/>
                    </a:lnTo>
                    <a:lnTo>
                      <a:pt x="8482" y="916"/>
                    </a:lnTo>
                    <a:lnTo>
                      <a:pt x="8282" y="959"/>
                    </a:lnTo>
                    <a:lnTo>
                      <a:pt x="8068" y="1030"/>
                    </a:lnTo>
                    <a:lnTo>
                      <a:pt x="7853" y="1116"/>
                    </a:lnTo>
                    <a:lnTo>
                      <a:pt x="7681" y="1216"/>
                    </a:lnTo>
                    <a:lnTo>
                      <a:pt x="7524" y="1316"/>
                    </a:lnTo>
                    <a:lnTo>
                      <a:pt x="7395" y="1431"/>
                    </a:lnTo>
                    <a:lnTo>
                      <a:pt x="7281" y="1559"/>
                    </a:lnTo>
                    <a:lnTo>
                      <a:pt x="7181" y="1688"/>
                    </a:lnTo>
                    <a:lnTo>
                      <a:pt x="7109" y="1817"/>
                    </a:lnTo>
                    <a:lnTo>
                      <a:pt x="7052" y="1946"/>
                    </a:lnTo>
                    <a:lnTo>
                      <a:pt x="7009" y="2089"/>
                    </a:lnTo>
                    <a:lnTo>
                      <a:pt x="6980" y="2232"/>
                    </a:lnTo>
                    <a:lnTo>
                      <a:pt x="6966" y="2389"/>
                    </a:lnTo>
                    <a:lnTo>
                      <a:pt x="6952" y="2532"/>
                    </a:lnTo>
                    <a:lnTo>
                      <a:pt x="6938" y="2832"/>
                    </a:lnTo>
                    <a:lnTo>
                      <a:pt x="6938" y="3133"/>
                    </a:lnTo>
                    <a:lnTo>
                      <a:pt x="6180" y="3119"/>
                    </a:lnTo>
                    <a:lnTo>
                      <a:pt x="5765" y="3119"/>
                    </a:lnTo>
                    <a:lnTo>
                      <a:pt x="5550" y="3133"/>
                    </a:lnTo>
                    <a:lnTo>
                      <a:pt x="5350" y="3161"/>
                    </a:lnTo>
                    <a:lnTo>
                      <a:pt x="5135" y="3190"/>
                    </a:lnTo>
                    <a:lnTo>
                      <a:pt x="4935" y="3247"/>
                    </a:lnTo>
                    <a:lnTo>
                      <a:pt x="4721" y="3304"/>
                    </a:lnTo>
                    <a:lnTo>
                      <a:pt x="4520" y="3390"/>
                    </a:lnTo>
                    <a:lnTo>
                      <a:pt x="4334" y="3505"/>
                    </a:lnTo>
                    <a:lnTo>
                      <a:pt x="4148" y="3633"/>
                    </a:lnTo>
                    <a:lnTo>
                      <a:pt x="3977" y="3791"/>
                    </a:lnTo>
                    <a:lnTo>
                      <a:pt x="3805" y="3977"/>
                    </a:lnTo>
                    <a:lnTo>
                      <a:pt x="3734" y="4063"/>
                    </a:lnTo>
                    <a:lnTo>
                      <a:pt x="3676" y="4177"/>
                    </a:lnTo>
                    <a:lnTo>
                      <a:pt x="3619" y="4320"/>
                    </a:lnTo>
                    <a:lnTo>
                      <a:pt x="3562" y="4463"/>
                    </a:lnTo>
                    <a:lnTo>
                      <a:pt x="3519" y="4635"/>
                    </a:lnTo>
                    <a:lnTo>
                      <a:pt x="3490" y="4806"/>
                    </a:lnTo>
                    <a:lnTo>
                      <a:pt x="3462" y="4992"/>
                    </a:lnTo>
                    <a:lnTo>
                      <a:pt x="3433" y="5178"/>
                    </a:lnTo>
                    <a:lnTo>
                      <a:pt x="3419" y="5364"/>
                    </a:lnTo>
                    <a:lnTo>
                      <a:pt x="3419" y="5564"/>
                    </a:lnTo>
                    <a:lnTo>
                      <a:pt x="3433" y="5750"/>
                    </a:lnTo>
                    <a:lnTo>
                      <a:pt x="3448" y="5936"/>
                    </a:lnTo>
                    <a:lnTo>
                      <a:pt x="3476" y="6108"/>
                    </a:lnTo>
                    <a:lnTo>
                      <a:pt x="3519" y="6279"/>
                    </a:lnTo>
                    <a:lnTo>
                      <a:pt x="3576" y="6437"/>
                    </a:lnTo>
                    <a:lnTo>
                      <a:pt x="3648" y="6580"/>
                    </a:lnTo>
                    <a:lnTo>
                      <a:pt x="3691" y="6666"/>
                    </a:lnTo>
                    <a:lnTo>
                      <a:pt x="3691" y="6694"/>
                    </a:lnTo>
                    <a:lnTo>
                      <a:pt x="3676" y="6723"/>
                    </a:lnTo>
                    <a:lnTo>
                      <a:pt x="3648" y="6751"/>
                    </a:lnTo>
                    <a:lnTo>
                      <a:pt x="3576" y="6780"/>
                    </a:lnTo>
                    <a:lnTo>
                      <a:pt x="3476" y="6809"/>
                    </a:lnTo>
                    <a:lnTo>
                      <a:pt x="3362" y="6823"/>
                    </a:lnTo>
                    <a:lnTo>
                      <a:pt x="3076" y="6852"/>
                    </a:lnTo>
                    <a:lnTo>
                      <a:pt x="2904" y="6880"/>
                    </a:lnTo>
                    <a:lnTo>
                      <a:pt x="2718" y="6909"/>
                    </a:lnTo>
                    <a:lnTo>
                      <a:pt x="2532" y="6966"/>
                    </a:lnTo>
                    <a:lnTo>
                      <a:pt x="2332" y="7023"/>
                    </a:lnTo>
                    <a:lnTo>
                      <a:pt x="2132" y="7109"/>
                    </a:lnTo>
                    <a:lnTo>
                      <a:pt x="1931" y="7223"/>
                    </a:lnTo>
                    <a:lnTo>
                      <a:pt x="1745" y="7352"/>
                    </a:lnTo>
                    <a:lnTo>
                      <a:pt x="1560" y="7524"/>
                    </a:lnTo>
                    <a:lnTo>
                      <a:pt x="1474" y="7667"/>
                    </a:lnTo>
                    <a:lnTo>
                      <a:pt x="1417" y="7796"/>
                    </a:lnTo>
                    <a:lnTo>
                      <a:pt x="1316" y="8082"/>
                    </a:lnTo>
                    <a:lnTo>
                      <a:pt x="1245" y="8353"/>
                    </a:lnTo>
                    <a:lnTo>
                      <a:pt x="1202" y="8625"/>
                    </a:lnTo>
                    <a:lnTo>
                      <a:pt x="1188" y="8883"/>
                    </a:lnTo>
                    <a:lnTo>
                      <a:pt x="1188" y="9126"/>
                    </a:lnTo>
                    <a:lnTo>
                      <a:pt x="1216" y="9369"/>
                    </a:lnTo>
                    <a:lnTo>
                      <a:pt x="1245" y="9584"/>
                    </a:lnTo>
                    <a:lnTo>
                      <a:pt x="1288" y="9784"/>
                    </a:lnTo>
                    <a:lnTo>
                      <a:pt x="1345" y="9970"/>
                    </a:lnTo>
                    <a:lnTo>
                      <a:pt x="1445" y="10270"/>
                    </a:lnTo>
                    <a:lnTo>
                      <a:pt x="1531" y="10456"/>
                    </a:lnTo>
                    <a:lnTo>
                      <a:pt x="1574" y="10528"/>
                    </a:lnTo>
                    <a:lnTo>
                      <a:pt x="1445" y="10613"/>
                    </a:lnTo>
                    <a:lnTo>
                      <a:pt x="1316" y="10728"/>
                    </a:lnTo>
                    <a:lnTo>
                      <a:pt x="1159" y="10885"/>
                    </a:lnTo>
                    <a:lnTo>
                      <a:pt x="959" y="11085"/>
                    </a:lnTo>
                    <a:lnTo>
                      <a:pt x="773" y="11328"/>
                    </a:lnTo>
                    <a:lnTo>
                      <a:pt x="573" y="11615"/>
                    </a:lnTo>
                    <a:lnTo>
                      <a:pt x="473" y="11786"/>
                    </a:lnTo>
                    <a:lnTo>
                      <a:pt x="387" y="11958"/>
                    </a:lnTo>
                    <a:lnTo>
                      <a:pt x="301" y="12144"/>
                    </a:lnTo>
                    <a:lnTo>
                      <a:pt x="229" y="12330"/>
                    </a:lnTo>
                    <a:lnTo>
                      <a:pt x="158" y="12544"/>
                    </a:lnTo>
                    <a:lnTo>
                      <a:pt x="101" y="12759"/>
                    </a:lnTo>
                    <a:lnTo>
                      <a:pt x="58" y="12988"/>
                    </a:lnTo>
                    <a:lnTo>
                      <a:pt x="29" y="13231"/>
                    </a:lnTo>
                    <a:lnTo>
                      <a:pt x="1" y="13474"/>
                    </a:lnTo>
                    <a:lnTo>
                      <a:pt x="1" y="13746"/>
                    </a:lnTo>
                    <a:lnTo>
                      <a:pt x="15" y="14017"/>
                    </a:lnTo>
                    <a:lnTo>
                      <a:pt x="58" y="14304"/>
                    </a:lnTo>
                    <a:lnTo>
                      <a:pt x="115" y="14590"/>
                    </a:lnTo>
                    <a:lnTo>
                      <a:pt x="186" y="14904"/>
                    </a:lnTo>
                    <a:lnTo>
                      <a:pt x="287" y="15219"/>
                    </a:lnTo>
                    <a:lnTo>
                      <a:pt x="415" y="15548"/>
                    </a:lnTo>
                    <a:lnTo>
                      <a:pt x="558" y="15877"/>
                    </a:lnTo>
                    <a:lnTo>
                      <a:pt x="744" y="16234"/>
                    </a:lnTo>
                    <a:lnTo>
                      <a:pt x="716" y="16420"/>
                    </a:lnTo>
                    <a:lnTo>
                      <a:pt x="687" y="16606"/>
                    </a:lnTo>
                    <a:lnTo>
                      <a:pt x="687" y="16807"/>
                    </a:lnTo>
                    <a:lnTo>
                      <a:pt x="687" y="17021"/>
                    </a:lnTo>
                    <a:lnTo>
                      <a:pt x="701" y="17221"/>
                    </a:lnTo>
                    <a:lnTo>
                      <a:pt x="730" y="17436"/>
                    </a:lnTo>
                    <a:lnTo>
                      <a:pt x="773" y="17650"/>
                    </a:lnTo>
                    <a:lnTo>
                      <a:pt x="816" y="17879"/>
                    </a:lnTo>
                    <a:lnTo>
                      <a:pt x="930" y="18323"/>
                    </a:lnTo>
                    <a:lnTo>
                      <a:pt x="1073" y="18780"/>
                    </a:lnTo>
                    <a:lnTo>
                      <a:pt x="1245" y="19238"/>
                    </a:lnTo>
                    <a:lnTo>
                      <a:pt x="1445" y="19696"/>
                    </a:lnTo>
                    <a:lnTo>
                      <a:pt x="1674" y="20139"/>
                    </a:lnTo>
                    <a:lnTo>
                      <a:pt x="1917" y="20583"/>
                    </a:lnTo>
                    <a:lnTo>
                      <a:pt x="2175" y="20997"/>
                    </a:lnTo>
                    <a:lnTo>
                      <a:pt x="2432" y="21384"/>
                    </a:lnTo>
                    <a:lnTo>
                      <a:pt x="2704" y="21755"/>
                    </a:lnTo>
                    <a:lnTo>
                      <a:pt x="2976" y="22099"/>
                    </a:lnTo>
                    <a:lnTo>
                      <a:pt x="3247" y="22385"/>
                    </a:lnTo>
                    <a:lnTo>
                      <a:pt x="3519" y="22642"/>
                    </a:lnTo>
                    <a:lnTo>
                      <a:pt x="3519" y="22642"/>
                    </a:lnTo>
                    <a:lnTo>
                      <a:pt x="3390" y="22084"/>
                    </a:lnTo>
                    <a:lnTo>
                      <a:pt x="3262" y="21527"/>
                    </a:lnTo>
                    <a:lnTo>
                      <a:pt x="3162" y="20997"/>
                    </a:lnTo>
                    <a:lnTo>
                      <a:pt x="3090" y="20468"/>
                    </a:lnTo>
                    <a:lnTo>
                      <a:pt x="3033" y="19968"/>
                    </a:lnTo>
                    <a:lnTo>
                      <a:pt x="2990" y="19467"/>
                    </a:lnTo>
                    <a:lnTo>
                      <a:pt x="2961" y="18995"/>
                    </a:lnTo>
                    <a:lnTo>
                      <a:pt x="2961" y="18523"/>
                    </a:lnTo>
                    <a:lnTo>
                      <a:pt x="2976" y="18065"/>
                    </a:lnTo>
                    <a:lnTo>
                      <a:pt x="3004" y="17622"/>
                    </a:lnTo>
                    <a:lnTo>
                      <a:pt x="3033" y="17193"/>
                    </a:lnTo>
                    <a:lnTo>
                      <a:pt x="3090" y="16778"/>
                    </a:lnTo>
                    <a:lnTo>
                      <a:pt x="3162" y="16363"/>
                    </a:lnTo>
                    <a:lnTo>
                      <a:pt x="3247" y="15977"/>
                    </a:lnTo>
                    <a:lnTo>
                      <a:pt x="3347" y="15591"/>
                    </a:lnTo>
                    <a:lnTo>
                      <a:pt x="3448" y="15205"/>
                    </a:lnTo>
                    <a:lnTo>
                      <a:pt x="3562" y="14847"/>
                    </a:lnTo>
                    <a:lnTo>
                      <a:pt x="3691" y="14489"/>
                    </a:lnTo>
                    <a:lnTo>
                      <a:pt x="3834" y="14132"/>
                    </a:lnTo>
                    <a:lnTo>
                      <a:pt x="3977" y="13789"/>
                    </a:lnTo>
                    <a:lnTo>
                      <a:pt x="4134" y="13460"/>
                    </a:lnTo>
                    <a:lnTo>
                      <a:pt x="4291" y="13131"/>
                    </a:lnTo>
                    <a:lnTo>
                      <a:pt x="4463" y="12816"/>
                    </a:lnTo>
                    <a:lnTo>
                      <a:pt x="4635" y="12501"/>
                    </a:lnTo>
                    <a:lnTo>
                      <a:pt x="5007" y="11901"/>
                    </a:lnTo>
                    <a:lnTo>
                      <a:pt x="5393" y="11314"/>
                    </a:lnTo>
                    <a:lnTo>
                      <a:pt x="5779" y="10742"/>
                    </a:lnTo>
                    <a:lnTo>
                      <a:pt x="6180" y="10199"/>
                    </a:lnTo>
                    <a:lnTo>
                      <a:pt x="6408" y="10356"/>
                    </a:lnTo>
                    <a:lnTo>
                      <a:pt x="6637" y="10499"/>
                    </a:lnTo>
                    <a:lnTo>
                      <a:pt x="6852" y="10613"/>
                    </a:lnTo>
                    <a:lnTo>
                      <a:pt x="7052" y="10699"/>
                    </a:lnTo>
                    <a:lnTo>
                      <a:pt x="7238" y="10771"/>
                    </a:lnTo>
                    <a:lnTo>
                      <a:pt x="7438" y="10828"/>
                    </a:lnTo>
                    <a:lnTo>
                      <a:pt x="7610" y="10856"/>
                    </a:lnTo>
                    <a:lnTo>
                      <a:pt x="7781" y="10871"/>
                    </a:lnTo>
                    <a:lnTo>
                      <a:pt x="7953" y="10871"/>
                    </a:lnTo>
                    <a:lnTo>
                      <a:pt x="8096" y="10856"/>
                    </a:lnTo>
                    <a:lnTo>
                      <a:pt x="8253" y="10828"/>
                    </a:lnTo>
                    <a:lnTo>
                      <a:pt x="8397" y="10785"/>
                    </a:lnTo>
                    <a:lnTo>
                      <a:pt x="8525" y="10742"/>
                    </a:lnTo>
                    <a:lnTo>
                      <a:pt x="8654" y="10671"/>
                    </a:lnTo>
                    <a:lnTo>
                      <a:pt x="8783" y="10599"/>
                    </a:lnTo>
                    <a:lnTo>
                      <a:pt x="8897" y="10513"/>
                    </a:lnTo>
                    <a:lnTo>
                      <a:pt x="9012" y="10413"/>
                    </a:lnTo>
                    <a:lnTo>
                      <a:pt x="9112" y="10313"/>
                    </a:lnTo>
                    <a:lnTo>
                      <a:pt x="9312" y="10098"/>
                    </a:lnTo>
                    <a:lnTo>
                      <a:pt x="9484" y="9870"/>
                    </a:lnTo>
                    <a:lnTo>
                      <a:pt x="9641" y="9641"/>
                    </a:lnTo>
                    <a:lnTo>
                      <a:pt x="9770" y="9398"/>
                    </a:lnTo>
                    <a:lnTo>
                      <a:pt x="9898" y="9183"/>
                    </a:lnTo>
                    <a:lnTo>
                      <a:pt x="10099" y="8797"/>
                    </a:lnTo>
                    <a:lnTo>
                      <a:pt x="10113" y="8983"/>
                    </a:lnTo>
                    <a:lnTo>
                      <a:pt x="10141" y="9169"/>
                    </a:lnTo>
                    <a:lnTo>
                      <a:pt x="10199" y="9355"/>
                    </a:lnTo>
                    <a:lnTo>
                      <a:pt x="10285" y="9541"/>
                    </a:lnTo>
                    <a:lnTo>
                      <a:pt x="10385" y="9727"/>
                    </a:lnTo>
                    <a:lnTo>
                      <a:pt x="10485" y="9927"/>
                    </a:lnTo>
                    <a:lnTo>
                      <a:pt x="10614" y="10098"/>
                    </a:lnTo>
                    <a:lnTo>
                      <a:pt x="10757" y="10284"/>
                    </a:lnTo>
                    <a:lnTo>
                      <a:pt x="10900" y="10442"/>
                    </a:lnTo>
                    <a:lnTo>
                      <a:pt x="11057" y="10599"/>
                    </a:lnTo>
                    <a:lnTo>
                      <a:pt x="11229" y="10728"/>
                    </a:lnTo>
                    <a:lnTo>
                      <a:pt x="11400" y="10856"/>
                    </a:lnTo>
                    <a:lnTo>
                      <a:pt x="11572" y="10957"/>
                    </a:lnTo>
                    <a:lnTo>
                      <a:pt x="11743" y="11042"/>
                    </a:lnTo>
                    <a:lnTo>
                      <a:pt x="11929" y="11100"/>
                    </a:lnTo>
                    <a:lnTo>
                      <a:pt x="12101" y="11143"/>
                    </a:lnTo>
                    <a:lnTo>
                      <a:pt x="12287" y="11157"/>
                    </a:lnTo>
                    <a:lnTo>
                      <a:pt x="12487" y="11143"/>
                    </a:lnTo>
                    <a:lnTo>
                      <a:pt x="12702" y="11128"/>
                    </a:lnTo>
                    <a:lnTo>
                      <a:pt x="12916" y="11085"/>
                    </a:lnTo>
                    <a:lnTo>
                      <a:pt x="13145" y="11042"/>
                    </a:lnTo>
                    <a:lnTo>
                      <a:pt x="13388" y="10971"/>
                    </a:lnTo>
                    <a:lnTo>
                      <a:pt x="13617" y="10899"/>
                    </a:lnTo>
                    <a:lnTo>
                      <a:pt x="13846" y="10814"/>
                    </a:lnTo>
                    <a:lnTo>
                      <a:pt x="14061" y="10699"/>
                    </a:lnTo>
                    <a:lnTo>
                      <a:pt x="14261" y="10585"/>
                    </a:lnTo>
                    <a:lnTo>
                      <a:pt x="14447" y="10470"/>
                    </a:lnTo>
                    <a:lnTo>
                      <a:pt x="14633" y="10327"/>
                    </a:lnTo>
                    <a:lnTo>
                      <a:pt x="14776" y="10184"/>
                    </a:lnTo>
                    <a:lnTo>
                      <a:pt x="14904" y="10041"/>
                    </a:lnTo>
                    <a:lnTo>
                      <a:pt x="14990" y="9870"/>
                    </a:lnTo>
                    <a:lnTo>
                      <a:pt x="15033" y="9798"/>
                    </a:lnTo>
                    <a:lnTo>
                      <a:pt x="15062" y="9712"/>
                    </a:lnTo>
                    <a:lnTo>
                      <a:pt x="15233" y="10056"/>
                    </a:lnTo>
                    <a:lnTo>
                      <a:pt x="15419" y="10356"/>
                    </a:lnTo>
                    <a:lnTo>
                      <a:pt x="15620" y="10628"/>
                    </a:lnTo>
                    <a:lnTo>
                      <a:pt x="15834" y="10871"/>
                    </a:lnTo>
                    <a:lnTo>
                      <a:pt x="16063" y="11071"/>
                    </a:lnTo>
                    <a:lnTo>
                      <a:pt x="16306" y="11243"/>
                    </a:lnTo>
                    <a:lnTo>
                      <a:pt x="16564" y="11386"/>
                    </a:lnTo>
                    <a:lnTo>
                      <a:pt x="16835" y="11500"/>
                    </a:lnTo>
                    <a:lnTo>
                      <a:pt x="17121" y="11586"/>
                    </a:lnTo>
                    <a:lnTo>
                      <a:pt x="17422" y="11643"/>
                    </a:lnTo>
                    <a:lnTo>
                      <a:pt x="17737" y="11686"/>
                    </a:lnTo>
                    <a:lnTo>
                      <a:pt x="18423" y="11686"/>
                    </a:lnTo>
                    <a:lnTo>
                      <a:pt x="18781" y="11643"/>
                    </a:lnTo>
                    <a:lnTo>
                      <a:pt x="19167" y="11600"/>
                    </a:lnTo>
                    <a:lnTo>
                      <a:pt x="19567" y="11529"/>
                    </a:lnTo>
                    <a:lnTo>
                      <a:pt x="19667" y="11514"/>
                    </a:lnTo>
                    <a:lnTo>
                      <a:pt x="19768" y="11514"/>
                    </a:lnTo>
                    <a:lnTo>
                      <a:pt x="19868" y="11529"/>
                    </a:lnTo>
                    <a:lnTo>
                      <a:pt x="19968" y="11557"/>
                    </a:lnTo>
                    <a:lnTo>
                      <a:pt x="20054" y="11586"/>
                    </a:lnTo>
                    <a:lnTo>
                      <a:pt x="20154" y="11629"/>
                    </a:lnTo>
                    <a:lnTo>
                      <a:pt x="20225" y="11700"/>
                    </a:lnTo>
                    <a:lnTo>
                      <a:pt x="20297" y="11772"/>
                    </a:lnTo>
                    <a:lnTo>
                      <a:pt x="20340" y="11843"/>
                    </a:lnTo>
                    <a:lnTo>
                      <a:pt x="20383" y="11915"/>
                    </a:lnTo>
                    <a:lnTo>
                      <a:pt x="20397" y="12001"/>
                    </a:lnTo>
                    <a:lnTo>
                      <a:pt x="20411" y="12101"/>
                    </a:lnTo>
                    <a:lnTo>
                      <a:pt x="20426" y="12272"/>
                    </a:lnTo>
                    <a:lnTo>
                      <a:pt x="20440" y="12458"/>
                    </a:lnTo>
                    <a:lnTo>
                      <a:pt x="20454" y="12630"/>
                    </a:lnTo>
                    <a:lnTo>
                      <a:pt x="20483" y="12787"/>
                    </a:lnTo>
                    <a:lnTo>
                      <a:pt x="20540" y="12959"/>
                    </a:lnTo>
                    <a:lnTo>
                      <a:pt x="20597" y="13102"/>
                    </a:lnTo>
                    <a:lnTo>
                      <a:pt x="20669" y="13259"/>
                    </a:lnTo>
                    <a:lnTo>
                      <a:pt x="20769" y="13402"/>
                    </a:lnTo>
                    <a:lnTo>
                      <a:pt x="20869" y="13531"/>
                    </a:lnTo>
                    <a:lnTo>
                      <a:pt x="20983" y="13660"/>
                    </a:lnTo>
                    <a:lnTo>
                      <a:pt x="21098" y="13774"/>
                    </a:lnTo>
                    <a:lnTo>
                      <a:pt x="21241" y="13874"/>
                    </a:lnTo>
                    <a:lnTo>
                      <a:pt x="21370" y="13975"/>
                    </a:lnTo>
                    <a:lnTo>
                      <a:pt x="21527" y="14046"/>
                    </a:lnTo>
                    <a:lnTo>
                      <a:pt x="21670" y="14118"/>
                    </a:lnTo>
                    <a:lnTo>
                      <a:pt x="21842" y="14175"/>
                    </a:lnTo>
                    <a:lnTo>
                      <a:pt x="21999" y="14203"/>
                    </a:lnTo>
                    <a:lnTo>
                      <a:pt x="22171" y="14232"/>
                    </a:lnTo>
                    <a:lnTo>
                      <a:pt x="22542" y="14246"/>
                    </a:lnTo>
                    <a:lnTo>
                      <a:pt x="22728" y="14261"/>
                    </a:lnTo>
                    <a:lnTo>
                      <a:pt x="22814" y="14289"/>
                    </a:lnTo>
                    <a:lnTo>
                      <a:pt x="22900" y="14332"/>
                    </a:lnTo>
                    <a:lnTo>
                      <a:pt x="23043" y="14389"/>
                    </a:lnTo>
                    <a:lnTo>
                      <a:pt x="22886" y="14547"/>
                    </a:lnTo>
                    <a:lnTo>
                      <a:pt x="22757" y="14704"/>
                    </a:lnTo>
                    <a:lnTo>
                      <a:pt x="22643" y="14890"/>
                    </a:lnTo>
                    <a:lnTo>
                      <a:pt x="22571" y="15076"/>
                    </a:lnTo>
                    <a:lnTo>
                      <a:pt x="22528" y="15205"/>
                    </a:lnTo>
                    <a:lnTo>
                      <a:pt x="22499" y="15319"/>
                    </a:lnTo>
                    <a:lnTo>
                      <a:pt x="22457" y="15576"/>
                    </a:lnTo>
                    <a:lnTo>
                      <a:pt x="22457" y="15705"/>
                    </a:lnTo>
                    <a:lnTo>
                      <a:pt x="22457" y="15834"/>
                    </a:lnTo>
                    <a:lnTo>
                      <a:pt x="22471" y="15963"/>
                    </a:lnTo>
                    <a:lnTo>
                      <a:pt x="22499" y="16091"/>
                    </a:lnTo>
                    <a:lnTo>
                      <a:pt x="22528" y="16220"/>
                    </a:lnTo>
                    <a:lnTo>
                      <a:pt x="22571" y="16335"/>
                    </a:lnTo>
                    <a:lnTo>
                      <a:pt x="22614" y="16449"/>
                    </a:lnTo>
                    <a:lnTo>
                      <a:pt x="22685" y="16549"/>
                    </a:lnTo>
                    <a:lnTo>
                      <a:pt x="22757" y="16649"/>
                    </a:lnTo>
                    <a:lnTo>
                      <a:pt x="22828" y="16735"/>
                    </a:lnTo>
                    <a:lnTo>
                      <a:pt x="22914" y="16821"/>
                    </a:lnTo>
                    <a:lnTo>
                      <a:pt x="23029" y="16892"/>
                    </a:lnTo>
                    <a:lnTo>
                      <a:pt x="23215" y="17007"/>
                    </a:lnTo>
                    <a:lnTo>
                      <a:pt x="23372" y="17136"/>
                    </a:lnTo>
                    <a:lnTo>
                      <a:pt x="23486" y="17236"/>
                    </a:lnTo>
                    <a:lnTo>
                      <a:pt x="23572" y="17336"/>
                    </a:lnTo>
                    <a:lnTo>
                      <a:pt x="23629" y="17436"/>
                    </a:lnTo>
                    <a:lnTo>
                      <a:pt x="23658" y="17522"/>
                    </a:lnTo>
                    <a:lnTo>
                      <a:pt x="23658" y="17608"/>
                    </a:lnTo>
                    <a:lnTo>
                      <a:pt x="23658" y="17679"/>
                    </a:lnTo>
                    <a:lnTo>
                      <a:pt x="23629" y="17751"/>
                    </a:lnTo>
                    <a:lnTo>
                      <a:pt x="23587" y="17822"/>
                    </a:lnTo>
                    <a:lnTo>
                      <a:pt x="23486" y="17951"/>
                    </a:lnTo>
                    <a:lnTo>
                      <a:pt x="23386" y="18065"/>
                    </a:lnTo>
                    <a:lnTo>
                      <a:pt x="23358" y="18122"/>
                    </a:lnTo>
                    <a:lnTo>
                      <a:pt x="23329" y="18165"/>
                    </a:lnTo>
                    <a:lnTo>
                      <a:pt x="23200" y="18552"/>
                    </a:lnTo>
                    <a:lnTo>
                      <a:pt x="23143" y="18737"/>
                    </a:lnTo>
                    <a:lnTo>
                      <a:pt x="23100" y="18938"/>
                    </a:lnTo>
                    <a:lnTo>
                      <a:pt x="23072" y="19138"/>
                    </a:lnTo>
                    <a:lnTo>
                      <a:pt x="23057" y="19338"/>
                    </a:lnTo>
                    <a:lnTo>
                      <a:pt x="23057" y="19538"/>
                    </a:lnTo>
                    <a:lnTo>
                      <a:pt x="23072" y="19724"/>
                    </a:lnTo>
                    <a:lnTo>
                      <a:pt x="23115" y="19925"/>
                    </a:lnTo>
                    <a:lnTo>
                      <a:pt x="23172" y="20125"/>
                    </a:lnTo>
                    <a:lnTo>
                      <a:pt x="23258" y="20297"/>
                    </a:lnTo>
                    <a:lnTo>
                      <a:pt x="23358" y="20468"/>
                    </a:lnTo>
                    <a:lnTo>
                      <a:pt x="23486" y="20625"/>
                    </a:lnTo>
                    <a:lnTo>
                      <a:pt x="23629" y="20769"/>
                    </a:lnTo>
                    <a:lnTo>
                      <a:pt x="23787" y="20883"/>
                    </a:lnTo>
                    <a:lnTo>
                      <a:pt x="23973" y="20969"/>
                    </a:lnTo>
                    <a:lnTo>
                      <a:pt x="23873" y="21283"/>
                    </a:lnTo>
                    <a:lnTo>
                      <a:pt x="23787" y="21612"/>
                    </a:lnTo>
                    <a:lnTo>
                      <a:pt x="23744" y="21956"/>
                    </a:lnTo>
                    <a:lnTo>
                      <a:pt x="23730" y="22113"/>
                    </a:lnTo>
                    <a:lnTo>
                      <a:pt x="23730" y="22285"/>
                    </a:lnTo>
                    <a:lnTo>
                      <a:pt x="23730" y="22442"/>
                    </a:lnTo>
                    <a:lnTo>
                      <a:pt x="23758" y="22599"/>
                    </a:lnTo>
                    <a:lnTo>
                      <a:pt x="23787" y="22757"/>
                    </a:lnTo>
                    <a:lnTo>
                      <a:pt x="23830" y="22900"/>
                    </a:lnTo>
                    <a:lnTo>
                      <a:pt x="23901" y="23043"/>
                    </a:lnTo>
                    <a:lnTo>
                      <a:pt x="23973" y="23171"/>
                    </a:lnTo>
                    <a:lnTo>
                      <a:pt x="24073" y="23300"/>
                    </a:lnTo>
                    <a:lnTo>
                      <a:pt x="24187" y="23415"/>
                    </a:lnTo>
                    <a:lnTo>
                      <a:pt x="24316" y="23515"/>
                    </a:lnTo>
                    <a:lnTo>
                      <a:pt x="24445" y="23601"/>
                    </a:lnTo>
                    <a:lnTo>
                      <a:pt x="24602" y="23658"/>
                    </a:lnTo>
                    <a:lnTo>
                      <a:pt x="24745" y="23715"/>
                    </a:lnTo>
                    <a:lnTo>
                      <a:pt x="24902" y="23758"/>
                    </a:lnTo>
                    <a:lnTo>
                      <a:pt x="25074" y="23786"/>
                    </a:lnTo>
                    <a:lnTo>
                      <a:pt x="25231" y="23801"/>
                    </a:lnTo>
                    <a:lnTo>
                      <a:pt x="25632" y="23801"/>
                    </a:lnTo>
                    <a:lnTo>
                      <a:pt x="25875" y="23786"/>
                    </a:lnTo>
                    <a:lnTo>
                      <a:pt x="26104" y="23758"/>
                    </a:lnTo>
                    <a:lnTo>
                      <a:pt x="26333" y="23715"/>
                    </a:lnTo>
                    <a:lnTo>
                      <a:pt x="26562" y="23643"/>
                    </a:lnTo>
                    <a:lnTo>
                      <a:pt x="26776" y="23543"/>
                    </a:lnTo>
                    <a:lnTo>
                      <a:pt x="26976" y="23429"/>
                    </a:lnTo>
                    <a:lnTo>
                      <a:pt x="27162" y="23286"/>
                    </a:lnTo>
                    <a:lnTo>
                      <a:pt x="27248" y="23214"/>
                    </a:lnTo>
                    <a:lnTo>
                      <a:pt x="27334" y="23129"/>
                    </a:lnTo>
                    <a:lnTo>
                      <a:pt x="27406" y="23028"/>
                    </a:lnTo>
                    <a:lnTo>
                      <a:pt x="27477" y="22928"/>
                    </a:lnTo>
                    <a:lnTo>
                      <a:pt x="27534" y="22828"/>
                    </a:lnTo>
                    <a:lnTo>
                      <a:pt x="27591" y="22728"/>
                    </a:lnTo>
                    <a:lnTo>
                      <a:pt x="27634" y="22614"/>
                    </a:lnTo>
                    <a:lnTo>
                      <a:pt x="27663" y="22499"/>
                    </a:lnTo>
                    <a:lnTo>
                      <a:pt x="27692" y="22385"/>
                    </a:lnTo>
                    <a:lnTo>
                      <a:pt x="27706" y="22270"/>
                    </a:lnTo>
                    <a:lnTo>
                      <a:pt x="27706" y="22156"/>
                    </a:lnTo>
                    <a:lnTo>
                      <a:pt x="27706" y="22041"/>
                    </a:lnTo>
                    <a:lnTo>
                      <a:pt x="27692" y="21927"/>
                    </a:lnTo>
                    <a:lnTo>
                      <a:pt x="27663" y="21813"/>
                    </a:lnTo>
                    <a:lnTo>
                      <a:pt x="27620" y="21698"/>
                    </a:lnTo>
                    <a:lnTo>
                      <a:pt x="27563" y="21598"/>
                    </a:lnTo>
                    <a:lnTo>
                      <a:pt x="27734" y="21555"/>
                    </a:lnTo>
                    <a:lnTo>
                      <a:pt x="27878" y="21498"/>
                    </a:lnTo>
                    <a:lnTo>
                      <a:pt x="28035" y="21441"/>
                    </a:lnTo>
                    <a:lnTo>
                      <a:pt x="28178" y="21369"/>
                    </a:lnTo>
                    <a:lnTo>
                      <a:pt x="28335" y="21283"/>
                    </a:lnTo>
                    <a:lnTo>
                      <a:pt x="28464" y="21198"/>
                    </a:lnTo>
                    <a:lnTo>
                      <a:pt x="28736" y="20997"/>
                    </a:lnTo>
                    <a:lnTo>
                      <a:pt x="28979" y="20783"/>
                    </a:lnTo>
                    <a:lnTo>
                      <a:pt x="29208" y="20540"/>
                    </a:lnTo>
                    <a:lnTo>
                      <a:pt x="29408" y="20268"/>
                    </a:lnTo>
                    <a:lnTo>
                      <a:pt x="29580" y="19982"/>
                    </a:lnTo>
                    <a:lnTo>
                      <a:pt x="29723" y="19696"/>
                    </a:lnTo>
                    <a:lnTo>
                      <a:pt x="29851" y="19381"/>
                    </a:lnTo>
                    <a:lnTo>
                      <a:pt x="29937" y="19066"/>
                    </a:lnTo>
                    <a:lnTo>
                      <a:pt x="29994" y="18737"/>
                    </a:lnTo>
                    <a:lnTo>
                      <a:pt x="30023" y="18409"/>
                    </a:lnTo>
                    <a:lnTo>
                      <a:pt x="30037" y="18251"/>
                    </a:lnTo>
                    <a:lnTo>
                      <a:pt x="30023" y="18080"/>
                    </a:lnTo>
                    <a:lnTo>
                      <a:pt x="30009" y="17922"/>
                    </a:lnTo>
                    <a:lnTo>
                      <a:pt x="29980" y="17751"/>
                    </a:lnTo>
                    <a:lnTo>
                      <a:pt x="29951" y="17593"/>
                    </a:lnTo>
                    <a:lnTo>
                      <a:pt x="29909" y="17436"/>
                    </a:lnTo>
                    <a:lnTo>
                      <a:pt x="30080" y="17293"/>
                    </a:lnTo>
                    <a:lnTo>
                      <a:pt x="30238" y="17121"/>
                    </a:lnTo>
                    <a:lnTo>
                      <a:pt x="30381" y="16935"/>
                    </a:lnTo>
                    <a:lnTo>
                      <a:pt x="30524" y="16735"/>
                    </a:lnTo>
                    <a:lnTo>
                      <a:pt x="30652" y="16506"/>
                    </a:lnTo>
                    <a:lnTo>
                      <a:pt x="30781" y="16263"/>
                    </a:lnTo>
                    <a:lnTo>
                      <a:pt x="30881" y="16020"/>
                    </a:lnTo>
                    <a:lnTo>
                      <a:pt x="30967" y="15762"/>
                    </a:lnTo>
                    <a:lnTo>
                      <a:pt x="31039" y="15505"/>
                    </a:lnTo>
                    <a:lnTo>
                      <a:pt x="31081" y="15233"/>
                    </a:lnTo>
                    <a:lnTo>
                      <a:pt x="31110" y="14976"/>
                    </a:lnTo>
                    <a:lnTo>
                      <a:pt x="31124" y="14718"/>
                    </a:lnTo>
                    <a:lnTo>
                      <a:pt x="31110" y="14475"/>
                    </a:lnTo>
                    <a:lnTo>
                      <a:pt x="31067" y="14232"/>
                    </a:lnTo>
                    <a:lnTo>
                      <a:pt x="30996" y="14003"/>
                    </a:lnTo>
                    <a:lnTo>
                      <a:pt x="30938" y="13889"/>
                    </a:lnTo>
                    <a:lnTo>
                      <a:pt x="30895" y="13789"/>
                    </a:lnTo>
                    <a:lnTo>
                      <a:pt x="30724" y="13503"/>
                    </a:lnTo>
                    <a:lnTo>
                      <a:pt x="30581" y="13274"/>
                    </a:lnTo>
                    <a:lnTo>
                      <a:pt x="30452" y="13073"/>
                    </a:lnTo>
                    <a:lnTo>
                      <a:pt x="30338" y="12930"/>
                    </a:lnTo>
                    <a:lnTo>
                      <a:pt x="30152" y="12730"/>
                    </a:lnTo>
                    <a:lnTo>
                      <a:pt x="30052" y="12601"/>
                    </a:lnTo>
                    <a:lnTo>
                      <a:pt x="30037" y="12559"/>
                    </a:lnTo>
                    <a:lnTo>
                      <a:pt x="30023" y="12516"/>
                    </a:lnTo>
                    <a:lnTo>
                      <a:pt x="30037" y="12473"/>
                    </a:lnTo>
                    <a:lnTo>
                      <a:pt x="30080" y="12430"/>
                    </a:lnTo>
                    <a:lnTo>
                      <a:pt x="30195" y="12272"/>
                    </a:lnTo>
                    <a:lnTo>
                      <a:pt x="30395" y="12015"/>
                    </a:lnTo>
                    <a:lnTo>
                      <a:pt x="30524" y="11829"/>
                    </a:lnTo>
                    <a:lnTo>
                      <a:pt x="30638" y="11629"/>
                    </a:lnTo>
                    <a:lnTo>
                      <a:pt x="30724" y="11429"/>
                    </a:lnTo>
                    <a:lnTo>
                      <a:pt x="30795" y="11214"/>
                    </a:lnTo>
                    <a:lnTo>
                      <a:pt x="30838" y="11014"/>
                    </a:lnTo>
                    <a:lnTo>
                      <a:pt x="30881" y="10785"/>
                    </a:lnTo>
                    <a:lnTo>
                      <a:pt x="30895" y="10570"/>
                    </a:lnTo>
                    <a:lnTo>
                      <a:pt x="30895" y="10356"/>
                    </a:lnTo>
                    <a:lnTo>
                      <a:pt x="30881" y="10127"/>
                    </a:lnTo>
                    <a:lnTo>
                      <a:pt x="30853" y="9912"/>
                    </a:lnTo>
                    <a:lnTo>
                      <a:pt x="30810" y="9684"/>
                    </a:lnTo>
                    <a:lnTo>
                      <a:pt x="30752" y="9469"/>
                    </a:lnTo>
                    <a:lnTo>
                      <a:pt x="30681" y="9255"/>
                    </a:lnTo>
                    <a:lnTo>
                      <a:pt x="30595" y="9040"/>
                    </a:lnTo>
                    <a:lnTo>
                      <a:pt x="30509" y="8825"/>
                    </a:lnTo>
                    <a:lnTo>
                      <a:pt x="30409" y="8625"/>
                    </a:lnTo>
                    <a:lnTo>
                      <a:pt x="30295" y="8425"/>
                    </a:lnTo>
                    <a:lnTo>
                      <a:pt x="30166" y="8239"/>
                    </a:lnTo>
                    <a:lnTo>
                      <a:pt x="30037" y="8053"/>
                    </a:lnTo>
                    <a:lnTo>
                      <a:pt x="29909" y="7867"/>
                    </a:lnTo>
                    <a:lnTo>
                      <a:pt x="29766" y="7710"/>
                    </a:lnTo>
                    <a:lnTo>
                      <a:pt x="29608" y="7552"/>
                    </a:lnTo>
                    <a:lnTo>
                      <a:pt x="29451" y="7395"/>
                    </a:lnTo>
                    <a:lnTo>
                      <a:pt x="29294" y="7266"/>
                    </a:lnTo>
                    <a:lnTo>
                      <a:pt x="29136" y="7152"/>
                    </a:lnTo>
                    <a:lnTo>
                      <a:pt x="28965" y="7038"/>
                    </a:lnTo>
                    <a:lnTo>
                      <a:pt x="28793" y="6952"/>
                    </a:lnTo>
                    <a:lnTo>
                      <a:pt x="28621" y="6866"/>
                    </a:lnTo>
                    <a:lnTo>
                      <a:pt x="28450" y="6809"/>
                    </a:lnTo>
                    <a:lnTo>
                      <a:pt x="28264" y="6766"/>
                    </a:lnTo>
                    <a:lnTo>
                      <a:pt x="28092" y="6737"/>
                    </a:lnTo>
                    <a:lnTo>
                      <a:pt x="27920" y="6723"/>
                    </a:lnTo>
                    <a:lnTo>
                      <a:pt x="27892" y="6351"/>
                    </a:lnTo>
                    <a:lnTo>
                      <a:pt x="27849" y="6008"/>
                    </a:lnTo>
                    <a:lnTo>
                      <a:pt x="27806" y="5679"/>
                    </a:lnTo>
                    <a:lnTo>
                      <a:pt x="27734" y="5378"/>
                    </a:lnTo>
                    <a:lnTo>
                      <a:pt x="27634" y="5078"/>
                    </a:lnTo>
                    <a:lnTo>
                      <a:pt x="27506" y="4792"/>
                    </a:lnTo>
                    <a:lnTo>
                      <a:pt x="27420" y="4649"/>
                    </a:lnTo>
                    <a:lnTo>
                      <a:pt x="27334" y="4506"/>
                    </a:lnTo>
                    <a:lnTo>
                      <a:pt x="27119" y="4206"/>
                    </a:lnTo>
                    <a:lnTo>
                      <a:pt x="26948" y="3991"/>
                    </a:lnTo>
                    <a:lnTo>
                      <a:pt x="26762" y="3805"/>
                    </a:lnTo>
                    <a:lnTo>
                      <a:pt x="26576" y="3619"/>
                    </a:lnTo>
                    <a:lnTo>
                      <a:pt x="26390" y="3462"/>
                    </a:lnTo>
                    <a:lnTo>
                      <a:pt x="26204" y="3319"/>
                    </a:lnTo>
                    <a:lnTo>
                      <a:pt x="26004" y="3190"/>
                    </a:lnTo>
                    <a:lnTo>
                      <a:pt x="25804" y="3061"/>
                    </a:lnTo>
                    <a:lnTo>
                      <a:pt x="25603" y="2961"/>
                    </a:lnTo>
                    <a:lnTo>
                      <a:pt x="25403" y="2861"/>
                    </a:lnTo>
                    <a:lnTo>
                      <a:pt x="25188" y="2790"/>
                    </a:lnTo>
                    <a:lnTo>
                      <a:pt x="24988" y="2718"/>
                    </a:lnTo>
                    <a:lnTo>
                      <a:pt x="24788" y="2647"/>
                    </a:lnTo>
                    <a:lnTo>
                      <a:pt x="24573" y="2604"/>
                    </a:lnTo>
                    <a:lnTo>
                      <a:pt x="24373" y="2561"/>
                    </a:lnTo>
                    <a:lnTo>
                      <a:pt x="23973" y="2503"/>
                    </a:lnTo>
                    <a:lnTo>
                      <a:pt x="23587" y="2489"/>
                    </a:lnTo>
                    <a:lnTo>
                      <a:pt x="23215" y="2489"/>
                    </a:lnTo>
                    <a:lnTo>
                      <a:pt x="22871" y="2518"/>
                    </a:lnTo>
                    <a:lnTo>
                      <a:pt x="22542" y="2561"/>
                    </a:lnTo>
                    <a:lnTo>
                      <a:pt x="22256" y="2618"/>
                    </a:lnTo>
                    <a:lnTo>
                      <a:pt x="21999" y="2689"/>
                    </a:lnTo>
                    <a:lnTo>
                      <a:pt x="21784" y="2761"/>
                    </a:lnTo>
                    <a:lnTo>
                      <a:pt x="21613" y="2832"/>
                    </a:lnTo>
                    <a:lnTo>
                      <a:pt x="21441" y="2461"/>
                    </a:lnTo>
                    <a:lnTo>
                      <a:pt x="21255" y="2117"/>
                    </a:lnTo>
                    <a:lnTo>
                      <a:pt x="21055" y="1803"/>
                    </a:lnTo>
                    <a:lnTo>
                      <a:pt x="20855" y="1531"/>
                    </a:lnTo>
                    <a:lnTo>
                      <a:pt x="20640" y="1288"/>
                    </a:lnTo>
                    <a:lnTo>
                      <a:pt x="20426" y="1073"/>
                    </a:lnTo>
                    <a:lnTo>
                      <a:pt x="20197" y="887"/>
                    </a:lnTo>
                    <a:lnTo>
                      <a:pt x="19968" y="730"/>
                    </a:lnTo>
                    <a:lnTo>
                      <a:pt x="19725" y="601"/>
                    </a:lnTo>
                    <a:lnTo>
                      <a:pt x="19496" y="487"/>
                    </a:lnTo>
                    <a:lnTo>
                      <a:pt x="19253" y="401"/>
                    </a:lnTo>
                    <a:lnTo>
                      <a:pt x="19010" y="344"/>
                    </a:lnTo>
                    <a:lnTo>
                      <a:pt x="18781" y="301"/>
                    </a:lnTo>
                    <a:lnTo>
                      <a:pt x="18537" y="286"/>
                    </a:lnTo>
                    <a:lnTo>
                      <a:pt x="18294" y="286"/>
                    </a:lnTo>
                    <a:lnTo>
                      <a:pt x="18065" y="301"/>
                    </a:lnTo>
                    <a:lnTo>
                      <a:pt x="17837" y="315"/>
                    </a:lnTo>
                    <a:lnTo>
                      <a:pt x="17608" y="358"/>
                    </a:lnTo>
                    <a:lnTo>
                      <a:pt x="17393" y="415"/>
                    </a:lnTo>
                    <a:lnTo>
                      <a:pt x="17179" y="487"/>
                    </a:lnTo>
                    <a:lnTo>
                      <a:pt x="16978" y="558"/>
                    </a:lnTo>
                    <a:lnTo>
                      <a:pt x="16778" y="630"/>
                    </a:lnTo>
                    <a:lnTo>
                      <a:pt x="16592" y="716"/>
                    </a:lnTo>
                    <a:lnTo>
                      <a:pt x="16421" y="816"/>
                    </a:lnTo>
                    <a:lnTo>
                      <a:pt x="16249" y="916"/>
                    </a:lnTo>
                    <a:lnTo>
                      <a:pt x="16106" y="1016"/>
                    </a:lnTo>
                    <a:lnTo>
                      <a:pt x="15963" y="1116"/>
                    </a:lnTo>
                    <a:lnTo>
                      <a:pt x="15834" y="1202"/>
                    </a:lnTo>
                    <a:lnTo>
                      <a:pt x="15734" y="1302"/>
                    </a:lnTo>
                    <a:lnTo>
                      <a:pt x="15648" y="1402"/>
                    </a:lnTo>
                    <a:lnTo>
                      <a:pt x="15577" y="1488"/>
                    </a:lnTo>
                    <a:lnTo>
                      <a:pt x="15520" y="1574"/>
                    </a:lnTo>
                    <a:lnTo>
                      <a:pt x="15319" y="1288"/>
                    </a:lnTo>
                    <a:lnTo>
                      <a:pt x="15119" y="1045"/>
                    </a:lnTo>
                    <a:lnTo>
                      <a:pt x="14919" y="830"/>
                    </a:lnTo>
                    <a:lnTo>
                      <a:pt x="14719" y="644"/>
                    </a:lnTo>
                    <a:lnTo>
                      <a:pt x="14518" y="487"/>
                    </a:lnTo>
                    <a:lnTo>
                      <a:pt x="14318" y="344"/>
                    </a:lnTo>
                    <a:lnTo>
                      <a:pt x="14118" y="229"/>
                    </a:lnTo>
                    <a:lnTo>
                      <a:pt x="13932" y="143"/>
                    </a:lnTo>
                    <a:lnTo>
                      <a:pt x="13732" y="72"/>
                    </a:lnTo>
                    <a:lnTo>
                      <a:pt x="13546" y="29"/>
                    </a:lnTo>
                    <a:lnTo>
                      <a:pt x="13345" y="15"/>
                    </a:lnTo>
                    <a:lnTo>
                      <a:pt x="131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5"/>
              <p:cNvSpPr/>
              <p:nvPr/>
            </p:nvSpPr>
            <p:spPr>
              <a:xfrm>
                <a:off x="5827532" y="2127772"/>
                <a:ext cx="44068" cy="61964"/>
              </a:xfrm>
              <a:custGeom>
                <a:rect b="b" l="l" r="r" t="t"/>
                <a:pathLst>
                  <a:path extrusionOk="0" h="1932" w="1374">
                    <a:moveTo>
                      <a:pt x="630" y="0"/>
                    </a:moveTo>
                    <a:lnTo>
                      <a:pt x="559" y="29"/>
                    </a:lnTo>
                    <a:lnTo>
                      <a:pt x="487" y="58"/>
                    </a:lnTo>
                    <a:lnTo>
                      <a:pt x="373" y="129"/>
                    </a:lnTo>
                    <a:lnTo>
                      <a:pt x="258" y="244"/>
                    </a:lnTo>
                    <a:lnTo>
                      <a:pt x="158" y="387"/>
                    </a:lnTo>
                    <a:lnTo>
                      <a:pt x="87" y="544"/>
                    </a:lnTo>
                    <a:lnTo>
                      <a:pt x="30" y="716"/>
                    </a:lnTo>
                    <a:lnTo>
                      <a:pt x="1" y="916"/>
                    </a:lnTo>
                    <a:lnTo>
                      <a:pt x="1" y="1116"/>
                    </a:lnTo>
                    <a:lnTo>
                      <a:pt x="30" y="1302"/>
                    </a:lnTo>
                    <a:lnTo>
                      <a:pt x="72" y="1459"/>
                    </a:lnTo>
                    <a:lnTo>
                      <a:pt x="158" y="1617"/>
                    </a:lnTo>
                    <a:lnTo>
                      <a:pt x="244" y="1745"/>
                    </a:lnTo>
                    <a:lnTo>
                      <a:pt x="358" y="1845"/>
                    </a:lnTo>
                    <a:lnTo>
                      <a:pt x="416" y="1874"/>
                    </a:lnTo>
                    <a:lnTo>
                      <a:pt x="473" y="1903"/>
                    </a:lnTo>
                    <a:lnTo>
                      <a:pt x="544" y="1931"/>
                    </a:lnTo>
                    <a:lnTo>
                      <a:pt x="759" y="1931"/>
                    </a:lnTo>
                    <a:lnTo>
                      <a:pt x="816" y="1903"/>
                    </a:lnTo>
                    <a:lnTo>
                      <a:pt x="888" y="1874"/>
                    </a:lnTo>
                    <a:lnTo>
                      <a:pt x="1016" y="1803"/>
                    </a:lnTo>
                    <a:lnTo>
                      <a:pt x="1117" y="1688"/>
                    </a:lnTo>
                    <a:lnTo>
                      <a:pt x="1217" y="1559"/>
                    </a:lnTo>
                    <a:lnTo>
                      <a:pt x="1288" y="1388"/>
                    </a:lnTo>
                    <a:lnTo>
                      <a:pt x="1345" y="1216"/>
                    </a:lnTo>
                    <a:lnTo>
                      <a:pt x="1374" y="1016"/>
                    </a:lnTo>
                    <a:lnTo>
                      <a:pt x="1374" y="830"/>
                    </a:lnTo>
                    <a:lnTo>
                      <a:pt x="1345" y="644"/>
                    </a:lnTo>
                    <a:lnTo>
                      <a:pt x="1302" y="472"/>
                    </a:lnTo>
                    <a:lnTo>
                      <a:pt x="1231" y="315"/>
                    </a:lnTo>
                    <a:lnTo>
                      <a:pt x="1131" y="186"/>
                    </a:lnTo>
                    <a:lnTo>
                      <a:pt x="1031" y="100"/>
                    </a:lnTo>
                    <a:lnTo>
                      <a:pt x="959" y="58"/>
                    </a:lnTo>
                    <a:lnTo>
                      <a:pt x="902" y="29"/>
                    </a:lnTo>
                    <a:lnTo>
                      <a:pt x="830" y="15"/>
                    </a:lnTo>
                    <a:lnTo>
                      <a:pt x="759" y="0"/>
                    </a:lnTo>
                    <a:close/>
                  </a:path>
                </a:pathLst>
              </a:custGeom>
              <a:solidFill>
                <a:srgbClr val="352A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5"/>
              <p:cNvSpPr/>
              <p:nvPr/>
            </p:nvSpPr>
            <p:spPr>
              <a:xfrm>
                <a:off x="5494502" y="2097048"/>
                <a:ext cx="44068" cy="62413"/>
              </a:xfrm>
              <a:custGeom>
                <a:rect b="b" l="l" r="r" t="t"/>
                <a:pathLst>
                  <a:path extrusionOk="0" h="1946" w="1374">
                    <a:moveTo>
                      <a:pt x="702" y="0"/>
                    </a:moveTo>
                    <a:lnTo>
                      <a:pt x="630" y="14"/>
                    </a:lnTo>
                    <a:lnTo>
                      <a:pt x="559" y="29"/>
                    </a:lnTo>
                    <a:lnTo>
                      <a:pt x="487" y="57"/>
                    </a:lnTo>
                    <a:lnTo>
                      <a:pt x="373" y="143"/>
                    </a:lnTo>
                    <a:lnTo>
                      <a:pt x="258" y="243"/>
                    </a:lnTo>
                    <a:lnTo>
                      <a:pt x="158" y="386"/>
                    </a:lnTo>
                    <a:lnTo>
                      <a:pt x="87" y="544"/>
                    </a:lnTo>
                    <a:lnTo>
                      <a:pt x="29" y="730"/>
                    </a:lnTo>
                    <a:lnTo>
                      <a:pt x="1" y="915"/>
                    </a:lnTo>
                    <a:lnTo>
                      <a:pt x="1" y="1116"/>
                    </a:lnTo>
                    <a:lnTo>
                      <a:pt x="29" y="1302"/>
                    </a:lnTo>
                    <a:lnTo>
                      <a:pt x="87" y="1473"/>
                    </a:lnTo>
                    <a:lnTo>
                      <a:pt x="158" y="1616"/>
                    </a:lnTo>
                    <a:lnTo>
                      <a:pt x="244" y="1745"/>
                    </a:lnTo>
                    <a:lnTo>
                      <a:pt x="358" y="1845"/>
                    </a:lnTo>
                    <a:lnTo>
                      <a:pt x="416" y="1888"/>
                    </a:lnTo>
                    <a:lnTo>
                      <a:pt x="487" y="1917"/>
                    </a:lnTo>
                    <a:lnTo>
                      <a:pt x="544" y="1931"/>
                    </a:lnTo>
                    <a:lnTo>
                      <a:pt x="616" y="1945"/>
                    </a:lnTo>
                    <a:lnTo>
                      <a:pt x="687" y="1945"/>
                    </a:lnTo>
                    <a:lnTo>
                      <a:pt x="759" y="1931"/>
                    </a:lnTo>
                    <a:lnTo>
                      <a:pt x="830" y="1917"/>
                    </a:lnTo>
                    <a:lnTo>
                      <a:pt x="888" y="1888"/>
                    </a:lnTo>
                    <a:lnTo>
                      <a:pt x="1016" y="1802"/>
                    </a:lnTo>
                    <a:lnTo>
                      <a:pt x="1131" y="1702"/>
                    </a:lnTo>
                    <a:lnTo>
                      <a:pt x="1217" y="1559"/>
                    </a:lnTo>
                    <a:lnTo>
                      <a:pt x="1288" y="1402"/>
                    </a:lnTo>
                    <a:lnTo>
                      <a:pt x="1345" y="1216"/>
                    </a:lnTo>
                    <a:lnTo>
                      <a:pt x="1374" y="1030"/>
                    </a:lnTo>
                    <a:lnTo>
                      <a:pt x="1374" y="830"/>
                    </a:lnTo>
                    <a:lnTo>
                      <a:pt x="1345" y="644"/>
                    </a:lnTo>
                    <a:lnTo>
                      <a:pt x="1302" y="472"/>
                    </a:lnTo>
                    <a:lnTo>
                      <a:pt x="1231" y="329"/>
                    </a:lnTo>
                    <a:lnTo>
                      <a:pt x="1131" y="200"/>
                    </a:lnTo>
                    <a:lnTo>
                      <a:pt x="1031" y="100"/>
                    </a:lnTo>
                    <a:lnTo>
                      <a:pt x="973" y="57"/>
                    </a:lnTo>
                    <a:lnTo>
                      <a:pt x="902" y="29"/>
                    </a:lnTo>
                    <a:lnTo>
                      <a:pt x="830" y="14"/>
                    </a:lnTo>
                    <a:lnTo>
                      <a:pt x="759" y="0"/>
                    </a:lnTo>
                    <a:close/>
                  </a:path>
                </a:pathLst>
              </a:custGeom>
              <a:solidFill>
                <a:srgbClr val="352A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5"/>
              <p:cNvSpPr/>
              <p:nvPr/>
            </p:nvSpPr>
            <p:spPr>
              <a:xfrm>
                <a:off x="5608741" y="2258047"/>
                <a:ext cx="107828" cy="77102"/>
              </a:xfrm>
              <a:custGeom>
                <a:rect b="b" l="l" r="r" t="t"/>
                <a:pathLst>
                  <a:path extrusionOk="0" h="2404" w="3362">
                    <a:moveTo>
                      <a:pt x="3333" y="0"/>
                    </a:moveTo>
                    <a:lnTo>
                      <a:pt x="3319" y="43"/>
                    </a:lnTo>
                    <a:lnTo>
                      <a:pt x="3261" y="72"/>
                    </a:lnTo>
                    <a:lnTo>
                      <a:pt x="3133" y="172"/>
                    </a:lnTo>
                    <a:lnTo>
                      <a:pt x="2932" y="272"/>
                    </a:lnTo>
                    <a:lnTo>
                      <a:pt x="2704" y="372"/>
                    </a:lnTo>
                    <a:lnTo>
                      <a:pt x="2446" y="458"/>
                    </a:lnTo>
                    <a:lnTo>
                      <a:pt x="2203" y="544"/>
                    </a:lnTo>
                    <a:lnTo>
                      <a:pt x="1988" y="601"/>
                    </a:lnTo>
                    <a:lnTo>
                      <a:pt x="1802" y="644"/>
                    </a:lnTo>
                    <a:lnTo>
                      <a:pt x="1516" y="673"/>
                    </a:lnTo>
                    <a:lnTo>
                      <a:pt x="1230" y="658"/>
                    </a:lnTo>
                    <a:lnTo>
                      <a:pt x="959" y="630"/>
                    </a:lnTo>
                    <a:lnTo>
                      <a:pt x="715" y="573"/>
                    </a:lnTo>
                    <a:lnTo>
                      <a:pt x="501" y="501"/>
                    </a:lnTo>
                    <a:lnTo>
                      <a:pt x="401" y="444"/>
                    </a:lnTo>
                    <a:lnTo>
                      <a:pt x="301" y="401"/>
                    </a:lnTo>
                    <a:lnTo>
                      <a:pt x="215" y="329"/>
                    </a:lnTo>
                    <a:lnTo>
                      <a:pt x="143" y="272"/>
                    </a:lnTo>
                    <a:lnTo>
                      <a:pt x="86" y="201"/>
                    </a:lnTo>
                    <a:lnTo>
                      <a:pt x="29" y="115"/>
                    </a:lnTo>
                    <a:lnTo>
                      <a:pt x="15" y="186"/>
                    </a:lnTo>
                    <a:lnTo>
                      <a:pt x="0" y="387"/>
                    </a:lnTo>
                    <a:lnTo>
                      <a:pt x="0" y="673"/>
                    </a:lnTo>
                    <a:lnTo>
                      <a:pt x="15" y="830"/>
                    </a:lnTo>
                    <a:lnTo>
                      <a:pt x="29" y="1016"/>
                    </a:lnTo>
                    <a:lnTo>
                      <a:pt x="72" y="1188"/>
                    </a:lnTo>
                    <a:lnTo>
                      <a:pt x="115" y="1374"/>
                    </a:lnTo>
                    <a:lnTo>
                      <a:pt x="186" y="1559"/>
                    </a:lnTo>
                    <a:lnTo>
                      <a:pt x="272" y="1731"/>
                    </a:lnTo>
                    <a:lnTo>
                      <a:pt x="386" y="1888"/>
                    </a:lnTo>
                    <a:lnTo>
                      <a:pt x="515" y="2031"/>
                    </a:lnTo>
                    <a:lnTo>
                      <a:pt x="601" y="2103"/>
                    </a:lnTo>
                    <a:lnTo>
                      <a:pt x="687" y="2160"/>
                    </a:lnTo>
                    <a:lnTo>
                      <a:pt x="773" y="2217"/>
                    </a:lnTo>
                    <a:lnTo>
                      <a:pt x="887" y="2260"/>
                    </a:lnTo>
                    <a:lnTo>
                      <a:pt x="1044" y="2318"/>
                    </a:lnTo>
                    <a:lnTo>
                      <a:pt x="1202" y="2360"/>
                    </a:lnTo>
                    <a:lnTo>
                      <a:pt x="1373" y="2389"/>
                    </a:lnTo>
                    <a:lnTo>
                      <a:pt x="1516" y="2403"/>
                    </a:lnTo>
                    <a:lnTo>
                      <a:pt x="1674" y="2403"/>
                    </a:lnTo>
                    <a:lnTo>
                      <a:pt x="1817" y="2389"/>
                    </a:lnTo>
                    <a:lnTo>
                      <a:pt x="1960" y="2360"/>
                    </a:lnTo>
                    <a:lnTo>
                      <a:pt x="2103" y="2332"/>
                    </a:lnTo>
                    <a:lnTo>
                      <a:pt x="2232" y="2275"/>
                    </a:lnTo>
                    <a:lnTo>
                      <a:pt x="2360" y="2217"/>
                    </a:lnTo>
                    <a:lnTo>
                      <a:pt x="2475" y="2160"/>
                    </a:lnTo>
                    <a:lnTo>
                      <a:pt x="2589" y="2089"/>
                    </a:lnTo>
                    <a:lnTo>
                      <a:pt x="2689" y="2017"/>
                    </a:lnTo>
                    <a:lnTo>
                      <a:pt x="2789" y="1931"/>
                    </a:lnTo>
                    <a:lnTo>
                      <a:pt x="2875" y="1846"/>
                    </a:lnTo>
                    <a:lnTo>
                      <a:pt x="2961" y="1760"/>
                    </a:lnTo>
                    <a:lnTo>
                      <a:pt x="3047" y="1617"/>
                    </a:lnTo>
                    <a:lnTo>
                      <a:pt x="3133" y="1474"/>
                    </a:lnTo>
                    <a:lnTo>
                      <a:pt x="3204" y="1331"/>
                    </a:lnTo>
                    <a:lnTo>
                      <a:pt x="3261" y="1188"/>
                    </a:lnTo>
                    <a:lnTo>
                      <a:pt x="3304" y="1030"/>
                    </a:lnTo>
                    <a:lnTo>
                      <a:pt x="3333" y="887"/>
                    </a:lnTo>
                    <a:lnTo>
                      <a:pt x="3362" y="615"/>
                    </a:lnTo>
                    <a:lnTo>
                      <a:pt x="3362" y="372"/>
                    </a:lnTo>
                    <a:lnTo>
                      <a:pt x="3362" y="172"/>
                    </a:lnTo>
                    <a:lnTo>
                      <a:pt x="3333" y="0"/>
                    </a:lnTo>
                    <a:close/>
                  </a:path>
                </a:pathLst>
              </a:custGeom>
              <a:solidFill>
                <a:srgbClr val="F8F4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5"/>
              <p:cNvSpPr/>
              <p:nvPr/>
            </p:nvSpPr>
            <p:spPr>
              <a:xfrm>
                <a:off x="5970667" y="1586950"/>
                <a:ext cx="472524" cy="523904"/>
              </a:xfrm>
              <a:custGeom>
                <a:rect b="b" l="l" r="r" t="t"/>
                <a:pathLst>
                  <a:path extrusionOk="0" h="16335" w="14733">
                    <a:moveTo>
                      <a:pt x="7696" y="0"/>
                    </a:moveTo>
                    <a:lnTo>
                      <a:pt x="7467" y="14"/>
                    </a:lnTo>
                    <a:lnTo>
                      <a:pt x="7252" y="29"/>
                    </a:lnTo>
                    <a:lnTo>
                      <a:pt x="7038" y="72"/>
                    </a:lnTo>
                    <a:lnTo>
                      <a:pt x="6852" y="129"/>
                    </a:lnTo>
                    <a:lnTo>
                      <a:pt x="6666" y="186"/>
                    </a:lnTo>
                    <a:lnTo>
                      <a:pt x="6494" y="257"/>
                    </a:lnTo>
                    <a:lnTo>
                      <a:pt x="6337" y="329"/>
                    </a:lnTo>
                    <a:lnTo>
                      <a:pt x="6194" y="429"/>
                    </a:lnTo>
                    <a:lnTo>
                      <a:pt x="6065" y="515"/>
                    </a:lnTo>
                    <a:lnTo>
                      <a:pt x="5936" y="615"/>
                    </a:lnTo>
                    <a:lnTo>
                      <a:pt x="5822" y="715"/>
                    </a:lnTo>
                    <a:lnTo>
                      <a:pt x="5722" y="830"/>
                    </a:lnTo>
                    <a:lnTo>
                      <a:pt x="5536" y="1044"/>
                    </a:lnTo>
                    <a:lnTo>
                      <a:pt x="5393" y="1273"/>
                    </a:lnTo>
                    <a:lnTo>
                      <a:pt x="5278" y="1502"/>
                    </a:lnTo>
                    <a:lnTo>
                      <a:pt x="5178" y="1702"/>
                    </a:lnTo>
                    <a:lnTo>
                      <a:pt x="5121" y="1888"/>
                    </a:lnTo>
                    <a:lnTo>
                      <a:pt x="5078" y="2060"/>
                    </a:lnTo>
                    <a:lnTo>
                      <a:pt x="5050" y="2174"/>
                    </a:lnTo>
                    <a:lnTo>
                      <a:pt x="5021" y="2288"/>
                    </a:lnTo>
                    <a:lnTo>
                      <a:pt x="4806" y="2017"/>
                    </a:lnTo>
                    <a:lnTo>
                      <a:pt x="4592" y="1802"/>
                    </a:lnTo>
                    <a:lnTo>
                      <a:pt x="4363" y="1616"/>
                    </a:lnTo>
                    <a:lnTo>
                      <a:pt x="4148" y="1459"/>
                    </a:lnTo>
                    <a:lnTo>
                      <a:pt x="3934" y="1344"/>
                    </a:lnTo>
                    <a:lnTo>
                      <a:pt x="3719" y="1259"/>
                    </a:lnTo>
                    <a:lnTo>
                      <a:pt x="3505" y="1201"/>
                    </a:lnTo>
                    <a:lnTo>
                      <a:pt x="3305" y="1173"/>
                    </a:lnTo>
                    <a:lnTo>
                      <a:pt x="3104" y="1173"/>
                    </a:lnTo>
                    <a:lnTo>
                      <a:pt x="2904" y="1201"/>
                    </a:lnTo>
                    <a:lnTo>
                      <a:pt x="2704" y="1244"/>
                    </a:lnTo>
                    <a:lnTo>
                      <a:pt x="2518" y="1302"/>
                    </a:lnTo>
                    <a:lnTo>
                      <a:pt x="2332" y="1387"/>
                    </a:lnTo>
                    <a:lnTo>
                      <a:pt x="2160" y="1488"/>
                    </a:lnTo>
                    <a:lnTo>
                      <a:pt x="1989" y="1588"/>
                    </a:lnTo>
                    <a:lnTo>
                      <a:pt x="1817" y="1716"/>
                    </a:lnTo>
                    <a:lnTo>
                      <a:pt x="1660" y="1845"/>
                    </a:lnTo>
                    <a:lnTo>
                      <a:pt x="1502" y="1974"/>
                    </a:lnTo>
                    <a:lnTo>
                      <a:pt x="1231" y="2260"/>
                    </a:lnTo>
                    <a:lnTo>
                      <a:pt x="987" y="2546"/>
                    </a:lnTo>
                    <a:lnTo>
                      <a:pt x="773" y="2818"/>
                    </a:lnTo>
                    <a:lnTo>
                      <a:pt x="601" y="3061"/>
                    </a:lnTo>
                    <a:lnTo>
                      <a:pt x="487" y="3247"/>
                    </a:lnTo>
                    <a:lnTo>
                      <a:pt x="387" y="3418"/>
                    </a:lnTo>
                    <a:lnTo>
                      <a:pt x="1" y="6966"/>
                    </a:lnTo>
                    <a:lnTo>
                      <a:pt x="144" y="7337"/>
                    </a:lnTo>
                    <a:lnTo>
                      <a:pt x="315" y="7752"/>
                    </a:lnTo>
                    <a:lnTo>
                      <a:pt x="544" y="8296"/>
                    </a:lnTo>
                    <a:lnTo>
                      <a:pt x="844" y="8939"/>
                    </a:lnTo>
                    <a:lnTo>
                      <a:pt x="1188" y="9669"/>
                    </a:lnTo>
                    <a:lnTo>
                      <a:pt x="1588" y="10441"/>
                    </a:lnTo>
                    <a:lnTo>
                      <a:pt x="2032" y="11271"/>
                    </a:lnTo>
                    <a:lnTo>
                      <a:pt x="2260" y="11671"/>
                    </a:lnTo>
                    <a:lnTo>
                      <a:pt x="2518" y="12086"/>
                    </a:lnTo>
                    <a:lnTo>
                      <a:pt x="2775" y="12501"/>
                    </a:lnTo>
                    <a:lnTo>
                      <a:pt x="3033" y="12901"/>
                    </a:lnTo>
                    <a:lnTo>
                      <a:pt x="3305" y="13302"/>
                    </a:lnTo>
                    <a:lnTo>
                      <a:pt x="3591" y="13674"/>
                    </a:lnTo>
                    <a:lnTo>
                      <a:pt x="3891" y="14046"/>
                    </a:lnTo>
                    <a:lnTo>
                      <a:pt x="4177" y="14389"/>
                    </a:lnTo>
                    <a:lnTo>
                      <a:pt x="4492" y="14718"/>
                    </a:lnTo>
                    <a:lnTo>
                      <a:pt x="4792" y="15033"/>
                    </a:lnTo>
                    <a:lnTo>
                      <a:pt x="5107" y="15304"/>
                    </a:lnTo>
                    <a:lnTo>
                      <a:pt x="5436" y="15562"/>
                    </a:lnTo>
                    <a:lnTo>
                      <a:pt x="5750" y="15776"/>
                    </a:lnTo>
                    <a:lnTo>
                      <a:pt x="5922" y="15862"/>
                    </a:lnTo>
                    <a:lnTo>
                      <a:pt x="6079" y="15948"/>
                    </a:lnTo>
                    <a:lnTo>
                      <a:pt x="6251" y="16034"/>
                    </a:lnTo>
                    <a:lnTo>
                      <a:pt x="6423" y="16091"/>
                    </a:lnTo>
                    <a:lnTo>
                      <a:pt x="6580" y="16148"/>
                    </a:lnTo>
                    <a:lnTo>
                      <a:pt x="6752" y="16205"/>
                    </a:lnTo>
                    <a:lnTo>
                      <a:pt x="7081" y="16263"/>
                    </a:lnTo>
                    <a:lnTo>
                      <a:pt x="7381" y="16306"/>
                    </a:lnTo>
                    <a:lnTo>
                      <a:pt x="7653" y="16334"/>
                    </a:lnTo>
                    <a:lnTo>
                      <a:pt x="7910" y="16334"/>
                    </a:lnTo>
                    <a:lnTo>
                      <a:pt x="8139" y="16320"/>
                    </a:lnTo>
                    <a:lnTo>
                      <a:pt x="8354" y="16277"/>
                    </a:lnTo>
                    <a:lnTo>
                      <a:pt x="8540" y="16220"/>
                    </a:lnTo>
                    <a:lnTo>
                      <a:pt x="8711" y="16148"/>
                    </a:lnTo>
                    <a:lnTo>
                      <a:pt x="8869" y="16062"/>
                    </a:lnTo>
                    <a:lnTo>
                      <a:pt x="8997" y="15962"/>
                    </a:lnTo>
                    <a:lnTo>
                      <a:pt x="9126" y="15862"/>
                    </a:lnTo>
                    <a:lnTo>
                      <a:pt x="9226" y="15748"/>
                    </a:lnTo>
                    <a:lnTo>
                      <a:pt x="9312" y="15619"/>
                    </a:lnTo>
                    <a:lnTo>
                      <a:pt x="9398" y="15490"/>
                    </a:lnTo>
                    <a:lnTo>
                      <a:pt x="9455" y="15347"/>
                    </a:lnTo>
                    <a:lnTo>
                      <a:pt x="9512" y="15204"/>
                    </a:lnTo>
                    <a:lnTo>
                      <a:pt x="9555" y="15061"/>
                    </a:lnTo>
                    <a:lnTo>
                      <a:pt x="9598" y="14918"/>
                    </a:lnTo>
                    <a:lnTo>
                      <a:pt x="9641" y="14618"/>
                    </a:lnTo>
                    <a:lnTo>
                      <a:pt x="9655" y="14346"/>
                    </a:lnTo>
                    <a:lnTo>
                      <a:pt x="9641" y="14103"/>
                    </a:lnTo>
                    <a:lnTo>
                      <a:pt x="9627" y="13874"/>
                    </a:lnTo>
                    <a:lnTo>
                      <a:pt x="9612" y="13717"/>
                    </a:lnTo>
                    <a:lnTo>
                      <a:pt x="9584" y="13559"/>
                    </a:lnTo>
                    <a:lnTo>
                      <a:pt x="9584" y="13559"/>
                    </a:lnTo>
                    <a:lnTo>
                      <a:pt x="9741" y="13674"/>
                    </a:lnTo>
                    <a:lnTo>
                      <a:pt x="9927" y="13788"/>
                    </a:lnTo>
                    <a:lnTo>
                      <a:pt x="10184" y="13931"/>
                    </a:lnTo>
                    <a:lnTo>
                      <a:pt x="10485" y="14074"/>
                    </a:lnTo>
                    <a:lnTo>
                      <a:pt x="10814" y="14217"/>
                    </a:lnTo>
                    <a:lnTo>
                      <a:pt x="11000" y="14274"/>
                    </a:lnTo>
                    <a:lnTo>
                      <a:pt x="11186" y="14332"/>
                    </a:lnTo>
                    <a:lnTo>
                      <a:pt x="11386" y="14389"/>
                    </a:lnTo>
                    <a:lnTo>
                      <a:pt x="11586" y="14432"/>
                    </a:lnTo>
                    <a:lnTo>
                      <a:pt x="11801" y="14460"/>
                    </a:lnTo>
                    <a:lnTo>
                      <a:pt x="12001" y="14475"/>
                    </a:lnTo>
                    <a:lnTo>
                      <a:pt x="12215" y="14475"/>
                    </a:lnTo>
                    <a:lnTo>
                      <a:pt x="12416" y="14446"/>
                    </a:lnTo>
                    <a:lnTo>
                      <a:pt x="12630" y="14418"/>
                    </a:lnTo>
                    <a:lnTo>
                      <a:pt x="12845" y="14360"/>
                    </a:lnTo>
                    <a:lnTo>
                      <a:pt x="13045" y="14274"/>
                    </a:lnTo>
                    <a:lnTo>
                      <a:pt x="13245" y="14174"/>
                    </a:lnTo>
                    <a:lnTo>
                      <a:pt x="13446" y="14046"/>
                    </a:lnTo>
                    <a:lnTo>
                      <a:pt x="13631" y="13903"/>
                    </a:lnTo>
                    <a:lnTo>
                      <a:pt x="13817" y="13717"/>
                    </a:lnTo>
                    <a:lnTo>
                      <a:pt x="13989" y="13502"/>
                    </a:lnTo>
                    <a:lnTo>
                      <a:pt x="14146" y="13245"/>
                    </a:lnTo>
                    <a:lnTo>
                      <a:pt x="14304" y="12973"/>
                    </a:lnTo>
                    <a:lnTo>
                      <a:pt x="14447" y="12658"/>
                    </a:lnTo>
                    <a:lnTo>
                      <a:pt x="14575" y="12301"/>
                    </a:lnTo>
                    <a:lnTo>
                      <a:pt x="14647" y="12043"/>
                    </a:lnTo>
                    <a:lnTo>
                      <a:pt x="14690" y="11814"/>
                    </a:lnTo>
                    <a:lnTo>
                      <a:pt x="14719" y="11586"/>
                    </a:lnTo>
                    <a:lnTo>
                      <a:pt x="14733" y="11371"/>
                    </a:lnTo>
                    <a:lnTo>
                      <a:pt x="14719" y="11156"/>
                    </a:lnTo>
                    <a:lnTo>
                      <a:pt x="14690" y="10956"/>
                    </a:lnTo>
                    <a:lnTo>
                      <a:pt x="14647" y="10770"/>
                    </a:lnTo>
                    <a:lnTo>
                      <a:pt x="14590" y="10599"/>
                    </a:lnTo>
                    <a:lnTo>
                      <a:pt x="14518" y="10427"/>
                    </a:lnTo>
                    <a:lnTo>
                      <a:pt x="14447" y="10270"/>
                    </a:lnTo>
                    <a:lnTo>
                      <a:pt x="14347" y="10127"/>
                    </a:lnTo>
                    <a:lnTo>
                      <a:pt x="14247" y="9984"/>
                    </a:lnTo>
                    <a:lnTo>
                      <a:pt x="14132" y="9855"/>
                    </a:lnTo>
                    <a:lnTo>
                      <a:pt x="14018" y="9726"/>
                    </a:lnTo>
                    <a:lnTo>
                      <a:pt x="13889" y="9612"/>
                    </a:lnTo>
                    <a:lnTo>
                      <a:pt x="13760" y="9512"/>
                    </a:lnTo>
                    <a:lnTo>
                      <a:pt x="13503" y="9311"/>
                    </a:lnTo>
                    <a:lnTo>
                      <a:pt x="13245" y="9154"/>
                    </a:lnTo>
                    <a:lnTo>
                      <a:pt x="13002" y="9025"/>
                    </a:lnTo>
                    <a:lnTo>
                      <a:pt x="12773" y="8925"/>
                    </a:lnTo>
                    <a:lnTo>
                      <a:pt x="12573" y="8839"/>
                    </a:lnTo>
                    <a:lnTo>
                      <a:pt x="12430" y="8796"/>
                    </a:lnTo>
                    <a:lnTo>
                      <a:pt x="12287" y="8753"/>
                    </a:lnTo>
                    <a:lnTo>
                      <a:pt x="12416" y="8725"/>
                    </a:lnTo>
                    <a:lnTo>
                      <a:pt x="12544" y="8696"/>
                    </a:lnTo>
                    <a:lnTo>
                      <a:pt x="12730" y="8639"/>
                    </a:lnTo>
                    <a:lnTo>
                      <a:pt x="12931" y="8568"/>
                    </a:lnTo>
                    <a:lnTo>
                      <a:pt x="13159" y="8467"/>
                    </a:lnTo>
                    <a:lnTo>
                      <a:pt x="13388" y="8339"/>
                    </a:lnTo>
                    <a:lnTo>
                      <a:pt x="13631" y="8196"/>
                    </a:lnTo>
                    <a:lnTo>
                      <a:pt x="13746" y="8110"/>
                    </a:lnTo>
                    <a:lnTo>
                      <a:pt x="13860" y="8010"/>
                    </a:lnTo>
                    <a:lnTo>
                      <a:pt x="13975" y="7910"/>
                    </a:lnTo>
                    <a:lnTo>
                      <a:pt x="14075" y="7795"/>
                    </a:lnTo>
                    <a:lnTo>
                      <a:pt x="14161" y="7666"/>
                    </a:lnTo>
                    <a:lnTo>
                      <a:pt x="14247" y="7538"/>
                    </a:lnTo>
                    <a:lnTo>
                      <a:pt x="14332" y="7395"/>
                    </a:lnTo>
                    <a:lnTo>
                      <a:pt x="14404" y="7252"/>
                    </a:lnTo>
                    <a:lnTo>
                      <a:pt x="14461" y="7094"/>
                    </a:lnTo>
                    <a:lnTo>
                      <a:pt x="14504" y="6923"/>
                    </a:lnTo>
                    <a:lnTo>
                      <a:pt x="14533" y="6737"/>
                    </a:lnTo>
                    <a:lnTo>
                      <a:pt x="14547" y="6551"/>
                    </a:lnTo>
                    <a:lnTo>
                      <a:pt x="14547" y="6336"/>
                    </a:lnTo>
                    <a:lnTo>
                      <a:pt x="14518" y="6122"/>
                    </a:lnTo>
                    <a:lnTo>
                      <a:pt x="14490" y="5893"/>
                    </a:lnTo>
                    <a:lnTo>
                      <a:pt x="14418" y="5664"/>
                    </a:lnTo>
                    <a:lnTo>
                      <a:pt x="14332" y="5364"/>
                    </a:lnTo>
                    <a:lnTo>
                      <a:pt x="14232" y="5092"/>
                    </a:lnTo>
                    <a:lnTo>
                      <a:pt x="14103" y="4834"/>
                    </a:lnTo>
                    <a:lnTo>
                      <a:pt x="13975" y="4606"/>
                    </a:lnTo>
                    <a:lnTo>
                      <a:pt x="13846" y="4405"/>
                    </a:lnTo>
                    <a:lnTo>
                      <a:pt x="13689" y="4219"/>
                    </a:lnTo>
                    <a:lnTo>
                      <a:pt x="13546" y="4062"/>
                    </a:lnTo>
                    <a:lnTo>
                      <a:pt x="13374" y="3905"/>
                    </a:lnTo>
                    <a:lnTo>
                      <a:pt x="13217" y="3776"/>
                    </a:lnTo>
                    <a:lnTo>
                      <a:pt x="13031" y="3662"/>
                    </a:lnTo>
                    <a:lnTo>
                      <a:pt x="12859" y="3576"/>
                    </a:lnTo>
                    <a:lnTo>
                      <a:pt x="12687" y="3490"/>
                    </a:lnTo>
                    <a:lnTo>
                      <a:pt x="12502" y="3418"/>
                    </a:lnTo>
                    <a:lnTo>
                      <a:pt x="12330" y="3361"/>
                    </a:lnTo>
                    <a:lnTo>
                      <a:pt x="12144" y="3318"/>
                    </a:lnTo>
                    <a:lnTo>
                      <a:pt x="11972" y="3290"/>
                    </a:lnTo>
                    <a:lnTo>
                      <a:pt x="11615" y="3247"/>
                    </a:lnTo>
                    <a:lnTo>
                      <a:pt x="11286" y="3233"/>
                    </a:lnTo>
                    <a:lnTo>
                      <a:pt x="10985" y="3247"/>
                    </a:lnTo>
                    <a:lnTo>
                      <a:pt x="10728" y="3275"/>
                    </a:lnTo>
                    <a:lnTo>
                      <a:pt x="10499" y="3318"/>
                    </a:lnTo>
                    <a:lnTo>
                      <a:pt x="10342" y="3347"/>
                    </a:lnTo>
                    <a:lnTo>
                      <a:pt x="10199" y="3390"/>
                    </a:lnTo>
                    <a:lnTo>
                      <a:pt x="10313" y="3190"/>
                    </a:lnTo>
                    <a:lnTo>
                      <a:pt x="10413" y="2961"/>
                    </a:lnTo>
                    <a:lnTo>
                      <a:pt x="10470" y="2718"/>
                    </a:lnTo>
                    <a:lnTo>
                      <a:pt x="10513" y="2474"/>
                    </a:lnTo>
                    <a:lnTo>
                      <a:pt x="10528" y="2203"/>
                    </a:lnTo>
                    <a:lnTo>
                      <a:pt x="10499" y="1931"/>
                    </a:lnTo>
                    <a:lnTo>
                      <a:pt x="10442" y="1673"/>
                    </a:lnTo>
                    <a:lnTo>
                      <a:pt x="10413" y="1530"/>
                    </a:lnTo>
                    <a:lnTo>
                      <a:pt x="10356" y="1402"/>
                    </a:lnTo>
                    <a:lnTo>
                      <a:pt x="10299" y="1273"/>
                    </a:lnTo>
                    <a:lnTo>
                      <a:pt x="10227" y="1159"/>
                    </a:lnTo>
                    <a:lnTo>
                      <a:pt x="10156" y="1030"/>
                    </a:lnTo>
                    <a:lnTo>
                      <a:pt x="10070" y="915"/>
                    </a:lnTo>
                    <a:lnTo>
                      <a:pt x="9970" y="801"/>
                    </a:lnTo>
                    <a:lnTo>
                      <a:pt x="9870" y="687"/>
                    </a:lnTo>
                    <a:lnTo>
                      <a:pt x="9755" y="586"/>
                    </a:lnTo>
                    <a:lnTo>
                      <a:pt x="9627" y="486"/>
                    </a:lnTo>
                    <a:lnTo>
                      <a:pt x="9484" y="400"/>
                    </a:lnTo>
                    <a:lnTo>
                      <a:pt x="9341" y="315"/>
                    </a:lnTo>
                    <a:lnTo>
                      <a:pt x="9183" y="243"/>
                    </a:lnTo>
                    <a:lnTo>
                      <a:pt x="9012" y="186"/>
                    </a:lnTo>
                    <a:lnTo>
                      <a:pt x="8826" y="129"/>
                    </a:lnTo>
                    <a:lnTo>
                      <a:pt x="8625" y="72"/>
                    </a:lnTo>
                    <a:lnTo>
                      <a:pt x="8425" y="43"/>
                    </a:lnTo>
                    <a:lnTo>
                      <a:pt x="8211" y="14"/>
                    </a:lnTo>
                    <a:lnTo>
                      <a:pt x="79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5"/>
              <p:cNvSpPr/>
              <p:nvPr/>
            </p:nvSpPr>
            <p:spPr>
              <a:xfrm>
                <a:off x="5972046" y="1685570"/>
                <a:ext cx="325728" cy="357833"/>
              </a:xfrm>
              <a:custGeom>
                <a:rect b="b" l="l" r="r" t="t"/>
                <a:pathLst>
                  <a:path extrusionOk="0" h="11157" w="10156">
                    <a:moveTo>
                      <a:pt x="344" y="0"/>
                    </a:moveTo>
                    <a:lnTo>
                      <a:pt x="272" y="14"/>
                    </a:lnTo>
                    <a:lnTo>
                      <a:pt x="215" y="29"/>
                    </a:lnTo>
                    <a:lnTo>
                      <a:pt x="158" y="57"/>
                    </a:lnTo>
                    <a:lnTo>
                      <a:pt x="101" y="100"/>
                    </a:lnTo>
                    <a:lnTo>
                      <a:pt x="58" y="158"/>
                    </a:lnTo>
                    <a:lnTo>
                      <a:pt x="29" y="215"/>
                    </a:lnTo>
                    <a:lnTo>
                      <a:pt x="0" y="272"/>
                    </a:lnTo>
                    <a:lnTo>
                      <a:pt x="0" y="343"/>
                    </a:lnTo>
                    <a:lnTo>
                      <a:pt x="0" y="415"/>
                    </a:lnTo>
                    <a:lnTo>
                      <a:pt x="29" y="472"/>
                    </a:lnTo>
                    <a:lnTo>
                      <a:pt x="58" y="529"/>
                    </a:lnTo>
                    <a:lnTo>
                      <a:pt x="101" y="587"/>
                    </a:lnTo>
                    <a:lnTo>
                      <a:pt x="143" y="630"/>
                    </a:lnTo>
                    <a:lnTo>
                      <a:pt x="201" y="658"/>
                    </a:lnTo>
                    <a:lnTo>
                      <a:pt x="272" y="672"/>
                    </a:lnTo>
                    <a:lnTo>
                      <a:pt x="658" y="773"/>
                    </a:lnTo>
                    <a:lnTo>
                      <a:pt x="1045" y="873"/>
                    </a:lnTo>
                    <a:lnTo>
                      <a:pt x="1431" y="973"/>
                    </a:lnTo>
                    <a:lnTo>
                      <a:pt x="1788" y="1102"/>
                    </a:lnTo>
                    <a:lnTo>
                      <a:pt x="2146" y="1216"/>
                    </a:lnTo>
                    <a:lnTo>
                      <a:pt x="2489" y="1359"/>
                    </a:lnTo>
                    <a:lnTo>
                      <a:pt x="2818" y="1488"/>
                    </a:lnTo>
                    <a:lnTo>
                      <a:pt x="3133" y="1631"/>
                    </a:lnTo>
                    <a:lnTo>
                      <a:pt x="3447" y="1788"/>
                    </a:lnTo>
                    <a:lnTo>
                      <a:pt x="3748" y="1945"/>
                    </a:lnTo>
                    <a:lnTo>
                      <a:pt x="4034" y="2117"/>
                    </a:lnTo>
                    <a:lnTo>
                      <a:pt x="4306" y="2274"/>
                    </a:lnTo>
                    <a:lnTo>
                      <a:pt x="4577" y="2460"/>
                    </a:lnTo>
                    <a:lnTo>
                      <a:pt x="4835" y="2632"/>
                    </a:lnTo>
                    <a:lnTo>
                      <a:pt x="5092" y="2818"/>
                    </a:lnTo>
                    <a:lnTo>
                      <a:pt x="5336" y="3004"/>
                    </a:lnTo>
                    <a:lnTo>
                      <a:pt x="5564" y="3190"/>
                    </a:lnTo>
                    <a:lnTo>
                      <a:pt x="5793" y="3390"/>
                    </a:lnTo>
                    <a:lnTo>
                      <a:pt x="6208" y="3790"/>
                    </a:lnTo>
                    <a:lnTo>
                      <a:pt x="6594" y="4205"/>
                    </a:lnTo>
                    <a:lnTo>
                      <a:pt x="6952" y="4620"/>
                    </a:lnTo>
                    <a:lnTo>
                      <a:pt x="7281" y="5049"/>
                    </a:lnTo>
                    <a:lnTo>
                      <a:pt x="7581" y="5478"/>
                    </a:lnTo>
                    <a:lnTo>
                      <a:pt x="7853" y="5907"/>
                    </a:lnTo>
                    <a:lnTo>
                      <a:pt x="8096" y="6336"/>
                    </a:lnTo>
                    <a:lnTo>
                      <a:pt x="8311" y="6751"/>
                    </a:lnTo>
                    <a:lnTo>
                      <a:pt x="8497" y="7166"/>
                    </a:lnTo>
                    <a:lnTo>
                      <a:pt x="8668" y="7567"/>
                    </a:lnTo>
                    <a:lnTo>
                      <a:pt x="8826" y="7967"/>
                    </a:lnTo>
                    <a:lnTo>
                      <a:pt x="8954" y="8339"/>
                    </a:lnTo>
                    <a:lnTo>
                      <a:pt x="9054" y="8711"/>
                    </a:lnTo>
                    <a:lnTo>
                      <a:pt x="9154" y="9054"/>
                    </a:lnTo>
                    <a:lnTo>
                      <a:pt x="9240" y="9369"/>
                    </a:lnTo>
                    <a:lnTo>
                      <a:pt x="9355" y="9927"/>
                    </a:lnTo>
                    <a:lnTo>
                      <a:pt x="9426" y="10384"/>
                    </a:lnTo>
                    <a:lnTo>
                      <a:pt x="9455" y="10685"/>
                    </a:lnTo>
                    <a:lnTo>
                      <a:pt x="9469" y="10842"/>
                    </a:lnTo>
                    <a:lnTo>
                      <a:pt x="9483" y="10899"/>
                    </a:lnTo>
                    <a:lnTo>
                      <a:pt x="9498" y="10956"/>
                    </a:lnTo>
                    <a:lnTo>
                      <a:pt x="9541" y="11014"/>
                    </a:lnTo>
                    <a:lnTo>
                      <a:pt x="9584" y="11071"/>
                    </a:lnTo>
                    <a:lnTo>
                      <a:pt x="9626" y="11099"/>
                    </a:lnTo>
                    <a:lnTo>
                      <a:pt x="9684" y="11128"/>
                    </a:lnTo>
                    <a:lnTo>
                      <a:pt x="9741" y="11157"/>
                    </a:lnTo>
                    <a:lnTo>
                      <a:pt x="9827" y="11157"/>
                    </a:lnTo>
                    <a:lnTo>
                      <a:pt x="9898" y="11142"/>
                    </a:lnTo>
                    <a:lnTo>
                      <a:pt x="9955" y="11128"/>
                    </a:lnTo>
                    <a:lnTo>
                      <a:pt x="10013" y="11085"/>
                    </a:lnTo>
                    <a:lnTo>
                      <a:pt x="10070" y="11042"/>
                    </a:lnTo>
                    <a:lnTo>
                      <a:pt x="10098" y="10985"/>
                    </a:lnTo>
                    <a:lnTo>
                      <a:pt x="10127" y="10928"/>
                    </a:lnTo>
                    <a:lnTo>
                      <a:pt x="10141" y="10871"/>
                    </a:lnTo>
                    <a:lnTo>
                      <a:pt x="10156" y="10799"/>
                    </a:lnTo>
                    <a:lnTo>
                      <a:pt x="10141" y="10685"/>
                    </a:lnTo>
                    <a:lnTo>
                      <a:pt x="10098" y="10384"/>
                    </a:lnTo>
                    <a:lnTo>
                      <a:pt x="10027" y="9941"/>
                    </a:lnTo>
                    <a:lnTo>
                      <a:pt x="9913" y="9354"/>
                    </a:lnTo>
                    <a:lnTo>
                      <a:pt x="9827" y="9011"/>
                    </a:lnTo>
                    <a:lnTo>
                      <a:pt x="9727" y="8654"/>
                    </a:lnTo>
                    <a:lnTo>
                      <a:pt x="9612" y="8267"/>
                    </a:lnTo>
                    <a:lnTo>
                      <a:pt x="9469" y="7867"/>
                    </a:lnTo>
                    <a:lnTo>
                      <a:pt x="9312" y="7452"/>
                    </a:lnTo>
                    <a:lnTo>
                      <a:pt x="9126" y="7009"/>
                    </a:lnTo>
                    <a:lnTo>
                      <a:pt x="8926" y="6565"/>
                    </a:lnTo>
                    <a:lnTo>
                      <a:pt x="8697" y="6108"/>
                    </a:lnTo>
                    <a:lnTo>
                      <a:pt x="8439" y="5650"/>
                    </a:lnTo>
                    <a:lnTo>
                      <a:pt x="8153" y="5192"/>
                    </a:lnTo>
                    <a:lnTo>
                      <a:pt x="7839" y="4734"/>
                    </a:lnTo>
                    <a:lnTo>
                      <a:pt x="7495" y="4277"/>
                    </a:lnTo>
                    <a:lnTo>
                      <a:pt x="7123" y="3819"/>
                    </a:lnTo>
                    <a:lnTo>
                      <a:pt x="6709" y="3376"/>
                    </a:lnTo>
                    <a:lnTo>
                      <a:pt x="6494" y="3161"/>
                    </a:lnTo>
                    <a:lnTo>
                      <a:pt x="6265" y="2932"/>
                    </a:lnTo>
                    <a:lnTo>
                      <a:pt x="6022" y="2732"/>
                    </a:lnTo>
                    <a:lnTo>
                      <a:pt x="5779" y="2518"/>
                    </a:lnTo>
                    <a:lnTo>
                      <a:pt x="5521" y="2317"/>
                    </a:lnTo>
                    <a:lnTo>
                      <a:pt x="5264" y="2117"/>
                    </a:lnTo>
                    <a:lnTo>
                      <a:pt x="4978" y="1917"/>
                    </a:lnTo>
                    <a:lnTo>
                      <a:pt x="4692" y="1731"/>
                    </a:lnTo>
                    <a:lnTo>
                      <a:pt x="4406" y="1559"/>
                    </a:lnTo>
                    <a:lnTo>
                      <a:pt x="4091" y="1373"/>
                    </a:lnTo>
                    <a:lnTo>
                      <a:pt x="3776" y="1202"/>
                    </a:lnTo>
                    <a:lnTo>
                      <a:pt x="3447" y="1044"/>
                    </a:lnTo>
                    <a:lnTo>
                      <a:pt x="3104" y="887"/>
                    </a:lnTo>
                    <a:lnTo>
                      <a:pt x="2761" y="730"/>
                    </a:lnTo>
                    <a:lnTo>
                      <a:pt x="2403" y="587"/>
                    </a:lnTo>
                    <a:lnTo>
                      <a:pt x="2017" y="458"/>
                    </a:lnTo>
                    <a:lnTo>
                      <a:pt x="1645" y="329"/>
                    </a:lnTo>
                    <a:lnTo>
                      <a:pt x="1245" y="215"/>
                    </a:lnTo>
                    <a:lnTo>
                      <a:pt x="830" y="115"/>
                    </a:lnTo>
                    <a:lnTo>
                      <a:pt x="415" y="14"/>
                    </a:ln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5"/>
              <p:cNvSpPr/>
              <p:nvPr/>
            </p:nvSpPr>
            <p:spPr>
              <a:xfrm>
                <a:off x="5406434" y="4594331"/>
                <a:ext cx="242693" cy="114242"/>
              </a:xfrm>
              <a:custGeom>
                <a:rect b="b" l="l" r="r" t="t"/>
                <a:pathLst>
                  <a:path extrusionOk="0" h="3562" w="7567">
                    <a:moveTo>
                      <a:pt x="4320" y="0"/>
                    </a:moveTo>
                    <a:lnTo>
                      <a:pt x="4206" y="172"/>
                    </a:lnTo>
                    <a:lnTo>
                      <a:pt x="4063" y="358"/>
                    </a:lnTo>
                    <a:lnTo>
                      <a:pt x="3877" y="587"/>
                    </a:lnTo>
                    <a:lnTo>
                      <a:pt x="3634" y="844"/>
                    </a:lnTo>
                    <a:lnTo>
                      <a:pt x="3491" y="973"/>
                    </a:lnTo>
                    <a:lnTo>
                      <a:pt x="3333" y="1116"/>
                    </a:lnTo>
                    <a:lnTo>
                      <a:pt x="3176" y="1244"/>
                    </a:lnTo>
                    <a:lnTo>
                      <a:pt x="2990" y="1373"/>
                    </a:lnTo>
                    <a:lnTo>
                      <a:pt x="2790" y="1488"/>
                    </a:lnTo>
                    <a:lnTo>
                      <a:pt x="2589" y="1602"/>
                    </a:lnTo>
                    <a:lnTo>
                      <a:pt x="2361" y="1688"/>
                    </a:lnTo>
                    <a:lnTo>
                      <a:pt x="2103" y="1774"/>
                    </a:lnTo>
                    <a:lnTo>
                      <a:pt x="1803" y="1831"/>
                    </a:lnTo>
                    <a:lnTo>
                      <a:pt x="1502" y="1874"/>
                    </a:lnTo>
                    <a:lnTo>
                      <a:pt x="844" y="1960"/>
                    </a:lnTo>
                    <a:lnTo>
                      <a:pt x="215" y="2031"/>
                    </a:lnTo>
                    <a:lnTo>
                      <a:pt x="129" y="2060"/>
                    </a:lnTo>
                    <a:lnTo>
                      <a:pt x="72" y="2103"/>
                    </a:lnTo>
                    <a:lnTo>
                      <a:pt x="29" y="2160"/>
                    </a:lnTo>
                    <a:lnTo>
                      <a:pt x="1" y="2231"/>
                    </a:lnTo>
                    <a:lnTo>
                      <a:pt x="1" y="2317"/>
                    </a:lnTo>
                    <a:lnTo>
                      <a:pt x="15" y="2403"/>
                    </a:lnTo>
                    <a:lnTo>
                      <a:pt x="29" y="2503"/>
                    </a:lnTo>
                    <a:lnTo>
                      <a:pt x="72" y="2618"/>
                    </a:lnTo>
                    <a:lnTo>
                      <a:pt x="129" y="2718"/>
                    </a:lnTo>
                    <a:lnTo>
                      <a:pt x="201" y="2818"/>
                    </a:lnTo>
                    <a:lnTo>
                      <a:pt x="287" y="2918"/>
                    </a:lnTo>
                    <a:lnTo>
                      <a:pt x="387" y="3018"/>
                    </a:lnTo>
                    <a:lnTo>
                      <a:pt x="487" y="3090"/>
                    </a:lnTo>
                    <a:lnTo>
                      <a:pt x="601" y="3161"/>
                    </a:lnTo>
                    <a:lnTo>
                      <a:pt x="730" y="3218"/>
                    </a:lnTo>
                    <a:lnTo>
                      <a:pt x="859" y="3261"/>
                    </a:lnTo>
                    <a:lnTo>
                      <a:pt x="1188" y="3318"/>
                    </a:lnTo>
                    <a:lnTo>
                      <a:pt x="1560" y="3376"/>
                    </a:lnTo>
                    <a:lnTo>
                      <a:pt x="1960" y="3433"/>
                    </a:lnTo>
                    <a:lnTo>
                      <a:pt x="2375" y="3476"/>
                    </a:lnTo>
                    <a:lnTo>
                      <a:pt x="2804" y="3504"/>
                    </a:lnTo>
                    <a:lnTo>
                      <a:pt x="3247" y="3533"/>
                    </a:lnTo>
                    <a:lnTo>
                      <a:pt x="3705" y="3547"/>
                    </a:lnTo>
                    <a:lnTo>
                      <a:pt x="4148" y="3562"/>
                    </a:lnTo>
                    <a:lnTo>
                      <a:pt x="4592" y="3547"/>
                    </a:lnTo>
                    <a:lnTo>
                      <a:pt x="5035" y="3533"/>
                    </a:lnTo>
                    <a:lnTo>
                      <a:pt x="5450" y="3504"/>
                    </a:lnTo>
                    <a:lnTo>
                      <a:pt x="5836" y="3447"/>
                    </a:lnTo>
                    <a:lnTo>
                      <a:pt x="6208" y="3390"/>
                    </a:lnTo>
                    <a:lnTo>
                      <a:pt x="6537" y="3318"/>
                    </a:lnTo>
                    <a:lnTo>
                      <a:pt x="6837" y="3233"/>
                    </a:lnTo>
                    <a:lnTo>
                      <a:pt x="7081" y="3132"/>
                    </a:lnTo>
                    <a:lnTo>
                      <a:pt x="7166" y="3075"/>
                    </a:lnTo>
                    <a:lnTo>
                      <a:pt x="7252" y="3018"/>
                    </a:lnTo>
                    <a:lnTo>
                      <a:pt x="7309" y="2947"/>
                    </a:lnTo>
                    <a:lnTo>
                      <a:pt x="7381" y="2861"/>
                    </a:lnTo>
                    <a:lnTo>
                      <a:pt x="7424" y="2775"/>
                    </a:lnTo>
                    <a:lnTo>
                      <a:pt x="7467" y="2675"/>
                    </a:lnTo>
                    <a:lnTo>
                      <a:pt x="7524" y="2475"/>
                    </a:lnTo>
                    <a:lnTo>
                      <a:pt x="7553" y="2260"/>
                    </a:lnTo>
                    <a:lnTo>
                      <a:pt x="7567" y="2031"/>
                    </a:lnTo>
                    <a:lnTo>
                      <a:pt x="7553" y="1802"/>
                    </a:lnTo>
                    <a:lnTo>
                      <a:pt x="7538" y="1559"/>
                    </a:lnTo>
                    <a:lnTo>
                      <a:pt x="7495" y="1330"/>
                    </a:lnTo>
                    <a:lnTo>
                      <a:pt x="7453" y="1116"/>
                    </a:lnTo>
                    <a:lnTo>
                      <a:pt x="7352" y="744"/>
                    </a:lnTo>
                    <a:lnTo>
                      <a:pt x="7281" y="486"/>
                    </a:lnTo>
                    <a:lnTo>
                      <a:pt x="7238" y="401"/>
                    </a:lnTo>
                    <a:lnTo>
                      <a:pt x="432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5"/>
              <p:cNvSpPr/>
              <p:nvPr/>
            </p:nvSpPr>
            <p:spPr>
              <a:xfrm>
                <a:off x="5757360" y="4608090"/>
                <a:ext cx="235380" cy="123864"/>
              </a:xfrm>
              <a:custGeom>
                <a:rect b="b" l="l" r="r" t="t"/>
                <a:pathLst>
                  <a:path extrusionOk="0" h="3862" w="7339">
                    <a:moveTo>
                      <a:pt x="4191" y="0"/>
                    </a:moveTo>
                    <a:lnTo>
                      <a:pt x="4091" y="172"/>
                    </a:lnTo>
                    <a:lnTo>
                      <a:pt x="3977" y="372"/>
                    </a:lnTo>
                    <a:lnTo>
                      <a:pt x="3791" y="615"/>
                    </a:lnTo>
                    <a:lnTo>
                      <a:pt x="3562" y="887"/>
                    </a:lnTo>
                    <a:lnTo>
                      <a:pt x="3433" y="1030"/>
                    </a:lnTo>
                    <a:lnTo>
                      <a:pt x="3290" y="1173"/>
                    </a:lnTo>
                    <a:lnTo>
                      <a:pt x="3133" y="1302"/>
                    </a:lnTo>
                    <a:lnTo>
                      <a:pt x="2961" y="1445"/>
                    </a:lnTo>
                    <a:lnTo>
                      <a:pt x="2775" y="1574"/>
                    </a:lnTo>
                    <a:lnTo>
                      <a:pt x="2575" y="1702"/>
                    </a:lnTo>
                    <a:lnTo>
                      <a:pt x="2361" y="1802"/>
                    </a:lnTo>
                    <a:lnTo>
                      <a:pt x="2117" y="1902"/>
                    </a:lnTo>
                    <a:lnTo>
                      <a:pt x="1846" y="1988"/>
                    </a:lnTo>
                    <a:lnTo>
                      <a:pt x="1574" y="2060"/>
                    </a:lnTo>
                    <a:lnTo>
                      <a:pt x="973" y="2189"/>
                    </a:lnTo>
                    <a:lnTo>
                      <a:pt x="358" y="2317"/>
                    </a:lnTo>
                    <a:lnTo>
                      <a:pt x="272" y="2332"/>
                    </a:lnTo>
                    <a:lnTo>
                      <a:pt x="201" y="2374"/>
                    </a:lnTo>
                    <a:lnTo>
                      <a:pt x="144" y="2417"/>
                    </a:lnTo>
                    <a:lnTo>
                      <a:pt x="86" y="2489"/>
                    </a:lnTo>
                    <a:lnTo>
                      <a:pt x="43" y="2546"/>
                    </a:lnTo>
                    <a:lnTo>
                      <a:pt x="15" y="2618"/>
                    </a:lnTo>
                    <a:lnTo>
                      <a:pt x="0" y="2703"/>
                    </a:lnTo>
                    <a:lnTo>
                      <a:pt x="0" y="2775"/>
                    </a:lnTo>
                    <a:lnTo>
                      <a:pt x="15" y="2861"/>
                    </a:lnTo>
                    <a:lnTo>
                      <a:pt x="43" y="2947"/>
                    </a:lnTo>
                    <a:lnTo>
                      <a:pt x="72" y="3032"/>
                    </a:lnTo>
                    <a:lnTo>
                      <a:pt x="129" y="3118"/>
                    </a:lnTo>
                    <a:lnTo>
                      <a:pt x="201" y="3190"/>
                    </a:lnTo>
                    <a:lnTo>
                      <a:pt x="287" y="3261"/>
                    </a:lnTo>
                    <a:lnTo>
                      <a:pt x="401" y="3333"/>
                    </a:lnTo>
                    <a:lnTo>
                      <a:pt x="515" y="3390"/>
                    </a:lnTo>
                    <a:lnTo>
                      <a:pt x="773" y="3490"/>
                    </a:lnTo>
                    <a:lnTo>
                      <a:pt x="1030" y="3576"/>
                    </a:lnTo>
                    <a:lnTo>
                      <a:pt x="1288" y="3647"/>
                    </a:lnTo>
                    <a:lnTo>
                      <a:pt x="1545" y="3705"/>
                    </a:lnTo>
                    <a:lnTo>
                      <a:pt x="1788" y="3762"/>
                    </a:lnTo>
                    <a:lnTo>
                      <a:pt x="2032" y="3805"/>
                    </a:lnTo>
                    <a:lnTo>
                      <a:pt x="2275" y="3833"/>
                    </a:lnTo>
                    <a:lnTo>
                      <a:pt x="2518" y="3848"/>
                    </a:lnTo>
                    <a:lnTo>
                      <a:pt x="2747" y="3862"/>
                    </a:lnTo>
                    <a:lnTo>
                      <a:pt x="2976" y="3862"/>
                    </a:lnTo>
                    <a:lnTo>
                      <a:pt x="3419" y="3848"/>
                    </a:lnTo>
                    <a:lnTo>
                      <a:pt x="3848" y="3805"/>
                    </a:lnTo>
                    <a:lnTo>
                      <a:pt x="4263" y="3733"/>
                    </a:lnTo>
                    <a:lnTo>
                      <a:pt x="4663" y="3633"/>
                    </a:lnTo>
                    <a:lnTo>
                      <a:pt x="5035" y="3533"/>
                    </a:lnTo>
                    <a:lnTo>
                      <a:pt x="5393" y="3404"/>
                    </a:lnTo>
                    <a:lnTo>
                      <a:pt x="5722" y="3276"/>
                    </a:lnTo>
                    <a:lnTo>
                      <a:pt x="6022" y="3133"/>
                    </a:lnTo>
                    <a:lnTo>
                      <a:pt x="6308" y="2990"/>
                    </a:lnTo>
                    <a:lnTo>
                      <a:pt x="6795" y="2732"/>
                    </a:lnTo>
                    <a:lnTo>
                      <a:pt x="6880" y="2661"/>
                    </a:lnTo>
                    <a:lnTo>
                      <a:pt x="6952" y="2603"/>
                    </a:lnTo>
                    <a:lnTo>
                      <a:pt x="7023" y="2532"/>
                    </a:lnTo>
                    <a:lnTo>
                      <a:pt x="7081" y="2446"/>
                    </a:lnTo>
                    <a:lnTo>
                      <a:pt x="7138" y="2360"/>
                    </a:lnTo>
                    <a:lnTo>
                      <a:pt x="7181" y="2274"/>
                    </a:lnTo>
                    <a:lnTo>
                      <a:pt x="7252" y="2088"/>
                    </a:lnTo>
                    <a:lnTo>
                      <a:pt x="7295" y="1888"/>
                    </a:lnTo>
                    <a:lnTo>
                      <a:pt x="7324" y="1674"/>
                    </a:lnTo>
                    <a:lnTo>
                      <a:pt x="7338" y="1459"/>
                    </a:lnTo>
                    <a:lnTo>
                      <a:pt x="7324" y="1259"/>
                    </a:lnTo>
                    <a:lnTo>
                      <a:pt x="7309" y="1044"/>
                    </a:lnTo>
                    <a:lnTo>
                      <a:pt x="7281" y="858"/>
                    </a:lnTo>
                    <a:lnTo>
                      <a:pt x="7224" y="529"/>
                    </a:lnTo>
                    <a:lnTo>
                      <a:pt x="7166" y="301"/>
                    </a:lnTo>
                    <a:lnTo>
                      <a:pt x="7138" y="215"/>
                    </a:lnTo>
                    <a:lnTo>
                      <a:pt x="4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5"/>
              <p:cNvSpPr/>
              <p:nvPr/>
            </p:nvSpPr>
            <p:spPr>
              <a:xfrm>
                <a:off x="5402297" y="3519517"/>
                <a:ext cx="403729" cy="1113397"/>
              </a:xfrm>
              <a:custGeom>
                <a:rect b="b" l="l" r="r" t="t"/>
                <a:pathLst>
                  <a:path extrusionOk="0" h="34715" w="12588">
                    <a:moveTo>
                      <a:pt x="1646" y="1"/>
                    </a:moveTo>
                    <a:lnTo>
                      <a:pt x="1174" y="4063"/>
                    </a:lnTo>
                    <a:lnTo>
                      <a:pt x="873" y="6623"/>
                    </a:lnTo>
                    <a:lnTo>
                      <a:pt x="602" y="9241"/>
                    </a:lnTo>
                    <a:lnTo>
                      <a:pt x="344" y="11729"/>
                    </a:lnTo>
                    <a:lnTo>
                      <a:pt x="144" y="13875"/>
                    </a:lnTo>
                    <a:lnTo>
                      <a:pt x="72" y="14747"/>
                    </a:lnTo>
                    <a:lnTo>
                      <a:pt x="15" y="15477"/>
                    </a:lnTo>
                    <a:lnTo>
                      <a:pt x="1" y="16006"/>
                    </a:lnTo>
                    <a:lnTo>
                      <a:pt x="1" y="16206"/>
                    </a:lnTo>
                    <a:lnTo>
                      <a:pt x="15" y="16335"/>
                    </a:lnTo>
                    <a:lnTo>
                      <a:pt x="215" y="17765"/>
                    </a:lnTo>
                    <a:lnTo>
                      <a:pt x="573" y="20097"/>
                    </a:lnTo>
                    <a:lnTo>
                      <a:pt x="1517" y="26133"/>
                    </a:lnTo>
                    <a:lnTo>
                      <a:pt x="2790" y="34200"/>
                    </a:lnTo>
                    <a:lnTo>
                      <a:pt x="2962" y="34257"/>
                    </a:lnTo>
                    <a:lnTo>
                      <a:pt x="3434" y="34386"/>
                    </a:lnTo>
                    <a:lnTo>
                      <a:pt x="3763" y="34471"/>
                    </a:lnTo>
                    <a:lnTo>
                      <a:pt x="4134" y="34543"/>
                    </a:lnTo>
                    <a:lnTo>
                      <a:pt x="4535" y="34614"/>
                    </a:lnTo>
                    <a:lnTo>
                      <a:pt x="4978" y="34672"/>
                    </a:lnTo>
                    <a:lnTo>
                      <a:pt x="5436" y="34700"/>
                    </a:lnTo>
                    <a:lnTo>
                      <a:pt x="5908" y="34715"/>
                    </a:lnTo>
                    <a:lnTo>
                      <a:pt x="6137" y="34700"/>
                    </a:lnTo>
                    <a:lnTo>
                      <a:pt x="6380" y="34686"/>
                    </a:lnTo>
                    <a:lnTo>
                      <a:pt x="6609" y="34657"/>
                    </a:lnTo>
                    <a:lnTo>
                      <a:pt x="6838" y="34614"/>
                    </a:lnTo>
                    <a:lnTo>
                      <a:pt x="7067" y="34572"/>
                    </a:lnTo>
                    <a:lnTo>
                      <a:pt x="7295" y="34500"/>
                    </a:lnTo>
                    <a:lnTo>
                      <a:pt x="7510" y="34428"/>
                    </a:lnTo>
                    <a:lnTo>
                      <a:pt x="7710" y="34343"/>
                    </a:lnTo>
                    <a:lnTo>
                      <a:pt x="7910" y="34243"/>
                    </a:lnTo>
                    <a:lnTo>
                      <a:pt x="8111" y="34114"/>
                    </a:lnTo>
                    <a:lnTo>
                      <a:pt x="8282" y="33985"/>
                    </a:lnTo>
                    <a:lnTo>
                      <a:pt x="8454" y="33828"/>
                    </a:lnTo>
                    <a:lnTo>
                      <a:pt x="8440" y="33427"/>
                    </a:lnTo>
                    <a:lnTo>
                      <a:pt x="8397" y="32712"/>
                    </a:lnTo>
                    <a:lnTo>
                      <a:pt x="8225" y="30509"/>
                    </a:lnTo>
                    <a:lnTo>
                      <a:pt x="7996" y="27620"/>
                    </a:lnTo>
                    <a:lnTo>
                      <a:pt x="7725" y="24402"/>
                    </a:lnTo>
                    <a:lnTo>
                      <a:pt x="7238" y="18538"/>
                    </a:lnTo>
                    <a:lnTo>
                      <a:pt x="7009" y="15906"/>
                    </a:lnTo>
                    <a:lnTo>
                      <a:pt x="7210" y="15463"/>
                    </a:lnTo>
                    <a:lnTo>
                      <a:pt x="7467" y="14805"/>
                    </a:lnTo>
                    <a:lnTo>
                      <a:pt x="7782" y="13975"/>
                    </a:lnTo>
                    <a:lnTo>
                      <a:pt x="8154" y="12988"/>
                    </a:lnTo>
                    <a:lnTo>
                      <a:pt x="8969" y="10685"/>
                    </a:lnTo>
                    <a:lnTo>
                      <a:pt x="9870" y="8168"/>
                    </a:lnTo>
                    <a:lnTo>
                      <a:pt x="10743" y="5651"/>
                    </a:lnTo>
                    <a:lnTo>
                      <a:pt x="11544" y="3405"/>
                    </a:lnTo>
                    <a:lnTo>
                      <a:pt x="12187" y="1646"/>
                    </a:lnTo>
                    <a:lnTo>
                      <a:pt x="12416" y="1031"/>
                    </a:lnTo>
                    <a:lnTo>
                      <a:pt x="12588" y="645"/>
                    </a:lnTo>
                    <a:lnTo>
                      <a:pt x="164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5"/>
              <p:cNvSpPr/>
              <p:nvPr/>
            </p:nvSpPr>
            <p:spPr>
              <a:xfrm>
                <a:off x="5666533" y="3525964"/>
                <a:ext cx="383523" cy="1121639"/>
              </a:xfrm>
              <a:custGeom>
                <a:rect b="b" l="l" r="r" t="t"/>
                <a:pathLst>
                  <a:path extrusionOk="0" h="34972" w="11958">
                    <a:moveTo>
                      <a:pt x="201" y="0"/>
                    </a:moveTo>
                    <a:lnTo>
                      <a:pt x="129" y="1016"/>
                    </a:lnTo>
                    <a:lnTo>
                      <a:pt x="72" y="2131"/>
                    </a:lnTo>
                    <a:lnTo>
                      <a:pt x="29" y="3333"/>
                    </a:lnTo>
                    <a:lnTo>
                      <a:pt x="15" y="4606"/>
                    </a:lnTo>
                    <a:lnTo>
                      <a:pt x="0" y="5907"/>
                    </a:lnTo>
                    <a:lnTo>
                      <a:pt x="15" y="7238"/>
                    </a:lnTo>
                    <a:lnTo>
                      <a:pt x="29" y="8553"/>
                    </a:lnTo>
                    <a:lnTo>
                      <a:pt x="58" y="9855"/>
                    </a:lnTo>
                    <a:lnTo>
                      <a:pt x="101" y="11114"/>
                    </a:lnTo>
                    <a:lnTo>
                      <a:pt x="158" y="12301"/>
                    </a:lnTo>
                    <a:lnTo>
                      <a:pt x="215" y="13388"/>
                    </a:lnTo>
                    <a:lnTo>
                      <a:pt x="272" y="14375"/>
                    </a:lnTo>
                    <a:lnTo>
                      <a:pt x="344" y="15219"/>
                    </a:lnTo>
                    <a:lnTo>
                      <a:pt x="415" y="15920"/>
                    </a:lnTo>
                    <a:lnTo>
                      <a:pt x="487" y="16449"/>
                    </a:lnTo>
                    <a:lnTo>
                      <a:pt x="515" y="16635"/>
                    </a:lnTo>
                    <a:lnTo>
                      <a:pt x="544" y="16763"/>
                    </a:lnTo>
                    <a:lnTo>
                      <a:pt x="1016" y="18280"/>
                    </a:lnTo>
                    <a:lnTo>
                      <a:pt x="1731" y="20668"/>
                    </a:lnTo>
                    <a:lnTo>
                      <a:pt x="2589" y="23600"/>
                    </a:lnTo>
                    <a:lnTo>
                      <a:pt x="3490" y="26733"/>
                    </a:lnTo>
                    <a:lnTo>
                      <a:pt x="3934" y="28277"/>
                    </a:lnTo>
                    <a:lnTo>
                      <a:pt x="4334" y="29736"/>
                    </a:lnTo>
                    <a:lnTo>
                      <a:pt x="4692" y="31081"/>
                    </a:lnTo>
                    <a:lnTo>
                      <a:pt x="4992" y="32254"/>
                    </a:lnTo>
                    <a:lnTo>
                      <a:pt x="5221" y="33226"/>
                    </a:lnTo>
                    <a:lnTo>
                      <a:pt x="5293" y="33627"/>
                    </a:lnTo>
                    <a:lnTo>
                      <a:pt x="5364" y="33956"/>
                    </a:lnTo>
                    <a:lnTo>
                      <a:pt x="5393" y="34213"/>
                    </a:lnTo>
                    <a:lnTo>
                      <a:pt x="5407" y="34399"/>
                    </a:lnTo>
                    <a:lnTo>
                      <a:pt x="5407" y="34456"/>
                    </a:lnTo>
                    <a:lnTo>
                      <a:pt x="5393" y="34499"/>
                    </a:lnTo>
                    <a:lnTo>
                      <a:pt x="5364" y="34514"/>
                    </a:lnTo>
                    <a:lnTo>
                      <a:pt x="5336" y="34499"/>
                    </a:lnTo>
                    <a:lnTo>
                      <a:pt x="5550" y="34614"/>
                    </a:lnTo>
                    <a:lnTo>
                      <a:pt x="5765" y="34714"/>
                    </a:lnTo>
                    <a:lnTo>
                      <a:pt x="5979" y="34785"/>
                    </a:lnTo>
                    <a:lnTo>
                      <a:pt x="6194" y="34857"/>
                    </a:lnTo>
                    <a:lnTo>
                      <a:pt x="6408" y="34900"/>
                    </a:lnTo>
                    <a:lnTo>
                      <a:pt x="6623" y="34943"/>
                    </a:lnTo>
                    <a:lnTo>
                      <a:pt x="6837" y="34957"/>
                    </a:lnTo>
                    <a:lnTo>
                      <a:pt x="7052" y="34971"/>
                    </a:lnTo>
                    <a:lnTo>
                      <a:pt x="7495" y="34971"/>
                    </a:lnTo>
                    <a:lnTo>
                      <a:pt x="7696" y="34943"/>
                    </a:lnTo>
                    <a:lnTo>
                      <a:pt x="7910" y="34928"/>
                    </a:lnTo>
                    <a:lnTo>
                      <a:pt x="8311" y="34857"/>
                    </a:lnTo>
                    <a:lnTo>
                      <a:pt x="8697" y="34757"/>
                    </a:lnTo>
                    <a:lnTo>
                      <a:pt x="9054" y="34642"/>
                    </a:lnTo>
                    <a:lnTo>
                      <a:pt x="9383" y="34528"/>
                    </a:lnTo>
                    <a:lnTo>
                      <a:pt x="9684" y="34413"/>
                    </a:lnTo>
                    <a:lnTo>
                      <a:pt x="9927" y="34299"/>
                    </a:lnTo>
                    <a:lnTo>
                      <a:pt x="10284" y="34113"/>
                    </a:lnTo>
                    <a:lnTo>
                      <a:pt x="10413" y="34042"/>
                    </a:lnTo>
                    <a:lnTo>
                      <a:pt x="10370" y="33341"/>
                    </a:lnTo>
                    <a:lnTo>
                      <a:pt x="10342" y="32597"/>
                    </a:lnTo>
                    <a:lnTo>
                      <a:pt x="10270" y="30966"/>
                    </a:lnTo>
                    <a:lnTo>
                      <a:pt x="10227" y="30065"/>
                    </a:lnTo>
                    <a:lnTo>
                      <a:pt x="10170" y="29107"/>
                    </a:lnTo>
                    <a:lnTo>
                      <a:pt x="10084" y="28091"/>
                    </a:lnTo>
                    <a:lnTo>
                      <a:pt x="9998" y="27004"/>
                    </a:lnTo>
                    <a:lnTo>
                      <a:pt x="9870" y="25860"/>
                    </a:lnTo>
                    <a:lnTo>
                      <a:pt x="9712" y="24659"/>
                    </a:lnTo>
                    <a:lnTo>
                      <a:pt x="9526" y="23386"/>
                    </a:lnTo>
                    <a:lnTo>
                      <a:pt x="9298" y="22041"/>
                    </a:lnTo>
                    <a:lnTo>
                      <a:pt x="9026" y="20625"/>
                    </a:lnTo>
                    <a:lnTo>
                      <a:pt x="8868" y="19881"/>
                    </a:lnTo>
                    <a:lnTo>
                      <a:pt x="8697" y="19123"/>
                    </a:lnTo>
                    <a:lnTo>
                      <a:pt x="8511" y="18351"/>
                    </a:lnTo>
                    <a:lnTo>
                      <a:pt x="8325" y="17564"/>
                    </a:lnTo>
                    <a:lnTo>
                      <a:pt x="8110" y="16749"/>
                    </a:lnTo>
                    <a:lnTo>
                      <a:pt x="7882" y="15920"/>
                    </a:lnTo>
                    <a:lnTo>
                      <a:pt x="7867" y="15776"/>
                    </a:lnTo>
                    <a:lnTo>
                      <a:pt x="7867" y="15605"/>
                    </a:lnTo>
                    <a:lnTo>
                      <a:pt x="7896" y="15405"/>
                    </a:lnTo>
                    <a:lnTo>
                      <a:pt x="7939" y="15147"/>
                    </a:lnTo>
                    <a:lnTo>
                      <a:pt x="8010" y="14875"/>
                    </a:lnTo>
                    <a:lnTo>
                      <a:pt x="8082" y="14546"/>
                    </a:lnTo>
                    <a:lnTo>
                      <a:pt x="8296" y="13817"/>
                    </a:lnTo>
                    <a:lnTo>
                      <a:pt x="8568" y="12973"/>
                    </a:lnTo>
                    <a:lnTo>
                      <a:pt x="8868" y="12029"/>
                    </a:lnTo>
                    <a:lnTo>
                      <a:pt x="9584" y="9898"/>
                    </a:lnTo>
                    <a:lnTo>
                      <a:pt x="9956" y="8739"/>
                    </a:lnTo>
                    <a:lnTo>
                      <a:pt x="10327" y="7524"/>
                    </a:lnTo>
                    <a:lnTo>
                      <a:pt x="10685" y="6294"/>
                    </a:lnTo>
                    <a:lnTo>
                      <a:pt x="11028" y="5035"/>
                    </a:lnTo>
                    <a:lnTo>
                      <a:pt x="11186" y="4406"/>
                    </a:lnTo>
                    <a:lnTo>
                      <a:pt x="11343" y="3776"/>
                    </a:lnTo>
                    <a:lnTo>
                      <a:pt x="11472" y="3147"/>
                    </a:lnTo>
                    <a:lnTo>
                      <a:pt x="11600" y="2532"/>
                    </a:lnTo>
                    <a:lnTo>
                      <a:pt x="11715" y="1917"/>
                    </a:lnTo>
                    <a:lnTo>
                      <a:pt x="11815" y="1302"/>
                    </a:lnTo>
                    <a:lnTo>
                      <a:pt x="11901" y="715"/>
                    </a:lnTo>
                    <a:lnTo>
                      <a:pt x="11958" y="129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5"/>
              <p:cNvSpPr/>
              <p:nvPr/>
            </p:nvSpPr>
            <p:spPr>
              <a:xfrm>
                <a:off x="5357814" y="2518147"/>
                <a:ext cx="773011" cy="1011535"/>
              </a:xfrm>
              <a:custGeom>
                <a:rect b="b" l="l" r="r" t="t"/>
                <a:pathLst>
                  <a:path extrusionOk="0" h="31539" w="24102">
                    <a:moveTo>
                      <a:pt x="9240" y="0"/>
                    </a:moveTo>
                    <a:lnTo>
                      <a:pt x="9212" y="15"/>
                    </a:lnTo>
                    <a:lnTo>
                      <a:pt x="9154" y="29"/>
                    </a:lnTo>
                    <a:lnTo>
                      <a:pt x="9097" y="86"/>
                    </a:lnTo>
                    <a:lnTo>
                      <a:pt x="9011" y="158"/>
                    </a:lnTo>
                    <a:lnTo>
                      <a:pt x="8911" y="243"/>
                    </a:lnTo>
                    <a:lnTo>
                      <a:pt x="8783" y="315"/>
                    </a:lnTo>
                    <a:lnTo>
                      <a:pt x="8611" y="415"/>
                    </a:lnTo>
                    <a:lnTo>
                      <a:pt x="8425" y="501"/>
                    </a:lnTo>
                    <a:lnTo>
                      <a:pt x="8067" y="673"/>
                    </a:lnTo>
                    <a:lnTo>
                      <a:pt x="7724" y="858"/>
                    </a:lnTo>
                    <a:lnTo>
                      <a:pt x="7381" y="1059"/>
                    </a:lnTo>
                    <a:lnTo>
                      <a:pt x="7052" y="1273"/>
                    </a:lnTo>
                    <a:lnTo>
                      <a:pt x="6737" y="1502"/>
                    </a:lnTo>
                    <a:lnTo>
                      <a:pt x="6423" y="1745"/>
                    </a:lnTo>
                    <a:lnTo>
                      <a:pt x="6136" y="1988"/>
                    </a:lnTo>
                    <a:lnTo>
                      <a:pt x="5850" y="2260"/>
                    </a:lnTo>
                    <a:lnTo>
                      <a:pt x="5579" y="2532"/>
                    </a:lnTo>
                    <a:lnTo>
                      <a:pt x="5307" y="2818"/>
                    </a:lnTo>
                    <a:lnTo>
                      <a:pt x="5064" y="3118"/>
                    </a:lnTo>
                    <a:lnTo>
                      <a:pt x="4821" y="3433"/>
                    </a:lnTo>
                    <a:lnTo>
                      <a:pt x="4606" y="3748"/>
                    </a:lnTo>
                    <a:lnTo>
                      <a:pt x="4391" y="4091"/>
                    </a:lnTo>
                    <a:lnTo>
                      <a:pt x="4206" y="4434"/>
                    </a:lnTo>
                    <a:lnTo>
                      <a:pt x="4034" y="4778"/>
                    </a:lnTo>
                    <a:lnTo>
                      <a:pt x="0" y="18194"/>
                    </a:lnTo>
                    <a:lnTo>
                      <a:pt x="3505" y="20025"/>
                    </a:lnTo>
                    <a:lnTo>
                      <a:pt x="2675" y="29980"/>
                    </a:lnTo>
                    <a:lnTo>
                      <a:pt x="3047" y="30137"/>
                    </a:lnTo>
                    <a:lnTo>
                      <a:pt x="3519" y="30294"/>
                    </a:lnTo>
                    <a:lnTo>
                      <a:pt x="4148" y="30494"/>
                    </a:lnTo>
                    <a:lnTo>
                      <a:pt x="4935" y="30723"/>
                    </a:lnTo>
                    <a:lnTo>
                      <a:pt x="5393" y="30838"/>
                    </a:lnTo>
                    <a:lnTo>
                      <a:pt x="5879" y="30938"/>
                    </a:lnTo>
                    <a:lnTo>
                      <a:pt x="6408" y="31052"/>
                    </a:lnTo>
                    <a:lnTo>
                      <a:pt x="6966" y="31152"/>
                    </a:lnTo>
                    <a:lnTo>
                      <a:pt x="7552" y="31253"/>
                    </a:lnTo>
                    <a:lnTo>
                      <a:pt x="8182" y="31338"/>
                    </a:lnTo>
                    <a:lnTo>
                      <a:pt x="8825" y="31410"/>
                    </a:lnTo>
                    <a:lnTo>
                      <a:pt x="9512" y="31467"/>
                    </a:lnTo>
                    <a:lnTo>
                      <a:pt x="10227" y="31510"/>
                    </a:lnTo>
                    <a:lnTo>
                      <a:pt x="10971" y="31539"/>
                    </a:lnTo>
                    <a:lnTo>
                      <a:pt x="11743" y="31539"/>
                    </a:lnTo>
                    <a:lnTo>
                      <a:pt x="12530" y="31524"/>
                    </a:lnTo>
                    <a:lnTo>
                      <a:pt x="13345" y="31481"/>
                    </a:lnTo>
                    <a:lnTo>
                      <a:pt x="14189" y="31424"/>
                    </a:lnTo>
                    <a:lnTo>
                      <a:pt x="15047" y="31324"/>
                    </a:lnTo>
                    <a:lnTo>
                      <a:pt x="15934" y="31195"/>
                    </a:lnTo>
                    <a:lnTo>
                      <a:pt x="16835" y="31038"/>
                    </a:lnTo>
                    <a:lnTo>
                      <a:pt x="17751" y="30838"/>
                    </a:lnTo>
                    <a:lnTo>
                      <a:pt x="18680" y="30609"/>
                    </a:lnTo>
                    <a:lnTo>
                      <a:pt x="19167" y="30480"/>
                    </a:lnTo>
                    <a:lnTo>
                      <a:pt x="19639" y="30337"/>
                    </a:lnTo>
                    <a:lnTo>
                      <a:pt x="20125" y="30194"/>
                    </a:lnTo>
                    <a:lnTo>
                      <a:pt x="20611" y="30022"/>
                    </a:lnTo>
                    <a:lnTo>
                      <a:pt x="21098" y="29851"/>
                    </a:lnTo>
                    <a:lnTo>
                      <a:pt x="21584" y="29679"/>
                    </a:lnTo>
                    <a:lnTo>
                      <a:pt x="22385" y="19638"/>
                    </a:lnTo>
                    <a:lnTo>
                      <a:pt x="24101" y="11400"/>
                    </a:lnTo>
                    <a:lnTo>
                      <a:pt x="24087" y="11014"/>
                    </a:lnTo>
                    <a:lnTo>
                      <a:pt x="24058" y="10570"/>
                    </a:lnTo>
                    <a:lnTo>
                      <a:pt x="23987" y="9984"/>
                    </a:lnTo>
                    <a:lnTo>
                      <a:pt x="23887" y="9297"/>
                    </a:lnTo>
                    <a:lnTo>
                      <a:pt x="23815" y="8911"/>
                    </a:lnTo>
                    <a:lnTo>
                      <a:pt x="23729" y="8511"/>
                    </a:lnTo>
                    <a:lnTo>
                      <a:pt x="23644" y="8096"/>
                    </a:lnTo>
                    <a:lnTo>
                      <a:pt x="23529" y="7667"/>
                    </a:lnTo>
                    <a:lnTo>
                      <a:pt x="23400" y="7223"/>
                    </a:lnTo>
                    <a:lnTo>
                      <a:pt x="23243" y="6780"/>
                    </a:lnTo>
                    <a:lnTo>
                      <a:pt x="23086" y="6337"/>
                    </a:lnTo>
                    <a:lnTo>
                      <a:pt x="22900" y="5879"/>
                    </a:lnTo>
                    <a:lnTo>
                      <a:pt x="22685" y="5435"/>
                    </a:lnTo>
                    <a:lnTo>
                      <a:pt x="22456" y="4992"/>
                    </a:lnTo>
                    <a:lnTo>
                      <a:pt x="22199" y="4563"/>
                    </a:lnTo>
                    <a:lnTo>
                      <a:pt x="21927" y="4134"/>
                    </a:lnTo>
                    <a:lnTo>
                      <a:pt x="21613" y="3719"/>
                    </a:lnTo>
                    <a:lnTo>
                      <a:pt x="21284" y="3333"/>
                    </a:lnTo>
                    <a:lnTo>
                      <a:pt x="21112" y="3147"/>
                    </a:lnTo>
                    <a:lnTo>
                      <a:pt x="20926" y="2961"/>
                    </a:lnTo>
                    <a:lnTo>
                      <a:pt x="20740" y="2775"/>
                    </a:lnTo>
                    <a:lnTo>
                      <a:pt x="20540" y="2603"/>
                    </a:lnTo>
                    <a:lnTo>
                      <a:pt x="20325" y="2446"/>
                    </a:lnTo>
                    <a:lnTo>
                      <a:pt x="20111" y="2289"/>
                    </a:lnTo>
                    <a:lnTo>
                      <a:pt x="19896" y="2131"/>
                    </a:lnTo>
                    <a:lnTo>
                      <a:pt x="19667" y="1988"/>
                    </a:lnTo>
                    <a:lnTo>
                      <a:pt x="19424" y="1860"/>
                    </a:lnTo>
                    <a:lnTo>
                      <a:pt x="19181" y="1731"/>
                    </a:lnTo>
                    <a:lnTo>
                      <a:pt x="18924" y="1617"/>
                    </a:lnTo>
                    <a:lnTo>
                      <a:pt x="18652" y="1516"/>
                    </a:lnTo>
                    <a:lnTo>
                      <a:pt x="18380" y="1416"/>
                    </a:lnTo>
                    <a:lnTo>
                      <a:pt x="18108" y="1330"/>
                    </a:lnTo>
                    <a:lnTo>
                      <a:pt x="17808" y="1245"/>
                    </a:lnTo>
                    <a:lnTo>
                      <a:pt x="17508" y="1173"/>
                    </a:lnTo>
                    <a:lnTo>
                      <a:pt x="17064" y="1230"/>
                    </a:lnTo>
                    <a:lnTo>
                      <a:pt x="16564" y="1273"/>
                    </a:lnTo>
                    <a:lnTo>
                      <a:pt x="16020" y="1288"/>
                    </a:lnTo>
                    <a:lnTo>
                      <a:pt x="15434" y="1288"/>
                    </a:lnTo>
                    <a:lnTo>
                      <a:pt x="14833" y="1273"/>
                    </a:lnTo>
                    <a:lnTo>
                      <a:pt x="14203" y="1259"/>
                    </a:lnTo>
                    <a:lnTo>
                      <a:pt x="13574" y="1216"/>
                    </a:lnTo>
                    <a:lnTo>
                      <a:pt x="12959" y="1173"/>
                    </a:lnTo>
                    <a:lnTo>
                      <a:pt x="12358" y="1130"/>
                    </a:lnTo>
                    <a:lnTo>
                      <a:pt x="11801" y="1073"/>
                    </a:lnTo>
                    <a:lnTo>
                      <a:pt x="11271" y="1001"/>
                    </a:lnTo>
                    <a:lnTo>
                      <a:pt x="10799" y="944"/>
                    </a:lnTo>
                    <a:lnTo>
                      <a:pt x="10385" y="873"/>
                    </a:lnTo>
                    <a:lnTo>
                      <a:pt x="10056" y="816"/>
                    </a:lnTo>
                    <a:lnTo>
                      <a:pt x="9812" y="758"/>
                    </a:lnTo>
                    <a:lnTo>
                      <a:pt x="9655" y="687"/>
                    </a:lnTo>
                    <a:lnTo>
                      <a:pt x="9584" y="630"/>
                    </a:lnTo>
                    <a:lnTo>
                      <a:pt x="9512" y="572"/>
                    </a:lnTo>
                    <a:lnTo>
                      <a:pt x="9455" y="501"/>
                    </a:lnTo>
                    <a:lnTo>
                      <a:pt x="9426" y="429"/>
                    </a:lnTo>
                    <a:lnTo>
                      <a:pt x="9369" y="272"/>
                    </a:lnTo>
                    <a:lnTo>
                      <a:pt x="9326" y="143"/>
                    </a:lnTo>
                    <a:lnTo>
                      <a:pt x="9297" y="43"/>
                    </a:lnTo>
                    <a:lnTo>
                      <a:pt x="9269" y="15"/>
                    </a:lnTo>
                    <a:lnTo>
                      <a:pt x="9240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5"/>
              <p:cNvSpPr/>
              <p:nvPr/>
            </p:nvSpPr>
            <p:spPr>
              <a:xfrm>
                <a:off x="5357814" y="2518147"/>
                <a:ext cx="773011" cy="1011535"/>
              </a:xfrm>
              <a:custGeom>
                <a:rect b="b" l="l" r="r" t="t"/>
                <a:pathLst>
                  <a:path extrusionOk="0" fill="none" h="31539" w="24102">
                    <a:moveTo>
                      <a:pt x="24101" y="11400"/>
                    </a:moveTo>
                    <a:lnTo>
                      <a:pt x="24101" y="11400"/>
                    </a:lnTo>
                    <a:lnTo>
                      <a:pt x="24087" y="11014"/>
                    </a:lnTo>
                    <a:lnTo>
                      <a:pt x="24058" y="10570"/>
                    </a:lnTo>
                    <a:lnTo>
                      <a:pt x="23987" y="9984"/>
                    </a:lnTo>
                    <a:lnTo>
                      <a:pt x="23887" y="9297"/>
                    </a:lnTo>
                    <a:lnTo>
                      <a:pt x="23815" y="8911"/>
                    </a:lnTo>
                    <a:lnTo>
                      <a:pt x="23729" y="8511"/>
                    </a:lnTo>
                    <a:lnTo>
                      <a:pt x="23644" y="8096"/>
                    </a:lnTo>
                    <a:lnTo>
                      <a:pt x="23529" y="7667"/>
                    </a:lnTo>
                    <a:lnTo>
                      <a:pt x="23400" y="7223"/>
                    </a:lnTo>
                    <a:lnTo>
                      <a:pt x="23243" y="6780"/>
                    </a:lnTo>
                    <a:lnTo>
                      <a:pt x="23086" y="6337"/>
                    </a:lnTo>
                    <a:lnTo>
                      <a:pt x="22900" y="5879"/>
                    </a:lnTo>
                    <a:lnTo>
                      <a:pt x="22685" y="5435"/>
                    </a:lnTo>
                    <a:lnTo>
                      <a:pt x="22456" y="4992"/>
                    </a:lnTo>
                    <a:lnTo>
                      <a:pt x="22199" y="4563"/>
                    </a:lnTo>
                    <a:lnTo>
                      <a:pt x="21927" y="4134"/>
                    </a:lnTo>
                    <a:lnTo>
                      <a:pt x="21613" y="3719"/>
                    </a:lnTo>
                    <a:lnTo>
                      <a:pt x="21284" y="3333"/>
                    </a:lnTo>
                    <a:lnTo>
                      <a:pt x="21112" y="3147"/>
                    </a:lnTo>
                    <a:lnTo>
                      <a:pt x="20926" y="2961"/>
                    </a:lnTo>
                    <a:lnTo>
                      <a:pt x="20740" y="2775"/>
                    </a:lnTo>
                    <a:lnTo>
                      <a:pt x="20540" y="2603"/>
                    </a:lnTo>
                    <a:lnTo>
                      <a:pt x="20325" y="2446"/>
                    </a:lnTo>
                    <a:lnTo>
                      <a:pt x="20111" y="2289"/>
                    </a:lnTo>
                    <a:lnTo>
                      <a:pt x="19896" y="2131"/>
                    </a:lnTo>
                    <a:lnTo>
                      <a:pt x="19667" y="1988"/>
                    </a:lnTo>
                    <a:lnTo>
                      <a:pt x="19424" y="1860"/>
                    </a:lnTo>
                    <a:lnTo>
                      <a:pt x="19181" y="1731"/>
                    </a:lnTo>
                    <a:lnTo>
                      <a:pt x="18924" y="1617"/>
                    </a:lnTo>
                    <a:lnTo>
                      <a:pt x="18652" y="1516"/>
                    </a:lnTo>
                    <a:lnTo>
                      <a:pt x="18380" y="1416"/>
                    </a:lnTo>
                    <a:lnTo>
                      <a:pt x="18108" y="1330"/>
                    </a:lnTo>
                    <a:lnTo>
                      <a:pt x="17808" y="1245"/>
                    </a:lnTo>
                    <a:lnTo>
                      <a:pt x="17508" y="1173"/>
                    </a:lnTo>
                    <a:lnTo>
                      <a:pt x="17508" y="1173"/>
                    </a:lnTo>
                    <a:lnTo>
                      <a:pt x="17064" y="1230"/>
                    </a:lnTo>
                    <a:lnTo>
                      <a:pt x="16564" y="1273"/>
                    </a:lnTo>
                    <a:lnTo>
                      <a:pt x="16020" y="1288"/>
                    </a:lnTo>
                    <a:lnTo>
                      <a:pt x="15434" y="1288"/>
                    </a:lnTo>
                    <a:lnTo>
                      <a:pt x="14833" y="1273"/>
                    </a:lnTo>
                    <a:lnTo>
                      <a:pt x="14203" y="1259"/>
                    </a:lnTo>
                    <a:lnTo>
                      <a:pt x="13574" y="1216"/>
                    </a:lnTo>
                    <a:lnTo>
                      <a:pt x="12959" y="1173"/>
                    </a:lnTo>
                    <a:lnTo>
                      <a:pt x="12358" y="1130"/>
                    </a:lnTo>
                    <a:lnTo>
                      <a:pt x="11801" y="1073"/>
                    </a:lnTo>
                    <a:lnTo>
                      <a:pt x="11271" y="1001"/>
                    </a:lnTo>
                    <a:lnTo>
                      <a:pt x="10799" y="944"/>
                    </a:lnTo>
                    <a:lnTo>
                      <a:pt x="10385" y="873"/>
                    </a:lnTo>
                    <a:lnTo>
                      <a:pt x="10056" y="816"/>
                    </a:lnTo>
                    <a:lnTo>
                      <a:pt x="9812" y="758"/>
                    </a:lnTo>
                    <a:lnTo>
                      <a:pt x="9655" y="687"/>
                    </a:lnTo>
                    <a:lnTo>
                      <a:pt x="9655" y="687"/>
                    </a:lnTo>
                    <a:lnTo>
                      <a:pt x="9584" y="630"/>
                    </a:lnTo>
                    <a:lnTo>
                      <a:pt x="9512" y="572"/>
                    </a:lnTo>
                    <a:lnTo>
                      <a:pt x="9455" y="501"/>
                    </a:lnTo>
                    <a:lnTo>
                      <a:pt x="9426" y="429"/>
                    </a:lnTo>
                    <a:lnTo>
                      <a:pt x="9369" y="272"/>
                    </a:lnTo>
                    <a:lnTo>
                      <a:pt x="9326" y="143"/>
                    </a:lnTo>
                    <a:lnTo>
                      <a:pt x="9297" y="43"/>
                    </a:lnTo>
                    <a:lnTo>
                      <a:pt x="9269" y="15"/>
                    </a:lnTo>
                    <a:lnTo>
                      <a:pt x="9240" y="0"/>
                    </a:lnTo>
                    <a:lnTo>
                      <a:pt x="9212" y="15"/>
                    </a:lnTo>
                    <a:lnTo>
                      <a:pt x="9154" y="29"/>
                    </a:lnTo>
                    <a:lnTo>
                      <a:pt x="9097" y="86"/>
                    </a:lnTo>
                    <a:lnTo>
                      <a:pt x="9011" y="158"/>
                    </a:lnTo>
                    <a:lnTo>
                      <a:pt x="9011" y="158"/>
                    </a:lnTo>
                    <a:lnTo>
                      <a:pt x="8911" y="243"/>
                    </a:lnTo>
                    <a:lnTo>
                      <a:pt x="8783" y="315"/>
                    </a:lnTo>
                    <a:lnTo>
                      <a:pt x="8611" y="415"/>
                    </a:lnTo>
                    <a:lnTo>
                      <a:pt x="8425" y="501"/>
                    </a:lnTo>
                    <a:lnTo>
                      <a:pt x="8425" y="501"/>
                    </a:lnTo>
                    <a:lnTo>
                      <a:pt x="8067" y="673"/>
                    </a:lnTo>
                    <a:lnTo>
                      <a:pt x="7724" y="858"/>
                    </a:lnTo>
                    <a:lnTo>
                      <a:pt x="7381" y="1059"/>
                    </a:lnTo>
                    <a:lnTo>
                      <a:pt x="7052" y="1273"/>
                    </a:lnTo>
                    <a:lnTo>
                      <a:pt x="6737" y="1502"/>
                    </a:lnTo>
                    <a:lnTo>
                      <a:pt x="6423" y="1745"/>
                    </a:lnTo>
                    <a:lnTo>
                      <a:pt x="6136" y="1988"/>
                    </a:lnTo>
                    <a:lnTo>
                      <a:pt x="5850" y="2260"/>
                    </a:lnTo>
                    <a:lnTo>
                      <a:pt x="5579" y="2532"/>
                    </a:lnTo>
                    <a:lnTo>
                      <a:pt x="5307" y="2818"/>
                    </a:lnTo>
                    <a:lnTo>
                      <a:pt x="5064" y="3118"/>
                    </a:lnTo>
                    <a:lnTo>
                      <a:pt x="4821" y="3433"/>
                    </a:lnTo>
                    <a:lnTo>
                      <a:pt x="4606" y="3748"/>
                    </a:lnTo>
                    <a:lnTo>
                      <a:pt x="4391" y="4091"/>
                    </a:lnTo>
                    <a:lnTo>
                      <a:pt x="4206" y="4434"/>
                    </a:lnTo>
                    <a:lnTo>
                      <a:pt x="4034" y="4778"/>
                    </a:lnTo>
                    <a:lnTo>
                      <a:pt x="0" y="18194"/>
                    </a:lnTo>
                    <a:lnTo>
                      <a:pt x="3505" y="20025"/>
                    </a:lnTo>
                    <a:lnTo>
                      <a:pt x="2675" y="29980"/>
                    </a:lnTo>
                    <a:lnTo>
                      <a:pt x="2675" y="29980"/>
                    </a:lnTo>
                    <a:lnTo>
                      <a:pt x="3047" y="30137"/>
                    </a:lnTo>
                    <a:lnTo>
                      <a:pt x="3519" y="30294"/>
                    </a:lnTo>
                    <a:lnTo>
                      <a:pt x="4148" y="30494"/>
                    </a:lnTo>
                    <a:lnTo>
                      <a:pt x="4935" y="30723"/>
                    </a:lnTo>
                    <a:lnTo>
                      <a:pt x="5393" y="30838"/>
                    </a:lnTo>
                    <a:lnTo>
                      <a:pt x="5879" y="30938"/>
                    </a:lnTo>
                    <a:lnTo>
                      <a:pt x="6408" y="31052"/>
                    </a:lnTo>
                    <a:lnTo>
                      <a:pt x="6966" y="31152"/>
                    </a:lnTo>
                    <a:lnTo>
                      <a:pt x="7552" y="31253"/>
                    </a:lnTo>
                    <a:lnTo>
                      <a:pt x="8182" y="31338"/>
                    </a:lnTo>
                    <a:lnTo>
                      <a:pt x="8825" y="31410"/>
                    </a:lnTo>
                    <a:lnTo>
                      <a:pt x="9512" y="31467"/>
                    </a:lnTo>
                    <a:lnTo>
                      <a:pt x="10227" y="31510"/>
                    </a:lnTo>
                    <a:lnTo>
                      <a:pt x="10971" y="31539"/>
                    </a:lnTo>
                    <a:lnTo>
                      <a:pt x="11743" y="31539"/>
                    </a:lnTo>
                    <a:lnTo>
                      <a:pt x="12530" y="31524"/>
                    </a:lnTo>
                    <a:lnTo>
                      <a:pt x="13345" y="31481"/>
                    </a:lnTo>
                    <a:lnTo>
                      <a:pt x="14189" y="31424"/>
                    </a:lnTo>
                    <a:lnTo>
                      <a:pt x="15047" y="31324"/>
                    </a:lnTo>
                    <a:lnTo>
                      <a:pt x="15934" y="31195"/>
                    </a:lnTo>
                    <a:lnTo>
                      <a:pt x="16835" y="31038"/>
                    </a:lnTo>
                    <a:lnTo>
                      <a:pt x="17751" y="30838"/>
                    </a:lnTo>
                    <a:lnTo>
                      <a:pt x="18680" y="30609"/>
                    </a:lnTo>
                    <a:lnTo>
                      <a:pt x="19167" y="30480"/>
                    </a:lnTo>
                    <a:lnTo>
                      <a:pt x="19639" y="30337"/>
                    </a:lnTo>
                    <a:lnTo>
                      <a:pt x="20125" y="30194"/>
                    </a:lnTo>
                    <a:lnTo>
                      <a:pt x="20611" y="30022"/>
                    </a:lnTo>
                    <a:lnTo>
                      <a:pt x="21098" y="29851"/>
                    </a:lnTo>
                    <a:lnTo>
                      <a:pt x="21584" y="29679"/>
                    </a:lnTo>
                    <a:lnTo>
                      <a:pt x="22385" y="19638"/>
                    </a:lnTo>
                    <a:lnTo>
                      <a:pt x="24101" y="1140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5"/>
              <p:cNvSpPr/>
              <p:nvPr/>
            </p:nvSpPr>
            <p:spPr>
              <a:xfrm>
                <a:off x="5394953" y="3469999"/>
                <a:ext cx="655113" cy="425281"/>
              </a:xfrm>
              <a:custGeom>
                <a:rect b="b" l="l" r="r" t="t"/>
                <a:pathLst>
                  <a:path extrusionOk="0" h="13260" w="20426">
                    <a:moveTo>
                      <a:pt x="20426" y="0"/>
                    </a:moveTo>
                    <a:lnTo>
                      <a:pt x="19897" y="115"/>
                    </a:lnTo>
                    <a:lnTo>
                      <a:pt x="19253" y="243"/>
                    </a:lnTo>
                    <a:lnTo>
                      <a:pt x="18409" y="415"/>
                    </a:lnTo>
                    <a:lnTo>
                      <a:pt x="17379" y="601"/>
                    </a:lnTo>
                    <a:lnTo>
                      <a:pt x="16192" y="787"/>
                    </a:lnTo>
                    <a:lnTo>
                      <a:pt x="14876" y="973"/>
                    </a:lnTo>
                    <a:lnTo>
                      <a:pt x="14175" y="1059"/>
                    </a:lnTo>
                    <a:lnTo>
                      <a:pt x="13460" y="1130"/>
                    </a:lnTo>
                    <a:lnTo>
                      <a:pt x="12717" y="1202"/>
                    </a:lnTo>
                    <a:lnTo>
                      <a:pt x="11958" y="1273"/>
                    </a:lnTo>
                    <a:lnTo>
                      <a:pt x="11186" y="1316"/>
                    </a:lnTo>
                    <a:lnTo>
                      <a:pt x="10414" y="1359"/>
                    </a:lnTo>
                    <a:lnTo>
                      <a:pt x="9627" y="1388"/>
                    </a:lnTo>
                    <a:lnTo>
                      <a:pt x="8840" y="1402"/>
                    </a:lnTo>
                    <a:lnTo>
                      <a:pt x="8039" y="1388"/>
                    </a:lnTo>
                    <a:lnTo>
                      <a:pt x="7267" y="1359"/>
                    </a:lnTo>
                    <a:lnTo>
                      <a:pt x="6480" y="1316"/>
                    </a:lnTo>
                    <a:lnTo>
                      <a:pt x="5722" y="1245"/>
                    </a:lnTo>
                    <a:lnTo>
                      <a:pt x="4964" y="1159"/>
                    </a:lnTo>
                    <a:lnTo>
                      <a:pt x="4220" y="1044"/>
                    </a:lnTo>
                    <a:lnTo>
                      <a:pt x="3505" y="901"/>
                    </a:lnTo>
                    <a:lnTo>
                      <a:pt x="2819" y="730"/>
                    </a:lnTo>
                    <a:lnTo>
                      <a:pt x="2475" y="630"/>
                    </a:lnTo>
                    <a:lnTo>
                      <a:pt x="2146" y="529"/>
                    </a:lnTo>
                    <a:lnTo>
                      <a:pt x="1832" y="415"/>
                    </a:lnTo>
                    <a:lnTo>
                      <a:pt x="1517" y="301"/>
                    </a:lnTo>
                    <a:lnTo>
                      <a:pt x="1403" y="715"/>
                    </a:lnTo>
                    <a:lnTo>
                      <a:pt x="1131" y="1817"/>
                    </a:lnTo>
                    <a:lnTo>
                      <a:pt x="959" y="2575"/>
                    </a:lnTo>
                    <a:lnTo>
                      <a:pt x="773" y="3419"/>
                    </a:lnTo>
                    <a:lnTo>
                      <a:pt x="587" y="4334"/>
                    </a:lnTo>
                    <a:lnTo>
                      <a:pt x="401" y="5292"/>
                    </a:lnTo>
                    <a:lnTo>
                      <a:pt x="244" y="6265"/>
                    </a:lnTo>
                    <a:lnTo>
                      <a:pt x="130" y="7252"/>
                    </a:lnTo>
                    <a:lnTo>
                      <a:pt x="72" y="7724"/>
                    </a:lnTo>
                    <a:lnTo>
                      <a:pt x="44" y="8196"/>
                    </a:lnTo>
                    <a:lnTo>
                      <a:pt x="15" y="8639"/>
                    </a:lnTo>
                    <a:lnTo>
                      <a:pt x="1" y="9083"/>
                    </a:lnTo>
                    <a:lnTo>
                      <a:pt x="1" y="9497"/>
                    </a:lnTo>
                    <a:lnTo>
                      <a:pt x="30" y="9884"/>
                    </a:lnTo>
                    <a:lnTo>
                      <a:pt x="58" y="10241"/>
                    </a:lnTo>
                    <a:lnTo>
                      <a:pt x="115" y="10570"/>
                    </a:lnTo>
                    <a:lnTo>
                      <a:pt x="201" y="10871"/>
                    </a:lnTo>
                    <a:lnTo>
                      <a:pt x="244" y="11014"/>
                    </a:lnTo>
                    <a:lnTo>
                      <a:pt x="301" y="11142"/>
                    </a:lnTo>
                    <a:lnTo>
                      <a:pt x="359" y="11257"/>
                    </a:lnTo>
                    <a:lnTo>
                      <a:pt x="416" y="11357"/>
                    </a:lnTo>
                    <a:lnTo>
                      <a:pt x="487" y="11457"/>
                    </a:lnTo>
                    <a:lnTo>
                      <a:pt x="559" y="11543"/>
                    </a:lnTo>
                    <a:lnTo>
                      <a:pt x="745" y="11700"/>
                    </a:lnTo>
                    <a:lnTo>
                      <a:pt x="945" y="11843"/>
                    </a:lnTo>
                    <a:lnTo>
                      <a:pt x="1202" y="12000"/>
                    </a:lnTo>
                    <a:lnTo>
                      <a:pt x="1474" y="12129"/>
                    </a:lnTo>
                    <a:lnTo>
                      <a:pt x="1789" y="12272"/>
                    </a:lnTo>
                    <a:lnTo>
                      <a:pt x="2132" y="12401"/>
                    </a:lnTo>
                    <a:lnTo>
                      <a:pt x="2490" y="12515"/>
                    </a:lnTo>
                    <a:lnTo>
                      <a:pt x="2876" y="12630"/>
                    </a:lnTo>
                    <a:lnTo>
                      <a:pt x="3276" y="12730"/>
                    </a:lnTo>
                    <a:lnTo>
                      <a:pt x="3705" y="12830"/>
                    </a:lnTo>
                    <a:lnTo>
                      <a:pt x="4149" y="12916"/>
                    </a:lnTo>
                    <a:lnTo>
                      <a:pt x="4607" y="13002"/>
                    </a:lnTo>
                    <a:lnTo>
                      <a:pt x="5064" y="13073"/>
                    </a:lnTo>
                    <a:lnTo>
                      <a:pt x="5536" y="13130"/>
                    </a:lnTo>
                    <a:lnTo>
                      <a:pt x="6008" y="13173"/>
                    </a:lnTo>
                    <a:lnTo>
                      <a:pt x="6495" y="13216"/>
                    </a:lnTo>
                    <a:lnTo>
                      <a:pt x="6981" y="13245"/>
                    </a:lnTo>
                    <a:lnTo>
                      <a:pt x="7467" y="13259"/>
                    </a:lnTo>
                    <a:lnTo>
                      <a:pt x="8411" y="13259"/>
                    </a:lnTo>
                    <a:lnTo>
                      <a:pt x="8883" y="13231"/>
                    </a:lnTo>
                    <a:lnTo>
                      <a:pt x="9341" y="13202"/>
                    </a:lnTo>
                    <a:lnTo>
                      <a:pt x="9770" y="13145"/>
                    </a:lnTo>
                    <a:lnTo>
                      <a:pt x="10199" y="13088"/>
                    </a:lnTo>
                    <a:lnTo>
                      <a:pt x="10614" y="13016"/>
                    </a:lnTo>
                    <a:lnTo>
                      <a:pt x="11000" y="12916"/>
                    </a:lnTo>
                    <a:lnTo>
                      <a:pt x="11372" y="12801"/>
                    </a:lnTo>
                    <a:lnTo>
                      <a:pt x="11715" y="12687"/>
                    </a:lnTo>
                    <a:lnTo>
                      <a:pt x="12030" y="12544"/>
                    </a:lnTo>
                    <a:lnTo>
                      <a:pt x="12316" y="12387"/>
                    </a:lnTo>
                    <a:lnTo>
                      <a:pt x="12573" y="12215"/>
                    </a:lnTo>
                    <a:lnTo>
                      <a:pt x="12688" y="12115"/>
                    </a:lnTo>
                    <a:lnTo>
                      <a:pt x="12788" y="12015"/>
                    </a:lnTo>
                    <a:lnTo>
                      <a:pt x="12988" y="11800"/>
                    </a:lnTo>
                    <a:lnTo>
                      <a:pt x="13160" y="11557"/>
                    </a:lnTo>
                    <a:lnTo>
                      <a:pt x="13332" y="11300"/>
                    </a:lnTo>
                    <a:lnTo>
                      <a:pt x="13489" y="11028"/>
                    </a:lnTo>
                    <a:lnTo>
                      <a:pt x="13632" y="10728"/>
                    </a:lnTo>
                    <a:lnTo>
                      <a:pt x="13775" y="10413"/>
                    </a:lnTo>
                    <a:lnTo>
                      <a:pt x="13889" y="10084"/>
                    </a:lnTo>
                    <a:lnTo>
                      <a:pt x="14004" y="9741"/>
                    </a:lnTo>
                    <a:lnTo>
                      <a:pt x="14104" y="9397"/>
                    </a:lnTo>
                    <a:lnTo>
                      <a:pt x="14204" y="9040"/>
                    </a:lnTo>
                    <a:lnTo>
                      <a:pt x="14276" y="8682"/>
                    </a:lnTo>
                    <a:lnTo>
                      <a:pt x="14361" y="8310"/>
                    </a:lnTo>
                    <a:lnTo>
                      <a:pt x="14476" y="7581"/>
                    </a:lnTo>
                    <a:lnTo>
                      <a:pt x="14576" y="6851"/>
                    </a:lnTo>
                    <a:lnTo>
                      <a:pt x="14647" y="6151"/>
                    </a:lnTo>
                    <a:lnTo>
                      <a:pt x="14705" y="5493"/>
                    </a:lnTo>
                    <a:lnTo>
                      <a:pt x="14733" y="4892"/>
                    </a:lnTo>
                    <a:lnTo>
                      <a:pt x="14748" y="4363"/>
                    </a:lnTo>
                    <a:lnTo>
                      <a:pt x="14762" y="3590"/>
                    </a:lnTo>
                    <a:lnTo>
                      <a:pt x="14748" y="3319"/>
                    </a:lnTo>
                    <a:lnTo>
                      <a:pt x="20426" y="1874"/>
                    </a:lnTo>
                    <a:lnTo>
                      <a:pt x="2042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5"/>
              <p:cNvSpPr/>
              <p:nvPr/>
            </p:nvSpPr>
            <p:spPr>
              <a:xfrm>
                <a:off x="5394953" y="3469999"/>
                <a:ext cx="655113" cy="425281"/>
              </a:xfrm>
              <a:custGeom>
                <a:rect b="b" l="l" r="r" t="t"/>
                <a:pathLst>
                  <a:path extrusionOk="0" fill="none" h="13260" w="20426">
                    <a:moveTo>
                      <a:pt x="1517" y="301"/>
                    </a:moveTo>
                    <a:lnTo>
                      <a:pt x="1517" y="301"/>
                    </a:lnTo>
                    <a:lnTo>
                      <a:pt x="1403" y="715"/>
                    </a:lnTo>
                    <a:lnTo>
                      <a:pt x="1131" y="1817"/>
                    </a:lnTo>
                    <a:lnTo>
                      <a:pt x="959" y="2575"/>
                    </a:lnTo>
                    <a:lnTo>
                      <a:pt x="773" y="3419"/>
                    </a:lnTo>
                    <a:lnTo>
                      <a:pt x="587" y="4334"/>
                    </a:lnTo>
                    <a:lnTo>
                      <a:pt x="401" y="5292"/>
                    </a:lnTo>
                    <a:lnTo>
                      <a:pt x="244" y="6265"/>
                    </a:lnTo>
                    <a:lnTo>
                      <a:pt x="130" y="7252"/>
                    </a:lnTo>
                    <a:lnTo>
                      <a:pt x="72" y="7724"/>
                    </a:lnTo>
                    <a:lnTo>
                      <a:pt x="44" y="8196"/>
                    </a:lnTo>
                    <a:lnTo>
                      <a:pt x="15" y="8639"/>
                    </a:lnTo>
                    <a:lnTo>
                      <a:pt x="1" y="9083"/>
                    </a:lnTo>
                    <a:lnTo>
                      <a:pt x="1" y="9497"/>
                    </a:lnTo>
                    <a:lnTo>
                      <a:pt x="30" y="9884"/>
                    </a:lnTo>
                    <a:lnTo>
                      <a:pt x="58" y="10241"/>
                    </a:lnTo>
                    <a:lnTo>
                      <a:pt x="115" y="10570"/>
                    </a:lnTo>
                    <a:lnTo>
                      <a:pt x="201" y="10871"/>
                    </a:lnTo>
                    <a:lnTo>
                      <a:pt x="244" y="11014"/>
                    </a:lnTo>
                    <a:lnTo>
                      <a:pt x="301" y="11142"/>
                    </a:lnTo>
                    <a:lnTo>
                      <a:pt x="359" y="11257"/>
                    </a:lnTo>
                    <a:lnTo>
                      <a:pt x="416" y="11357"/>
                    </a:lnTo>
                    <a:lnTo>
                      <a:pt x="487" y="11457"/>
                    </a:lnTo>
                    <a:lnTo>
                      <a:pt x="559" y="11543"/>
                    </a:lnTo>
                    <a:lnTo>
                      <a:pt x="559" y="11543"/>
                    </a:lnTo>
                    <a:lnTo>
                      <a:pt x="745" y="11700"/>
                    </a:lnTo>
                    <a:lnTo>
                      <a:pt x="945" y="11843"/>
                    </a:lnTo>
                    <a:lnTo>
                      <a:pt x="1202" y="12000"/>
                    </a:lnTo>
                    <a:lnTo>
                      <a:pt x="1474" y="12129"/>
                    </a:lnTo>
                    <a:lnTo>
                      <a:pt x="1789" y="12272"/>
                    </a:lnTo>
                    <a:lnTo>
                      <a:pt x="2132" y="12401"/>
                    </a:lnTo>
                    <a:lnTo>
                      <a:pt x="2490" y="12515"/>
                    </a:lnTo>
                    <a:lnTo>
                      <a:pt x="2876" y="12630"/>
                    </a:lnTo>
                    <a:lnTo>
                      <a:pt x="3276" y="12730"/>
                    </a:lnTo>
                    <a:lnTo>
                      <a:pt x="3705" y="12830"/>
                    </a:lnTo>
                    <a:lnTo>
                      <a:pt x="4149" y="12916"/>
                    </a:lnTo>
                    <a:lnTo>
                      <a:pt x="4607" y="13002"/>
                    </a:lnTo>
                    <a:lnTo>
                      <a:pt x="5064" y="13073"/>
                    </a:lnTo>
                    <a:lnTo>
                      <a:pt x="5536" y="13130"/>
                    </a:lnTo>
                    <a:lnTo>
                      <a:pt x="6008" y="13173"/>
                    </a:lnTo>
                    <a:lnTo>
                      <a:pt x="6495" y="13216"/>
                    </a:lnTo>
                    <a:lnTo>
                      <a:pt x="6981" y="13245"/>
                    </a:lnTo>
                    <a:lnTo>
                      <a:pt x="7467" y="13259"/>
                    </a:lnTo>
                    <a:lnTo>
                      <a:pt x="7939" y="13259"/>
                    </a:lnTo>
                    <a:lnTo>
                      <a:pt x="8411" y="13259"/>
                    </a:lnTo>
                    <a:lnTo>
                      <a:pt x="8883" y="13231"/>
                    </a:lnTo>
                    <a:lnTo>
                      <a:pt x="9341" y="13202"/>
                    </a:lnTo>
                    <a:lnTo>
                      <a:pt x="9770" y="13145"/>
                    </a:lnTo>
                    <a:lnTo>
                      <a:pt x="10199" y="13088"/>
                    </a:lnTo>
                    <a:lnTo>
                      <a:pt x="10614" y="13016"/>
                    </a:lnTo>
                    <a:lnTo>
                      <a:pt x="11000" y="12916"/>
                    </a:lnTo>
                    <a:lnTo>
                      <a:pt x="11372" y="12801"/>
                    </a:lnTo>
                    <a:lnTo>
                      <a:pt x="11715" y="12687"/>
                    </a:lnTo>
                    <a:lnTo>
                      <a:pt x="12030" y="12544"/>
                    </a:lnTo>
                    <a:lnTo>
                      <a:pt x="12316" y="12387"/>
                    </a:lnTo>
                    <a:lnTo>
                      <a:pt x="12573" y="12215"/>
                    </a:lnTo>
                    <a:lnTo>
                      <a:pt x="12688" y="12115"/>
                    </a:lnTo>
                    <a:lnTo>
                      <a:pt x="12788" y="12015"/>
                    </a:lnTo>
                    <a:lnTo>
                      <a:pt x="12788" y="12015"/>
                    </a:lnTo>
                    <a:lnTo>
                      <a:pt x="12988" y="11800"/>
                    </a:lnTo>
                    <a:lnTo>
                      <a:pt x="13160" y="11557"/>
                    </a:lnTo>
                    <a:lnTo>
                      <a:pt x="13332" y="11300"/>
                    </a:lnTo>
                    <a:lnTo>
                      <a:pt x="13489" y="11028"/>
                    </a:lnTo>
                    <a:lnTo>
                      <a:pt x="13632" y="10728"/>
                    </a:lnTo>
                    <a:lnTo>
                      <a:pt x="13775" y="10413"/>
                    </a:lnTo>
                    <a:lnTo>
                      <a:pt x="13889" y="10084"/>
                    </a:lnTo>
                    <a:lnTo>
                      <a:pt x="14004" y="9741"/>
                    </a:lnTo>
                    <a:lnTo>
                      <a:pt x="14104" y="9397"/>
                    </a:lnTo>
                    <a:lnTo>
                      <a:pt x="14204" y="9040"/>
                    </a:lnTo>
                    <a:lnTo>
                      <a:pt x="14276" y="8682"/>
                    </a:lnTo>
                    <a:lnTo>
                      <a:pt x="14361" y="8310"/>
                    </a:lnTo>
                    <a:lnTo>
                      <a:pt x="14476" y="7581"/>
                    </a:lnTo>
                    <a:lnTo>
                      <a:pt x="14576" y="6851"/>
                    </a:lnTo>
                    <a:lnTo>
                      <a:pt x="14647" y="6151"/>
                    </a:lnTo>
                    <a:lnTo>
                      <a:pt x="14705" y="5493"/>
                    </a:lnTo>
                    <a:lnTo>
                      <a:pt x="14733" y="4892"/>
                    </a:lnTo>
                    <a:lnTo>
                      <a:pt x="14748" y="4363"/>
                    </a:lnTo>
                    <a:lnTo>
                      <a:pt x="14762" y="3590"/>
                    </a:lnTo>
                    <a:lnTo>
                      <a:pt x="14748" y="3319"/>
                    </a:lnTo>
                    <a:lnTo>
                      <a:pt x="20426" y="1874"/>
                    </a:lnTo>
                    <a:lnTo>
                      <a:pt x="20426" y="0"/>
                    </a:lnTo>
                    <a:lnTo>
                      <a:pt x="20426" y="0"/>
                    </a:lnTo>
                    <a:lnTo>
                      <a:pt x="19897" y="115"/>
                    </a:lnTo>
                    <a:lnTo>
                      <a:pt x="19253" y="243"/>
                    </a:lnTo>
                    <a:lnTo>
                      <a:pt x="18409" y="415"/>
                    </a:lnTo>
                    <a:lnTo>
                      <a:pt x="17379" y="601"/>
                    </a:lnTo>
                    <a:lnTo>
                      <a:pt x="16192" y="787"/>
                    </a:lnTo>
                    <a:lnTo>
                      <a:pt x="14876" y="973"/>
                    </a:lnTo>
                    <a:lnTo>
                      <a:pt x="14175" y="1059"/>
                    </a:lnTo>
                    <a:lnTo>
                      <a:pt x="13460" y="1130"/>
                    </a:lnTo>
                    <a:lnTo>
                      <a:pt x="12717" y="1202"/>
                    </a:lnTo>
                    <a:lnTo>
                      <a:pt x="11958" y="1273"/>
                    </a:lnTo>
                    <a:lnTo>
                      <a:pt x="11186" y="1316"/>
                    </a:lnTo>
                    <a:lnTo>
                      <a:pt x="10414" y="1359"/>
                    </a:lnTo>
                    <a:lnTo>
                      <a:pt x="9627" y="1388"/>
                    </a:lnTo>
                    <a:lnTo>
                      <a:pt x="8840" y="1402"/>
                    </a:lnTo>
                    <a:lnTo>
                      <a:pt x="8039" y="1388"/>
                    </a:lnTo>
                    <a:lnTo>
                      <a:pt x="7267" y="1359"/>
                    </a:lnTo>
                    <a:lnTo>
                      <a:pt x="6480" y="1316"/>
                    </a:lnTo>
                    <a:lnTo>
                      <a:pt x="5722" y="1245"/>
                    </a:lnTo>
                    <a:lnTo>
                      <a:pt x="4964" y="1159"/>
                    </a:lnTo>
                    <a:lnTo>
                      <a:pt x="4220" y="1044"/>
                    </a:lnTo>
                    <a:lnTo>
                      <a:pt x="3505" y="901"/>
                    </a:lnTo>
                    <a:lnTo>
                      <a:pt x="2819" y="730"/>
                    </a:lnTo>
                    <a:lnTo>
                      <a:pt x="2475" y="630"/>
                    </a:lnTo>
                    <a:lnTo>
                      <a:pt x="2146" y="529"/>
                    </a:lnTo>
                    <a:lnTo>
                      <a:pt x="1832" y="415"/>
                    </a:lnTo>
                    <a:lnTo>
                      <a:pt x="1517" y="30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5"/>
              <p:cNvSpPr/>
              <p:nvPr/>
            </p:nvSpPr>
            <p:spPr>
              <a:xfrm>
                <a:off x="5961494" y="2668146"/>
                <a:ext cx="167932" cy="926222"/>
              </a:xfrm>
              <a:custGeom>
                <a:rect b="b" l="l" r="r" t="t"/>
                <a:pathLst>
                  <a:path extrusionOk="0" h="28879" w="5236">
                    <a:moveTo>
                      <a:pt x="3090" y="0"/>
                    </a:moveTo>
                    <a:lnTo>
                      <a:pt x="2933" y="58"/>
                    </a:lnTo>
                    <a:lnTo>
                      <a:pt x="2761" y="129"/>
                    </a:lnTo>
                    <a:lnTo>
                      <a:pt x="2604" y="244"/>
                    </a:lnTo>
                    <a:lnTo>
                      <a:pt x="2446" y="387"/>
                    </a:lnTo>
                    <a:lnTo>
                      <a:pt x="2275" y="544"/>
                    </a:lnTo>
                    <a:lnTo>
                      <a:pt x="2117" y="730"/>
                    </a:lnTo>
                    <a:lnTo>
                      <a:pt x="1946" y="944"/>
                    </a:lnTo>
                    <a:lnTo>
                      <a:pt x="1788" y="1159"/>
                    </a:lnTo>
                    <a:lnTo>
                      <a:pt x="1631" y="1402"/>
                    </a:lnTo>
                    <a:lnTo>
                      <a:pt x="1474" y="1645"/>
                    </a:lnTo>
                    <a:lnTo>
                      <a:pt x="1173" y="2160"/>
                    </a:lnTo>
                    <a:lnTo>
                      <a:pt x="902" y="2689"/>
                    </a:lnTo>
                    <a:lnTo>
                      <a:pt x="644" y="3190"/>
                    </a:lnTo>
                    <a:lnTo>
                      <a:pt x="430" y="3662"/>
                    </a:lnTo>
                    <a:lnTo>
                      <a:pt x="115" y="4391"/>
                    </a:lnTo>
                    <a:lnTo>
                      <a:pt x="0" y="4663"/>
                    </a:lnTo>
                    <a:lnTo>
                      <a:pt x="1202" y="28878"/>
                    </a:lnTo>
                    <a:lnTo>
                      <a:pt x="4377" y="28764"/>
                    </a:lnTo>
                    <a:lnTo>
                      <a:pt x="4477" y="27777"/>
                    </a:lnTo>
                    <a:lnTo>
                      <a:pt x="4563" y="26618"/>
                    </a:lnTo>
                    <a:lnTo>
                      <a:pt x="4678" y="25102"/>
                    </a:lnTo>
                    <a:lnTo>
                      <a:pt x="4806" y="23300"/>
                    </a:lnTo>
                    <a:lnTo>
                      <a:pt x="4935" y="21240"/>
                    </a:lnTo>
                    <a:lnTo>
                      <a:pt x="5049" y="19009"/>
                    </a:lnTo>
                    <a:lnTo>
                      <a:pt x="5150" y="16663"/>
                    </a:lnTo>
                    <a:lnTo>
                      <a:pt x="5178" y="15462"/>
                    </a:lnTo>
                    <a:lnTo>
                      <a:pt x="5207" y="14246"/>
                    </a:lnTo>
                    <a:lnTo>
                      <a:pt x="5235" y="13031"/>
                    </a:lnTo>
                    <a:lnTo>
                      <a:pt x="5235" y="11829"/>
                    </a:lnTo>
                    <a:lnTo>
                      <a:pt x="5221" y="10642"/>
                    </a:lnTo>
                    <a:lnTo>
                      <a:pt x="5207" y="9469"/>
                    </a:lnTo>
                    <a:lnTo>
                      <a:pt x="5164" y="8325"/>
                    </a:lnTo>
                    <a:lnTo>
                      <a:pt x="5121" y="7223"/>
                    </a:lnTo>
                    <a:lnTo>
                      <a:pt x="5049" y="6165"/>
                    </a:lnTo>
                    <a:lnTo>
                      <a:pt x="4949" y="5164"/>
                    </a:lnTo>
                    <a:lnTo>
                      <a:pt x="4849" y="4206"/>
                    </a:lnTo>
                    <a:lnTo>
                      <a:pt x="4706" y="3333"/>
                    </a:lnTo>
                    <a:lnTo>
                      <a:pt x="4635" y="2918"/>
                    </a:lnTo>
                    <a:lnTo>
                      <a:pt x="4563" y="2518"/>
                    </a:lnTo>
                    <a:lnTo>
                      <a:pt x="4463" y="2146"/>
                    </a:lnTo>
                    <a:lnTo>
                      <a:pt x="4377" y="1788"/>
                    </a:lnTo>
                    <a:lnTo>
                      <a:pt x="4277" y="1459"/>
                    </a:lnTo>
                    <a:lnTo>
                      <a:pt x="4177" y="1159"/>
                    </a:lnTo>
                    <a:lnTo>
                      <a:pt x="4063" y="873"/>
                    </a:lnTo>
                    <a:lnTo>
                      <a:pt x="3934" y="615"/>
                    </a:lnTo>
                    <a:lnTo>
                      <a:pt x="3805" y="387"/>
                    </a:lnTo>
                    <a:lnTo>
                      <a:pt x="3748" y="301"/>
                    </a:lnTo>
                    <a:lnTo>
                      <a:pt x="3676" y="215"/>
                    </a:lnTo>
                    <a:lnTo>
                      <a:pt x="3605" y="158"/>
                    </a:lnTo>
                    <a:lnTo>
                      <a:pt x="3533" y="101"/>
                    </a:lnTo>
                    <a:lnTo>
                      <a:pt x="3462" y="58"/>
                    </a:lnTo>
                    <a:lnTo>
                      <a:pt x="3390" y="29"/>
                    </a:lnTo>
                    <a:lnTo>
                      <a:pt x="3319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5"/>
              <p:cNvSpPr/>
              <p:nvPr/>
            </p:nvSpPr>
            <p:spPr>
              <a:xfrm>
                <a:off x="5602326" y="2534664"/>
                <a:ext cx="20655" cy="12861"/>
              </a:xfrm>
              <a:custGeom>
                <a:rect b="b" l="l" r="r" t="t"/>
                <a:pathLst>
                  <a:path extrusionOk="0" h="401" w="644">
                    <a:moveTo>
                      <a:pt x="572" y="0"/>
                    </a:moveTo>
                    <a:lnTo>
                      <a:pt x="0" y="401"/>
                    </a:lnTo>
                    <a:lnTo>
                      <a:pt x="0" y="401"/>
                    </a:lnTo>
                    <a:lnTo>
                      <a:pt x="315" y="229"/>
                    </a:lnTo>
                    <a:lnTo>
                      <a:pt x="644" y="57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5"/>
              <p:cNvSpPr/>
              <p:nvPr/>
            </p:nvSpPr>
            <p:spPr>
              <a:xfrm>
                <a:off x="5602326" y="2534664"/>
                <a:ext cx="20655" cy="12861"/>
              </a:xfrm>
              <a:custGeom>
                <a:rect b="b" l="l" r="r" t="t"/>
                <a:pathLst>
                  <a:path extrusionOk="0" fill="none" h="401" w="644">
                    <a:moveTo>
                      <a:pt x="572" y="0"/>
                    </a:moveTo>
                    <a:lnTo>
                      <a:pt x="0" y="401"/>
                    </a:lnTo>
                    <a:lnTo>
                      <a:pt x="0" y="401"/>
                    </a:lnTo>
                    <a:lnTo>
                      <a:pt x="315" y="229"/>
                    </a:lnTo>
                    <a:lnTo>
                      <a:pt x="644" y="57"/>
                    </a:lnTo>
                    <a:lnTo>
                      <a:pt x="57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5"/>
              <p:cNvSpPr/>
              <p:nvPr/>
            </p:nvSpPr>
            <p:spPr>
              <a:xfrm>
                <a:off x="5602326" y="2536492"/>
                <a:ext cx="335799" cy="94518"/>
              </a:xfrm>
              <a:custGeom>
                <a:rect b="b" l="l" r="r" t="t"/>
                <a:pathLst>
                  <a:path extrusionOk="0" h="2947" w="10470">
                    <a:moveTo>
                      <a:pt x="644" y="0"/>
                    </a:moveTo>
                    <a:lnTo>
                      <a:pt x="315" y="172"/>
                    </a:lnTo>
                    <a:lnTo>
                      <a:pt x="0" y="344"/>
                    </a:lnTo>
                    <a:lnTo>
                      <a:pt x="3218" y="2832"/>
                    </a:lnTo>
                    <a:lnTo>
                      <a:pt x="4019" y="1903"/>
                    </a:lnTo>
                    <a:lnTo>
                      <a:pt x="4749" y="2947"/>
                    </a:lnTo>
                    <a:lnTo>
                      <a:pt x="4877" y="2933"/>
                    </a:lnTo>
                    <a:lnTo>
                      <a:pt x="5235" y="2904"/>
                    </a:lnTo>
                    <a:lnTo>
                      <a:pt x="5507" y="2861"/>
                    </a:lnTo>
                    <a:lnTo>
                      <a:pt x="5807" y="2818"/>
                    </a:lnTo>
                    <a:lnTo>
                      <a:pt x="6150" y="2747"/>
                    </a:lnTo>
                    <a:lnTo>
                      <a:pt x="6537" y="2646"/>
                    </a:lnTo>
                    <a:lnTo>
                      <a:pt x="6966" y="2532"/>
                    </a:lnTo>
                    <a:lnTo>
                      <a:pt x="7409" y="2389"/>
                    </a:lnTo>
                    <a:lnTo>
                      <a:pt x="7881" y="2217"/>
                    </a:lnTo>
                    <a:lnTo>
                      <a:pt x="8382" y="2003"/>
                    </a:lnTo>
                    <a:lnTo>
                      <a:pt x="8882" y="1760"/>
                    </a:lnTo>
                    <a:lnTo>
                      <a:pt x="9412" y="1474"/>
                    </a:lnTo>
                    <a:lnTo>
                      <a:pt x="9669" y="1316"/>
                    </a:lnTo>
                    <a:lnTo>
                      <a:pt x="9941" y="1159"/>
                    </a:lnTo>
                    <a:lnTo>
                      <a:pt x="10213" y="973"/>
                    </a:lnTo>
                    <a:lnTo>
                      <a:pt x="10470" y="787"/>
                    </a:lnTo>
                    <a:lnTo>
                      <a:pt x="9884" y="601"/>
                    </a:lnTo>
                    <a:lnTo>
                      <a:pt x="9226" y="901"/>
                    </a:lnTo>
                    <a:lnTo>
                      <a:pt x="7709" y="1531"/>
                    </a:lnTo>
                    <a:lnTo>
                      <a:pt x="6866" y="1888"/>
                    </a:lnTo>
                    <a:lnTo>
                      <a:pt x="6079" y="2189"/>
                    </a:lnTo>
                    <a:lnTo>
                      <a:pt x="5450" y="2418"/>
                    </a:lnTo>
                    <a:lnTo>
                      <a:pt x="5235" y="2475"/>
                    </a:lnTo>
                    <a:lnTo>
                      <a:pt x="5078" y="2518"/>
                    </a:lnTo>
                    <a:lnTo>
                      <a:pt x="5035" y="2475"/>
                    </a:lnTo>
                    <a:lnTo>
                      <a:pt x="4978" y="2418"/>
                    </a:lnTo>
                    <a:lnTo>
                      <a:pt x="4834" y="2246"/>
                    </a:lnTo>
                    <a:lnTo>
                      <a:pt x="4677" y="2017"/>
                    </a:lnTo>
                    <a:lnTo>
                      <a:pt x="4506" y="1760"/>
                    </a:lnTo>
                    <a:lnTo>
                      <a:pt x="4219" y="1273"/>
                    </a:lnTo>
                    <a:lnTo>
                      <a:pt x="4091" y="1059"/>
                    </a:lnTo>
                    <a:lnTo>
                      <a:pt x="3147" y="2275"/>
                    </a:lnTo>
                    <a:lnTo>
                      <a:pt x="644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5"/>
              <p:cNvSpPr/>
              <p:nvPr/>
            </p:nvSpPr>
            <p:spPr>
              <a:xfrm>
                <a:off x="5602326" y="2536492"/>
                <a:ext cx="335799" cy="94518"/>
              </a:xfrm>
              <a:custGeom>
                <a:rect b="b" l="l" r="r" t="t"/>
                <a:pathLst>
                  <a:path extrusionOk="0" fill="none" h="2947" w="10470">
                    <a:moveTo>
                      <a:pt x="644" y="0"/>
                    </a:moveTo>
                    <a:lnTo>
                      <a:pt x="644" y="0"/>
                    </a:lnTo>
                    <a:lnTo>
                      <a:pt x="315" y="172"/>
                    </a:lnTo>
                    <a:lnTo>
                      <a:pt x="0" y="344"/>
                    </a:lnTo>
                    <a:lnTo>
                      <a:pt x="3218" y="2832"/>
                    </a:lnTo>
                    <a:lnTo>
                      <a:pt x="4019" y="1903"/>
                    </a:lnTo>
                    <a:lnTo>
                      <a:pt x="4749" y="2947"/>
                    </a:lnTo>
                    <a:lnTo>
                      <a:pt x="4749" y="2947"/>
                    </a:lnTo>
                    <a:lnTo>
                      <a:pt x="4877" y="2933"/>
                    </a:lnTo>
                    <a:lnTo>
                      <a:pt x="5235" y="2904"/>
                    </a:lnTo>
                    <a:lnTo>
                      <a:pt x="5507" y="2861"/>
                    </a:lnTo>
                    <a:lnTo>
                      <a:pt x="5807" y="2818"/>
                    </a:lnTo>
                    <a:lnTo>
                      <a:pt x="6150" y="2747"/>
                    </a:lnTo>
                    <a:lnTo>
                      <a:pt x="6537" y="2646"/>
                    </a:lnTo>
                    <a:lnTo>
                      <a:pt x="6966" y="2532"/>
                    </a:lnTo>
                    <a:lnTo>
                      <a:pt x="7409" y="2389"/>
                    </a:lnTo>
                    <a:lnTo>
                      <a:pt x="7881" y="2217"/>
                    </a:lnTo>
                    <a:lnTo>
                      <a:pt x="8382" y="2003"/>
                    </a:lnTo>
                    <a:lnTo>
                      <a:pt x="8882" y="1760"/>
                    </a:lnTo>
                    <a:lnTo>
                      <a:pt x="9412" y="1474"/>
                    </a:lnTo>
                    <a:lnTo>
                      <a:pt x="9669" y="1316"/>
                    </a:lnTo>
                    <a:lnTo>
                      <a:pt x="9941" y="1159"/>
                    </a:lnTo>
                    <a:lnTo>
                      <a:pt x="10213" y="973"/>
                    </a:lnTo>
                    <a:lnTo>
                      <a:pt x="10470" y="787"/>
                    </a:lnTo>
                    <a:lnTo>
                      <a:pt x="9884" y="601"/>
                    </a:lnTo>
                    <a:lnTo>
                      <a:pt x="9884" y="601"/>
                    </a:lnTo>
                    <a:lnTo>
                      <a:pt x="9884" y="601"/>
                    </a:lnTo>
                    <a:lnTo>
                      <a:pt x="9884" y="601"/>
                    </a:lnTo>
                    <a:lnTo>
                      <a:pt x="9226" y="901"/>
                    </a:lnTo>
                    <a:lnTo>
                      <a:pt x="7709" y="1531"/>
                    </a:lnTo>
                    <a:lnTo>
                      <a:pt x="6866" y="1888"/>
                    </a:lnTo>
                    <a:lnTo>
                      <a:pt x="6079" y="2189"/>
                    </a:lnTo>
                    <a:lnTo>
                      <a:pt x="5450" y="2418"/>
                    </a:lnTo>
                    <a:lnTo>
                      <a:pt x="5235" y="2475"/>
                    </a:lnTo>
                    <a:lnTo>
                      <a:pt x="5078" y="2518"/>
                    </a:lnTo>
                    <a:lnTo>
                      <a:pt x="5078" y="2518"/>
                    </a:lnTo>
                    <a:lnTo>
                      <a:pt x="5035" y="2475"/>
                    </a:lnTo>
                    <a:lnTo>
                      <a:pt x="4978" y="2418"/>
                    </a:lnTo>
                    <a:lnTo>
                      <a:pt x="4834" y="2246"/>
                    </a:lnTo>
                    <a:lnTo>
                      <a:pt x="4677" y="2017"/>
                    </a:lnTo>
                    <a:lnTo>
                      <a:pt x="4506" y="1760"/>
                    </a:lnTo>
                    <a:lnTo>
                      <a:pt x="4219" y="1273"/>
                    </a:lnTo>
                    <a:lnTo>
                      <a:pt x="4091" y="1059"/>
                    </a:lnTo>
                    <a:lnTo>
                      <a:pt x="3147" y="2275"/>
                    </a:lnTo>
                    <a:lnTo>
                      <a:pt x="644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5"/>
              <p:cNvSpPr/>
              <p:nvPr/>
            </p:nvSpPr>
            <p:spPr>
              <a:xfrm>
                <a:off x="5707360" y="2639250"/>
                <a:ext cx="34446" cy="48654"/>
              </a:xfrm>
              <a:custGeom>
                <a:rect b="b" l="l" r="r" t="t"/>
                <a:pathLst>
                  <a:path extrusionOk="0" h="1517" w="1074">
                    <a:moveTo>
                      <a:pt x="558" y="0"/>
                    </a:moveTo>
                    <a:lnTo>
                      <a:pt x="458" y="15"/>
                    </a:lnTo>
                    <a:lnTo>
                      <a:pt x="358" y="58"/>
                    </a:lnTo>
                    <a:lnTo>
                      <a:pt x="272" y="129"/>
                    </a:lnTo>
                    <a:lnTo>
                      <a:pt x="186" y="215"/>
                    </a:lnTo>
                    <a:lnTo>
                      <a:pt x="115" y="315"/>
                    </a:lnTo>
                    <a:lnTo>
                      <a:pt x="58" y="429"/>
                    </a:lnTo>
                    <a:lnTo>
                      <a:pt x="15" y="572"/>
                    </a:lnTo>
                    <a:lnTo>
                      <a:pt x="0" y="715"/>
                    </a:lnTo>
                    <a:lnTo>
                      <a:pt x="0" y="873"/>
                    </a:lnTo>
                    <a:lnTo>
                      <a:pt x="15" y="1016"/>
                    </a:lnTo>
                    <a:lnTo>
                      <a:pt x="58" y="1145"/>
                    </a:lnTo>
                    <a:lnTo>
                      <a:pt x="115" y="1259"/>
                    </a:lnTo>
                    <a:lnTo>
                      <a:pt x="186" y="1359"/>
                    </a:lnTo>
                    <a:lnTo>
                      <a:pt x="272" y="1431"/>
                    </a:lnTo>
                    <a:lnTo>
                      <a:pt x="372" y="1488"/>
                    </a:lnTo>
                    <a:lnTo>
                      <a:pt x="472" y="1516"/>
                    </a:lnTo>
                    <a:lnTo>
                      <a:pt x="501" y="1516"/>
                    </a:lnTo>
                    <a:lnTo>
                      <a:pt x="601" y="1502"/>
                    </a:lnTo>
                    <a:lnTo>
                      <a:pt x="701" y="1459"/>
                    </a:lnTo>
                    <a:lnTo>
                      <a:pt x="801" y="1388"/>
                    </a:lnTo>
                    <a:lnTo>
                      <a:pt x="873" y="1302"/>
                    </a:lnTo>
                    <a:lnTo>
                      <a:pt x="944" y="1202"/>
                    </a:lnTo>
                    <a:lnTo>
                      <a:pt x="1002" y="1073"/>
                    </a:lnTo>
                    <a:lnTo>
                      <a:pt x="1045" y="944"/>
                    </a:lnTo>
                    <a:lnTo>
                      <a:pt x="1059" y="801"/>
                    </a:lnTo>
                    <a:lnTo>
                      <a:pt x="1073" y="644"/>
                    </a:lnTo>
                    <a:lnTo>
                      <a:pt x="1045" y="501"/>
                    </a:lnTo>
                    <a:lnTo>
                      <a:pt x="1002" y="372"/>
                    </a:lnTo>
                    <a:lnTo>
                      <a:pt x="944" y="258"/>
                    </a:lnTo>
                    <a:lnTo>
                      <a:pt x="873" y="158"/>
                    </a:lnTo>
                    <a:lnTo>
                      <a:pt x="787" y="72"/>
                    </a:lnTo>
                    <a:lnTo>
                      <a:pt x="701" y="29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5"/>
              <p:cNvSpPr/>
              <p:nvPr/>
            </p:nvSpPr>
            <p:spPr>
              <a:xfrm>
                <a:off x="5707360" y="2639250"/>
                <a:ext cx="34446" cy="48654"/>
              </a:xfrm>
              <a:custGeom>
                <a:rect b="b" l="l" r="r" t="t"/>
                <a:pathLst>
                  <a:path extrusionOk="0" fill="none" h="1517" w="1074">
                    <a:moveTo>
                      <a:pt x="558" y="0"/>
                    </a:moveTo>
                    <a:lnTo>
                      <a:pt x="558" y="0"/>
                    </a:lnTo>
                    <a:lnTo>
                      <a:pt x="458" y="15"/>
                    </a:lnTo>
                    <a:lnTo>
                      <a:pt x="358" y="58"/>
                    </a:lnTo>
                    <a:lnTo>
                      <a:pt x="272" y="129"/>
                    </a:lnTo>
                    <a:lnTo>
                      <a:pt x="186" y="215"/>
                    </a:lnTo>
                    <a:lnTo>
                      <a:pt x="115" y="315"/>
                    </a:lnTo>
                    <a:lnTo>
                      <a:pt x="58" y="429"/>
                    </a:lnTo>
                    <a:lnTo>
                      <a:pt x="15" y="572"/>
                    </a:lnTo>
                    <a:lnTo>
                      <a:pt x="0" y="715"/>
                    </a:lnTo>
                    <a:lnTo>
                      <a:pt x="0" y="715"/>
                    </a:lnTo>
                    <a:lnTo>
                      <a:pt x="0" y="873"/>
                    </a:lnTo>
                    <a:lnTo>
                      <a:pt x="15" y="1016"/>
                    </a:lnTo>
                    <a:lnTo>
                      <a:pt x="58" y="1145"/>
                    </a:lnTo>
                    <a:lnTo>
                      <a:pt x="115" y="1259"/>
                    </a:lnTo>
                    <a:lnTo>
                      <a:pt x="186" y="1359"/>
                    </a:lnTo>
                    <a:lnTo>
                      <a:pt x="272" y="1431"/>
                    </a:lnTo>
                    <a:lnTo>
                      <a:pt x="372" y="1488"/>
                    </a:lnTo>
                    <a:lnTo>
                      <a:pt x="472" y="1516"/>
                    </a:lnTo>
                    <a:lnTo>
                      <a:pt x="472" y="1516"/>
                    </a:lnTo>
                    <a:lnTo>
                      <a:pt x="501" y="1516"/>
                    </a:lnTo>
                    <a:lnTo>
                      <a:pt x="501" y="1516"/>
                    </a:lnTo>
                    <a:lnTo>
                      <a:pt x="601" y="1502"/>
                    </a:lnTo>
                    <a:lnTo>
                      <a:pt x="701" y="1459"/>
                    </a:lnTo>
                    <a:lnTo>
                      <a:pt x="801" y="1388"/>
                    </a:lnTo>
                    <a:lnTo>
                      <a:pt x="873" y="1302"/>
                    </a:lnTo>
                    <a:lnTo>
                      <a:pt x="944" y="1202"/>
                    </a:lnTo>
                    <a:lnTo>
                      <a:pt x="1002" y="1073"/>
                    </a:lnTo>
                    <a:lnTo>
                      <a:pt x="1045" y="944"/>
                    </a:lnTo>
                    <a:lnTo>
                      <a:pt x="1059" y="801"/>
                    </a:lnTo>
                    <a:lnTo>
                      <a:pt x="1059" y="801"/>
                    </a:lnTo>
                    <a:lnTo>
                      <a:pt x="1073" y="644"/>
                    </a:lnTo>
                    <a:lnTo>
                      <a:pt x="1045" y="501"/>
                    </a:lnTo>
                    <a:lnTo>
                      <a:pt x="1002" y="372"/>
                    </a:lnTo>
                    <a:lnTo>
                      <a:pt x="944" y="258"/>
                    </a:lnTo>
                    <a:lnTo>
                      <a:pt x="873" y="158"/>
                    </a:lnTo>
                    <a:lnTo>
                      <a:pt x="787" y="72"/>
                    </a:lnTo>
                    <a:lnTo>
                      <a:pt x="701" y="29"/>
                    </a:lnTo>
                    <a:lnTo>
                      <a:pt x="587" y="0"/>
                    </a:lnTo>
                    <a:lnTo>
                      <a:pt x="587" y="0"/>
                    </a:lnTo>
                    <a:lnTo>
                      <a:pt x="55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5"/>
              <p:cNvSpPr/>
              <p:nvPr/>
            </p:nvSpPr>
            <p:spPr>
              <a:xfrm>
                <a:off x="5689914" y="2898869"/>
                <a:ext cx="34446" cy="48654"/>
              </a:xfrm>
              <a:custGeom>
                <a:rect b="b" l="l" r="r" t="t"/>
                <a:pathLst>
                  <a:path extrusionOk="0" h="1517" w="1074">
                    <a:moveTo>
                      <a:pt x="573" y="1"/>
                    </a:moveTo>
                    <a:lnTo>
                      <a:pt x="459" y="15"/>
                    </a:lnTo>
                    <a:lnTo>
                      <a:pt x="373" y="58"/>
                    </a:lnTo>
                    <a:lnTo>
                      <a:pt x="273" y="130"/>
                    </a:lnTo>
                    <a:lnTo>
                      <a:pt x="201" y="215"/>
                    </a:lnTo>
                    <a:lnTo>
                      <a:pt x="130" y="316"/>
                    </a:lnTo>
                    <a:lnTo>
                      <a:pt x="72" y="444"/>
                    </a:lnTo>
                    <a:lnTo>
                      <a:pt x="30" y="573"/>
                    </a:lnTo>
                    <a:lnTo>
                      <a:pt x="1" y="716"/>
                    </a:lnTo>
                    <a:lnTo>
                      <a:pt x="1" y="873"/>
                    </a:lnTo>
                    <a:lnTo>
                      <a:pt x="30" y="1016"/>
                    </a:lnTo>
                    <a:lnTo>
                      <a:pt x="72" y="1145"/>
                    </a:lnTo>
                    <a:lnTo>
                      <a:pt x="130" y="1260"/>
                    </a:lnTo>
                    <a:lnTo>
                      <a:pt x="201" y="1360"/>
                    </a:lnTo>
                    <a:lnTo>
                      <a:pt x="287" y="1445"/>
                    </a:lnTo>
                    <a:lnTo>
                      <a:pt x="373" y="1488"/>
                    </a:lnTo>
                    <a:lnTo>
                      <a:pt x="487" y="1517"/>
                    </a:lnTo>
                    <a:lnTo>
                      <a:pt x="516" y="1517"/>
                    </a:lnTo>
                    <a:lnTo>
                      <a:pt x="616" y="1503"/>
                    </a:lnTo>
                    <a:lnTo>
                      <a:pt x="716" y="1460"/>
                    </a:lnTo>
                    <a:lnTo>
                      <a:pt x="802" y="1388"/>
                    </a:lnTo>
                    <a:lnTo>
                      <a:pt x="888" y="1302"/>
                    </a:lnTo>
                    <a:lnTo>
                      <a:pt x="959" y="1202"/>
                    </a:lnTo>
                    <a:lnTo>
                      <a:pt x="1016" y="1088"/>
                    </a:lnTo>
                    <a:lnTo>
                      <a:pt x="1045" y="945"/>
                    </a:lnTo>
                    <a:lnTo>
                      <a:pt x="1074" y="802"/>
                    </a:lnTo>
                    <a:lnTo>
                      <a:pt x="1074" y="644"/>
                    </a:lnTo>
                    <a:lnTo>
                      <a:pt x="1059" y="501"/>
                    </a:lnTo>
                    <a:lnTo>
                      <a:pt x="1016" y="373"/>
                    </a:lnTo>
                    <a:lnTo>
                      <a:pt x="959" y="258"/>
                    </a:lnTo>
                    <a:lnTo>
                      <a:pt x="888" y="158"/>
                    </a:lnTo>
                    <a:lnTo>
                      <a:pt x="802" y="87"/>
                    </a:lnTo>
                    <a:lnTo>
                      <a:pt x="702" y="29"/>
                    </a:lnTo>
                    <a:lnTo>
                      <a:pt x="602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5"/>
              <p:cNvSpPr/>
              <p:nvPr/>
            </p:nvSpPr>
            <p:spPr>
              <a:xfrm>
                <a:off x="5689914" y="2898869"/>
                <a:ext cx="34446" cy="48654"/>
              </a:xfrm>
              <a:custGeom>
                <a:rect b="b" l="l" r="r" t="t"/>
                <a:pathLst>
                  <a:path extrusionOk="0" fill="none" h="1517" w="1074">
                    <a:moveTo>
                      <a:pt x="573" y="1"/>
                    </a:moveTo>
                    <a:lnTo>
                      <a:pt x="573" y="1"/>
                    </a:lnTo>
                    <a:lnTo>
                      <a:pt x="459" y="15"/>
                    </a:lnTo>
                    <a:lnTo>
                      <a:pt x="373" y="58"/>
                    </a:lnTo>
                    <a:lnTo>
                      <a:pt x="273" y="130"/>
                    </a:lnTo>
                    <a:lnTo>
                      <a:pt x="201" y="215"/>
                    </a:lnTo>
                    <a:lnTo>
                      <a:pt x="130" y="316"/>
                    </a:lnTo>
                    <a:lnTo>
                      <a:pt x="72" y="444"/>
                    </a:lnTo>
                    <a:lnTo>
                      <a:pt x="30" y="573"/>
                    </a:lnTo>
                    <a:lnTo>
                      <a:pt x="1" y="716"/>
                    </a:lnTo>
                    <a:lnTo>
                      <a:pt x="1" y="716"/>
                    </a:lnTo>
                    <a:lnTo>
                      <a:pt x="1" y="873"/>
                    </a:lnTo>
                    <a:lnTo>
                      <a:pt x="30" y="1016"/>
                    </a:lnTo>
                    <a:lnTo>
                      <a:pt x="72" y="1145"/>
                    </a:lnTo>
                    <a:lnTo>
                      <a:pt x="130" y="1260"/>
                    </a:lnTo>
                    <a:lnTo>
                      <a:pt x="201" y="1360"/>
                    </a:lnTo>
                    <a:lnTo>
                      <a:pt x="287" y="1445"/>
                    </a:lnTo>
                    <a:lnTo>
                      <a:pt x="373" y="1488"/>
                    </a:lnTo>
                    <a:lnTo>
                      <a:pt x="487" y="1517"/>
                    </a:lnTo>
                    <a:lnTo>
                      <a:pt x="487" y="1517"/>
                    </a:lnTo>
                    <a:lnTo>
                      <a:pt x="516" y="1517"/>
                    </a:lnTo>
                    <a:lnTo>
                      <a:pt x="516" y="1517"/>
                    </a:lnTo>
                    <a:lnTo>
                      <a:pt x="616" y="1503"/>
                    </a:lnTo>
                    <a:lnTo>
                      <a:pt x="716" y="1460"/>
                    </a:lnTo>
                    <a:lnTo>
                      <a:pt x="802" y="1388"/>
                    </a:lnTo>
                    <a:lnTo>
                      <a:pt x="888" y="1302"/>
                    </a:lnTo>
                    <a:lnTo>
                      <a:pt x="959" y="1202"/>
                    </a:lnTo>
                    <a:lnTo>
                      <a:pt x="1016" y="1088"/>
                    </a:lnTo>
                    <a:lnTo>
                      <a:pt x="1045" y="945"/>
                    </a:lnTo>
                    <a:lnTo>
                      <a:pt x="1074" y="802"/>
                    </a:lnTo>
                    <a:lnTo>
                      <a:pt x="1074" y="802"/>
                    </a:lnTo>
                    <a:lnTo>
                      <a:pt x="1074" y="644"/>
                    </a:lnTo>
                    <a:lnTo>
                      <a:pt x="1059" y="501"/>
                    </a:lnTo>
                    <a:lnTo>
                      <a:pt x="1016" y="373"/>
                    </a:lnTo>
                    <a:lnTo>
                      <a:pt x="959" y="258"/>
                    </a:lnTo>
                    <a:lnTo>
                      <a:pt x="888" y="158"/>
                    </a:lnTo>
                    <a:lnTo>
                      <a:pt x="802" y="87"/>
                    </a:lnTo>
                    <a:lnTo>
                      <a:pt x="702" y="29"/>
                    </a:lnTo>
                    <a:lnTo>
                      <a:pt x="602" y="1"/>
                    </a:lnTo>
                    <a:lnTo>
                      <a:pt x="602" y="1"/>
                    </a:lnTo>
                    <a:lnTo>
                      <a:pt x="57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5"/>
              <p:cNvSpPr/>
              <p:nvPr/>
            </p:nvSpPr>
            <p:spPr>
              <a:xfrm>
                <a:off x="5666084" y="3212176"/>
                <a:ext cx="34414" cy="48654"/>
              </a:xfrm>
              <a:custGeom>
                <a:rect b="b" l="l" r="r" t="t"/>
                <a:pathLst>
                  <a:path extrusionOk="0" h="1517" w="1073">
                    <a:moveTo>
                      <a:pt x="558" y="1"/>
                    </a:moveTo>
                    <a:lnTo>
                      <a:pt x="458" y="15"/>
                    </a:lnTo>
                    <a:lnTo>
                      <a:pt x="358" y="58"/>
                    </a:lnTo>
                    <a:lnTo>
                      <a:pt x="272" y="130"/>
                    </a:lnTo>
                    <a:lnTo>
                      <a:pt x="186" y="215"/>
                    </a:lnTo>
                    <a:lnTo>
                      <a:pt x="115" y="316"/>
                    </a:lnTo>
                    <a:lnTo>
                      <a:pt x="57" y="430"/>
                    </a:lnTo>
                    <a:lnTo>
                      <a:pt x="29" y="573"/>
                    </a:lnTo>
                    <a:lnTo>
                      <a:pt x="0" y="716"/>
                    </a:lnTo>
                    <a:lnTo>
                      <a:pt x="0" y="873"/>
                    </a:lnTo>
                    <a:lnTo>
                      <a:pt x="14" y="1016"/>
                    </a:lnTo>
                    <a:lnTo>
                      <a:pt x="57" y="1145"/>
                    </a:lnTo>
                    <a:lnTo>
                      <a:pt x="115" y="1260"/>
                    </a:lnTo>
                    <a:lnTo>
                      <a:pt x="186" y="1360"/>
                    </a:lnTo>
                    <a:lnTo>
                      <a:pt x="272" y="1431"/>
                    </a:lnTo>
                    <a:lnTo>
                      <a:pt x="372" y="1488"/>
                    </a:lnTo>
                    <a:lnTo>
                      <a:pt x="472" y="1517"/>
                    </a:lnTo>
                    <a:lnTo>
                      <a:pt x="501" y="1517"/>
                    </a:lnTo>
                    <a:lnTo>
                      <a:pt x="615" y="1503"/>
                    </a:lnTo>
                    <a:lnTo>
                      <a:pt x="715" y="1460"/>
                    </a:lnTo>
                    <a:lnTo>
                      <a:pt x="801" y="1388"/>
                    </a:lnTo>
                    <a:lnTo>
                      <a:pt x="887" y="1302"/>
                    </a:lnTo>
                    <a:lnTo>
                      <a:pt x="944" y="1202"/>
                    </a:lnTo>
                    <a:lnTo>
                      <a:pt x="1001" y="1074"/>
                    </a:lnTo>
                    <a:lnTo>
                      <a:pt x="1044" y="945"/>
                    </a:lnTo>
                    <a:lnTo>
                      <a:pt x="1073" y="802"/>
                    </a:lnTo>
                    <a:lnTo>
                      <a:pt x="1073" y="644"/>
                    </a:lnTo>
                    <a:lnTo>
                      <a:pt x="1044" y="501"/>
                    </a:lnTo>
                    <a:lnTo>
                      <a:pt x="1001" y="373"/>
                    </a:lnTo>
                    <a:lnTo>
                      <a:pt x="958" y="258"/>
                    </a:lnTo>
                    <a:lnTo>
                      <a:pt x="887" y="158"/>
                    </a:lnTo>
                    <a:lnTo>
                      <a:pt x="801" y="72"/>
                    </a:lnTo>
                    <a:lnTo>
                      <a:pt x="701" y="29"/>
                    </a:lnTo>
                    <a:lnTo>
                      <a:pt x="587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5"/>
              <p:cNvSpPr/>
              <p:nvPr/>
            </p:nvSpPr>
            <p:spPr>
              <a:xfrm>
                <a:off x="5666084" y="3212176"/>
                <a:ext cx="34414" cy="48654"/>
              </a:xfrm>
              <a:custGeom>
                <a:rect b="b" l="l" r="r" t="t"/>
                <a:pathLst>
                  <a:path extrusionOk="0" fill="none" h="1517" w="1073">
                    <a:moveTo>
                      <a:pt x="558" y="1"/>
                    </a:moveTo>
                    <a:lnTo>
                      <a:pt x="558" y="1"/>
                    </a:lnTo>
                    <a:lnTo>
                      <a:pt x="458" y="15"/>
                    </a:lnTo>
                    <a:lnTo>
                      <a:pt x="358" y="58"/>
                    </a:lnTo>
                    <a:lnTo>
                      <a:pt x="272" y="130"/>
                    </a:lnTo>
                    <a:lnTo>
                      <a:pt x="186" y="215"/>
                    </a:lnTo>
                    <a:lnTo>
                      <a:pt x="115" y="316"/>
                    </a:lnTo>
                    <a:lnTo>
                      <a:pt x="57" y="430"/>
                    </a:lnTo>
                    <a:lnTo>
                      <a:pt x="29" y="573"/>
                    </a:lnTo>
                    <a:lnTo>
                      <a:pt x="0" y="716"/>
                    </a:lnTo>
                    <a:lnTo>
                      <a:pt x="0" y="716"/>
                    </a:lnTo>
                    <a:lnTo>
                      <a:pt x="0" y="873"/>
                    </a:lnTo>
                    <a:lnTo>
                      <a:pt x="14" y="1016"/>
                    </a:lnTo>
                    <a:lnTo>
                      <a:pt x="57" y="1145"/>
                    </a:lnTo>
                    <a:lnTo>
                      <a:pt x="115" y="1260"/>
                    </a:lnTo>
                    <a:lnTo>
                      <a:pt x="186" y="1360"/>
                    </a:lnTo>
                    <a:lnTo>
                      <a:pt x="272" y="1431"/>
                    </a:lnTo>
                    <a:lnTo>
                      <a:pt x="372" y="1488"/>
                    </a:lnTo>
                    <a:lnTo>
                      <a:pt x="472" y="1517"/>
                    </a:lnTo>
                    <a:lnTo>
                      <a:pt x="472" y="1517"/>
                    </a:lnTo>
                    <a:lnTo>
                      <a:pt x="501" y="1517"/>
                    </a:lnTo>
                    <a:lnTo>
                      <a:pt x="501" y="1517"/>
                    </a:lnTo>
                    <a:lnTo>
                      <a:pt x="615" y="1503"/>
                    </a:lnTo>
                    <a:lnTo>
                      <a:pt x="715" y="1460"/>
                    </a:lnTo>
                    <a:lnTo>
                      <a:pt x="801" y="1388"/>
                    </a:lnTo>
                    <a:lnTo>
                      <a:pt x="887" y="1302"/>
                    </a:lnTo>
                    <a:lnTo>
                      <a:pt x="944" y="1202"/>
                    </a:lnTo>
                    <a:lnTo>
                      <a:pt x="1001" y="1074"/>
                    </a:lnTo>
                    <a:lnTo>
                      <a:pt x="1044" y="945"/>
                    </a:lnTo>
                    <a:lnTo>
                      <a:pt x="1073" y="802"/>
                    </a:lnTo>
                    <a:lnTo>
                      <a:pt x="1073" y="802"/>
                    </a:lnTo>
                    <a:lnTo>
                      <a:pt x="1073" y="644"/>
                    </a:lnTo>
                    <a:lnTo>
                      <a:pt x="1044" y="501"/>
                    </a:lnTo>
                    <a:lnTo>
                      <a:pt x="1001" y="373"/>
                    </a:lnTo>
                    <a:lnTo>
                      <a:pt x="958" y="258"/>
                    </a:lnTo>
                    <a:lnTo>
                      <a:pt x="887" y="158"/>
                    </a:lnTo>
                    <a:lnTo>
                      <a:pt x="801" y="72"/>
                    </a:lnTo>
                    <a:lnTo>
                      <a:pt x="701" y="29"/>
                    </a:lnTo>
                    <a:lnTo>
                      <a:pt x="587" y="1"/>
                    </a:lnTo>
                    <a:lnTo>
                      <a:pt x="587" y="1"/>
                    </a:lnTo>
                    <a:lnTo>
                      <a:pt x="558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5"/>
              <p:cNvSpPr/>
              <p:nvPr/>
            </p:nvSpPr>
            <p:spPr>
              <a:xfrm>
                <a:off x="5700946" y="2769524"/>
                <a:ext cx="34414" cy="48205"/>
              </a:xfrm>
              <a:custGeom>
                <a:rect b="b" l="l" r="r" t="t"/>
                <a:pathLst>
                  <a:path extrusionOk="0" h="1503" w="1073">
                    <a:moveTo>
                      <a:pt x="558" y="0"/>
                    </a:moveTo>
                    <a:lnTo>
                      <a:pt x="458" y="15"/>
                    </a:lnTo>
                    <a:lnTo>
                      <a:pt x="358" y="58"/>
                    </a:lnTo>
                    <a:lnTo>
                      <a:pt x="272" y="115"/>
                    </a:lnTo>
                    <a:lnTo>
                      <a:pt x="186" y="201"/>
                    </a:lnTo>
                    <a:lnTo>
                      <a:pt x="115" y="315"/>
                    </a:lnTo>
                    <a:lnTo>
                      <a:pt x="57" y="429"/>
                    </a:lnTo>
                    <a:lnTo>
                      <a:pt x="29" y="572"/>
                    </a:lnTo>
                    <a:lnTo>
                      <a:pt x="0" y="716"/>
                    </a:lnTo>
                    <a:lnTo>
                      <a:pt x="0" y="873"/>
                    </a:lnTo>
                    <a:lnTo>
                      <a:pt x="29" y="1016"/>
                    </a:lnTo>
                    <a:lnTo>
                      <a:pt x="57" y="1145"/>
                    </a:lnTo>
                    <a:lnTo>
                      <a:pt x="115" y="1259"/>
                    </a:lnTo>
                    <a:lnTo>
                      <a:pt x="186" y="1359"/>
                    </a:lnTo>
                    <a:lnTo>
                      <a:pt x="272" y="1431"/>
                    </a:lnTo>
                    <a:lnTo>
                      <a:pt x="372" y="1488"/>
                    </a:lnTo>
                    <a:lnTo>
                      <a:pt x="472" y="1502"/>
                    </a:lnTo>
                    <a:lnTo>
                      <a:pt x="501" y="1502"/>
                    </a:lnTo>
                    <a:lnTo>
                      <a:pt x="615" y="1488"/>
                    </a:lnTo>
                    <a:lnTo>
                      <a:pt x="715" y="1459"/>
                    </a:lnTo>
                    <a:lnTo>
                      <a:pt x="801" y="1388"/>
                    </a:lnTo>
                    <a:lnTo>
                      <a:pt x="887" y="1302"/>
                    </a:lnTo>
                    <a:lnTo>
                      <a:pt x="959" y="1202"/>
                    </a:lnTo>
                    <a:lnTo>
                      <a:pt x="1001" y="1073"/>
                    </a:lnTo>
                    <a:lnTo>
                      <a:pt x="1044" y="944"/>
                    </a:lnTo>
                    <a:lnTo>
                      <a:pt x="1073" y="801"/>
                    </a:lnTo>
                    <a:lnTo>
                      <a:pt x="1073" y="644"/>
                    </a:lnTo>
                    <a:lnTo>
                      <a:pt x="1044" y="501"/>
                    </a:lnTo>
                    <a:lnTo>
                      <a:pt x="1016" y="372"/>
                    </a:lnTo>
                    <a:lnTo>
                      <a:pt x="959" y="244"/>
                    </a:lnTo>
                    <a:lnTo>
                      <a:pt x="887" y="158"/>
                    </a:lnTo>
                    <a:lnTo>
                      <a:pt x="801" y="72"/>
                    </a:lnTo>
                    <a:lnTo>
                      <a:pt x="701" y="29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5"/>
              <p:cNvSpPr/>
              <p:nvPr/>
            </p:nvSpPr>
            <p:spPr>
              <a:xfrm>
                <a:off x="5700946" y="2769524"/>
                <a:ext cx="34414" cy="48205"/>
              </a:xfrm>
              <a:custGeom>
                <a:rect b="b" l="l" r="r" t="t"/>
                <a:pathLst>
                  <a:path extrusionOk="0" fill="none" h="1503" w="1073">
                    <a:moveTo>
                      <a:pt x="558" y="0"/>
                    </a:moveTo>
                    <a:lnTo>
                      <a:pt x="558" y="0"/>
                    </a:lnTo>
                    <a:lnTo>
                      <a:pt x="458" y="15"/>
                    </a:lnTo>
                    <a:lnTo>
                      <a:pt x="358" y="58"/>
                    </a:lnTo>
                    <a:lnTo>
                      <a:pt x="272" y="115"/>
                    </a:lnTo>
                    <a:lnTo>
                      <a:pt x="186" y="201"/>
                    </a:lnTo>
                    <a:lnTo>
                      <a:pt x="115" y="315"/>
                    </a:lnTo>
                    <a:lnTo>
                      <a:pt x="57" y="429"/>
                    </a:lnTo>
                    <a:lnTo>
                      <a:pt x="29" y="572"/>
                    </a:lnTo>
                    <a:lnTo>
                      <a:pt x="0" y="716"/>
                    </a:lnTo>
                    <a:lnTo>
                      <a:pt x="0" y="716"/>
                    </a:lnTo>
                    <a:lnTo>
                      <a:pt x="0" y="873"/>
                    </a:lnTo>
                    <a:lnTo>
                      <a:pt x="29" y="1016"/>
                    </a:lnTo>
                    <a:lnTo>
                      <a:pt x="57" y="1145"/>
                    </a:lnTo>
                    <a:lnTo>
                      <a:pt x="115" y="1259"/>
                    </a:lnTo>
                    <a:lnTo>
                      <a:pt x="186" y="1359"/>
                    </a:lnTo>
                    <a:lnTo>
                      <a:pt x="272" y="1431"/>
                    </a:lnTo>
                    <a:lnTo>
                      <a:pt x="372" y="1488"/>
                    </a:lnTo>
                    <a:lnTo>
                      <a:pt x="472" y="1502"/>
                    </a:lnTo>
                    <a:lnTo>
                      <a:pt x="472" y="1502"/>
                    </a:lnTo>
                    <a:lnTo>
                      <a:pt x="501" y="1502"/>
                    </a:lnTo>
                    <a:lnTo>
                      <a:pt x="501" y="1502"/>
                    </a:lnTo>
                    <a:lnTo>
                      <a:pt x="615" y="1488"/>
                    </a:lnTo>
                    <a:lnTo>
                      <a:pt x="715" y="1459"/>
                    </a:lnTo>
                    <a:lnTo>
                      <a:pt x="801" y="1388"/>
                    </a:lnTo>
                    <a:lnTo>
                      <a:pt x="887" y="1302"/>
                    </a:lnTo>
                    <a:lnTo>
                      <a:pt x="959" y="1202"/>
                    </a:lnTo>
                    <a:lnTo>
                      <a:pt x="1001" y="1073"/>
                    </a:lnTo>
                    <a:lnTo>
                      <a:pt x="1044" y="944"/>
                    </a:lnTo>
                    <a:lnTo>
                      <a:pt x="1073" y="801"/>
                    </a:lnTo>
                    <a:lnTo>
                      <a:pt x="1073" y="801"/>
                    </a:lnTo>
                    <a:lnTo>
                      <a:pt x="1073" y="644"/>
                    </a:lnTo>
                    <a:lnTo>
                      <a:pt x="1044" y="501"/>
                    </a:lnTo>
                    <a:lnTo>
                      <a:pt x="1016" y="372"/>
                    </a:lnTo>
                    <a:lnTo>
                      <a:pt x="959" y="244"/>
                    </a:lnTo>
                    <a:lnTo>
                      <a:pt x="887" y="158"/>
                    </a:lnTo>
                    <a:lnTo>
                      <a:pt x="801" y="72"/>
                    </a:lnTo>
                    <a:lnTo>
                      <a:pt x="701" y="29"/>
                    </a:lnTo>
                    <a:lnTo>
                      <a:pt x="587" y="0"/>
                    </a:lnTo>
                    <a:lnTo>
                      <a:pt x="587" y="0"/>
                    </a:lnTo>
                    <a:lnTo>
                      <a:pt x="558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5"/>
              <p:cNvSpPr/>
              <p:nvPr/>
            </p:nvSpPr>
            <p:spPr>
              <a:xfrm>
                <a:off x="5672948" y="3070451"/>
                <a:ext cx="34446" cy="48205"/>
              </a:xfrm>
              <a:custGeom>
                <a:rect b="b" l="l" r="r" t="t"/>
                <a:pathLst>
                  <a:path extrusionOk="0" h="1503" w="1074">
                    <a:moveTo>
                      <a:pt x="559" y="0"/>
                    </a:moveTo>
                    <a:lnTo>
                      <a:pt x="458" y="15"/>
                    </a:lnTo>
                    <a:lnTo>
                      <a:pt x="358" y="57"/>
                    </a:lnTo>
                    <a:lnTo>
                      <a:pt x="272" y="115"/>
                    </a:lnTo>
                    <a:lnTo>
                      <a:pt x="187" y="200"/>
                    </a:lnTo>
                    <a:lnTo>
                      <a:pt x="115" y="315"/>
                    </a:lnTo>
                    <a:lnTo>
                      <a:pt x="58" y="429"/>
                    </a:lnTo>
                    <a:lnTo>
                      <a:pt x="15" y="572"/>
                    </a:lnTo>
                    <a:lnTo>
                      <a:pt x="1" y="715"/>
                    </a:lnTo>
                    <a:lnTo>
                      <a:pt x="1" y="873"/>
                    </a:lnTo>
                    <a:lnTo>
                      <a:pt x="15" y="1016"/>
                    </a:lnTo>
                    <a:lnTo>
                      <a:pt x="58" y="1144"/>
                    </a:lnTo>
                    <a:lnTo>
                      <a:pt x="115" y="1259"/>
                    </a:lnTo>
                    <a:lnTo>
                      <a:pt x="187" y="1359"/>
                    </a:lnTo>
                    <a:lnTo>
                      <a:pt x="272" y="1431"/>
                    </a:lnTo>
                    <a:lnTo>
                      <a:pt x="373" y="1488"/>
                    </a:lnTo>
                    <a:lnTo>
                      <a:pt x="473" y="1502"/>
                    </a:lnTo>
                    <a:lnTo>
                      <a:pt x="501" y="1502"/>
                    </a:lnTo>
                    <a:lnTo>
                      <a:pt x="616" y="1488"/>
                    </a:lnTo>
                    <a:lnTo>
                      <a:pt x="702" y="1459"/>
                    </a:lnTo>
                    <a:lnTo>
                      <a:pt x="802" y="1388"/>
                    </a:lnTo>
                    <a:lnTo>
                      <a:pt x="873" y="1302"/>
                    </a:lnTo>
                    <a:lnTo>
                      <a:pt x="945" y="1202"/>
                    </a:lnTo>
                    <a:lnTo>
                      <a:pt x="1002" y="1073"/>
                    </a:lnTo>
                    <a:lnTo>
                      <a:pt x="1045" y="944"/>
                    </a:lnTo>
                    <a:lnTo>
                      <a:pt x="1073" y="801"/>
                    </a:lnTo>
                    <a:lnTo>
                      <a:pt x="1073" y="644"/>
                    </a:lnTo>
                    <a:lnTo>
                      <a:pt x="1045" y="501"/>
                    </a:lnTo>
                    <a:lnTo>
                      <a:pt x="1002" y="372"/>
                    </a:lnTo>
                    <a:lnTo>
                      <a:pt x="945" y="243"/>
                    </a:lnTo>
                    <a:lnTo>
                      <a:pt x="873" y="158"/>
                    </a:lnTo>
                    <a:lnTo>
                      <a:pt x="787" y="72"/>
                    </a:lnTo>
                    <a:lnTo>
                      <a:pt x="702" y="29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5"/>
              <p:cNvSpPr/>
              <p:nvPr/>
            </p:nvSpPr>
            <p:spPr>
              <a:xfrm>
                <a:off x="5672948" y="3070451"/>
                <a:ext cx="34446" cy="48205"/>
              </a:xfrm>
              <a:custGeom>
                <a:rect b="b" l="l" r="r" t="t"/>
                <a:pathLst>
                  <a:path extrusionOk="0" fill="none" h="1503" w="1074">
                    <a:moveTo>
                      <a:pt x="559" y="0"/>
                    </a:moveTo>
                    <a:lnTo>
                      <a:pt x="559" y="0"/>
                    </a:lnTo>
                    <a:lnTo>
                      <a:pt x="458" y="15"/>
                    </a:lnTo>
                    <a:lnTo>
                      <a:pt x="358" y="57"/>
                    </a:lnTo>
                    <a:lnTo>
                      <a:pt x="272" y="115"/>
                    </a:lnTo>
                    <a:lnTo>
                      <a:pt x="187" y="200"/>
                    </a:lnTo>
                    <a:lnTo>
                      <a:pt x="115" y="315"/>
                    </a:lnTo>
                    <a:lnTo>
                      <a:pt x="58" y="429"/>
                    </a:lnTo>
                    <a:lnTo>
                      <a:pt x="15" y="572"/>
                    </a:lnTo>
                    <a:lnTo>
                      <a:pt x="1" y="715"/>
                    </a:lnTo>
                    <a:lnTo>
                      <a:pt x="1" y="715"/>
                    </a:lnTo>
                    <a:lnTo>
                      <a:pt x="1" y="873"/>
                    </a:lnTo>
                    <a:lnTo>
                      <a:pt x="15" y="1016"/>
                    </a:lnTo>
                    <a:lnTo>
                      <a:pt x="58" y="1144"/>
                    </a:lnTo>
                    <a:lnTo>
                      <a:pt x="115" y="1259"/>
                    </a:lnTo>
                    <a:lnTo>
                      <a:pt x="187" y="1359"/>
                    </a:lnTo>
                    <a:lnTo>
                      <a:pt x="272" y="1431"/>
                    </a:lnTo>
                    <a:lnTo>
                      <a:pt x="373" y="1488"/>
                    </a:lnTo>
                    <a:lnTo>
                      <a:pt x="473" y="1502"/>
                    </a:lnTo>
                    <a:lnTo>
                      <a:pt x="473" y="1502"/>
                    </a:lnTo>
                    <a:lnTo>
                      <a:pt x="501" y="1502"/>
                    </a:lnTo>
                    <a:lnTo>
                      <a:pt x="501" y="1502"/>
                    </a:lnTo>
                    <a:lnTo>
                      <a:pt x="616" y="1488"/>
                    </a:lnTo>
                    <a:lnTo>
                      <a:pt x="702" y="1459"/>
                    </a:lnTo>
                    <a:lnTo>
                      <a:pt x="802" y="1388"/>
                    </a:lnTo>
                    <a:lnTo>
                      <a:pt x="873" y="1302"/>
                    </a:lnTo>
                    <a:lnTo>
                      <a:pt x="945" y="1202"/>
                    </a:lnTo>
                    <a:lnTo>
                      <a:pt x="1002" y="1073"/>
                    </a:lnTo>
                    <a:lnTo>
                      <a:pt x="1045" y="944"/>
                    </a:lnTo>
                    <a:lnTo>
                      <a:pt x="1073" y="801"/>
                    </a:lnTo>
                    <a:lnTo>
                      <a:pt x="1073" y="801"/>
                    </a:lnTo>
                    <a:lnTo>
                      <a:pt x="1073" y="644"/>
                    </a:lnTo>
                    <a:lnTo>
                      <a:pt x="1045" y="501"/>
                    </a:lnTo>
                    <a:lnTo>
                      <a:pt x="1002" y="372"/>
                    </a:lnTo>
                    <a:lnTo>
                      <a:pt x="945" y="243"/>
                    </a:lnTo>
                    <a:lnTo>
                      <a:pt x="873" y="158"/>
                    </a:lnTo>
                    <a:lnTo>
                      <a:pt x="787" y="72"/>
                    </a:lnTo>
                    <a:lnTo>
                      <a:pt x="702" y="29"/>
                    </a:lnTo>
                    <a:lnTo>
                      <a:pt x="587" y="0"/>
                    </a:lnTo>
                    <a:lnTo>
                      <a:pt x="587" y="0"/>
                    </a:lnTo>
                    <a:lnTo>
                      <a:pt x="559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5"/>
              <p:cNvSpPr/>
              <p:nvPr/>
            </p:nvSpPr>
            <p:spPr>
              <a:xfrm>
                <a:off x="5655533" y="3398896"/>
                <a:ext cx="34414" cy="48654"/>
              </a:xfrm>
              <a:custGeom>
                <a:rect b="b" l="l" r="r" t="t"/>
                <a:pathLst>
                  <a:path extrusionOk="0" h="1517" w="1073">
                    <a:moveTo>
                      <a:pt x="572" y="0"/>
                    </a:moveTo>
                    <a:lnTo>
                      <a:pt x="472" y="15"/>
                    </a:lnTo>
                    <a:lnTo>
                      <a:pt x="372" y="57"/>
                    </a:lnTo>
                    <a:lnTo>
                      <a:pt x="272" y="129"/>
                    </a:lnTo>
                    <a:lnTo>
                      <a:pt x="200" y="215"/>
                    </a:lnTo>
                    <a:lnTo>
                      <a:pt x="129" y="315"/>
                    </a:lnTo>
                    <a:lnTo>
                      <a:pt x="72" y="444"/>
                    </a:lnTo>
                    <a:lnTo>
                      <a:pt x="29" y="572"/>
                    </a:lnTo>
                    <a:lnTo>
                      <a:pt x="14" y="715"/>
                    </a:lnTo>
                    <a:lnTo>
                      <a:pt x="0" y="873"/>
                    </a:lnTo>
                    <a:lnTo>
                      <a:pt x="29" y="1016"/>
                    </a:lnTo>
                    <a:lnTo>
                      <a:pt x="72" y="1144"/>
                    </a:lnTo>
                    <a:lnTo>
                      <a:pt x="129" y="1259"/>
                    </a:lnTo>
                    <a:lnTo>
                      <a:pt x="200" y="1359"/>
                    </a:lnTo>
                    <a:lnTo>
                      <a:pt x="286" y="1445"/>
                    </a:lnTo>
                    <a:lnTo>
                      <a:pt x="372" y="1488"/>
                    </a:lnTo>
                    <a:lnTo>
                      <a:pt x="486" y="1516"/>
                    </a:lnTo>
                    <a:lnTo>
                      <a:pt x="515" y="1516"/>
                    </a:lnTo>
                    <a:lnTo>
                      <a:pt x="615" y="1502"/>
                    </a:lnTo>
                    <a:lnTo>
                      <a:pt x="715" y="1459"/>
                    </a:lnTo>
                    <a:lnTo>
                      <a:pt x="801" y="1402"/>
                    </a:lnTo>
                    <a:lnTo>
                      <a:pt x="887" y="1302"/>
                    </a:lnTo>
                    <a:lnTo>
                      <a:pt x="958" y="1202"/>
                    </a:lnTo>
                    <a:lnTo>
                      <a:pt x="1016" y="1087"/>
                    </a:lnTo>
                    <a:lnTo>
                      <a:pt x="1059" y="944"/>
                    </a:lnTo>
                    <a:lnTo>
                      <a:pt x="1073" y="801"/>
                    </a:lnTo>
                    <a:lnTo>
                      <a:pt x="1073" y="644"/>
                    </a:lnTo>
                    <a:lnTo>
                      <a:pt x="1059" y="501"/>
                    </a:lnTo>
                    <a:lnTo>
                      <a:pt x="1016" y="372"/>
                    </a:lnTo>
                    <a:lnTo>
                      <a:pt x="958" y="258"/>
                    </a:lnTo>
                    <a:lnTo>
                      <a:pt x="887" y="158"/>
                    </a:lnTo>
                    <a:lnTo>
                      <a:pt x="801" y="86"/>
                    </a:lnTo>
                    <a:lnTo>
                      <a:pt x="701" y="29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5"/>
              <p:cNvSpPr/>
              <p:nvPr/>
            </p:nvSpPr>
            <p:spPr>
              <a:xfrm>
                <a:off x="5655533" y="3398896"/>
                <a:ext cx="34414" cy="48654"/>
              </a:xfrm>
              <a:custGeom>
                <a:rect b="b" l="l" r="r" t="t"/>
                <a:pathLst>
                  <a:path extrusionOk="0" fill="none" h="1517" w="1073">
                    <a:moveTo>
                      <a:pt x="572" y="0"/>
                    </a:moveTo>
                    <a:lnTo>
                      <a:pt x="572" y="0"/>
                    </a:lnTo>
                    <a:lnTo>
                      <a:pt x="472" y="15"/>
                    </a:lnTo>
                    <a:lnTo>
                      <a:pt x="372" y="57"/>
                    </a:lnTo>
                    <a:lnTo>
                      <a:pt x="272" y="129"/>
                    </a:lnTo>
                    <a:lnTo>
                      <a:pt x="200" y="215"/>
                    </a:lnTo>
                    <a:lnTo>
                      <a:pt x="129" y="315"/>
                    </a:lnTo>
                    <a:lnTo>
                      <a:pt x="72" y="444"/>
                    </a:lnTo>
                    <a:lnTo>
                      <a:pt x="29" y="572"/>
                    </a:lnTo>
                    <a:lnTo>
                      <a:pt x="14" y="715"/>
                    </a:lnTo>
                    <a:lnTo>
                      <a:pt x="14" y="715"/>
                    </a:lnTo>
                    <a:lnTo>
                      <a:pt x="0" y="873"/>
                    </a:lnTo>
                    <a:lnTo>
                      <a:pt x="29" y="1016"/>
                    </a:lnTo>
                    <a:lnTo>
                      <a:pt x="72" y="1144"/>
                    </a:lnTo>
                    <a:lnTo>
                      <a:pt x="129" y="1259"/>
                    </a:lnTo>
                    <a:lnTo>
                      <a:pt x="200" y="1359"/>
                    </a:lnTo>
                    <a:lnTo>
                      <a:pt x="286" y="1445"/>
                    </a:lnTo>
                    <a:lnTo>
                      <a:pt x="372" y="1488"/>
                    </a:lnTo>
                    <a:lnTo>
                      <a:pt x="486" y="1516"/>
                    </a:lnTo>
                    <a:lnTo>
                      <a:pt x="486" y="1516"/>
                    </a:lnTo>
                    <a:lnTo>
                      <a:pt x="515" y="1516"/>
                    </a:lnTo>
                    <a:lnTo>
                      <a:pt x="515" y="1516"/>
                    </a:lnTo>
                    <a:lnTo>
                      <a:pt x="615" y="1502"/>
                    </a:lnTo>
                    <a:lnTo>
                      <a:pt x="715" y="1459"/>
                    </a:lnTo>
                    <a:lnTo>
                      <a:pt x="801" y="1402"/>
                    </a:lnTo>
                    <a:lnTo>
                      <a:pt x="887" y="1302"/>
                    </a:lnTo>
                    <a:lnTo>
                      <a:pt x="958" y="1202"/>
                    </a:lnTo>
                    <a:lnTo>
                      <a:pt x="1016" y="1087"/>
                    </a:lnTo>
                    <a:lnTo>
                      <a:pt x="1059" y="944"/>
                    </a:lnTo>
                    <a:lnTo>
                      <a:pt x="1073" y="801"/>
                    </a:lnTo>
                    <a:lnTo>
                      <a:pt x="1073" y="801"/>
                    </a:lnTo>
                    <a:lnTo>
                      <a:pt x="1073" y="644"/>
                    </a:lnTo>
                    <a:lnTo>
                      <a:pt x="1059" y="501"/>
                    </a:lnTo>
                    <a:lnTo>
                      <a:pt x="1016" y="372"/>
                    </a:lnTo>
                    <a:lnTo>
                      <a:pt x="958" y="258"/>
                    </a:lnTo>
                    <a:lnTo>
                      <a:pt x="887" y="158"/>
                    </a:lnTo>
                    <a:lnTo>
                      <a:pt x="801" y="86"/>
                    </a:lnTo>
                    <a:lnTo>
                      <a:pt x="701" y="29"/>
                    </a:lnTo>
                    <a:lnTo>
                      <a:pt x="601" y="0"/>
                    </a:lnTo>
                    <a:lnTo>
                      <a:pt x="601" y="0"/>
                    </a:lnTo>
                    <a:lnTo>
                      <a:pt x="57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5"/>
              <p:cNvSpPr/>
              <p:nvPr/>
            </p:nvSpPr>
            <p:spPr>
              <a:xfrm>
                <a:off x="5439468" y="3146140"/>
                <a:ext cx="30758" cy="14240"/>
              </a:xfrm>
              <a:custGeom>
                <a:rect b="b" l="l" r="r" t="t"/>
                <a:pathLst>
                  <a:path extrusionOk="0" h="444" w="959">
                    <a:moveTo>
                      <a:pt x="100" y="0"/>
                    </a:moveTo>
                    <a:lnTo>
                      <a:pt x="0" y="286"/>
                    </a:lnTo>
                    <a:lnTo>
                      <a:pt x="959" y="444"/>
                    </a:lnTo>
                    <a:lnTo>
                      <a:pt x="959" y="44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5"/>
              <p:cNvSpPr/>
              <p:nvPr/>
            </p:nvSpPr>
            <p:spPr>
              <a:xfrm>
                <a:off x="5439468" y="3146140"/>
                <a:ext cx="30758" cy="14240"/>
              </a:xfrm>
              <a:custGeom>
                <a:rect b="b" l="l" r="r" t="t"/>
                <a:pathLst>
                  <a:path extrusionOk="0" fill="none" h="444" w="959">
                    <a:moveTo>
                      <a:pt x="100" y="0"/>
                    </a:moveTo>
                    <a:lnTo>
                      <a:pt x="0" y="286"/>
                    </a:lnTo>
                    <a:lnTo>
                      <a:pt x="959" y="444"/>
                    </a:lnTo>
                    <a:lnTo>
                      <a:pt x="10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5"/>
              <p:cNvSpPr/>
              <p:nvPr/>
            </p:nvSpPr>
            <p:spPr>
              <a:xfrm>
                <a:off x="5442675" y="2856214"/>
                <a:ext cx="92241" cy="304176"/>
              </a:xfrm>
              <a:custGeom>
                <a:rect b="b" l="l" r="r" t="t"/>
                <a:pathLst>
                  <a:path extrusionOk="0" h="9484" w="2876">
                    <a:moveTo>
                      <a:pt x="2875" y="1"/>
                    </a:moveTo>
                    <a:lnTo>
                      <a:pt x="0" y="9040"/>
                    </a:lnTo>
                    <a:lnTo>
                      <a:pt x="859" y="9484"/>
                    </a:lnTo>
                    <a:lnTo>
                      <a:pt x="2875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5"/>
              <p:cNvSpPr/>
              <p:nvPr/>
            </p:nvSpPr>
            <p:spPr>
              <a:xfrm>
                <a:off x="5442675" y="2856214"/>
                <a:ext cx="92241" cy="304176"/>
              </a:xfrm>
              <a:custGeom>
                <a:rect b="b" l="l" r="r" t="t"/>
                <a:pathLst>
                  <a:path extrusionOk="0" fill="none" h="9484" w="2876">
                    <a:moveTo>
                      <a:pt x="2875" y="1"/>
                    </a:moveTo>
                    <a:lnTo>
                      <a:pt x="0" y="9040"/>
                    </a:lnTo>
                    <a:lnTo>
                      <a:pt x="859" y="9484"/>
                    </a:lnTo>
                    <a:lnTo>
                      <a:pt x="2875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5"/>
              <p:cNvSpPr/>
              <p:nvPr/>
            </p:nvSpPr>
            <p:spPr>
              <a:xfrm>
                <a:off x="5953701" y="2842006"/>
                <a:ext cx="30309" cy="646838"/>
              </a:xfrm>
              <a:custGeom>
                <a:rect b="b" l="l" r="r" t="t"/>
                <a:pathLst>
                  <a:path extrusionOk="0" h="20168" w="945">
                    <a:moveTo>
                      <a:pt x="72" y="0"/>
                    </a:moveTo>
                    <a:lnTo>
                      <a:pt x="0" y="20168"/>
                    </a:lnTo>
                    <a:lnTo>
                      <a:pt x="944" y="19996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5"/>
              <p:cNvSpPr/>
              <p:nvPr/>
            </p:nvSpPr>
            <p:spPr>
              <a:xfrm>
                <a:off x="5953701" y="2842006"/>
                <a:ext cx="30309" cy="646838"/>
              </a:xfrm>
              <a:custGeom>
                <a:rect b="b" l="l" r="r" t="t"/>
                <a:pathLst>
                  <a:path extrusionOk="0" fill="none" h="20168" w="945">
                    <a:moveTo>
                      <a:pt x="72" y="0"/>
                    </a:moveTo>
                    <a:lnTo>
                      <a:pt x="72" y="0"/>
                    </a:lnTo>
                    <a:lnTo>
                      <a:pt x="0" y="20168"/>
                    </a:lnTo>
                    <a:lnTo>
                      <a:pt x="944" y="19996"/>
                    </a:lnTo>
                    <a:lnTo>
                      <a:pt x="72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5"/>
              <p:cNvSpPr/>
              <p:nvPr/>
            </p:nvSpPr>
            <p:spPr>
              <a:xfrm>
                <a:off x="5989012" y="3591101"/>
                <a:ext cx="117000" cy="143140"/>
              </a:xfrm>
              <a:custGeom>
                <a:rect b="b" l="l" r="r" t="t"/>
                <a:pathLst>
                  <a:path extrusionOk="0" h="4463" w="3648">
                    <a:moveTo>
                      <a:pt x="3162" y="0"/>
                    </a:moveTo>
                    <a:lnTo>
                      <a:pt x="830" y="100"/>
                    </a:lnTo>
                    <a:lnTo>
                      <a:pt x="673" y="472"/>
                    </a:lnTo>
                    <a:lnTo>
                      <a:pt x="516" y="873"/>
                    </a:lnTo>
                    <a:lnTo>
                      <a:pt x="330" y="1330"/>
                    </a:lnTo>
                    <a:lnTo>
                      <a:pt x="172" y="1802"/>
                    </a:lnTo>
                    <a:lnTo>
                      <a:pt x="44" y="2217"/>
                    </a:lnTo>
                    <a:lnTo>
                      <a:pt x="15" y="2389"/>
                    </a:lnTo>
                    <a:lnTo>
                      <a:pt x="1" y="2532"/>
                    </a:lnTo>
                    <a:lnTo>
                      <a:pt x="1" y="2632"/>
                    </a:lnTo>
                    <a:lnTo>
                      <a:pt x="15" y="2661"/>
                    </a:lnTo>
                    <a:lnTo>
                      <a:pt x="29" y="2689"/>
                    </a:lnTo>
                    <a:lnTo>
                      <a:pt x="86" y="2703"/>
                    </a:lnTo>
                    <a:lnTo>
                      <a:pt x="144" y="2703"/>
                    </a:lnTo>
                    <a:lnTo>
                      <a:pt x="215" y="2675"/>
                    </a:lnTo>
                    <a:lnTo>
                      <a:pt x="272" y="2646"/>
                    </a:lnTo>
                    <a:lnTo>
                      <a:pt x="415" y="2546"/>
                    </a:lnTo>
                    <a:lnTo>
                      <a:pt x="544" y="2417"/>
                    </a:lnTo>
                    <a:lnTo>
                      <a:pt x="673" y="2274"/>
                    </a:lnTo>
                    <a:lnTo>
                      <a:pt x="773" y="2160"/>
                    </a:lnTo>
                    <a:lnTo>
                      <a:pt x="873" y="2031"/>
                    </a:lnTo>
                    <a:lnTo>
                      <a:pt x="873" y="2031"/>
                    </a:lnTo>
                    <a:lnTo>
                      <a:pt x="759" y="2332"/>
                    </a:lnTo>
                    <a:lnTo>
                      <a:pt x="659" y="2646"/>
                    </a:lnTo>
                    <a:lnTo>
                      <a:pt x="558" y="3004"/>
                    </a:lnTo>
                    <a:lnTo>
                      <a:pt x="473" y="3361"/>
                    </a:lnTo>
                    <a:lnTo>
                      <a:pt x="444" y="3547"/>
                    </a:lnTo>
                    <a:lnTo>
                      <a:pt x="415" y="3705"/>
                    </a:lnTo>
                    <a:lnTo>
                      <a:pt x="415" y="3848"/>
                    </a:lnTo>
                    <a:lnTo>
                      <a:pt x="430" y="3962"/>
                    </a:lnTo>
                    <a:lnTo>
                      <a:pt x="458" y="4048"/>
                    </a:lnTo>
                    <a:lnTo>
                      <a:pt x="487" y="4077"/>
                    </a:lnTo>
                    <a:lnTo>
                      <a:pt x="516" y="4091"/>
                    </a:lnTo>
                    <a:lnTo>
                      <a:pt x="558" y="4105"/>
                    </a:lnTo>
                    <a:lnTo>
                      <a:pt x="601" y="4120"/>
                    </a:lnTo>
                    <a:lnTo>
                      <a:pt x="630" y="4105"/>
                    </a:lnTo>
                    <a:lnTo>
                      <a:pt x="673" y="4091"/>
                    </a:lnTo>
                    <a:lnTo>
                      <a:pt x="744" y="4048"/>
                    </a:lnTo>
                    <a:lnTo>
                      <a:pt x="816" y="3962"/>
                    </a:lnTo>
                    <a:lnTo>
                      <a:pt x="887" y="3862"/>
                    </a:lnTo>
                    <a:lnTo>
                      <a:pt x="945" y="3748"/>
                    </a:lnTo>
                    <a:lnTo>
                      <a:pt x="1059" y="3476"/>
                    </a:lnTo>
                    <a:lnTo>
                      <a:pt x="1159" y="3204"/>
                    </a:lnTo>
                    <a:lnTo>
                      <a:pt x="1231" y="2961"/>
                    </a:lnTo>
                    <a:lnTo>
                      <a:pt x="1288" y="2718"/>
                    </a:lnTo>
                    <a:lnTo>
                      <a:pt x="1259" y="2947"/>
                    </a:lnTo>
                    <a:lnTo>
                      <a:pt x="1259" y="3176"/>
                    </a:lnTo>
                    <a:lnTo>
                      <a:pt x="1245" y="3462"/>
                    </a:lnTo>
                    <a:lnTo>
                      <a:pt x="1259" y="3762"/>
                    </a:lnTo>
                    <a:lnTo>
                      <a:pt x="1288" y="4048"/>
                    </a:lnTo>
                    <a:lnTo>
                      <a:pt x="1317" y="4177"/>
                    </a:lnTo>
                    <a:lnTo>
                      <a:pt x="1345" y="4277"/>
                    </a:lnTo>
                    <a:lnTo>
                      <a:pt x="1388" y="4377"/>
                    </a:lnTo>
                    <a:lnTo>
                      <a:pt x="1431" y="4434"/>
                    </a:lnTo>
                    <a:lnTo>
                      <a:pt x="1460" y="4463"/>
                    </a:lnTo>
                    <a:lnTo>
                      <a:pt x="1517" y="4463"/>
                    </a:lnTo>
                    <a:lnTo>
                      <a:pt x="1545" y="4434"/>
                    </a:lnTo>
                    <a:lnTo>
                      <a:pt x="1588" y="4377"/>
                    </a:lnTo>
                    <a:lnTo>
                      <a:pt x="1646" y="4263"/>
                    </a:lnTo>
                    <a:lnTo>
                      <a:pt x="1688" y="4134"/>
                    </a:lnTo>
                    <a:lnTo>
                      <a:pt x="1731" y="3962"/>
                    </a:lnTo>
                    <a:lnTo>
                      <a:pt x="1817" y="3605"/>
                    </a:lnTo>
                    <a:lnTo>
                      <a:pt x="1889" y="3218"/>
                    </a:lnTo>
                    <a:lnTo>
                      <a:pt x="1932" y="2875"/>
                    </a:lnTo>
                    <a:lnTo>
                      <a:pt x="1974" y="2546"/>
                    </a:lnTo>
                    <a:lnTo>
                      <a:pt x="2017" y="2847"/>
                    </a:lnTo>
                    <a:lnTo>
                      <a:pt x="2075" y="3147"/>
                    </a:lnTo>
                    <a:lnTo>
                      <a:pt x="2132" y="3476"/>
                    </a:lnTo>
                    <a:lnTo>
                      <a:pt x="2203" y="3791"/>
                    </a:lnTo>
                    <a:lnTo>
                      <a:pt x="2246" y="3934"/>
                    </a:lnTo>
                    <a:lnTo>
                      <a:pt x="2289" y="4048"/>
                    </a:lnTo>
                    <a:lnTo>
                      <a:pt x="2346" y="4148"/>
                    </a:lnTo>
                    <a:lnTo>
                      <a:pt x="2389" y="4205"/>
                    </a:lnTo>
                    <a:lnTo>
                      <a:pt x="2418" y="4220"/>
                    </a:lnTo>
                    <a:lnTo>
                      <a:pt x="2446" y="4220"/>
                    </a:lnTo>
                    <a:lnTo>
                      <a:pt x="2475" y="4205"/>
                    </a:lnTo>
                    <a:lnTo>
                      <a:pt x="2489" y="4191"/>
                    </a:lnTo>
                    <a:lnTo>
                      <a:pt x="2547" y="4120"/>
                    </a:lnTo>
                    <a:lnTo>
                      <a:pt x="2590" y="4034"/>
                    </a:lnTo>
                    <a:lnTo>
                      <a:pt x="2632" y="3919"/>
                    </a:lnTo>
                    <a:lnTo>
                      <a:pt x="2661" y="3776"/>
                    </a:lnTo>
                    <a:lnTo>
                      <a:pt x="2704" y="3476"/>
                    </a:lnTo>
                    <a:lnTo>
                      <a:pt x="2747" y="3161"/>
                    </a:lnTo>
                    <a:lnTo>
                      <a:pt x="2761" y="2847"/>
                    </a:lnTo>
                    <a:lnTo>
                      <a:pt x="2775" y="2589"/>
                    </a:lnTo>
                    <a:lnTo>
                      <a:pt x="2775" y="2332"/>
                    </a:lnTo>
                    <a:lnTo>
                      <a:pt x="2861" y="2518"/>
                    </a:lnTo>
                    <a:lnTo>
                      <a:pt x="3047" y="2889"/>
                    </a:lnTo>
                    <a:lnTo>
                      <a:pt x="3176" y="3075"/>
                    </a:lnTo>
                    <a:lnTo>
                      <a:pt x="3290" y="3247"/>
                    </a:lnTo>
                    <a:lnTo>
                      <a:pt x="3348" y="3304"/>
                    </a:lnTo>
                    <a:lnTo>
                      <a:pt x="3405" y="3347"/>
                    </a:lnTo>
                    <a:lnTo>
                      <a:pt x="3448" y="3361"/>
                    </a:lnTo>
                    <a:lnTo>
                      <a:pt x="3491" y="3361"/>
                    </a:lnTo>
                    <a:lnTo>
                      <a:pt x="3534" y="3333"/>
                    </a:lnTo>
                    <a:lnTo>
                      <a:pt x="3576" y="3290"/>
                    </a:lnTo>
                    <a:lnTo>
                      <a:pt x="3591" y="3247"/>
                    </a:lnTo>
                    <a:lnTo>
                      <a:pt x="3619" y="3176"/>
                    </a:lnTo>
                    <a:lnTo>
                      <a:pt x="3648" y="3032"/>
                    </a:lnTo>
                    <a:lnTo>
                      <a:pt x="3648" y="2832"/>
                    </a:lnTo>
                    <a:lnTo>
                      <a:pt x="3648" y="2618"/>
                    </a:lnTo>
                    <a:lnTo>
                      <a:pt x="3619" y="2375"/>
                    </a:lnTo>
                    <a:lnTo>
                      <a:pt x="3534" y="1860"/>
                    </a:lnTo>
                    <a:lnTo>
                      <a:pt x="3433" y="1302"/>
                    </a:lnTo>
                    <a:lnTo>
                      <a:pt x="3319" y="787"/>
                    </a:lnTo>
                    <a:lnTo>
                      <a:pt x="3219" y="329"/>
                    </a:lnTo>
                    <a:lnTo>
                      <a:pt x="316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5"/>
              <p:cNvSpPr/>
              <p:nvPr/>
            </p:nvSpPr>
            <p:spPr>
              <a:xfrm>
                <a:off x="5614225" y="2514940"/>
                <a:ext cx="305106" cy="103241"/>
              </a:xfrm>
              <a:custGeom>
                <a:rect b="b" l="l" r="r" t="t"/>
                <a:pathLst>
                  <a:path extrusionOk="0" h="3219" w="9513">
                    <a:moveTo>
                      <a:pt x="988" y="0"/>
                    </a:moveTo>
                    <a:lnTo>
                      <a:pt x="1" y="773"/>
                    </a:lnTo>
                    <a:lnTo>
                      <a:pt x="273" y="1030"/>
                    </a:lnTo>
                    <a:lnTo>
                      <a:pt x="573" y="1316"/>
                    </a:lnTo>
                    <a:lnTo>
                      <a:pt x="945" y="1645"/>
                    </a:lnTo>
                    <a:lnTo>
                      <a:pt x="1388" y="2017"/>
                    </a:lnTo>
                    <a:lnTo>
                      <a:pt x="1846" y="2360"/>
                    </a:lnTo>
                    <a:lnTo>
                      <a:pt x="2089" y="2532"/>
                    </a:lnTo>
                    <a:lnTo>
                      <a:pt x="2318" y="2689"/>
                    </a:lnTo>
                    <a:lnTo>
                      <a:pt x="2547" y="2818"/>
                    </a:lnTo>
                    <a:lnTo>
                      <a:pt x="2776" y="2947"/>
                    </a:lnTo>
                    <a:lnTo>
                      <a:pt x="3334" y="2246"/>
                    </a:lnTo>
                    <a:lnTo>
                      <a:pt x="3620" y="1902"/>
                    </a:lnTo>
                    <a:lnTo>
                      <a:pt x="3705" y="1788"/>
                    </a:lnTo>
                    <a:lnTo>
                      <a:pt x="3720" y="1731"/>
                    </a:lnTo>
                    <a:lnTo>
                      <a:pt x="4564" y="3218"/>
                    </a:lnTo>
                    <a:lnTo>
                      <a:pt x="4678" y="3218"/>
                    </a:lnTo>
                    <a:lnTo>
                      <a:pt x="5021" y="3175"/>
                    </a:lnTo>
                    <a:lnTo>
                      <a:pt x="5536" y="3090"/>
                    </a:lnTo>
                    <a:lnTo>
                      <a:pt x="5837" y="3018"/>
                    </a:lnTo>
                    <a:lnTo>
                      <a:pt x="6180" y="2932"/>
                    </a:lnTo>
                    <a:lnTo>
                      <a:pt x="6552" y="2832"/>
                    </a:lnTo>
                    <a:lnTo>
                      <a:pt x="6952" y="2703"/>
                    </a:lnTo>
                    <a:lnTo>
                      <a:pt x="7353" y="2546"/>
                    </a:lnTo>
                    <a:lnTo>
                      <a:pt x="7782" y="2360"/>
                    </a:lnTo>
                    <a:lnTo>
                      <a:pt x="8211" y="2131"/>
                    </a:lnTo>
                    <a:lnTo>
                      <a:pt x="8654" y="1888"/>
                    </a:lnTo>
                    <a:lnTo>
                      <a:pt x="9083" y="1602"/>
                    </a:lnTo>
                    <a:lnTo>
                      <a:pt x="9298" y="1445"/>
                    </a:lnTo>
                    <a:lnTo>
                      <a:pt x="9513" y="1273"/>
                    </a:lnTo>
                    <a:lnTo>
                      <a:pt x="8411" y="100"/>
                    </a:lnTo>
                    <a:lnTo>
                      <a:pt x="8011" y="272"/>
                    </a:lnTo>
                    <a:lnTo>
                      <a:pt x="7567" y="444"/>
                    </a:lnTo>
                    <a:lnTo>
                      <a:pt x="6995" y="629"/>
                    </a:lnTo>
                    <a:lnTo>
                      <a:pt x="6681" y="730"/>
                    </a:lnTo>
                    <a:lnTo>
                      <a:pt x="6352" y="815"/>
                    </a:lnTo>
                    <a:lnTo>
                      <a:pt x="6008" y="901"/>
                    </a:lnTo>
                    <a:lnTo>
                      <a:pt x="5651" y="958"/>
                    </a:lnTo>
                    <a:lnTo>
                      <a:pt x="5293" y="1016"/>
                    </a:lnTo>
                    <a:lnTo>
                      <a:pt x="4950" y="1059"/>
                    </a:lnTo>
                    <a:lnTo>
                      <a:pt x="4592" y="1073"/>
                    </a:lnTo>
                    <a:lnTo>
                      <a:pt x="4249" y="1059"/>
                    </a:lnTo>
                    <a:lnTo>
                      <a:pt x="3920" y="1016"/>
                    </a:lnTo>
                    <a:lnTo>
                      <a:pt x="3605" y="973"/>
                    </a:lnTo>
                    <a:lnTo>
                      <a:pt x="3291" y="901"/>
                    </a:lnTo>
                    <a:lnTo>
                      <a:pt x="2990" y="830"/>
                    </a:lnTo>
                    <a:lnTo>
                      <a:pt x="2704" y="744"/>
                    </a:lnTo>
                    <a:lnTo>
                      <a:pt x="2432" y="658"/>
                    </a:lnTo>
                    <a:lnTo>
                      <a:pt x="1946" y="472"/>
                    </a:lnTo>
                    <a:lnTo>
                      <a:pt x="1546" y="301"/>
                    </a:lnTo>
                    <a:lnTo>
                      <a:pt x="1245" y="157"/>
                    </a:lnTo>
                    <a:lnTo>
                      <a:pt x="988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staurant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EFEFEF"/>
      </a:lt2>
      <a:accent1>
        <a:srgbClr val="FF6347"/>
      </a:accent1>
      <a:accent2>
        <a:srgbClr val="C8E17B"/>
      </a:accent2>
      <a:accent3>
        <a:srgbClr val="CC843C"/>
      </a:accent3>
      <a:accent4>
        <a:srgbClr val="8A779A"/>
      </a:accent4>
      <a:accent5>
        <a:srgbClr val="917A56"/>
      </a:accent5>
      <a:accent6>
        <a:srgbClr val="F3AE52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